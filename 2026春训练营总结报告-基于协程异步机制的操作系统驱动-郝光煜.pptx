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80" r:id="rId7"/>
    <p:sldId id="335" r:id="rId8"/>
    <p:sldId id="283" r:id="rId9"/>
    <p:sldId id="336" r:id="rId10"/>
    <p:sldId id="337" r:id="rId11"/>
    <p:sldId id="338" r:id="rId12"/>
    <p:sldId id="286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6" r:id="rId29"/>
    <p:sldId id="354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87" r:id="rId40"/>
    <p:sldId id="334" r:id="rId41"/>
  </p:sldIdLst>
  <p:sldSz cx="12192000" cy="6858000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46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265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461D3-0C54-414B-A124-143A4F9DF1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23B09-A543-4415-9602-CD3FE85045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C383F-7835-4816-A137-47151F96A9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9665CB-BE18-4D8D-86AD-6594D8AD5BC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98F928B-037F-4B7C-A497-D12B573A0FA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8F7740-850C-4FDC-BBDF-94D7AD6646E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EDA7A91-1584-42AD-A70F-404F2C2B447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80B210B-1529-420E-B3CE-85F5FD21A39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82776A0-B0E3-4836-887C-D6567B726CE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3AF458E-AF4A-44B4-878D-082840CC9D5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70F46C6-9C8F-4EBA-A306-8BCA8D2F439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94BADF6-D139-46F8-A0B2-F3F6719D10F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3DEED0-6234-4F36-90E1-FFC4CA3D0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42F800-A6C5-488F-87E0-9F28DCBED1D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image" Target="../media/image2.jpeg"/><Relationship Id="rId3" Type="http://schemas.openxmlformats.org/officeDocument/2006/relationships/tags" Target="../tags/tag27.xml"/><Relationship Id="rId2" Type="http://schemas.openxmlformats.org/officeDocument/2006/relationships/image" Target="../media/image1.jpeg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image" Target="../media/image3.jpeg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64.xml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tags" Target="../tags/tag5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3.jpe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image" Target="../media/image8.jpeg"/><Relationship Id="rId3" Type="http://schemas.openxmlformats.org/officeDocument/2006/relationships/tags" Target="../tags/tag82.xml"/><Relationship Id="rId2" Type="http://schemas.openxmlformats.org/officeDocument/2006/relationships/image" Target="../media/image7.jpeg"/><Relationship Id="rId10" Type="http://schemas.openxmlformats.org/officeDocument/2006/relationships/notesSlide" Target="../notesSlides/notesSlide10.xml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2" Type="http://schemas.openxmlformats.org/officeDocument/2006/relationships/image" Target="../media/image9.png"/><Relationship Id="rId1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92.xml"/><Relationship Id="rId4" Type="http://schemas.openxmlformats.org/officeDocument/2006/relationships/image" Target="../media/image10.png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9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00.xml"/><Relationship Id="rId6" Type="http://schemas.openxmlformats.org/officeDocument/2006/relationships/image" Target="../media/image14.png"/><Relationship Id="rId5" Type="http://schemas.openxmlformats.org/officeDocument/2006/relationships/tags" Target="../tags/tag99.xml"/><Relationship Id="rId4" Type="http://schemas.openxmlformats.org/officeDocument/2006/relationships/image" Target="../media/image8.jpeg"/><Relationship Id="rId3" Type="http://schemas.openxmlformats.org/officeDocument/2006/relationships/tags" Target="../tags/tag98.xml"/><Relationship Id="rId2" Type="http://schemas.openxmlformats.org/officeDocument/2006/relationships/image" Target="../media/image7.jpeg"/><Relationship Id="rId1" Type="http://schemas.openxmlformats.org/officeDocument/2006/relationships/tags" Target="../tags/tag9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04.xml"/><Relationship Id="rId6" Type="http://schemas.openxmlformats.org/officeDocument/2006/relationships/image" Target="../media/image15.png"/><Relationship Id="rId5" Type="http://schemas.openxmlformats.org/officeDocument/2006/relationships/tags" Target="../tags/tag103.xml"/><Relationship Id="rId4" Type="http://schemas.openxmlformats.org/officeDocument/2006/relationships/image" Target="../media/image8.jpeg"/><Relationship Id="rId3" Type="http://schemas.openxmlformats.org/officeDocument/2006/relationships/tags" Target="../tags/tag102.xml"/><Relationship Id="rId2" Type="http://schemas.openxmlformats.org/officeDocument/2006/relationships/image" Target="../media/image7.jpeg"/><Relationship Id="rId1" Type="http://schemas.openxmlformats.org/officeDocument/2006/relationships/tags" Target="../tags/tag10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08.xml"/><Relationship Id="rId6" Type="http://schemas.openxmlformats.org/officeDocument/2006/relationships/image" Target="../media/image16.png"/><Relationship Id="rId5" Type="http://schemas.openxmlformats.org/officeDocument/2006/relationships/tags" Target="../tags/tag107.xml"/><Relationship Id="rId4" Type="http://schemas.openxmlformats.org/officeDocument/2006/relationships/image" Target="../media/image8.jpeg"/><Relationship Id="rId3" Type="http://schemas.openxmlformats.org/officeDocument/2006/relationships/tags" Target="../tags/tag106.xml"/><Relationship Id="rId2" Type="http://schemas.openxmlformats.org/officeDocument/2006/relationships/image" Target="../media/image7.jpeg"/><Relationship Id="rId1" Type="http://schemas.openxmlformats.org/officeDocument/2006/relationships/tags" Target="../tags/tag10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2.xml"/><Relationship Id="rId6" Type="http://schemas.openxmlformats.org/officeDocument/2006/relationships/image" Target="../media/image17.png"/><Relationship Id="rId5" Type="http://schemas.openxmlformats.org/officeDocument/2006/relationships/tags" Target="../tags/tag111.xml"/><Relationship Id="rId4" Type="http://schemas.openxmlformats.org/officeDocument/2006/relationships/image" Target="../media/image8.jpeg"/><Relationship Id="rId3" Type="http://schemas.openxmlformats.org/officeDocument/2006/relationships/tags" Target="../tags/tag110.xml"/><Relationship Id="rId2" Type="http://schemas.openxmlformats.org/officeDocument/2006/relationships/image" Target="../media/image7.jpeg"/><Relationship Id="rId1" Type="http://schemas.openxmlformats.org/officeDocument/2006/relationships/tags" Target="../tags/tag10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6.xml"/><Relationship Id="rId6" Type="http://schemas.openxmlformats.org/officeDocument/2006/relationships/image" Target="../media/image18.png"/><Relationship Id="rId5" Type="http://schemas.openxmlformats.org/officeDocument/2006/relationships/tags" Target="../tags/tag115.xml"/><Relationship Id="rId4" Type="http://schemas.openxmlformats.org/officeDocument/2006/relationships/image" Target="../media/image8.jpeg"/><Relationship Id="rId3" Type="http://schemas.openxmlformats.org/officeDocument/2006/relationships/tags" Target="../tags/tag114.xml"/><Relationship Id="rId2" Type="http://schemas.openxmlformats.org/officeDocument/2006/relationships/image" Target="../media/image7.jpeg"/><Relationship Id="rId1" Type="http://schemas.openxmlformats.org/officeDocument/2006/relationships/tags" Target="../tags/tag11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0.xml"/><Relationship Id="rId6" Type="http://schemas.openxmlformats.org/officeDocument/2006/relationships/image" Target="../media/image19.png"/><Relationship Id="rId5" Type="http://schemas.openxmlformats.org/officeDocument/2006/relationships/tags" Target="../tags/tag119.xml"/><Relationship Id="rId4" Type="http://schemas.openxmlformats.org/officeDocument/2006/relationships/image" Target="../media/image8.jpeg"/><Relationship Id="rId3" Type="http://schemas.openxmlformats.org/officeDocument/2006/relationships/tags" Target="../tags/tag118.xml"/><Relationship Id="rId2" Type="http://schemas.openxmlformats.org/officeDocument/2006/relationships/image" Target="../media/image7.jpeg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4.xml"/><Relationship Id="rId6" Type="http://schemas.openxmlformats.org/officeDocument/2006/relationships/image" Target="../media/image20.png"/><Relationship Id="rId5" Type="http://schemas.openxmlformats.org/officeDocument/2006/relationships/tags" Target="../tags/tag123.xml"/><Relationship Id="rId4" Type="http://schemas.openxmlformats.org/officeDocument/2006/relationships/image" Target="../media/image8.jpeg"/><Relationship Id="rId3" Type="http://schemas.openxmlformats.org/officeDocument/2006/relationships/tags" Target="../tags/tag122.xml"/><Relationship Id="rId2" Type="http://schemas.openxmlformats.org/officeDocument/2006/relationships/image" Target="../media/image7.jpeg"/><Relationship Id="rId1" Type="http://schemas.openxmlformats.org/officeDocument/2006/relationships/tags" Target="../tags/tag12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8.xml"/><Relationship Id="rId6" Type="http://schemas.openxmlformats.org/officeDocument/2006/relationships/image" Target="../media/image21.png"/><Relationship Id="rId5" Type="http://schemas.openxmlformats.org/officeDocument/2006/relationships/tags" Target="../tags/tag127.xml"/><Relationship Id="rId4" Type="http://schemas.openxmlformats.org/officeDocument/2006/relationships/image" Target="../media/image8.jpeg"/><Relationship Id="rId3" Type="http://schemas.openxmlformats.org/officeDocument/2006/relationships/tags" Target="../tags/tag126.xml"/><Relationship Id="rId2" Type="http://schemas.openxmlformats.org/officeDocument/2006/relationships/image" Target="../media/image7.jpeg"/><Relationship Id="rId1" Type="http://schemas.openxmlformats.org/officeDocument/2006/relationships/tags" Target="../tags/tag12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32.xml"/><Relationship Id="rId6" Type="http://schemas.openxmlformats.org/officeDocument/2006/relationships/image" Target="../media/image22.png"/><Relationship Id="rId5" Type="http://schemas.openxmlformats.org/officeDocument/2006/relationships/tags" Target="../tags/tag131.xml"/><Relationship Id="rId4" Type="http://schemas.openxmlformats.org/officeDocument/2006/relationships/image" Target="../media/image8.jpeg"/><Relationship Id="rId3" Type="http://schemas.openxmlformats.org/officeDocument/2006/relationships/tags" Target="../tags/tag130.xml"/><Relationship Id="rId2" Type="http://schemas.openxmlformats.org/officeDocument/2006/relationships/image" Target="../media/image7.jpeg"/><Relationship Id="rId1" Type="http://schemas.openxmlformats.org/officeDocument/2006/relationships/tags" Target="../tags/tag12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36.xml"/><Relationship Id="rId6" Type="http://schemas.openxmlformats.org/officeDocument/2006/relationships/image" Target="../media/image23.png"/><Relationship Id="rId5" Type="http://schemas.openxmlformats.org/officeDocument/2006/relationships/tags" Target="../tags/tag135.xml"/><Relationship Id="rId4" Type="http://schemas.openxmlformats.org/officeDocument/2006/relationships/image" Target="../media/image8.jpeg"/><Relationship Id="rId3" Type="http://schemas.openxmlformats.org/officeDocument/2006/relationships/tags" Target="../tags/tag134.xml"/><Relationship Id="rId2" Type="http://schemas.openxmlformats.org/officeDocument/2006/relationships/image" Target="../media/image7.jpeg"/><Relationship Id="rId1" Type="http://schemas.openxmlformats.org/officeDocument/2006/relationships/tags" Target="../tags/tag13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40.xml"/><Relationship Id="rId6" Type="http://schemas.openxmlformats.org/officeDocument/2006/relationships/image" Target="../media/image24.png"/><Relationship Id="rId5" Type="http://schemas.openxmlformats.org/officeDocument/2006/relationships/tags" Target="../tags/tag139.xml"/><Relationship Id="rId4" Type="http://schemas.openxmlformats.org/officeDocument/2006/relationships/image" Target="../media/image8.jpeg"/><Relationship Id="rId3" Type="http://schemas.openxmlformats.org/officeDocument/2006/relationships/tags" Target="../tags/tag138.xml"/><Relationship Id="rId2" Type="http://schemas.openxmlformats.org/officeDocument/2006/relationships/image" Target="../media/image7.jpeg"/><Relationship Id="rId1" Type="http://schemas.openxmlformats.org/officeDocument/2006/relationships/tags" Target="../tags/tag13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44.xml"/><Relationship Id="rId6" Type="http://schemas.openxmlformats.org/officeDocument/2006/relationships/image" Target="../media/image25.png"/><Relationship Id="rId5" Type="http://schemas.openxmlformats.org/officeDocument/2006/relationships/tags" Target="../tags/tag143.xml"/><Relationship Id="rId4" Type="http://schemas.openxmlformats.org/officeDocument/2006/relationships/image" Target="../media/image8.jpeg"/><Relationship Id="rId3" Type="http://schemas.openxmlformats.org/officeDocument/2006/relationships/tags" Target="../tags/tag142.xml"/><Relationship Id="rId2" Type="http://schemas.openxmlformats.org/officeDocument/2006/relationships/image" Target="../media/image7.jpeg"/><Relationship Id="rId1" Type="http://schemas.openxmlformats.org/officeDocument/2006/relationships/tags" Target="../tags/tag141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image" Target="../media/image26.jpeg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52.xml"/><Relationship Id="rId6" Type="http://schemas.openxmlformats.org/officeDocument/2006/relationships/image" Target="../media/image27.png"/><Relationship Id="rId5" Type="http://schemas.openxmlformats.org/officeDocument/2006/relationships/tags" Target="../tags/tag151.xml"/><Relationship Id="rId4" Type="http://schemas.openxmlformats.org/officeDocument/2006/relationships/image" Target="../media/image8.jpeg"/><Relationship Id="rId3" Type="http://schemas.openxmlformats.org/officeDocument/2006/relationships/tags" Target="../tags/tag150.xml"/><Relationship Id="rId2" Type="http://schemas.openxmlformats.org/officeDocument/2006/relationships/image" Target="../media/image7.jpeg"/><Relationship Id="rId1" Type="http://schemas.openxmlformats.org/officeDocument/2006/relationships/tags" Target="../tags/tag149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image" Target="../media/image29.jpeg"/><Relationship Id="rId3" Type="http://schemas.openxmlformats.org/officeDocument/2006/relationships/tags" Target="../tags/tag164.xml"/><Relationship Id="rId2" Type="http://schemas.openxmlformats.org/officeDocument/2006/relationships/image" Target="../media/image28.jpeg"/><Relationship Id="rId1" Type="http://schemas.openxmlformats.org/officeDocument/2006/relationships/tags" Target="../tags/tag163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8" Type="http://schemas.openxmlformats.org/officeDocument/2006/relationships/notesSlide" Target="../notesSlides/notesSlide32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203.xml"/><Relationship Id="rId35" Type="http://schemas.openxmlformats.org/officeDocument/2006/relationships/tags" Target="../tags/tag202.xml"/><Relationship Id="rId34" Type="http://schemas.openxmlformats.org/officeDocument/2006/relationships/tags" Target="../tags/tag201.xml"/><Relationship Id="rId33" Type="http://schemas.openxmlformats.org/officeDocument/2006/relationships/tags" Target="../tags/tag200.xml"/><Relationship Id="rId32" Type="http://schemas.openxmlformats.org/officeDocument/2006/relationships/tags" Target="../tags/tag199.xml"/><Relationship Id="rId31" Type="http://schemas.openxmlformats.org/officeDocument/2006/relationships/tags" Target="../tags/tag198.xml"/><Relationship Id="rId30" Type="http://schemas.openxmlformats.org/officeDocument/2006/relationships/tags" Target="../tags/tag197.xml"/><Relationship Id="rId3" Type="http://schemas.openxmlformats.org/officeDocument/2006/relationships/tags" Target="../tags/tag170.xml"/><Relationship Id="rId29" Type="http://schemas.openxmlformats.org/officeDocument/2006/relationships/tags" Target="../tags/tag196.xml"/><Relationship Id="rId28" Type="http://schemas.openxmlformats.org/officeDocument/2006/relationships/tags" Target="../tags/tag195.xml"/><Relationship Id="rId27" Type="http://schemas.openxmlformats.org/officeDocument/2006/relationships/tags" Target="../tags/tag194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tags" Target="../tags/tag191.xml"/><Relationship Id="rId23" Type="http://schemas.openxmlformats.org/officeDocument/2006/relationships/tags" Target="../tags/tag190.xml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69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tags" Target="../tags/tag168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8" Type="http://schemas.openxmlformats.org/officeDocument/2006/relationships/notesSlide" Target="../notesSlides/notesSlide33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239.xml"/><Relationship Id="rId35" Type="http://schemas.openxmlformats.org/officeDocument/2006/relationships/tags" Target="../tags/tag238.xml"/><Relationship Id="rId34" Type="http://schemas.openxmlformats.org/officeDocument/2006/relationships/tags" Target="../tags/tag237.xml"/><Relationship Id="rId33" Type="http://schemas.openxmlformats.org/officeDocument/2006/relationships/tags" Target="../tags/tag236.xml"/><Relationship Id="rId32" Type="http://schemas.openxmlformats.org/officeDocument/2006/relationships/tags" Target="../tags/tag235.xml"/><Relationship Id="rId31" Type="http://schemas.openxmlformats.org/officeDocument/2006/relationships/tags" Target="../tags/tag234.xml"/><Relationship Id="rId30" Type="http://schemas.openxmlformats.org/officeDocument/2006/relationships/tags" Target="../tags/tag233.xml"/><Relationship Id="rId3" Type="http://schemas.openxmlformats.org/officeDocument/2006/relationships/tags" Target="../tags/tag206.xml"/><Relationship Id="rId29" Type="http://schemas.openxmlformats.org/officeDocument/2006/relationships/tags" Target="../tags/tag232.xml"/><Relationship Id="rId28" Type="http://schemas.openxmlformats.org/officeDocument/2006/relationships/tags" Target="../tags/tag231.xml"/><Relationship Id="rId27" Type="http://schemas.openxmlformats.org/officeDocument/2006/relationships/tags" Target="../tags/tag230.xml"/><Relationship Id="rId26" Type="http://schemas.openxmlformats.org/officeDocument/2006/relationships/tags" Target="../tags/tag229.xml"/><Relationship Id="rId25" Type="http://schemas.openxmlformats.org/officeDocument/2006/relationships/tags" Target="../tags/tag228.xml"/><Relationship Id="rId24" Type="http://schemas.openxmlformats.org/officeDocument/2006/relationships/tags" Target="../tags/tag227.xml"/><Relationship Id="rId23" Type="http://schemas.openxmlformats.org/officeDocument/2006/relationships/tags" Target="../tags/tag226.xml"/><Relationship Id="rId22" Type="http://schemas.openxmlformats.org/officeDocument/2006/relationships/tags" Target="../tags/tag225.xml"/><Relationship Id="rId21" Type="http://schemas.openxmlformats.org/officeDocument/2006/relationships/tags" Target="../tags/tag224.xml"/><Relationship Id="rId20" Type="http://schemas.openxmlformats.org/officeDocument/2006/relationships/tags" Target="../tags/tag223.xml"/><Relationship Id="rId2" Type="http://schemas.openxmlformats.org/officeDocument/2006/relationships/tags" Target="../tags/tag205.xml"/><Relationship Id="rId19" Type="http://schemas.openxmlformats.org/officeDocument/2006/relationships/tags" Target="../tags/tag222.xml"/><Relationship Id="rId18" Type="http://schemas.openxmlformats.org/officeDocument/2006/relationships/tags" Target="../tags/tag221.xml"/><Relationship Id="rId17" Type="http://schemas.openxmlformats.org/officeDocument/2006/relationships/tags" Target="../tags/tag220.xml"/><Relationship Id="rId16" Type="http://schemas.openxmlformats.org/officeDocument/2006/relationships/tags" Target="../tags/tag219.xml"/><Relationship Id="rId15" Type="http://schemas.openxmlformats.org/officeDocument/2006/relationships/tags" Target="../tags/tag218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tags" Target="../tags/tag204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image" Target="../media/image29.jpeg"/><Relationship Id="rId3" Type="http://schemas.openxmlformats.org/officeDocument/2006/relationships/tags" Target="../tags/tag241.xml"/><Relationship Id="rId2" Type="http://schemas.openxmlformats.org/officeDocument/2006/relationships/image" Target="../media/image28.jpeg"/><Relationship Id="rId1" Type="http://schemas.openxmlformats.org/officeDocument/2006/relationships/tags" Target="../tags/tag240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image" Target="../media/image29.jpeg"/><Relationship Id="rId3" Type="http://schemas.openxmlformats.org/officeDocument/2006/relationships/tags" Target="../tags/tag246.xml"/><Relationship Id="rId2" Type="http://schemas.openxmlformats.org/officeDocument/2006/relationships/image" Target="../media/image28.jpeg"/><Relationship Id="rId1" Type="http://schemas.openxmlformats.org/officeDocument/2006/relationships/tags" Target="../tags/tag245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6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image" Target="../media/image29.jpeg"/><Relationship Id="rId3" Type="http://schemas.openxmlformats.org/officeDocument/2006/relationships/tags" Target="../tags/tag251.xml"/><Relationship Id="rId2" Type="http://schemas.openxmlformats.org/officeDocument/2006/relationships/image" Target="../media/image28.jpeg"/><Relationship Id="rId1" Type="http://schemas.openxmlformats.org/officeDocument/2006/relationships/tags" Target="../tags/tag250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59.xml"/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image" Target="../media/image29.jpeg"/><Relationship Id="rId3" Type="http://schemas.openxmlformats.org/officeDocument/2006/relationships/tags" Target="../tags/tag256.xml"/><Relationship Id="rId2" Type="http://schemas.openxmlformats.org/officeDocument/2006/relationships/image" Target="../media/image28.jpeg"/><Relationship Id="rId1" Type="http://schemas.openxmlformats.org/officeDocument/2006/relationships/tags" Target="../tags/tag255.xml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5971074" y="2963436"/>
            <a:ext cx="5154861" cy="932252"/>
            <a:chOff x="5971074" y="2963436"/>
            <a:chExt cx="5154861" cy="932252"/>
          </a:xfrm>
          <a:noFill/>
        </p:grpSpPr>
        <p:sp>
          <p:nvSpPr>
            <p:cNvPr id="11" name="任意多边形: 形状 10"/>
            <p:cNvSpPr/>
            <p:nvPr/>
          </p:nvSpPr>
          <p:spPr>
            <a:xfrm>
              <a:off x="8439045" y="3750748"/>
              <a:ext cx="608671" cy="144940"/>
            </a:xfrm>
            <a:custGeom>
              <a:avLst/>
              <a:gdLst>
                <a:gd name="connsiteX0" fmla="*/ 568531 w 608671"/>
                <a:gd name="connsiteY0" fmla="*/ 144941 h 144940"/>
                <a:gd name="connsiteX1" fmla="*/ 0 w 608671"/>
                <a:gd name="connsiteY1" fmla="*/ 144941 h 144940"/>
                <a:gd name="connsiteX2" fmla="*/ 40140 w 608671"/>
                <a:gd name="connsiteY2" fmla="*/ 0 h 144940"/>
                <a:gd name="connsiteX3" fmla="*/ 608671 w 608671"/>
                <a:gd name="connsiteY3" fmla="*/ 0 h 144940"/>
                <a:gd name="connsiteX4" fmla="*/ 568531 w 608671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1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71074" y="3086047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517402" y="2963436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328919" y="2263059"/>
            <a:ext cx="4682775" cy="2948276"/>
            <a:chOff x="328919" y="-2038535"/>
            <a:chExt cx="4682775" cy="294827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4403161" y="-2038535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3 w 608533"/>
                <a:gd name="connsiteY2" fmla="*/ 0 h 144941"/>
                <a:gd name="connsiteX3" fmla="*/ 608534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534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408986" y="593557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140 w 608670"/>
                <a:gd name="connsiteY2" fmla="*/ 0 h 144940"/>
                <a:gd name="connsiteX3" fmla="*/ 608671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28919" y="764801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003 w 608670"/>
                <a:gd name="connsiteY2" fmla="*/ 0 h 144940"/>
                <a:gd name="connsiteX3" fmla="*/ 608670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297410" y="523486"/>
            <a:ext cx="11531312" cy="5270062"/>
            <a:chOff x="297410" y="-4076466"/>
            <a:chExt cx="11531312" cy="5270062"/>
          </a:xfrm>
          <a:gradFill>
            <a:gsLst>
              <a:gs pos="100000">
                <a:schemeClr val="accent2">
                  <a:alpha val="0"/>
                </a:schemeClr>
              </a:gs>
              <a:gs pos="18000">
                <a:schemeClr val="accent3">
                  <a:alpha val="9000"/>
                </a:schemeClr>
              </a:gs>
            </a:gsLst>
            <a:lin ang="3256497" scaled="1"/>
          </a:gradFill>
        </p:grpSpPr>
        <p:sp>
          <p:nvSpPr>
            <p:cNvPr id="6" name="任意多边形: 形状 5"/>
            <p:cNvSpPr/>
            <p:nvPr/>
          </p:nvSpPr>
          <p:spPr>
            <a:xfrm>
              <a:off x="4015465" y="-1365827"/>
              <a:ext cx="864166" cy="75210"/>
            </a:xfrm>
            <a:custGeom>
              <a:avLst/>
              <a:gdLst>
                <a:gd name="connsiteX0" fmla="*/ 820739 w 864166"/>
                <a:gd name="connsiteY0" fmla="*/ 75211 h 75210"/>
                <a:gd name="connsiteX1" fmla="*/ 0 w 864166"/>
                <a:gd name="connsiteY1" fmla="*/ 75211 h 75210"/>
                <a:gd name="connsiteX2" fmla="*/ 43427 w 864166"/>
                <a:gd name="connsiteY2" fmla="*/ 0 h 75210"/>
                <a:gd name="connsiteX3" fmla="*/ 864167 w 864166"/>
                <a:gd name="connsiteY3" fmla="*/ 0 h 75210"/>
                <a:gd name="connsiteX4" fmla="*/ 820739 w 864166"/>
                <a:gd name="connsiteY4" fmla="*/ 75211 h 7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6" h="75210">
                  <a:moveTo>
                    <a:pt x="820739" y="75211"/>
                  </a:moveTo>
                  <a:lnTo>
                    <a:pt x="0" y="75211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21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847711" y="243671"/>
              <a:ext cx="1101031" cy="117816"/>
            </a:xfrm>
            <a:custGeom>
              <a:avLst/>
              <a:gdLst>
                <a:gd name="connsiteX0" fmla="*/ 964995 w 1101031"/>
                <a:gd name="connsiteY0" fmla="*/ 117816 h 117816"/>
                <a:gd name="connsiteX1" fmla="*/ 0 w 1101031"/>
                <a:gd name="connsiteY1" fmla="*/ 117816 h 117816"/>
                <a:gd name="connsiteX2" fmla="*/ 136036 w 1101031"/>
                <a:gd name="connsiteY2" fmla="*/ 0 h 117816"/>
                <a:gd name="connsiteX3" fmla="*/ 1101032 w 1101031"/>
                <a:gd name="connsiteY3" fmla="*/ 0 h 117816"/>
                <a:gd name="connsiteX4" fmla="*/ 964995 w 1101031"/>
                <a:gd name="connsiteY4" fmla="*/ 117816 h 11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1031" h="117816">
                  <a:moveTo>
                    <a:pt x="964995" y="117816"/>
                  </a:moveTo>
                  <a:lnTo>
                    <a:pt x="0" y="117816"/>
                  </a:lnTo>
                  <a:lnTo>
                    <a:pt x="136036" y="0"/>
                  </a:lnTo>
                  <a:lnTo>
                    <a:pt x="1101032" y="0"/>
                  </a:lnTo>
                  <a:lnTo>
                    <a:pt x="964995" y="117816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7769685" y="-3301189"/>
              <a:ext cx="1881631" cy="132885"/>
            </a:xfrm>
            <a:custGeom>
              <a:avLst/>
              <a:gdLst>
                <a:gd name="connsiteX0" fmla="*/ 1804914 w 1881631"/>
                <a:gd name="connsiteY0" fmla="*/ 132886 h 132885"/>
                <a:gd name="connsiteX1" fmla="*/ 0 w 1881631"/>
                <a:gd name="connsiteY1" fmla="*/ 132886 h 132885"/>
                <a:gd name="connsiteX2" fmla="*/ 76718 w 1881631"/>
                <a:gd name="connsiteY2" fmla="*/ 0 h 132885"/>
                <a:gd name="connsiteX3" fmla="*/ 1881632 w 1881631"/>
                <a:gd name="connsiteY3" fmla="*/ 0 h 132885"/>
                <a:gd name="connsiteX4" fmla="*/ 1804914 w 1881631"/>
                <a:gd name="connsiteY4" fmla="*/ 132886 h 13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631" h="132885">
                  <a:moveTo>
                    <a:pt x="1804914" y="132886"/>
                  </a:moveTo>
                  <a:lnTo>
                    <a:pt x="0" y="132886"/>
                  </a:lnTo>
                  <a:lnTo>
                    <a:pt x="76718" y="0"/>
                  </a:lnTo>
                  <a:lnTo>
                    <a:pt x="1881632" y="0"/>
                  </a:lnTo>
                  <a:lnTo>
                    <a:pt x="1804914" y="132886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297410" y="-2906232"/>
              <a:ext cx="2016023" cy="129460"/>
            </a:xfrm>
            <a:custGeom>
              <a:avLst/>
              <a:gdLst>
                <a:gd name="connsiteX0" fmla="*/ 1941224 w 2016023"/>
                <a:gd name="connsiteY0" fmla="*/ 129461 h 129460"/>
                <a:gd name="connsiteX1" fmla="*/ 0 w 2016023"/>
                <a:gd name="connsiteY1" fmla="*/ 129461 h 129460"/>
                <a:gd name="connsiteX2" fmla="*/ 74800 w 2016023"/>
                <a:gd name="connsiteY2" fmla="*/ 0 h 129460"/>
                <a:gd name="connsiteX3" fmla="*/ 2016024 w 2016023"/>
                <a:gd name="connsiteY3" fmla="*/ 0 h 129460"/>
                <a:gd name="connsiteX4" fmla="*/ 1941224 w 2016023"/>
                <a:gd name="connsiteY4" fmla="*/ 129461 h 129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6023" h="129460">
                  <a:moveTo>
                    <a:pt x="1941224" y="129461"/>
                  </a:moveTo>
                  <a:lnTo>
                    <a:pt x="0" y="129461"/>
                  </a:lnTo>
                  <a:lnTo>
                    <a:pt x="74800" y="0"/>
                  </a:lnTo>
                  <a:lnTo>
                    <a:pt x="2016024" y="0"/>
                  </a:lnTo>
                  <a:lnTo>
                    <a:pt x="1941224" y="12946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9109911" y="81742"/>
              <a:ext cx="864167" cy="75347"/>
            </a:xfrm>
            <a:custGeom>
              <a:avLst/>
              <a:gdLst>
                <a:gd name="connsiteX0" fmla="*/ 820603 w 864167"/>
                <a:gd name="connsiteY0" fmla="*/ 75347 h 75347"/>
                <a:gd name="connsiteX1" fmla="*/ 0 w 864167"/>
                <a:gd name="connsiteY1" fmla="*/ 75347 h 75347"/>
                <a:gd name="connsiteX2" fmla="*/ 43427 w 864167"/>
                <a:gd name="connsiteY2" fmla="*/ 0 h 75347"/>
                <a:gd name="connsiteX3" fmla="*/ 864167 w 864167"/>
                <a:gd name="connsiteY3" fmla="*/ 0 h 75347"/>
                <a:gd name="connsiteX4" fmla="*/ 820603 w 864167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7" h="75347">
                  <a:moveTo>
                    <a:pt x="820603" y="75347"/>
                  </a:moveTo>
                  <a:lnTo>
                    <a:pt x="0" y="75347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603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712630" y="-2003739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3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3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254446" y="837271"/>
              <a:ext cx="644837" cy="131652"/>
            </a:xfrm>
            <a:custGeom>
              <a:avLst/>
              <a:gdLst>
                <a:gd name="connsiteX0" fmla="*/ 568805 w 644837"/>
                <a:gd name="connsiteY0" fmla="*/ 131653 h 131652"/>
                <a:gd name="connsiteX1" fmla="*/ 0 w 644837"/>
                <a:gd name="connsiteY1" fmla="*/ 131653 h 131652"/>
                <a:gd name="connsiteX2" fmla="*/ 76032 w 644837"/>
                <a:gd name="connsiteY2" fmla="*/ 0 h 131652"/>
                <a:gd name="connsiteX3" fmla="*/ 644837 w 644837"/>
                <a:gd name="connsiteY3" fmla="*/ 0 h 131652"/>
                <a:gd name="connsiteX4" fmla="*/ 568805 w 644837"/>
                <a:gd name="connsiteY4" fmla="*/ 131653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837" h="131652">
                  <a:moveTo>
                    <a:pt x="568805" y="131653"/>
                  </a:moveTo>
                  <a:lnTo>
                    <a:pt x="0" y="131653"/>
                  </a:lnTo>
                  <a:lnTo>
                    <a:pt x="76032" y="0"/>
                  </a:lnTo>
                  <a:lnTo>
                    <a:pt x="644837" y="0"/>
                  </a:lnTo>
                  <a:lnTo>
                    <a:pt x="568805" y="131653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10803037" y="-4076466"/>
              <a:ext cx="644974" cy="131652"/>
            </a:xfrm>
            <a:custGeom>
              <a:avLst/>
              <a:gdLst>
                <a:gd name="connsiteX0" fmla="*/ 568942 w 644974"/>
                <a:gd name="connsiteY0" fmla="*/ 131653 h 131652"/>
                <a:gd name="connsiteX1" fmla="*/ 0 w 644974"/>
                <a:gd name="connsiteY1" fmla="*/ 131653 h 131652"/>
                <a:gd name="connsiteX2" fmla="*/ 76033 w 644974"/>
                <a:gd name="connsiteY2" fmla="*/ 0 h 131652"/>
                <a:gd name="connsiteX3" fmla="*/ 644974 w 644974"/>
                <a:gd name="connsiteY3" fmla="*/ 0 h 131652"/>
                <a:gd name="connsiteX4" fmla="*/ 568942 w 644974"/>
                <a:gd name="connsiteY4" fmla="*/ 131653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974" h="131652">
                  <a:moveTo>
                    <a:pt x="568942" y="131653"/>
                  </a:moveTo>
                  <a:lnTo>
                    <a:pt x="0" y="131653"/>
                  </a:lnTo>
                  <a:lnTo>
                    <a:pt x="76033" y="0"/>
                  </a:lnTo>
                  <a:lnTo>
                    <a:pt x="644974" y="0"/>
                  </a:lnTo>
                  <a:lnTo>
                    <a:pt x="568942" y="131653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2078487" y="1061944"/>
              <a:ext cx="644974" cy="131652"/>
            </a:xfrm>
            <a:custGeom>
              <a:avLst/>
              <a:gdLst>
                <a:gd name="connsiteX0" fmla="*/ 568942 w 644974"/>
                <a:gd name="connsiteY0" fmla="*/ 131652 h 131652"/>
                <a:gd name="connsiteX1" fmla="*/ 0 w 644974"/>
                <a:gd name="connsiteY1" fmla="*/ 131652 h 131652"/>
                <a:gd name="connsiteX2" fmla="*/ 76033 w 644974"/>
                <a:gd name="connsiteY2" fmla="*/ 0 h 131652"/>
                <a:gd name="connsiteX3" fmla="*/ 644974 w 644974"/>
                <a:gd name="connsiteY3" fmla="*/ 0 h 131652"/>
                <a:gd name="connsiteX4" fmla="*/ 568942 w 644974"/>
                <a:gd name="connsiteY4" fmla="*/ 131652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974" h="131652">
                  <a:moveTo>
                    <a:pt x="568942" y="131652"/>
                  </a:moveTo>
                  <a:lnTo>
                    <a:pt x="0" y="131652"/>
                  </a:lnTo>
                  <a:lnTo>
                    <a:pt x="76033" y="0"/>
                  </a:lnTo>
                  <a:lnTo>
                    <a:pt x="644974" y="0"/>
                  </a:lnTo>
                  <a:lnTo>
                    <a:pt x="568942" y="131652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644552" y="-28265"/>
              <a:ext cx="864166" cy="75210"/>
            </a:xfrm>
            <a:custGeom>
              <a:avLst/>
              <a:gdLst>
                <a:gd name="connsiteX0" fmla="*/ 820739 w 864166"/>
                <a:gd name="connsiteY0" fmla="*/ 75211 h 75210"/>
                <a:gd name="connsiteX1" fmla="*/ 0 w 864166"/>
                <a:gd name="connsiteY1" fmla="*/ 75211 h 75210"/>
                <a:gd name="connsiteX2" fmla="*/ 43427 w 864166"/>
                <a:gd name="connsiteY2" fmla="*/ 0 h 75210"/>
                <a:gd name="connsiteX3" fmla="*/ 864167 w 864166"/>
                <a:gd name="connsiteY3" fmla="*/ 0 h 75210"/>
                <a:gd name="connsiteX4" fmla="*/ 820739 w 864166"/>
                <a:gd name="connsiteY4" fmla="*/ 75211 h 7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6" h="75210">
                  <a:moveTo>
                    <a:pt x="820739" y="75211"/>
                  </a:moveTo>
                  <a:lnTo>
                    <a:pt x="0" y="75211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21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10964555" y="-2121418"/>
              <a:ext cx="864167" cy="75347"/>
            </a:xfrm>
            <a:custGeom>
              <a:avLst/>
              <a:gdLst>
                <a:gd name="connsiteX0" fmla="*/ 820739 w 864167"/>
                <a:gd name="connsiteY0" fmla="*/ 75347 h 75347"/>
                <a:gd name="connsiteX1" fmla="*/ 0 w 864167"/>
                <a:gd name="connsiteY1" fmla="*/ 75347 h 75347"/>
                <a:gd name="connsiteX2" fmla="*/ 43427 w 864167"/>
                <a:gd name="connsiteY2" fmla="*/ 0 h 75347"/>
                <a:gd name="connsiteX3" fmla="*/ 864167 w 864167"/>
                <a:gd name="connsiteY3" fmla="*/ 0 h 75347"/>
                <a:gd name="connsiteX4" fmla="*/ 820739 w 864167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7" h="75347">
                  <a:moveTo>
                    <a:pt x="820739" y="75347"/>
                  </a:moveTo>
                  <a:lnTo>
                    <a:pt x="0" y="75347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106575" y="1738838"/>
            <a:ext cx="10715094" cy="2904438"/>
            <a:chOff x="106575" y="-2601860"/>
            <a:chExt cx="10715094" cy="2904438"/>
          </a:xfrm>
          <a:gradFill>
            <a:gsLst>
              <a:gs pos="100000">
                <a:schemeClr val="accent1">
                  <a:alpha val="26000"/>
                </a:schemeClr>
              </a:gs>
              <a:gs pos="18000">
                <a:schemeClr val="accent1">
                  <a:alpha val="0"/>
                </a:schemeClr>
              </a:gs>
            </a:gsLst>
            <a:lin ang="3256497" scaled="1"/>
          </a:gradFill>
        </p:grpSpPr>
        <p:sp>
          <p:nvSpPr>
            <p:cNvPr id="5" name="任意多边形: 形状 4"/>
            <p:cNvSpPr/>
            <p:nvPr/>
          </p:nvSpPr>
          <p:spPr>
            <a:xfrm>
              <a:off x="7319107" y="-1575019"/>
              <a:ext cx="907731" cy="150557"/>
            </a:xfrm>
            <a:custGeom>
              <a:avLst/>
              <a:gdLst>
                <a:gd name="connsiteX0" fmla="*/ 820740 w 907731"/>
                <a:gd name="connsiteY0" fmla="*/ 150558 h 150557"/>
                <a:gd name="connsiteX1" fmla="*/ 0 w 907731"/>
                <a:gd name="connsiteY1" fmla="*/ 150558 h 150557"/>
                <a:gd name="connsiteX2" fmla="*/ 86993 w 907731"/>
                <a:gd name="connsiteY2" fmla="*/ 0 h 150557"/>
                <a:gd name="connsiteX3" fmla="*/ 907731 w 907731"/>
                <a:gd name="connsiteY3" fmla="*/ 0 h 150557"/>
                <a:gd name="connsiteX4" fmla="*/ 820740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40" y="150558"/>
                  </a:moveTo>
                  <a:lnTo>
                    <a:pt x="0" y="150558"/>
                  </a:lnTo>
                  <a:lnTo>
                    <a:pt x="86993" y="0"/>
                  </a:lnTo>
                  <a:lnTo>
                    <a:pt x="907731" y="0"/>
                  </a:lnTo>
                  <a:lnTo>
                    <a:pt x="820740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4858260" y="-544814"/>
              <a:ext cx="907731" cy="150557"/>
            </a:xfrm>
            <a:custGeom>
              <a:avLst/>
              <a:gdLst>
                <a:gd name="connsiteX0" fmla="*/ 820739 w 907731"/>
                <a:gd name="connsiteY0" fmla="*/ 150558 h 150557"/>
                <a:gd name="connsiteX1" fmla="*/ 0 w 907731"/>
                <a:gd name="connsiteY1" fmla="*/ 150558 h 150557"/>
                <a:gd name="connsiteX2" fmla="*/ 86992 w 907731"/>
                <a:gd name="connsiteY2" fmla="*/ 0 h 150557"/>
                <a:gd name="connsiteX3" fmla="*/ 907731 w 907731"/>
                <a:gd name="connsiteY3" fmla="*/ 0 h 150557"/>
                <a:gd name="connsiteX4" fmla="*/ 820739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39" y="150558"/>
                  </a:moveTo>
                  <a:lnTo>
                    <a:pt x="0" y="150558"/>
                  </a:lnTo>
                  <a:lnTo>
                    <a:pt x="86992" y="0"/>
                  </a:lnTo>
                  <a:lnTo>
                    <a:pt x="907731" y="0"/>
                  </a:lnTo>
                  <a:lnTo>
                    <a:pt x="820739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7351302" y="-193756"/>
              <a:ext cx="984037" cy="165490"/>
            </a:xfrm>
            <a:custGeom>
              <a:avLst/>
              <a:gdLst>
                <a:gd name="connsiteX0" fmla="*/ 888415 w 984037"/>
                <a:gd name="connsiteY0" fmla="*/ 165490 h 165490"/>
                <a:gd name="connsiteX1" fmla="*/ 0 w 984037"/>
                <a:gd name="connsiteY1" fmla="*/ 165490 h 165490"/>
                <a:gd name="connsiteX2" fmla="*/ 95623 w 984037"/>
                <a:gd name="connsiteY2" fmla="*/ 0 h 165490"/>
                <a:gd name="connsiteX3" fmla="*/ 984038 w 984037"/>
                <a:gd name="connsiteY3" fmla="*/ 0 h 165490"/>
                <a:gd name="connsiteX4" fmla="*/ 888415 w 984037"/>
                <a:gd name="connsiteY4" fmla="*/ 165490 h 16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037" h="165490">
                  <a:moveTo>
                    <a:pt x="888415" y="165490"/>
                  </a:moveTo>
                  <a:lnTo>
                    <a:pt x="0" y="165490"/>
                  </a:lnTo>
                  <a:lnTo>
                    <a:pt x="95623" y="0"/>
                  </a:lnTo>
                  <a:lnTo>
                    <a:pt x="984038" y="0"/>
                  </a:lnTo>
                  <a:lnTo>
                    <a:pt x="888415" y="165490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340073" y="-1711801"/>
              <a:ext cx="608670" cy="144941"/>
            </a:xfrm>
            <a:custGeom>
              <a:avLst/>
              <a:gdLst>
                <a:gd name="connsiteX0" fmla="*/ 568531 w 608670"/>
                <a:gd name="connsiteY0" fmla="*/ 144941 h 144941"/>
                <a:gd name="connsiteX1" fmla="*/ 0 w 608670"/>
                <a:gd name="connsiteY1" fmla="*/ 144941 h 144941"/>
                <a:gd name="connsiteX2" fmla="*/ 40002 w 608670"/>
                <a:gd name="connsiteY2" fmla="*/ 0 h 144941"/>
                <a:gd name="connsiteX3" fmla="*/ 608670 w 608670"/>
                <a:gd name="connsiteY3" fmla="*/ 0 h 144941"/>
                <a:gd name="connsiteX4" fmla="*/ 568531 w 608670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20825" y="-461993"/>
              <a:ext cx="1005272" cy="196177"/>
            </a:xfrm>
            <a:custGeom>
              <a:avLst/>
              <a:gdLst>
                <a:gd name="connsiteX0" fmla="*/ 891977 w 1005272"/>
                <a:gd name="connsiteY0" fmla="*/ 196177 h 196177"/>
                <a:gd name="connsiteX1" fmla="*/ 0 w 1005272"/>
                <a:gd name="connsiteY1" fmla="*/ 196177 h 196177"/>
                <a:gd name="connsiteX2" fmla="*/ 113295 w 1005272"/>
                <a:gd name="connsiteY2" fmla="*/ 0 h 196177"/>
                <a:gd name="connsiteX3" fmla="*/ 1005272 w 1005272"/>
                <a:gd name="connsiteY3" fmla="*/ 0 h 196177"/>
                <a:gd name="connsiteX4" fmla="*/ 891977 w 1005272"/>
                <a:gd name="connsiteY4" fmla="*/ 196177 h 19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272" h="196177">
                  <a:moveTo>
                    <a:pt x="891977" y="196177"/>
                  </a:moveTo>
                  <a:lnTo>
                    <a:pt x="0" y="196177"/>
                  </a:lnTo>
                  <a:lnTo>
                    <a:pt x="113295" y="0"/>
                  </a:lnTo>
                  <a:lnTo>
                    <a:pt x="1005272" y="0"/>
                  </a:lnTo>
                  <a:lnTo>
                    <a:pt x="891977" y="19617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47475" y="-1636317"/>
              <a:ext cx="1274194" cy="166997"/>
            </a:xfrm>
            <a:custGeom>
              <a:avLst/>
              <a:gdLst>
                <a:gd name="connsiteX0" fmla="*/ 1177886 w 1274194"/>
                <a:gd name="connsiteY0" fmla="*/ 166997 h 166997"/>
                <a:gd name="connsiteX1" fmla="*/ 0 w 1274194"/>
                <a:gd name="connsiteY1" fmla="*/ 166997 h 166997"/>
                <a:gd name="connsiteX2" fmla="*/ 96307 w 1274194"/>
                <a:gd name="connsiteY2" fmla="*/ 0 h 166997"/>
                <a:gd name="connsiteX3" fmla="*/ 1274194 w 1274194"/>
                <a:gd name="connsiteY3" fmla="*/ 0 h 166997"/>
                <a:gd name="connsiteX4" fmla="*/ 1177886 w 1274194"/>
                <a:gd name="connsiteY4" fmla="*/ 166997 h 16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4194" h="166997">
                  <a:moveTo>
                    <a:pt x="1177886" y="166997"/>
                  </a:moveTo>
                  <a:lnTo>
                    <a:pt x="0" y="166997"/>
                  </a:lnTo>
                  <a:lnTo>
                    <a:pt x="96307" y="0"/>
                  </a:lnTo>
                  <a:lnTo>
                    <a:pt x="1274194" y="0"/>
                  </a:lnTo>
                  <a:lnTo>
                    <a:pt x="1177886" y="16699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6575" y="211564"/>
              <a:ext cx="820739" cy="91014"/>
            </a:xfrm>
            <a:custGeom>
              <a:avLst/>
              <a:gdLst>
                <a:gd name="connsiteX0" fmla="*/ 1080757 w 1164734"/>
                <a:gd name="connsiteY0" fmla="*/ 145489 h 145489"/>
                <a:gd name="connsiteX1" fmla="*/ 0 w 1164734"/>
                <a:gd name="connsiteY1" fmla="*/ 145489 h 145489"/>
                <a:gd name="connsiteX2" fmla="*/ 83978 w 1164734"/>
                <a:gd name="connsiteY2" fmla="*/ 0 h 145489"/>
                <a:gd name="connsiteX3" fmla="*/ 1164735 w 1164734"/>
                <a:gd name="connsiteY3" fmla="*/ 0 h 145489"/>
                <a:gd name="connsiteX4" fmla="*/ 1080757 w 1164734"/>
                <a:gd name="connsiteY4" fmla="*/ 145489 h 14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734" h="145489">
                  <a:moveTo>
                    <a:pt x="1080757" y="145489"/>
                  </a:moveTo>
                  <a:lnTo>
                    <a:pt x="0" y="145489"/>
                  </a:lnTo>
                  <a:lnTo>
                    <a:pt x="83978" y="0"/>
                  </a:lnTo>
                  <a:lnTo>
                    <a:pt x="1164735" y="0"/>
                  </a:lnTo>
                  <a:lnTo>
                    <a:pt x="1080757" y="145489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22885" y="-1097651"/>
              <a:ext cx="820739" cy="75347"/>
            </a:xfrm>
            <a:custGeom>
              <a:avLst/>
              <a:gdLst>
                <a:gd name="connsiteX0" fmla="*/ 0 w 820739"/>
                <a:gd name="connsiteY0" fmla="*/ 0 h 75347"/>
                <a:gd name="connsiteX1" fmla="*/ 820739 w 820739"/>
                <a:gd name="connsiteY1" fmla="*/ 0 h 75347"/>
                <a:gd name="connsiteX2" fmla="*/ 820739 w 820739"/>
                <a:gd name="connsiteY2" fmla="*/ 75347 h 75347"/>
                <a:gd name="connsiteX3" fmla="*/ 0 w 820739"/>
                <a:gd name="connsiteY3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738" h="75347">
                  <a:moveTo>
                    <a:pt x="0" y="0"/>
                  </a:moveTo>
                  <a:lnTo>
                    <a:pt x="820739" y="0"/>
                  </a:lnTo>
                  <a:lnTo>
                    <a:pt x="820739" y="75347"/>
                  </a:lnTo>
                  <a:lnTo>
                    <a:pt x="0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281169" y="-2601860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4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4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59" name="任意多边形: 形状 158"/>
          <p:cNvSpPr/>
          <p:nvPr/>
        </p:nvSpPr>
        <p:spPr>
          <a:xfrm>
            <a:off x="1" y="2077860"/>
            <a:ext cx="11861549" cy="3345776"/>
          </a:xfrm>
          <a:custGeom>
            <a:avLst/>
            <a:gdLst>
              <a:gd name="connsiteX0" fmla="*/ 7263937 w 11861549"/>
              <a:gd name="connsiteY0" fmla="*/ 2681044 h 3345776"/>
              <a:gd name="connsiteX1" fmla="*/ 7213765 w 11861549"/>
              <a:gd name="connsiteY1" fmla="*/ 2807677 h 3345776"/>
              <a:gd name="connsiteX2" fmla="*/ 7125491 w 11861549"/>
              <a:gd name="connsiteY2" fmla="*/ 2920904 h 3345776"/>
              <a:gd name="connsiteX3" fmla="*/ 7014902 w 11861549"/>
              <a:gd name="connsiteY3" fmla="*/ 2989736 h 3345776"/>
              <a:gd name="connsiteX4" fmla="*/ 6498989 w 11861549"/>
              <a:gd name="connsiteY4" fmla="*/ 2867653 h 3345776"/>
              <a:gd name="connsiteX5" fmla="*/ 6439675 w 11861549"/>
              <a:gd name="connsiteY5" fmla="*/ 2809169 h 3345776"/>
              <a:gd name="connsiteX6" fmla="*/ 6512780 w 11861549"/>
              <a:gd name="connsiteY6" fmla="*/ 2886424 h 3345776"/>
              <a:gd name="connsiteX7" fmla="*/ 7117062 w 11861549"/>
              <a:gd name="connsiteY7" fmla="*/ 2965854 h 3345776"/>
              <a:gd name="connsiteX8" fmla="*/ 7224122 w 11861549"/>
              <a:gd name="connsiteY8" fmla="*/ 2821258 h 3345776"/>
              <a:gd name="connsiteX9" fmla="*/ 6339956 w 11861549"/>
              <a:gd name="connsiteY9" fmla="*/ 2678993 h 3345776"/>
              <a:gd name="connsiteX10" fmla="*/ 6350775 w 11861549"/>
              <a:gd name="connsiteY10" fmla="*/ 2695941 h 3345776"/>
              <a:gd name="connsiteX11" fmla="*/ 6427318 w 11861549"/>
              <a:gd name="connsiteY11" fmla="*/ 2796110 h 3345776"/>
              <a:gd name="connsiteX12" fmla="*/ 6433922 w 11861549"/>
              <a:gd name="connsiteY12" fmla="*/ 2803089 h 3345776"/>
              <a:gd name="connsiteX13" fmla="*/ 7277482 w 11861549"/>
              <a:gd name="connsiteY13" fmla="*/ 2617686 h 3345776"/>
              <a:gd name="connsiteX14" fmla="*/ 7268439 w 11861549"/>
              <a:gd name="connsiteY14" fmla="*/ 2665189 h 3345776"/>
              <a:gd name="connsiteX15" fmla="*/ 7275907 w 11861549"/>
              <a:gd name="connsiteY15" fmla="*/ 2638892 h 3345776"/>
              <a:gd name="connsiteX16" fmla="*/ 7281492 w 11861549"/>
              <a:gd name="connsiteY16" fmla="*/ 2515472 h 3345776"/>
              <a:gd name="connsiteX17" fmla="*/ 7270699 w 11861549"/>
              <a:gd name="connsiteY17" fmla="*/ 2570625 h 3345776"/>
              <a:gd name="connsiteX18" fmla="*/ 7257052 w 11861549"/>
              <a:gd name="connsiteY18" fmla="*/ 2628907 h 3345776"/>
              <a:gd name="connsiteX19" fmla="*/ 7208975 w 11861549"/>
              <a:gd name="connsiteY19" fmla="*/ 2751538 h 3345776"/>
              <a:gd name="connsiteX20" fmla="*/ 7123575 w 11861549"/>
              <a:gd name="connsiteY20" fmla="*/ 2865737 h 3345776"/>
              <a:gd name="connsiteX21" fmla="*/ 7014774 w 11861549"/>
              <a:gd name="connsiteY21" fmla="*/ 2939293 h 3345776"/>
              <a:gd name="connsiteX22" fmla="*/ 6492731 w 11861549"/>
              <a:gd name="connsiteY22" fmla="*/ 2839048 h 3345776"/>
              <a:gd name="connsiteX23" fmla="*/ 6439135 w 11861549"/>
              <a:gd name="connsiteY23" fmla="*/ 2787741 h 3345776"/>
              <a:gd name="connsiteX24" fmla="*/ 6445098 w 11861549"/>
              <a:gd name="connsiteY24" fmla="*/ 2795630 h 3345776"/>
              <a:gd name="connsiteX25" fmla="*/ 6507800 w 11861549"/>
              <a:gd name="connsiteY25" fmla="*/ 2857565 h 3345776"/>
              <a:gd name="connsiteX26" fmla="*/ 7009794 w 11861549"/>
              <a:gd name="connsiteY26" fmla="*/ 2977220 h 3345776"/>
              <a:gd name="connsiteX27" fmla="*/ 7116297 w 11861549"/>
              <a:gd name="connsiteY27" fmla="*/ 2910944 h 3345776"/>
              <a:gd name="connsiteX28" fmla="*/ 7231908 w 11861549"/>
              <a:gd name="connsiteY28" fmla="*/ 2736305 h 3345776"/>
              <a:gd name="connsiteX29" fmla="*/ 7257052 w 11861549"/>
              <a:gd name="connsiteY29" fmla="*/ 2628907 h 3345776"/>
              <a:gd name="connsiteX30" fmla="*/ 7261525 w 11861549"/>
              <a:gd name="connsiteY30" fmla="*/ 2617502 h 3345776"/>
              <a:gd name="connsiteX31" fmla="*/ 7270699 w 11861549"/>
              <a:gd name="connsiteY31" fmla="*/ 2570625 h 3345776"/>
              <a:gd name="connsiteX32" fmla="*/ 7280488 w 11861549"/>
              <a:gd name="connsiteY32" fmla="*/ 2528816 h 3345776"/>
              <a:gd name="connsiteX33" fmla="*/ 7277962 w 11861549"/>
              <a:gd name="connsiteY33" fmla="*/ 2457910 h 3345776"/>
              <a:gd name="connsiteX34" fmla="*/ 7267593 w 11861549"/>
              <a:gd name="connsiteY34" fmla="*/ 2509671 h 3345776"/>
              <a:gd name="connsiteX35" fmla="*/ 7253573 w 11861549"/>
              <a:gd name="connsiteY35" fmla="*/ 2568616 h 3345776"/>
              <a:gd name="connsiteX36" fmla="*/ 7205702 w 11861549"/>
              <a:gd name="connsiteY36" fmla="*/ 2693436 h 3345776"/>
              <a:gd name="connsiteX37" fmla="*/ 7122170 w 11861549"/>
              <a:gd name="connsiteY37" fmla="*/ 2810698 h 3345776"/>
              <a:gd name="connsiteX38" fmla="*/ 7015156 w 11861549"/>
              <a:gd name="connsiteY38" fmla="*/ 2888724 h 3345776"/>
              <a:gd name="connsiteX39" fmla="*/ 6822966 w 11861549"/>
              <a:gd name="connsiteY39" fmla="*/ 2932908 h 3345776"/>
              <a:gd name="connsiteX40" fmla="*/ 6487750 w 11861549"/>
              <a:gd name="connsiteY40" fmla="*/ 2810442 h 3345776"/>
              <a:gd name="connsiteX41" fmla="*/ 6426189 w 11861549"/>
              <a:gd name="connsiteY41" fmla="*/ 2753179 h 3345776"/>
              <a:gd name="connsiteX42" fmla="*/ 6436670 w 11861549"/>
              <a:gd name="connsiteY42" fmla="*/ 2767279 h 3345776"/>
              <a:gd name="connsiteX43" fmla="*/ 6501160 w 11861549"/>
              <a:gd name="connsiteY43" fmla="*/ 2829087 h 3345776"/>
              <a:gd name="connsiteX44" fmla="*/ 7009028 w 11861549"/>
              <a:gd name="connsiteY44" fmla="*/ 2927289 h 3345776"/>
              <a:gd name="connsiteX45" fmla="*/ 7113997 w 11861549"/>
              <a:gd name="connsiteY45" fmla="*/ 2856416 h 3345776"/>
              <a:gd name="connsiteX46" fmla="*/ 7226911 w 11861549"/>
              <a:gd name="connsiteY46" fmla="*/ 2680709 h 3345776"/>
              <a:gd name="connsiteX47" fmla="*/ 7253573 w 11861549"/>
              <a:gd name="connsiteY47" fmla="*/ 2568616 h 3345776"/>
              <a:gd name="connsiteX48" fmla="*/ 7258204 w 11861549"/>
              <a:gd name="connsiteY48" fmla="*/ 2556541 h 3345776"/>
              <a:gd name="connsiteX49" fmla="*/ 7267593 w 11861549"/>
              <a:gd name="connsiteY49" fmla="*/ 2509671 h 3345776"/>
              <a:gd name="connsiteX50" fmla="*/ 7276860 w 11861549"/>
              <a:gd name="connsiteY50" fmla="*/ 2470713 h 3345776"/>
              <a:gd name="connsiteX51" fmla="*/ 7275225 w 11861549"/>
              <a:gd name="connsiteY51" fmla="*/ 2399563 h 3345776"/>
              <a:gd name="connsiteX52" fmla="*/ 7268330 w 11861549"/>
              <a:gd name="connsiteY52" fmla="*/ 2433201 h 3345776"/>
              <a:gd name="connsiteX53" fmla="*/ 7248157 w 11861549"/>
              <a:gd name="connsiteY53" fmla="*/ 2517513 h 3345776"/>
              <a:gd name="connsiteX54" fmla="*/ 7202395 w 11861549"/>
              <a:gd name="connsiteY54" fmla="*/ 2638008 h 3345776"/>
              <a:gd name="connsiteX55" fmla="*/ 7121403 w 11861549"/>
              <a:gd name="connsiteY55" fmla="*/ 2755658 h 3345776"/>
              <a:gd name="connsiteX56" fmla="*/ 6802150 w 11861549"/>
              <a:gd name="connsiteY56" fmla="*/ 2891916 h 3345776"/>
              <a:gd name="connsiteX57" fmla="*/ 6801639 w 11861549"/>
              <a:gd name="connsiteY57" fmla="*/ 2891788 h 3345776"/>
              <a:gd name="connsiteX58" fmla="*/ 6482386 w 11861549"/>
              <a:gd name="connsiteY58" fmla="*/ 2781837 h 3345776"/>
              <a:gd name="connsiteX59" fmla="*/ 6412662 w 11861549"/>
              <a:gd name="connsiteY59" fmla="*/ 2718753 h 3345776"/>
              <a:gd name="connsiteX60" fmla="*/ 6397026 w 11861549"/>
              <a:gd name="connsiteY60" fmla="*/ 2699770 h 3345776"/>
              <a:gd name="connsiteX61" fmla="*/ 6429135 w 11861549"/>
              <a:gd name="connsiteY61" fmla="*/ 2739056 h 3345776"/>
              <a:gd name="connsiteX62" fmla="*/ 6495540 w 11861549"/>
              <a:gd name="connsiteY62" fmla="*/ 2800736 h 3345776"/>
              <a:gd name="connsiteX63" fmla="*/ 7009155 w 11861549"/>
              <a:gd name="connsiteY63" fmla="*/ 2877357 h 3345776"/>
              <a:gd name="connsiteX64" fmla="*/ 7112592 w 11861549"/>
              <a:gd name="connsiteY64" fmla="*/ 2801887 h 3345776"/>
              <a:gd name="connsiteX65" fmla="*/ 7223196 w 11861549"/>
              <a:gd name="connsiteY65" fmla="*/ 2621835 h 3345776"/>
              <a:gd name="connsiteX66" fmla="*/ 7248157 w 11861549"/>
              <a:gd name="connsiteY66" fmla="*/ 2517513 h 3345776"/>
              <a:gd name="connsiteX67" fmla="*/ 7254438 w 11861549"/>
              <a:gd name="connsiteY67" fmla="*/ 2500974 h 3345776"/>
              <a:gd name="connsiteX68" fmla="*/ 7268330 w 11861549"/>
              <a:gd name="connsiteY68" fmla="*/ 2433201 h 3345776"/>
              <a:gd name="connsiteX69" fmla="*/ 7274429 w 11861549"/>
              <a:gd name="connsiteY69" fmla="*/ 2407709 h 3345776"/>
              <a:gd name="connsiteX70" fmla="*/ 7247646 w 11861549"/>
              <a:gd name="connsiteY70" fmla="*/ 2381192 h 3345776"/>
              <a:gd name="connsiteX71" fmla="*/ 7198158 w 11861549"/>
              <a:gd name="connsiteY71" fmla="*/ 2519193 h 3345776"/>
              <a:gd name="connsiteX72" fmla="*/ 7119105 w 11861549"/>
              <a:gd name="connsiteY72" fmla="*/ 2645070 h 3345776"/>
              <a:gd name="connsiteX73" fmla="*/ 7017710 w 11861549"/>
              <a:gd name="connsiteY73" fmla="*/ 2736887 h 3345776"/>
              <a:gd name="connsiteX74" fmla="*/ 6756817 w 11861549"/>
              <a:gd name="connsiteY74" fmla="*/ 2814786 h 3345776"/>
              <a:gd name="connsiteX75" fmla="*/ 6471021 w 11861549"/>
              <a:gd name="connsiteY75" fmla="*/ 2724500 h 3345776"/>
              <a:gd name="connsiteX76" fmla="*/ 6401486 w 11861549"/>
              <a:gd name="connsiteY76" fmla="*/ 2665089 h 3345776"/>
              <a:gd name="connsiteX77" fmla="*/ 6413939 w 11861549"/>
              <a:gd name="connsiteY77" fmla="*/ 2680188 h 3345776"/>
              <a:gd name="connsiteX78" fmla="*/ 6484047 w 11861549"/>
              <a:gd name="connsiteY78" fmla="*/ 2741739 h 3345776"/>
              <a:gd name="connsiteX79" fmla="*/ 7009284 w 11861549"/>
              <a:gd name="connsiteY79" fmla="*/ 2775452 h 3345776"/>
              <a:gd name="connsiteX80" fmla="*/ 7109529 w 11861549"/>
              <a:gd name="connsiteY80" fmla="*/ 2690787 h 3345776"/>
              <a:gd name="connsiteX81" fmla="*/ 7240374 w 11861549"/>
              <a:gd name="connsiteY81" fmla="*/ 2427323 h 3345776"/>
              <a:gd name="connsiteX82" fmla="*/ 7286737 w 11861549"/>
              <a:gd name="connsiteY82" fmla="*/ 2219445 h 3345776"/>
              <a:gd name="connsiteX83" fmla="*/ 7254087 w 11861549"/>
              <a:gd name="connsiteY83" fmla="*/ 2425640 h 3345776"/>
              <a:gd name="connsiteX84" fmla="*/ 7251680 w 11861549"/>
              <a:gd name="connsiteY84" fmla="*/ 2435567 h 3345776"/>
              <a:gd name="connsiteX85" fmla="*/ 7201358 w 11861549"/>
              <a:gd name="connsiteY85" fmla="*/ 2574163 h 3345776"/>
              <a:gd name="connsiteX86" fmla="*/ 7119745 w 11861549"/>
              <a:gd name="connsiteY86" fmla="*/ 2699215 h 3345776"/>
              <a:gd name="connsiteX87" fmla="*/ 7016561 w 11861549"/>
              <a:gd name="connsiteY87" fmla="*/ 2786435 h 3345776"/>
              <a:gd name="connsiteX88" fmla="*/ 6779038 w 11861549"/>
              <a:gd name="connsiteY88" fmla="*/ 2852713 h 3345776"/>
              <a:gd name="connsiteX89" fmla="*/ 6476512 w 11861549"/>
              <a:gd name="connsiteY89" fmla="*/ 2753233 h 3345776"/>
              <a:gd name="connsiteX90" fmla="*/ 6410840 w 11861549"/>
              <a:gd name="connsiteY90" fmla="*/ 2695505 h 3345776"/>
              <a:gd name="connsiteX91" fmla="*/ 6422494 w 11861549"/>
              <a:gd name="connsiteY91" fmla="*/ 2709686 h 3345776"/>
              <a:gd name="connsiteX92" fmla="*/ 6490688 w 11861549"/>
              <a:gd name="connsiteY92" fmla="*/ 2771238 h 3345776"/>
              <a:gd name="connsiteX93" fmla="*/ 7010175 w 11861549"/>
              <a:gd name="connsiteY93" fmla="*/ 2826533 h 3345776"/>
              <a:gd name="connsiteX94" fmla="*/ 7112336 w 11861549"/>
              <a:gd name="connsiteY94" fmla="*/ 2746464 h 3345776"/>
              <a:gd name="connsiteX95" fmla="*/ 7220181 w 11861549"/>
              <a:gd name="connsiteY95" fmla="*/ 2565480 h 3345776"/>
              <a:gd name="connsiteX96" fmla="*/ 7251680 w 11861549"/>
              <a:gd name="connsiteY96" fmla="*/ 2435567 h 3345776"/>
              <a:gd name="connsiteX97" fmla="*/ 7253162 w 11861549"/>
              <a:gd name="connsiteY97" fmla="*/ 2431489 h 3345776"/>
              <a:gd name="connsiteX98" fmla="*/ 7254087 w 11861549"/>
              <a:gd name="connsiteY98" fmla="*/ 2425640 h 3345776"/>
              <a:gd name="connsiteX99" fmla="*/ 7272792 w 11861549"/>
              <a:gd name="connsiteY99" fmla="*/ 2348497 h 3345776"/>
              <a:gd name="connsiteX100" fmla="*/ 7272680 w 11861549"/>
              <a:gd name="connsiteY100" fmla="*/ 2179430 h 3345776"/>
              <a:gd name="connsiteX101" fmla="*/ 7243344 w 11861549"/>
              <a:gd name="connsiteY101" fmla="*/ 2319256 h 3345776"/>
              <a:gd name="connsiteX102" fmla="*/ 7116169 w 11861549"/>
              <a:gd name="connsiteY102" fmla="*/ 2589392 h 3345776"/>
              <a:gd name="connsiteX103" fmla="*/ 7016561 w 11861549"/>
              <a:gd name="connsiteY103" fmla="*/ 2685807 h 3345776"/>
              <a:gd name="connsiteX104" fmla="*/ 6735491 w 11861549"/>
              <a:gd name="connsiteY104" fmla="*/ 2777879 h 3345776"/>
              <a:gd name="connsiteX105" fmla="*/ 6465531 w 11861549"/>
              <a:gd name="connsiteY105" fmla="*/ 2695895 h 3345776"/>
              <a:gd name="connsiteX106" fmla="*/ 6392370 w 11861549"/>
              <a:gd name="connsiteY106" fmla="*/ 2634969 h 3345776"/>
              <a:gd name="connsiteX107" fmla="*/ 6406659 w 11861549"/>
              <a:gd name="connsiteY107" fmla="*/ 2652349 h 3345776"/>
              <a:gd name="connsiteX108" fmla="*/ 6478556 w 11861549"/>
              <a:gd name="connsiteY108" fmla="*/ 2713901 h 3345776"/>
              <a:gd name="connsiteX109" fmla="*/ 7009793 w 11861549"/>
              <a:gd name="connsiteY109" fmla="*/ 2726671 h 3345776"/>
              <a:gd name="connsiteX110" fmla="*/ 7108379 w 11861549"/>
              <a:gd name="connsiteY110" fmla="*/ 2637280 h 3345776"/>
              <a:gd name="connsiteX111" fmla="*/ 7267541 w 11861549"/>
              <a:gd name="connsiteY111" fmla="*/ 2220240 h 3345776"/>
              <a:gd name="connsiteX112" fmla="*/ 7264179 w 11861549"/>
              <a:gd name="connsiteY112" fmla="*/ 2152149 h 3345776"/>
              <a:gd name="connsiteX113" fmla="*/ 7256977 w 11861549"/>
              <a:gd name="connsiteY113" fmla="*/ 2185807 h 3345776"/>
              <a:gd name="connsiteX114" fmla="*/ 7233293 w 11861549"/>
              <a:gd name="connsiteY114" fmla="*/ 2284371 h 3345776"/>
              <a:gd name="connsiteX115" fmla="*/ 7189818 w 11861549"/>
              <a:gd name="connsiteY115" fmla="*/ 2409072 h 3345776"/>
              <a:gd name="connsiteX116" fmla="*/ 7116042 w 11861549"/>
              <a:gd name="connsiteY116" fmla="*/ 2536141 h 3345776"/>
              <a:gd name="connsiteX117" fmla="*/ 7018349 w 11861549"/>
              <a:gd name="connsiteY117" fmla="*/ 2637024 h 3345776"/>
              <a:gd name="connsiteX118" fmla="*/ 6715058 w 11861549"/>
              <a:gd name="connsiteY118" fmla="*/ 2741866 h 3345776"/>
              <a:gd name="connsiteX119" fmla="*/ 6459656 w 11861549"/>
              <a:gd name="connsiteY119" fmla="*/ 2667289 h 3345776"/>
              <a:gd name="connsiteX120" fmla="*/ 6384436 w 11861549"/>
              <a:gd name="connsiteY120" fmla="*/ 2606274 h 3345776"/>
              <a:gd name="connsiteX121" fmla="*/ 6398488 w 11861549"/>
              <a:gd name="connsiteY121" fmla="*/ 2623361 h 3345776"/>
              <a:gd name="connsiteX122" fmla="*/ 6472299 w 11861549"/>
              <a:gd name="connsiteY122" fmla="*/ 2684785 h 3345776"/>
              <a:gd name="connsiteX123" fmla="*/ 7008644 w 11861549"/>
              <a:gd name="connsiteY123" fmla="*/ 2675590 h 3345776"/>
              <a:gd name="connsiteX124" fmla="*/ 7105697 w 11861549"/>
              <a:gd name="connsiteY124" fmla="*/ 2581730 h 3345776"/>
              <a:gd name="connsiteX125" fmla="*/ 7208435 w 11861549"/>
              <a:gd name="connsiteY125" fmla="*/ 2387817 h 3345776"/>
              <a:gd name="connsiteX126" fmla="*/ 7233293 w 11861549"/>
              <a:gd name="connsiteY126" fmla="*/ 2284371 h 3345776"/>
              <a:gd name="connsiteX127" fmla="*/ 7240008 w 11861549"/>
              <a:gd name="connsiteY127" fmla="*/ 2265111 h 3345776"/>
              <a:gd name="connsiteX128" fmla="*/ 7256977 w 11861549"/>
              <a:gd name="connsiteY128" fmla="*/ 2185807 h 3345776"/>
              <a:gd name="connsiteX129" fmla="*/ 7263009 w 11861549"/>
              <a:gd name="connsiteY129" fmla="*/ 2160705 h 3345776"/>
              <a:gd name="connsiteX130" fmla="*/ 4036141 w 11861549"/>
              <a:gd name="connsiteY130" fmla="*/ 2093597 h 3345776"/>
              <a:gd name="connsiteX131" fmla="*/ 4045685 w 11861549"/>
              <a:gd name="connsiteY131" fmla="*/ 2104845 h 3345776"/>
              <a:gd name="connsiteX132" fmla="*/ 4060276 w 11861549"/>
              <a:gd name="connsiteY132" fmla="*/ 2115642 h 3345776"/>
              <a:gd name="connsiteX133" fmla="*/ 7264415 w 11861549"/>
              <a:gd name="connsiteY133" fmla="*/ 2079097 h 3345776"/>
              <a:gd name="connsiteX134" fmla="*/ 7251078 w 11861549"/>
              <a:gd name="connsiteY134" fmla="*/ 2143181 h 3345776"/>
              <a:gd name="connsiteX135" fmla="*/ 7236552 w 11861549"/>
              <a:gd name="connsiteY135" fmla="*/ 2203004 h 3345776"/>
              <a:gd name="connsiteX136" fmla="*/ 7191676 w 11861549"/>
              <a:gd name="connsiteY136" fmla="*/ 2339527 h 3345776"/>
              <a:gd name="connsiteX137" fmla="*/ 7116169 w 11861549"/>
              <a:gd name="connsiteY137" fmla="*/ 2478035 h 3345776"/>
              <a:gd name="connsiteX138" fmla="*/ 7020138 w 11861549"/>
              <a:gd name="connsiteY138" fmla="*/ 2583517 h 3345776"/>
              <a:gd name="connsiteX139" fmla="*/ 6694371 w 11861549"/>
              <a:gd name="connsiteY139" fmla="*/ 2705216 h 3345776"/>
              <a:gd name="connsiteX140" fmla="*/ 6454676 w 11861549"/>
              <a:gd name="connsiteY140" fmla="*/ 2638684 h 3345776"/>
              <a:gd name="connsiteX141" fmla="*/ 6377856 w 11861549"/>
              <a:gd name="connsiteY141" fmla="*/ 2577868 h 3345776"/>
              <a:gd name="connsiteX142" fmla="*/ 6391720 w 11861549"/>
              <a:gd name="connsiteY142" fmla="*/ 2594755 h 3345776"/>
              <a:gd name="connsiteX143" fmla="*/ 6467190 w 11861549"/>
              <a:gd name="connsiteY143" fmla="*/ 2656051 h 3345776"/>
              <a:gd name="connsiteX144" fmla="*/ 7010177 w 11861549"/>
              <a:gd name="connsiteY144" fmla="*/ 2625403 h 3345776"/>
              <a:gd name="connsiteX145" fmla="*/ 7105570 w 11861549"/>
              <a:gd name="connsiteY145" fmla="*/ 2526817 h 3345776"/>
              <a:gd name="connsiteX146" fmla="*/ 7205116 w 11861549"/>
              <a:gd name="connsiteY146" fmla="*/ 2332471 h 3345776"/>
              <a:gd name="connsiteX147" fmla="*/ 7236552 w 11861549"/>
              <a:gd name="connsiteY147" fmla="*/ 2203004 h 3345776"/>
              <a:gd name="connsiteX148" fmla="*/ 7242211 w 11861549"/>
              <a:gd name="connsiteY148" fmla="*/ 2185791 h 3345776"/>
              <a:gd name="connsiteX149" fmla="*/ 7251078 w 11861549"/>
              <a:gd name="connsiteY149" fmla="*/ 2143181 h 3345776"/>
              <a:gd name="connsiteX150" fmla="*/ 7261050 w 11861549"/>
              <a:gd name="connsiteY150" fmla="*/ 2102112 h 3345776"/>
              <a:gd name="connsiteX151" fmla="*/ 4033273 w 11861549"/>
              <a:gd name="connsiteY151" fmla="*/ 2076022 h 3345776"/>
              <a:gd name="connsiteX152" fmla="*/ 4035309 w 11861549"/>
              <a:gd name="connsiteY152" fmla="*/ 2078522 h 3345776"/>
              <a:gd name="connsiteX153" fmla="*/ 4041286 w 11861549"/>
              <a:gd name="connsiteY153" fmla="*/ 2083019 h 3345776"/>
              <a:gd name="connsiteX154" fmla="*/ 3978487 w 11861549"/>
              <a:gd name="connsiteY154" fmla="*/ 2045172 h 3345776"/>
              <a:gd name="connsiteX155" fmla="*/ 4015568 w 11861549"/>
              <a:gd name="connsiteY155" fmla="*/ 2093149 h 3345776"/>
              <a:gd name="connsiteX156" fmla="*/ 4035480 w 11861549"/>
              <a:gd name="connsiteY156" fmla="*/ 2112218 h 3345776"/>
              <a:gd name="connsiteX157" fmla="*/ 3381665 w 11861549"/>
              <a:gd name="connsiteY157" fmla="*/ 1958660 h 3345776"/>
              <a:gd name="connsiteX158" fmla="*/ 3391865 w 11861549"/>
              <a:gd name="connsiteY158" fmla="*/ 1979450 h 3345776"/>
              <a:gd name="connsiteX159" fmla="*/ 3393124 w 11861549"/>
              <a:gd name="connsiteY159" fmla="*/ 1981757 h 3345776"/>
              <a:gd name="connsiteX160" fmla="*/ 3386395 w 11861549"/>
              <a:gd name="connsiteY160" fmla="*/ 1965570 h 3345776"/>
              <a:gd name="connsiteX161" fmla="*/ 3902656 w 11861549"/>
              <a:gd name="connsiteY161" fmla="*/ 1931181 h 3345776"/>
              <a:gd name="connsiteX162" fmla="*/ 3956837 w 11861549"/>
              <a:gd name="connsiteY162" fmla="*/ 2017161 h 3345776"/>
              <a:gd name="connsiteX163" fmla="*/ 3959142 w 11861549"/>
              <a:gd name="connsiteY163" fmla="*/ 2020143 h 3345776"/>
              <a:gd name="connsiteX164" fmla="*/ 3909971 w 11861549"/>
              <a:gd name="connsiteY164" fmla="*/ 1942073 h 3345776"/>
              <a:gd name="connsiteX165" fmla="*/ 3906070 w 11861549"/>
              <a:gd name="connsiteY165" fmla="*/ 1934576 h 3345776"/>
              <a:gd name="connsiteX166" fmla="*/ 5545187 w 11861549"/>
              <a:gd name="connsiteY166" fmla="*/ 1889843 h 3345776"/>
              <a:gd name="connsiteX167" fmla="*/ 5042171 w 11861549"/>
              <a:gd name="connsiteY167" fmla="*/ 2174107 h 3345776"/>
              <a:gd name="connsiteX168" fmla="*/ 4795070 w 11861549"/>
              <a:gd name="connsiteY168" fmla="*/ 2495658 h 3345776"/>
              <a:gd name="connsiteX169" fmla="*/ 4766976 w 11861549"/>
              <a:gd name="connsiteY169" fmla="*/ 2534736 h 3345776"/>
              <a:gd name="connsiteX170" fmla="*/ 4710404 w 11861549"/>
              <a:gd name="connsiteY170" fmla="*/ 2609186 h 3345776"/>
              <a:gd name="connsiteX171" fmla="*/ 4345816 w 11861549"/>
              <a:gd name="connsiteY171" fmla="*/ 2937761 h 3345776"/>
              <a:gd name="connsiteX172" fmla="*/ 3961308 w 11861549"/>
              <a:gd name="connsiteY172" fmla="*/ 2967644 h 3345776"/>
              <a:gd name="connsiteX173" fmla="*/ 3851485 w 11861549"/>
              <a:gd name="connsiteY173" fmla="*/ 2900600 h 3345776"/>
              <a:gd name="connsiteX174" fmla="*/ 3631087 w 11861549"/>
              <a:gd name="connsiteY174" fmla="*/ 2609734 h 3345776"/>
              <a:gd name="connsiteX175" fmla="*/ 3580283 w 11861549"/>
              <a:gd name="connsiteY175" fmla="*/ 2498601 h 3345776"/>
              <a:gd name="connsiteX176" fmla="*/ 3606169 w 11861549"/>
              <a:gd name="connsiteY176" fmla="*/ 2586965 h 3345776"/>
              <a:gd name="connsiteX177" fmla="*/ 3984165 w 11861549"/>
              <a:gd name="connsiteY177" fmla="*/ 3069803 h 3345776"/>
              <a:gd name="connsiteX178" fmla="*/ 4788683 w 11861549"/>
              <a:gd name="connsiteY178" fmla="*/ 2552868 h 3345776"/>
              <a:gd name="connsiteX179" fmla="*/ 5561533 w 11861549"/>
              <a:gd name="connsiteY179" fmla="*/ 1905678 h 3345776"/>
              <a:gd name="connsiteX180" fmla="*/ 6103879 w 11861549"/>
              <a:gd name="connsiteY180" fmla="*/ 2306149 h 3345776"/>
              <a:gd name="connsiteX181" fmla="*/ 6213958 w 11861549"/>
              <a:gd name="connsiteY181" fmla="*/ 2481610 h 3345776"/>
              <a:gd name="connsiteX182" fmla="*/ 6232821 w 11861549"/>
              <a:gd name="connsiteY182" fmla="*/ 2511158 h 3345776"/>
              <a:gd name="connsiteX183" fmla="*/ 6199657 w 11861549"/>
              <a:gd name="connsiteY183" fmla="*/ 2455815 h 3345776"/>
              <a:gd name="connsiteX184" fmla="*/ 6089196 w 11861549"/>
              <a:gd name="connsiteY184" fmla="*/ 2271671 h 3345776"/>
              <a:gd name="connsiteX185" fmla="*/ 6001719 w 11861549"/>
              <a:gd name="connsiteY185" fmla="*/ 2151759 h 3345776"/>
              <a:gd name="connsiteX186" fmla="*/ 5545187 w 11861549"/>
              <a:gd name="connsiteY186" fmla="*/ 1889843 h 3345776"/>
              <a:gd name="connsiteX187" fmla="*/ 7282735 w 11861549"/>
              <a:gd name="connsiteY187" fmla="*/ 1888637 h 3345776"/>
              <a:gd name="connsiteX188" fmla="*/ 7237435 w 11861549"/>
              <a:gd name="connsiteY188" fmla="*/ 2129447 h 3345776"/>
              <a:gd name="connsiteX189" fmla="*/ 7234942 w 11861549"/>
              <a:gd name="connsiteY189" fmla="*/ 2140100 h 3345776"/>
              <a:gd name="connsiteX190" fmla="*/ 7186534 w 11861549"/>
              <a:gd name="connsiteY190" fmla="*/ 2288367 h 3345776"/>
              <a:gd name="connsiteX191" fmla="*/ 7114381 w 11861549"/>
              <a:gd name="connsiteY191" fmla="*/ 2425805 h 3345776"/>
              <a:gd name="connsiteX192" fmla="*/ 7020138 w 11861549"/>
              <a:gd name="connsiteY192" fmla="*/ 2535885 h 3345776"/>
              <a:gd name="connsiteX193" fmla="*/ 6675599 w 11861549"/>
              <a:gd name="connsiteY193" fmla="*/ 2670737 h 3345776"/>
              <a:gd name="connsiteX194" fmla="*/ 6434039 w 11861549"/>
              <a:gd name="connsiteY194" fmla="*/ 2600493 h 3345776"/>
              <a:gd name="connsiteX195" fmla="*/ 6374921 w 11861549"/>
              <a:gd name="connsiteY195" fmla="*/ 2552879 h 3345776"/>
              <a:gd name="connsiteX196" fmla="*/ 6384696 w 11861549"/>
              <a:gd name="connsiteY196" fmla="*/ 2564744 h 3345776"/>
              <a:gd name="connsiteX197" fmla="*/ 6462082 w 11861549"/>
              <a:gd name="connsiteY197" fmla="*/ 2625914 h 3345776"/>
              <a:gd name="connsiteX198" fmla="*/ 7011198 w 11861549"/>
              <a:gd name="connsiteY198" fmla="*/ 2573811 h 3345776"/>
              <a:gd name="connsiteX199" fmla="*/ 7105059 w 11861549"/>
              <a:gd name="connsiteY199" fmla="*/ 2470756 h 3345776"/>
              <a:gd name="connsiteX200" fmla="*/ 7207020 w 11861549"/>
              <a:gd name="connsiteY200" fmla="*/ 2259383 h 3345776"/>
              <a:gd name="connsiteX201" fmla="*/ 7234942 w 11861549"/>
              <a:gd name="connsiteY201" fmla="*/ 2140100 h 3345776"/>
              <a:gd name="connsiteX202" fmla="*/ 7236096 w 11861549"/>
              <a:gd name="connsiteY202" fmla="*/ 2136562 h 3345776"/>
              <a:gd name="connsiteX203" fmla="*/ 7237435 w 11861549"/>
              <a:gd name="connsiteY203" fmla="*/ 2129447 h 3345776"/>
              <a:gd name="connsiteX204" fmla="*/ 7262407 w 11861549"/>
              <a:gd name="connsiteY204" fmla="*/ 2022759 h 3345776"/>
              <a:gd name="connsiteX205" fmla="*/ 7272763 w 11861549"/>
              <a:gd name="connsiteY205" fmla="*/ 1872023 h 3345776"/>
              <a:gd name="connsiteX206" fmla="*/ 7230814 w 11861549"/>
              <a:gd name="connsiteY206" fmla="*/ 2085403 h 3345776"/>
              <a:gd name="connsiteX207" fmla="*/ 7113359 w 11861549"/>
              <a:gd name="connsiteY207" fmla="*/ 2369745 h 3345776"/>
              <a:gd name="connsiteX208" fmla="*/ 7020903 w 11861549"/>
              <a:gd name="connsiteY208" fmla="*/ 2484677 h 3345776"/>
              <a:gd name="connsiteX209" fmla="*/ 6657977 w 11861549"/>
              <a:gd name="connsiteY209" fmla="*/ 2636769 h 3345776"/>
              <a:gd name="connsiteX210" fmla="*/ 6424574 w 11861549"/>
              <a:gd name="connsiteY210" fmla="*/ 2569698 h 3345776"/>
              <a:gd name="connsiteX211" fmla="*/ 6361393 w 11861549"/>
              <a:gd name="connsiteY211" fmla="*/ 2519332 h 3345776"/>
              <a:gd name="connsiteX212" fmla="*/ 6377416 w 11861549"/>
              <a:gd name="connsiteY212" fmla="*/ 2538822 h 3345776"/>
              <a:gd name="connsiteX213" fmla="*/ 6456591 w 11861549"/>
              <a:gd name="connsiteY213" fmla="*/ 2599991 h 3345776"/>
              <a:gd name="connsiteX214" fmla="*/ 7011326 w 11861549"/>
              <a:gd name="connsiteY214" fmla="*/ 2526434 h 3345776"/>
              <a:gd name="connsiteX215" fmla="*/ 7103527 w 11861549"/>
              <a:gd name="connsiteY215" fmla="*/ 2418654 h 3345776"/>
              <a:gd name="connsiteX216" fmla="*/ 7223741 w 11861549"/>
              <a:gd name="connsiteY216" fmla="*/ 2132986 h 3345776"/>
              <a:gd name="connsiteX217" fmla="*/ 5528330 w 11861549"/>
              <a:gd name="connsiteY217" fmla="*/ 1860983 h 3345776"/>
              <a:gd name="connsiteX218" fmla="*/ 5022889 w 11861549"/>
              <a:gd name="connsiteY218" fmla="*/ 2157889 h 3345776"/>
              <a:gd name="connsiteX219" fmla="*/ 4826100 w 11861549"/>
              <a:gd name="connsiteY219" fmla="*/ 2394264 h 3345776"/>
              <a:gd name="connsiteX220" fmla="*/ 4732496 w 11861549"/>
              <a:gd name="connsiteY220" fmla="*/ 2509195 h 3345776"/>
              <a:gd name="connsiteX221" fmla="*/ 4672221 w 11861549"/>
              <a:gd name="connsiteY221" fmla="*/ 2577387 h 3345776"/>
              <a:gd name="connsiteX222" fmla="*/ 4309165 w 11861549"/>
              <a:gd name="connsiteY222" fmla="*/ 2855138 h 3345776"/>
              <a:gd name="connsiteX223" fmla="*/ 3941898 w 11861549"/>
              <a:gd name="connsiteY223" fmla="*/ 2852711 h 3345776"/>
              <a:gd name="connsiteX224" fmla="*/ 3835905 w 11861549"/>
              <a:gd name="connsiteY224" fmla="*/ 2780177 h 3345776"/>
              <a:gd name="connsiteX225" fmla="*/ 3542192 w 11861549"/>
              <a:gd name="connsiteY225" fmla="*/ 2353783 h 3345776"/>
              <a:gd name="connsiteX226" fmla="*/ 3529547 w 11861549"/>
              <a:gd name="connsiteY226" fmla="*/ 2325376 h 3345776"/>
              <a:gd name="connsiteX227" fmla="*/ 3533018 w 11861549"/>
              <a:gd name="connsiteY227" fmla="*/ 2337235 h 3345776"/>
              <a:gd name="connsiteX228" fmla="*/ 3580119 w 11861549"/>
              <a:gd name="connsiteY228" fmla="*/ 2467182 h 3345776"/>
              <a:gd name="connsiteX229" fmla="*/ 3859275 w 11861549"/>
              <a:gd name="connsiteY229" fmla="*/ 2889873 h 3345776"/>
              <a:gd name="connsiteX230" fmla="*/ 3965904 w 11861549"/>
              <a:gd name="connsiteY230" fmla="*/ 2955001 h 3345776"/>
              <a:gd name="connsiteX231" fmla="*/ 4338794 w 11861549"/>
              <a:gd name="connsiteY231" fmla="*/ 2925629 h 3345776"/>
              <a:gd name="connsiteX232" fmla="*/ 4699166 w 11861549"/>
              <a:gd name="connsiteY232" fmla="*/ 2600629 h 3345776"/>
              <a:gd name="connsiteX233" fmla="*/ 4755482 w 11861549"/>
              <a:gd name="connsiteY233" fmla="*/ 2526563 h 3345776"/>
              <a:gd name="connsiteX234" fmla="*/ 4783449 w 11861549"/>
              <a:gd name="connsiteY234" fmla="*/ 2487614 h 3345776"/>
              <a:gd name="connsiteX235" fmla="*/ 5031956 w 11861549"/>
              <a:gd name="connsiteY235" fmla="*/ 2165296 h 3345776"/>
              <a:gd name="connsiteX236" fmla="*/ 5545443 w 11861549"/>
              <a:gd name="connsiteY236" fmla="*/ 1876435 h 3345776"/>
              <a:gd name="connsiteX237" fmla="*/ 6012063 w 11861549"/>
              <a:gd name="connsiteY237" fmla="*/ 2143203 h 3345776"/>
              <a:gd name="connsiteX238" fmla="*/ 6100561 w 11861549"/>
              <a:gd name="connsiteY238" fmla="*/ 2264392 h 3345776"/>
              <a:gd name="connsiteX239" fmla="*/ 6187524 w 11861549"/>
              <a:gd name="connsiteY239" fmla="*/ 2409429 h 3345776"/>
              <a:gd name="connsiteX240" fmla="*/ 6084343 w 11861549"/>
              <a:gd name="connsiteY240" fmla="*/ 2230296 h 3345776"/>
              <a:gd name="connsiteX241" fmla="*/ 5995973 w 11861549"/>
              <a:gd name="connsiteY241" fmla="*/ 2108084 h 3345776"/>
              <a:gd name="connsiteX242" fmla="*/ 5528330 w 11861549"/>
              <a:gd name="connsiteY242" fmla="*/ 1860983 h 3345776"/>
              <a:gd name="connsiteX243" fmla="*/ 5512495 w 11861549"/>
              <a:gd name="connsiteY243" fmla="*/ 1831357 h 3345776"/>
              <a:gd name="connsiteX244" fmla="*/ 5004499 w 11861549"/>
              <a:gd name="connsiteY244" fmla="*/ 2140905 h 3345776"/>
              <a:gd name="connsiteX245" fmla="*/ 4869135 w 11861549"/>
              <a:gd name="connsiteY245" fmla="*/ 2294146 h 3345776"/>
              <a:gd name="connsiteX246" fmla="*/ 4698910 w 11861549"/>
              <a:gd name="connsiteY246" fmla="*/ 2484037 h 3345776"/>
              <a:gd name="connsiteX247" fmla="*/ 4635059 w 11861549"/>
              <a:gd name="connsiteY247" fmla="*/ 2545973 h 3345776"/>
              <a:gd name="connsiteX248" fmla="*/ 4273409 w 11861549"/>
              <a:gd name="connsiteY248" fmla="*/ 2772771 h 3345776"/>
              <a:gd name="connsiteX249" fmla="*/ 3923508 w 11861549"/>
              <a:gd name="connsiteY249" fmla="*/ 2738036 h 3345776"/>
              <a:gd name="connsiteX250" fmla="*/ 3821346 w 11861549"/>
              <a:gd name="connsiteY250" fmla="*/ 2660265 h 3345776"/>
              <a:gd name="connsiteX251" fmla="*/ 3517161 w 11861549"/>
              <a:gd name="connsiteY251" fmla="*/ 2235402 h 3345776"/>
              <a:gd name="connsiteX252" fmla="*/ 3487195 w 11861549"/>
              <a:gd name="connsiteY252" fmla="*/ 2180695 h 3345776"/>
              <a:gd name="connsiteX253" fmla="*/ 3500689 w 11861549"/>
              <a:gd name="connsiteY253" fmla="*/ 2226795 h 3345776"/>
              <a:gd name="connsiteX254" fmla="*/ 3554579 w 11861549"/>
              <a:gd name="connsiteY254" fmla="*/ 2347908 h 3345776"/>
              <a:gd name="connsiteX255" fmla="*/ 3845227 w 11861549"/>
              <a:gd name="connsiteY255" fmla="*/ 2770217 h 3345776"/>
              <a:gd name="connsiteX256" fmla="*/ 3948282 w 11861549"/>
              <a:gd name="connsiteY256" fmla="*/ 2840835 h 3345776"/>
              <a:gd name="connsiteX257" fmla="*/ 4304186 w 11861549"/>
              <a:gd name="connsiteY257" fmla="*/ 2842879 h 3345776"/>
              <a:gd name="connsiteX258" fmla="*/ 4662771 w 11861549"/>
              <a:gd name="connsiteY258" fmla="*/ 2568449 h 3345776"/>
              <a:gd name="connsiteX259" fmla="*/ 4722536 w 11861549"/>
              <a:gd name="connsiteY259" fmla="*/ 2500766 h 3345776"/>
              <a:gd name="connsiteX260" fmla="*/ 4815884 w 11861549"/>
              <a:gd name="connsiteY260" fmla="*/ 2385835 h 3345776"/>
              <a:gd name="connsiteX261" fmla="*/ 5013184 w 11861549"/>
              <a:gd name="connsiteY261" fmla="*/ 2148950 h 3345776"/>
              <a:gd name="connsiteX262" fmla="*/ 5528459 w 11861549"/>
              <a:gd name="connsiteY262" fmla="*/ 1847574 h 3345776"/>
              <a:gd name="connsiteX263" fmla="*/ 6006700 w 11861549"/>
              <a:gd name="connsiteY263" fmla="*/ 2099401 h 3345776"/>
              <a:gd name="connsiteX264" fmla="*/ 6096091 w 11861549"/>
              <a:gd name="connsiteY264" fmla="*/ 2223016 h 3345776"/>
              <a:gd name="connsiteX265" fmla="*/ 6184824 w 11861549"/>
              <a:gd name="connsiteY265" fmla="*/ 2377454 h 3345776"/>
              <a:gd name="connsiteX266" fmla="*/ 6080638 w 11861549"/>
              <a:gd name="connsiteY266" fmla="*/ 2188026 h 3345776"/>
              <a:gd name="connsiteX267" fmla="*/ 5991247 w 11861549"/>
              <a:gd name="connsiteY267" fmla="*/ 2063517 h 3345776"/>
              <a:gd name="connsiteX268" fmla="*/ 5512495 w 11861549"/>
              <a:gd name="connsiteY268" fmla="*/ 1831357 h 3345776"/>
              <a:gd name="connsiteX269" fmla="*/ 3846720 w 11861549"/>
              <a:gd name="connsiteY269" fmla="*/ 1822981 h 3345776"/>
              <a:gd name="connsiteX270" fmla="*/ 3847973 w 11861549"/>
              <a:gd name="connsiteY270" fmla="*/ 1825930 h 3345776"/>
              <a:gd name="connsiteX271" fmla="*/ 3848490 w 11861549"/>
              <a:gd name="connsiteY271" fmla="*/ 1826655 h 3345776"/>
              <a:gd name="connsiteX272" fmla="*/ 5562802 w 11861549"/>
              <a:gd name="connsiteY272" fmla="*/ 1799831 h 3345776"/>
              <a:gd name="connsiteX273" fmla="*/ 5496404 w 11861549"/>
              <a:gd name="connsiteY273" fmla="*/ 1802241 h 3345776"/>
              <a:gd name="connsiteX274" fmla="*/ 4985599 w 11861549"/>
              <a:gd name="connsiteY274" fmla="*/ 2124430 h 3345776"/>
              <a:gd name="connsiteX275" fmla="*/ 4917024 w 11861549"/>
              <a:gd name="connsiteY275" fmla="*/ 2198115 h 3345776"/>
              <a:gd name="connsiteX276" fmla="*/ 4664302 w 11861549"/>
              <a:gd name="connsiteY276" fmla="*/ 2458626 h 3345776"/>
              <a:gd name="connsiteX277" fmla="*/ 4596876 w 11861549"/>
              <a:gd name="connsiteY277" fmla="*/ 2514175 h 3345776"/>
              <a:gd name="connsiteX278" fmla="*/ 4236502 w 11861549"/>
              <a:gd name="connsiteY278" fmla="*/ 2690148 h 3345776"/>
              <a:gd name="connsiteX279" fmla="*/ 3904479 w 11861549"/>
              <a:gd name="connsiteY279" fmla="*/ 2623105 h 3345776"/>
              <a:gd name="connsiteX280" fmla="*/ 3806277 w 11861549"/>
              <a:gd name="connsiteY280" fmla="*/ 2539844 h 3345776"/>
              <a:gd name="connsiteX281" fmla="*/ 3549853 w 11861549"/>
              <a:gd name="connsiteY281" fmla="*/ 2202073 h 3345776"/>
              <a:gd name="connsiteX282" fmla="*/ 3491494 w 11861549"/>
              <a:gd name="connsiteY282" fmla="*/ 2116641 h 3345776"/>
              <a:gd name="connsiteX283" fmla="*/ 3417000 w 11861549"/>
              <a:gd name="connsiteY283" fmla="*/ 2006606 h 3345776"/>
              <a:gd name="connsiteX284" fmla="*/ 3450291 w 11861549"/>
              <a:gd name="connsiteY284" fmla="*/ 2086494 h 3345776"/>
              <a:gd name="connsiteX285" fmla="*/ 3528016 w 11861549"/>
              <a:gd name="connsiteY285" fmla="*/ 2228634 h 3345776"/>
              <a:gd name="connsiteX286" fmla="*/ 3830030 w 11861549"/>
              <a:gd name="connsiteY286" fmla="*/ 2650688 h 3345776"/>
              <a:gd name="connsiteX287" fmla="*/ 3929637 w 11861549"/>
              <a:gd name="connsiteY287" fmla="*/ 2726542 h 3345776"/>
              <a:gd name="connsiteX288" fmla="*/ 4268683 w 11861549"/>
              <a:gd name="connsiteY288" fmla="*/ 2760128 h 3345776"/>
              <a:gd name="connsiteX289" fmla="*/ 4625354 w 11861549"/>
              <a:gd name="connsiteY289" fmla="*/ 2536267 h 3345776"/>
              <a:gd name="connsiteX290" fmla="*/ 4688565 w 11861549"/>
              <a:gd name="connsiteY290" fmla="*/ 2474971 h 3345776"/>
              <a:gd name="connsiteX291" fmla="*/ 4858281 w 11861549"/>
              <a:gd name="connsiteY291" fmla="*/ 2285463 h 3345776"/>
              <a:gd name="connsiteX292" fmla="*/ 4994027 w 11861549"/>
              <a:gd name="connsiteY292" fmla="*/ 2132221 h 3345776"/>
              <a:gd name="connsiteX293" fmla="*/ 5511090 w 11861549"/>
              <a:gd name="connsiteY293" fmla="*/ 1818330 h 3345776"/>
              <a:gd name="connsiteX294" fmla="*/ 6000953 w 11861549"/>
              <a:gd name="connsiteY294" fmla="*/ 2055217 h 3345776"/>
              <a:gd name="connsiteX295" fmla="*/ 6091365 w 11861549"/>
              <a:gd name="connsiteY295" fmla="*/ 2181258 h 3345776"/>
              <a:gd name="connsiteX296" fmla="*/ 6177457 w 11861549"/>
              <a:gd name="connsiteY296" fmla="*/ 2337861 h 3345776"/>
              <a:gd name="connsiteX297" fmla="*/ 6076552 w 11861549"/>
              <a:gd name="connsiteY297" fmla="*/ 2146140 h 3345776"/>
              <a:gd name="connsiteX298" fmla="*/ 5986394 w 11861549"/>
              <a:gd name="connsiteY298" fmla="*/ 2019333 h 3345776"/>
              <a:gd name="connsiteX299" fmla="*/ 5562802 w 11861549"/>
              <a:gd name="connsiteY299" fmla="*/ 1799831 h 3345776"/>
              <a:gd name="connsiteX300" fmla="*/ 7273405 w 11861549"/>
              <a:gd name="connsiteY300" fmla="*/ 1796984 h 3345776"/>
              <a:gd name="connsiteX301" fmla="*/ 7224810 w 11861549"/>
              <a:gd name="connsiteY301" fmla="*/ 2034896 h 3345776"/>
              <a:gd name="connsiteX302" fmla="*/ 7111827 w 11861549"/>
              <a:gd name="connsiteY302" fmla="*/ 2315599 h 3345776"/>
              <a:gd name="connsiteX303" fmla="*/ 7021158 w 11861549"/>
              <a:gd name="connsiteY303" fmla="*/ 2434872 h 3345776"/>
              <a:gd name="connsiteX304" fmla="*/ 6638565 w 11861549"/>
              <a:gd name="connsiteY304" fmla="*/ 2602161 h 3345776"/>
              <a:gd name="connsiteX305" fmla="*/ 6438202 w 11861549"/>
              <a:gd name="connsiteY305" fmla="*/ 2552741 h 3345776"/>
              <a:gd name="connsiteX306" fmla="*/ 6354525 w 11861549"/>
              <a:gd name="connsiteY306" fmla="*/ 2491136 h 3345776"/>
              <a:gd name="connsiteX307" fmla="*/ 6369372 w 11861549"/>
              <a:gd name="connsiteY307" fmla="*/ 2509195 h 3345776"/>
              <a:gd name="connsiteX308" fmla="*/ 6450463 w 11861549"/>
              <a:gd name="connsiteY308" fmla="*/ 2570365 h 3345776"/>
              <a:gd name="connsiteX309" fmla="*/ 7011071 w 11861549"/>
              <a:gd name="connsiteY309" fmla="*/ 2475355 h 3345776"/>
              <a:gd name="connsiteX310" fmla="*/ 7101612 w 11861549"/>
              <a:gd name="connsiteY310" fmla="*/ 2362850 h 3345776"/>
              <a:gd name="connsiteX311" fmla="*/ 7217628 w 11861549"/>
              <a:gd name="connsiteY311" fmla="*/ 2080997 h 3345776"/>
              <a:gd name="connsiteX312" fmla="*/ 3785864 w 11861549"/>
              <a:gd name="connsiteY312" fmla="*/ 1711293 h 3345776"/>
              <a:gd name="connsiteX313" fmla="*/ 3800564 w 11861549"/>
              <a:gd name="connsiteY313" fmla="*/ 1751831 h 3345776"/>
              <a:gd name="connsiteX314" fmla="*/ 3808749 w 11861549"/>
              <a:gd name="connsiteY314" fmla="*/ 1764990 h 3345776"/>
              <a:gd name="connsiteX315" fmla="*/ 8855255 w 11861549"/>
              <a:gd name="connsiteY315" fmla="*/ 1679877 h 3345776"/>
              <a:gd name="connsiteX316" fmla="*/ 8894664 w 11861549"/>
              <a:gd name="connsiteY316" fmla="*/ 1689735 h 3345776"/>
              <a:gd name="connsiteX317" fmla="*/ 8898248 w 11861549"/>
              <a:gd name="connsiteY317" fmla="*/ 1690285 h 3345776"/>
              <a:gd name="connsiteX318" fmla="*/ 7269908 w 11861549"/>
              <a:gd name="connsiteY318" fmla="*/ 1671357 h 3345776"/>
              <a:gd name="connsiteX319" fmla="*/ 7213397 w 11861549"/>
              <a:gd name="connsiteY319" fmla="*/ 1931760 h 3345776"/>
              <a:gd name="connsiteX320" fmla="*/ 7109271 w 11861549"/>
              <a:gd name="connsiteY320" fmla="*/ 2204499 h 3345776"/>
              <a:gd name="connsiteX321" fmla="*/ 7022180 w 11861549"/>
              <a:gd name="connsiteY321" fmla="*/ 2332201 h 3345776"/>
              <a:gd name="connsiteX322" fmla="*/ 6607533 w 11861549"/>
              <a:gd name="connsiteY322" fmla="*/ 2537161 h 3345776"/>
              <a:gd name="connsiteX323" fmla="*/ 6427219 w 11861549"/>
              <a:gd name="connsiteY323" fmla="*/ 2495402 h 3345776"/>
              <a:gd name="connsiteX324" fmla="*/ 6337965 w 11861549"/>
              <a:gd name="connsiteY324" fmla="*/ 2432415 h 3345776"/>
              <a:gd name="connsiteX325" fmla="*/ 6353408 w 11861549"/>
              <a:gd name="connsiteY325" fmla="*/ 2451218 h 3345776"/>
              <a:gd name="connsiteX326" fmla="*/ 6438075 w 11861549"/>
              <a:gd name="connsiteY326" fmla="*/ 2512133 h 3345776"/>
              <a:gd name="connsiteX327" fmla="*/ 7010687 w 11861549"/>
              <a:gd name="connsiteY327" fmla="*/ 2374215 h 3345776"/>
              <a:gd name="connsiteX328" fmla="*/ 7098035 w 11861549"/>
              <a:gd name="connsiteY328" fmla="*/ 2252515 h 3345776"/>
              <a:gd name="connsiteX329" fmla="*/ 7268388 w 11861549"/>
              <a:gd name="connsiteY329" fmla="*/ 1679647 h 3345776"/>
              <a:gd name="connsiteX330" fmla="*/ 3099006 w 11861549"/>
              <a:gd name="connsiteY330" fmla="*/ 1654709 h 3345776"/>
              <a:gd name="connsiteX331" fmla="*/ 3161458 w 11861549"/>
              <a:gd name="connsiteY331" fmla="*/ 1688375 h 3345776"/>
              <a:gd name="connsiteX332" fmla="*/ 3226898 w 11861549"/>
              <a:gd name="connsiteY332" fmla="*/ 1737623 h 3345776"/>
              <a:gd name="connsiteX333" fmla="*/ 3318203 w 11861549"/>
              <a:gd name="connsiteY333" fmla="*/ 1838890 h 3345776"/>
              <a:gd name="connsiteX334" fmla="*/ 3416278 w 11861549"/>
              <a:gd name="connsiteY334" fmla="*/ 1981277 h 3345776"/>
              <a:gd name="connsiteX335" fmla="*/ 3502475 w 11861549"/>
              <a:gd name="connsiteY335" fmla="*/ 2108979 h 3345776"/>
              <a:gd name="connsiteX336" fmla="*/ 3560963 w 11861549"/>
              <a:gd name="connsiteY336" fmla="*/ 2194667 h 3345776"/>
              <a:gd name="connsiteX337" fmla="*/ 3816366 w 11861549"/>
              <a:gd name="connsiteY337" fmla="*/ 2530649 h 3345776"/>
              <a:gd name="connsiteX338" fmla="*/ 3912524 w 11861549"/>
              <a:gd name="connsiteY338" fmla="*/ 2611995 h 3345776"/>
              <a:gd name="connsiteX339" fmla="*/ 4234843 w 11861549"/>
              <a:gd name="connsiteY339" fmla="*/ 2676994 h 3345776"/>
              <a:gd name="connsiteX340" fmla="*/ 4589598 w 11861549"/>
              <a:gd name="connsiteY340" fmla="*/ 2503704 h 3345776"/>
              <a:gd name="connsiteX341" fmla="*/ 4656257 w 11861549"/>
              <a:gd name="connsiteY341" fmla="*/ 2448664 h 3345776"/>
              <a:gd name="connsiteX342" fmla="*/ 4908084 w 11861549"/>
              <a:gd name="connsiteY342" fmla="*/ 2189175 h 3345776"/>
              <a:gd name="connsiteX343" fmla="*/ 4976277 w 11861549"/>
              <a:gd name="connsiteY343" fmla="*/ 2115237 h 3345776"/>
              <a:gd name="connsiteX344" fmla="*/ 5495128 w 11861549"/>
              <a:gd name="connsiteY344" fmla="*/ 1788960 h 3345776"/>
              <a:gd name="connsiteX345" fmla="*/ 5996737 w 11861549"/>
              <a:gd name="connsiteY345" fmla="*/ 2010777 h 3345776"/>
              <a:gd name="connsiteX346" fmla="*/ 6088173 w 11861549"/>
              <a:gd name="connsiteY346" fmla="*/ 2139244 h 3345776"/>
              <a:gd name="connsiteX347" fmla="*/ 6122054 w 11861549"/>
              <a:gd name="connsiteY347" fmla="*/ 2203558 h 3345776"/>
              <a:gd name="connsiteX348" fmla="*/ 6071955 w 11861549"/>
              <a:gd name="connsiteY348" fmla="*/ 2104254 h 3345776"/>
              <a:gd name="connsiteX349" fmla="*/ 5980904 w 11861549"/>
              <a:gd name="connsiteY349" fmla="*/ 1975276 h 3345776"/>
              <a:gd name="connsiteX350" fmla="*/ 5479804 w 11861549"/>
              <a:gd name="connsiteY350" fmla="*/ 1772997 h 3345776"/>
              <a:gd name="connsiteX351" fmla="*/ 4966955 w 11861549"/>
              <a:gd name="connsiteY351" fmla="*/ 2107575 h 3345776"/>
              <a:gd name="connsiteX352" fmla="*/ 4964785 w 11861549"/>
              <a:gd name="connsiteY352" fmla="*/ 2109873 h 3345776"/>
              <a:gd name="connsiteX353" fmla="*/ 4630719 w 11861549"/>
              <a:gd name="connsiteY353" fmla="*/ 2433213 h 3345776"/>
              <a:gd name="connsiteX354" fmla="*/ 4559461 w 11861549"/>
              <a:gd name="connsiteY354" fmla="*/ 2482506 h 3345776"/>
              <a:gd name="connsiteX355" fmla="*/ 4200364 w 11861549"/>
              <a:gd name="connsiteY355" fmla="*/ 2607526 h 3345776"/>
              <a:gd name="connsiteX356" fmla="*/ 3885708 w 11861549"/>
              <a:gd name="connsiteY356" fmla="*/ 2508174 h 3345776"/>
              <a:gd name="connsiteX357" fmla="*/ 3791209 w 11861549"/>
              <a:gd name="connsiteY357" fmla="*/ 2419550 h 3345776"/>
              <a:gd name="connsiteX358" fmla="*/ 3594549 w 11861549"/>
              <a:gd name="connsiteY358" fmla="*/ 2167467 h 3345776"/>
              <a:gd name="connsiteX359" fmla="*/ 3465955 w 11861549"/>
              <a:gd name="connsiteY359" fmla="*/ 1998007 h 3345776"/>
              <a:gd name="connsiteX360" fmla="*/ 3456121 w 11861549"/>
              <a:gd name="connsiteY360" fmla="*/ 1986003 h 3345776"/>
              <a:gd name="connsiteX361" fmla="*/ 3268017 w 11861549"/>
              <a:gd name="connsiteY361" fmla="*/ 1768911 h 3345776"/>
              <a:gd name="connsiteX362" fmla="*/ 3163672 w 11861549"/>
              <a:gd name="connsiteY362" fmla="*/ 1684170 h 3345776"/>
              <a:gd name="connsiteX363" fmla="*/ 2941014 w 11861549"/>
              <a:gd name="connsiteY363" fmla="*/ 1643000 h 3345776"/>
              <a:gd name="connsiteX364" fmla="*/ 2849796 w 11861549"/>
              <a:gd name="connsiteY364" fmla="*/ 1648361 h 3345776"/>
              <a:gd name="connsiteX365" fmla="*/ 2527990 w 11861549"/>
              <a:gd name="connsiteY365" fmla="*/ 2020993 h 3345776"/>
              <a:gd name="connsiteX366" fmla="*/ 2485209 w 11861549"/>
              <a:gd name="connsiteY366" fmla="*/ 2304362 h 3345776"/>
              <a:gd name="connsiteX367" fmla="*/ 2446898 w 11861549"/>
              <a:gd name="connsiteY367" fmla="*/ 2573173 h 3345776"/>
              <a:gd name="connsiteX368" fmla="*/ 2192517 w 11861549"/>
              <a:gd name="connsiteY368" fmla="*/ 3054097 h 3345776"/>
              <a:gd name="connsiteX369" fmla="*/ 1889737 w 11861549"/>
              <a:gd name="connsiteY369" fmla="*/ 3177201 h 3345776"/>
              <a:gd name="connsiteX370" fmla="*/ 1717851 w 11861549"/>
              <a:gd name="connsiteY370" fmla="*/ 3132250 h 3345776"/>
              <a:gd name="connsiteX371" fmla="*/ 1621803 w 11861549"/>
              <a:gd name="connsiteY371" fmla="*/ 3052227 h 3345776"/>
              <a:gd name="connsiteX372" fmla="*/ 1551837 w 11861549"/>
              <a:gd name="connsiteY372" fmla="*/ 2950558 h 3345776"/>
              <a:gd name="connsiteX373" fmla="*/ 1556134 w 11861549"/>
              <a:gd name="connsiteY373" fmla="*/ 2962644 h 3345776"/>
              <a:gd name="connsiteX374" fmla="*/ 1781956 w 11861549"/>
              <a:gd name="connsiteY374" fmla="*/ 3284469 h 3345776"/>
              <a:gd name="connsiteX375" fmla="*/ 2258154 w 11861549"/>
              <a:gd name="connsiteY375" fmla="*/ 3208615 h 3345776"/>
              <a:gd name="connsiteX376" fmla="*/ 2491720 w 11861549"/>
              <a:gd name="connsiteY376" fmla="*/ 2711602 h 3345776"/>
              <a:gd name="connsiteX377" fmla="*/ 2517261 w 11861549"/>
              <a:gd name="connsiteY377" fmla="*/ 2440875 h 3345776"/>
              <a:gd name="connsiteX378" fmla="*/ 2554804 w 11861549"/>
              <a:gd name="connsiteY378" fmla="*/ 2105020 h 3345776"/>
              <a:gd name="connsiteX379" fmla="*/ 2895639 w 11861549"/>
              <a:gd name="connsiteY379" fmla="*/ 1656789 h 3345776"/>
              <a:gd name="connsiteX380" fmla="*/ 2967470 w 11861549"/>
              <a:gd name="connsiteY380" fmla="*/ 1647980 h 3345776"/>
              <a:gd name="connsiteX381" fmla="*/ 9151626 w 11861549"/>
              <a:gd name="connsiteY381" fmla="*/ 1631097 h 3345776"/>
              <a:gd name="connsiteX382" fmla="*/ 9200126 w 11861549"/>
              <a:gd name="connsiteY382" fmla="*/ 1648999 h 3345776"/>
              <a:gd name="connsiteX383" fmla="*/ 9214108 w 11861549"/>
              <a:gd name="connsiteY383" fmla="*/ 1651442 h 3345776"/>
              <a:gd name="connsiteX384" fmla="*/ 7307461 w 11861549"/>
              <a:gd name="connsiteY384" fmla="*/ 1628102 h 3345776"/>
              <a:gd name="connsiteX385" fmla="*/ 7297122 w 11861549"/>
              <a:gd name="connsiteY385" fmla="*/ 1672878 h 3345776"/>
              <a:gd name="connsiteX386" fmla="*/ 7293724 w 11861549"/>
              <a:gd name="connsiteY386" fmla="*/ 1692427 h 3345776"/>
              <a:gd name="connsiteX387" fmla="*/ 3755422 w 11861549"/>
              <a:gd name="connsiteY387" fmla="*/ 1627342 h 3345776"/>
              <a:gd name="connsiteX388" fmla="*/ 3766606 w 11861549"/>
              <a:gd name="connsiteY388" fmla="*/ 1658186 h 3345776"/>
              <a:gd name="connsiteX389" fmla="*/ 3762301 w 11861549"/>
              <a:gd name="connsiteY389" fmla="*/ 1641856 h 3345776"/>
              <a:gd name="connsiteX390" fmla="*/ 2893031 w 11861549"/>
              <a:gd name="connsiteY390" fmla="*/ 1624796 h 3345776"/>
              <a:gd name="connsiteX391" fmla="*/ 2799610 w 11861549"/>
              <a:gd name="connsiteY391" fmla="*/ 1626778 h 3345776"/>
              <a:gd name="connsiteX392" fmla="*/ 2486997 w 11861549"/>
              <a:gd name="connsiteY392" fmla="*/ 1934156 h 3345776"/>
              <a:gd name="connsiteX393" fmla="*/ 2439619 w 11861549"/>
              <a:gd name="connsiteY393" fmla="*/ 2170915 h 3345776"/>
              <a:gd name="connsiteX394" fmla="*/ 2387135 w 11861549"/>
              <a:gd name="connsiteY394" fmla="*/ 2432829 h 3345776"/>
              <a:gd name="connsiteX395" fmla="*/ 2116152 w 11861549"/>
              <a:gd name="connsiteY395" fmla="*/ 2889745 h 3345776"/>
              <a:gd name="connsiteX396" fmla="*/ 1660641 w 11861549"/>
              <a:gd name="connsiteY396" fmla="*/ 2968664 h 3345776"/>
              <a:gd name="connsiteX397" fmla="*/ 1497757 w 11861549"/>
              <a:gd name="connsiteY397" fmla="*/ 2796842 h 3345776"/>
              <a:gd name="connsiteX398" fmla="*/ 1496173 w 11861549"/>
              <a:gd name="connsiteY398" fmla="*/ 2793589 h 3345776"/>
              <a:gd name="connsiteX399" fmla="*/ 1505891 w 11861549"/>
              <a:gd name="connsiteY399" fmla="*/ 2821237 h 3345776"/>
              <a:gd name="connsiteX400" fmla="*/ 1545698 w 11861549"/>
              <a:gd name="connsiteY400" fmla="*/ 2910918 h 3345776"/>
              <a:gd name="connsiteX401" fmla="*/ 1724619 w 11861549"/>
              <a:gd name="connsiteY401" fmla="*/ 3121013 h 3345776"/>
              <a:gd name="connsiteX402" fmla="*/ 2182812 w 11861549"/>
              <a:gd name="connsiteY402" fmla="*/ 3044392 h 3345776"/>
              <a:gd name="connsiteX403" fmla="*/ 2433106 w 11861549"/>
              <a:gd name="connsiteY403" fmla="*/ 2570492 h 3345776"/>
              <a:gd name="connsiteX404" fmla="*/ 2471417 w 11861549"/>
              <a:gd name="connsiteY404" fmla="*/ 2303085 h 3345776"/>
              <a:gd name="connsiteX405" fmla="*/ 2514579 w 11861549"/>
              <a:gd name="connsiteY405" fmla="*/ 2017928 h 3345776"/>
              <a:gd name="connsiteX406" fmla="*/ 2846603 w 11861549"/>
              <a:gd name="connsiteY406" fmla="*/ 1634824 h 3345776"/>
              <a:gd name="connsiteX407" fmla="*/ 2923872 w 11861549"/>
              <a:gd name="connsiteY407" fmla="*/ 1630231 h 3345776"/>
              <a:gd name="connsiteX408" fmla="*/ 2965640 w 11861549"/>
              <a:gd name="connsiteY408" fmla="*/ 1610093 h 3345776"/>
              <a:gd name="connsiteX409" fmla="*/ 3083486 w 11861549"/>
              <a:gd name="connsiteY409" fmla="*/ 1647638 h 3345776"/>
              <a:gd name="connsiteX410" fmla="*/ 3041348 w 11861549"/>
              <a:gd name="connsiteY410" fmla="*/ 1628440 h 3345776"/>
              <a:gd name="connsiteX411" fmla="*/ 2750060 w 11861549"/>
              <a:gd name="connsiteY411" fmla="*/ 1605325 h 3345776"/>
              <a:gd name="connsiteX412" fmla="*/ 2446642 w 11861549"/>
              <a:gd name="connsiteY412" fmla="*/ 1847957 h 3345776"/>
              <a:gd name="connsiteX413" fmla="*/ 2395562 w 11861549"/>
              <a:gd name="connsiteY413" fmla="*/ 2044106 h 3345776"/>
              <a:gd name="connsiteX414" fmla="*/ 2328646 w 11861549"/>
              <a:gd name="connsiteY414" fmla="*/ 2292614 h 3345776"/>
              <a:gd name="connsiteX415" fmla="*/ 2041063 w 11861549"/>
              <a:gd name="connsiteY415" fmla="*/ 2725648 h 3345776"/>
              <a:gd name="connsiteX416" fmla="*/ 1603813 w 11861549"/>
              <a:gd name="connsiteY416" fmla="*/ 2805334 h 3345776"/>
              <a:gd name="connsiteX417" fmla="*/ 1445734 w 11861549"/>
              <a:gd name="connsiteY417" fmla="*/ 2645932 h 3345776"/>
              <a:gd name="connsiteX418" fmla="*/ 1431347 w 11861549"/>
              <a:gd name="connsiteY418" fmla="*/ 2617892 h 3345776"/>
              <a:gd name="connsiteX419" fmla="*/ 1454890 w 11861549"/>
              <a:gd name="connsiteY419" fmla="*/ 2677823 h 3345776"/>
              <a:gd name="connsiteX420" fmla="*/ 1667153 w 11861549"/>
              <a:gd name="connsiteY420" fmla="*/ 2956405 h 3345776"/>
              <a:gd name="connsiteX421" fmla="*/ 2107213 w 11861549"/>
              <a:gd name="connsiteY421" fmla="*/ 2879784 h 3345776"/>
              <a:gd name="connsiteX422" fmla="*/ 2374236 w 11861549"/>
              <a:gd name="connsiteY422" fmla="*/ 2429126 h 3345776"/>
              <a:gd name="connsiteX423" fmla="*/ 2426848 w 11861549"/>
              <a:gd name="connsiteY423" fmla="*/ 2168872 h 3345776"/>
              <a:gd name="connsiteX424" fmla="*/ 2474483 w 11861549"/>
              <a:gd name="connsiteY424" fmla="*/ 1930580 h 3345776"/>
              <a:gd name="connsiteX425" fmla="*/ 2798203 w 11861549"/>
              <a:gd name="connsiteY425" fmla="*/ 1613498 h 3345776"/>
              <a:gd name="connsiteX426" fmla="*/ 2877515 w 11861549"/>
              <a:gd name="connsiteY426" fmla="*/ 1611815 h 3345776"/>
              <a:gd name="connsiteX427" fmla="*/ 2848409 w 11861549"/>
              <a:gd name="connsiteY427" fmla="*/ 1607078 h 3345776"/>
              <a:gd name="connsiteX428" fmla="*/ 2750060 w 11861549"/>
              <a:gd name="connsiteY428" fmla="*/ 1605325 h 3345776"/>
              <a:gd name="connsiteX429" fmla="*/ 2700768 w 11861549"/>
              <a:gd name="connsiteY429" fmla="*/ 1584127 h 3345776"/>
              <a:gd name="connsiteX430" fmla="*/ 2406417 w 11861549"/>
              <a:gd name="connsiteY430" fmla="*/ 1761376 h 3345776"/>
              <a:gd name="connsiteX431" fmla="*/ 2350994 w 11861549"/>
              <a:gd name="connsiteY431" fmla="*/ 1923046 h 3345776"/>
              <a:gd name="connsiteX432" fmla="*/ 2269649 w 11861549"/>
              <a:gd name="connsiteY432" fmla="*/ 2152270 h 3345776"/>
              <a:gd name="connsiteX433" fmla="*/ 1965592 w 11861549"/>
              <a:gd name="connsiteY433" fmla="*/ 2560914 h 3345776"/>
              <a:gd name="connsiteX434" fmla="*/ 1546732 w 11861549"/>
              <a:gd name="connsiteY434" fmla="*/ 2641238 h 3345776"/>
              <a:gd name="connsiteX435" fmla="*/ 1394272 w 11861549"/>
              <a:gd name="connsiteY435" fmla="*/ 2495084 h 3345776"/>
              <a:gd name="connsiteX436" fmla="*/ 1367525 w 11861549"/>
              <a:gd name="connsiteY436" fmla="*/ 2445918 h 3345776"/>
              <a:gd name="connsiteX437" fmla="*/ 1404332 w 11861549"/>
              <a:gd name="connsiteY437" fmla="*/ 2534518 h 3345776"/>
              <a:gd name="connsiteX438" fmla="*/ 1610454 w 11861549"/>
              <a:gd name="connsiteY438" fmla="*/ 2793203 h 3345776"/>
              <a:gd name="connsiteX439" fmla="*/ 2032506 w 11861549"/>
              <a:gd name="connsiteY439" fmla="*/ 2715305 h 3345776"/>
              <a:gd name="connsiteX440" fmla="*/ 2316387 w 11861549"/>
              <a:gd name="connsiteY440" fmla="*/ 2287888 h 3345776"/>
              <a:gd name="connsiteX441" fmla="*/ 2382791 w 11861549"/>
              <a:gd name="connsiteY441" fmla="*/ 2040914 h 3345776"/>
              <a:gd name="connsiteX442" fmla="*/ 2434639 w 11861549"/>
              <a:gd name="connsiteY442" fmla="*/ 1843233 h 3345776"/>
              <a:gd name="connsiteX443" fmla="*/ 2749806 w 11861549"/>
              <a:gd name="connsiteY443" fmla="*/ 1591916 h 3345776"/>
              <a:gd name="connsiteX444" fmla="*/ 2830514 w 11861549"/>
              <a:gd name="connsiteY444" fmla="*/ 1593348 h 3345776"/>
              <a:gd name="connsiteX445" fmla="*/ 2799175 w 11861549"/>
              <a:gd name="connsiteY445" fmla="*/ 1588648 h 3345776"/>
              <a:gd name="connsiteX446" fmla="*/ 2700768 w 11861549"/>
              <a:gd name="connsiteY446" fmla="*/ 1584127 h 3345776"/>
              <a:gd name="connsiteX447" fmla="*/ 2894149 w 11861549"/>
              <a:gd name="connsiteY447" fmla="*/ 1578983 h 3345776"/>
              <a:gd name="connsiteX448" fmla="*/ 3045691 w 11861549"/>
              <a:gd name="connsiteY448" fmla="*/ 1615669 h 3345776"/>
              <a:gd name="connsiteX449" fmla="*/ 3184630 w 11861549"/>
              <a:gd name="connsiteY449" fmla="*/ 1681691 h 3345776"/>
              <a:gd name="connsiteX450" fmla="*/ 3277722 w 11861549"/>
              <a:gd name="connsiteY450" fmla="*/ 1759717 h 3345776"/>
              <a:gd name="connsiteX451" fmla="*/ 3466593 w 11861549"/>
              <a:gd name="connsiteY451" fmla="*/ 1976809 h 3345776"/>
              <a:gd name="connsiteX452" fmla="*/ 3476426 w 11861549"/>
              <a:gd name="connsiteY452" fmla="*/ 1988812 h 3345776"/>
              <a:gd name="connsiteX453" fmla="*/ 3605532 w 11861549"/>
              <a:gd name="connsiteY453" fmla="*/ 2158910 h 3345776"/>
              <a:gd name="connsiteX454" fmla="*/ 3801425 w 11861549"/>
              <a:gd name="connsiteY454" fmla="*/ 2409972 h 3345776"/>
              <a:gd name="connsiteX455" fmla="*/ 3894009 w 11861549"/>
              <a:gd name="connsiteY455" fmla="*/ 2496809 h 3345776"/>
              <a:gd name="connsiteX456" fmla="*/ 4199599 w 11861549"/>
              <a:gd name="connsiteY456" fmla="*/ 2593478 h 3345776"/>
              <a:gd name="connsiteX457" fmla="*/ 4552437 w 11861549"/>
              <a:gd name="connsiteY457" fmla="*/ 2470501 h 3345776"/>
              <a:gd name="connsiteX458" fmla="*/ 4622545 w 11861549"/>
              <a:gd name="connsiteY458" fmla="*/ 2421975 h 3345776"/>
              <a:gd name="connsiteX459" fmla="*/ 4954569 w 11861549"/>
              <a:gd name="connsiteY459" fmla="*/ 2100040 h 3345776"/>
              <a:gd name="connsiteX460" fmla="*/ 4956739 w 11861549"/>
              <a:gd name="connsiteY460" fmla="*/ 2097741 h 3345776"/>
              <a:gd name="connsiteX461" fmla="*/ 5477379 w 11861549"/>
              <a:gd name="connsiteY461" fmla="*/ 1758950 h 3345776"/>
              <a:gd name="connsiteX462" fmla="*/ 5990609 w 11861549"/>
              <a:gd name="connsiteY462" fmla="*/ 1965826 h 3345776"/>
              <a:gd name="connsiteX463" fmla="*/ 6083065 w 11861549"/>
              <a:gd name="connsiteY463" fmla="*/ 2096848 h 3345776"/>
              <a:gd name="connsiteX464" fmla="*/ 6115207 w 11861549"/>
              <a:gd name="connsiteY464" fmla="*/ 2160559 h 3345776"/>
              <a:gd name="connsiteX465" fmla="*/ 6067741 w 11861549"/>
              <a:gd name="connsiteY465" fmla="*/ 2062368 h 3345776"/>
              <a:gd name="connsiteX466" fmla="*/ 5975923 w 11861549"/>
              <a:gd name="connsiteY466" fmla="*/ 1931091 h 3345776"/>
              <a:gd name="connsiteX467" fmla="*/ 5463585 w 11861549"/>
              <a:gd name="connsiteY467" fmla="*/ 1743626 h 3345776"/>
              <a:gd name="connsiteX468" fmla="*/ 4948310 w 11861549"/>
              <a:gd name="connsiteY468" fmla="*/ 2090973 h 3345776"/>
              <a:gd name="connsiteX469" fmla="*/ 4596749 w 11861549"/>
              <a:gd name="connsiteY469" fmla="*/ 2407801 h 3345776"/>
              <a:gd name="connsiteX470" fmla="*/ 4521916 w 11861549"/>
              <a:gd name="connsiteY470" fmla="*/ 2450836 h 3345776"/>
              <a:gd name="connsiteX471" fmla="*/ 4164351 w 11861549"/>
              <a:gd name="connsiteY471" fmla="*/ 2524776 h 3345776"/>
              <a:gd name="connsiteX472" fmla="*/ 3867446 w 11861549"/>
              <a:gd name="connsiteY472" fmla="*/ 2393242 h 3345776"/>
              <a:gd name="connsiteX473" fmla="*/ 3776779 w 11861549"/>
              <a:gd name="connsiteY473" fmla="*/ 2299382 h 3345776"/>
              <a:gd name="connsiteX474" fmla="*/ 3640776 w 11861549"/>
              <a:gd name="connsiteY474" fmla="*/ 2124559 h 3345776"/>
              <a:gd name="connsiteX475" fmla="*/ 3441180 w 11861549"/>
              <a:gd name="connsiteY475" fmla="*/ 1879245 h 3345776"/>
              <a:gd name="connsiteX476" fmla="*/ 3229579 w 11861549"/>
              <a:gd name="connsiteY476" fmla="*/ 1692034 h 3345776"/>
              <a:gd name="connsiteX477" fmla="*/ 3136358 w 11861549"/>
              <a:gd name="connsiteY477" fmla="*/ 1638528 h 3345776"/>
              <a:gd name="connsiteX478" fmla="*/ 2998695 w 11861549"/>
              <a:gd name="connsiteY478" fmla="*/ 1596259 h 3345776"/>
              <a:gd name="connsiteX479" fmla="*/ 2650964 w 11861549"/>
              <a:gd name="connsiteY479" fmla="*/ 1562035 h 3345776"/>
              <a:gd name="connsiteX480" fmla="*/ 2365681 w 11861549"/>
              <a:gd name="connsiteY480" fmla="*/ 1674539 h 3345776"/>
              <a:gd name="connsiteX481" fmla="*/ 2303617 w 11861549"/>
              <a:gd name="connsiteY481" fmla="*/ 1810286 h 3345776"/>
              <a:gd name="connsiteX482" fmla="*/ 2210524 w 11861549"/>
              <a:gd name="connsiteY482" fmla="*/ 2011544 h 3345776"/>
              <a:gd name="connsiteX483" fmla="*/ 1890504 w 11861549"/>
              <a:gd name="connsiteY483" fmla="*/ 2396691 h 3345776"/>
              <a:gd name="connsiteX484" fmla="*/ 1489522 w 11861549"/>
              <a:gd name="connsiteY484" fmla="*/ 2477398 h 3345776"/>
              <a:gd name="connsiteX485" fmla="*/ 1342202 w 11861549"/>
              <a:gd name="connsiteY485" fmla="*/ 2344286 h 3345776"/>
              <a:gd name="connsiteX486" fmla="*/ 1299215 w 11861549"/>
              <a:gd name="connsiteY486" fmla="*/ 2269999 h 3345776"/>
              <a:gd name="connsiteX487" fmla="*/ 1309079 w 11861549"/>
              <a:gd name="connsiteY487" fmla="*/ 2291081 h 3345776"/>
              <a:gd name="connsiteX488" fmla="*/ 1553116 w 11861549"/>
              <a:gd name="connsiteY488" fmla="*/ 2629362 h 3345776"/>
              <a:gd name="connsiteX489" fmla="*/ 1957163 w 11861549"/>
              <a:gd name="connsiteY489" fmla="*/ 2550954 h 3345776"/>
              <a:gd name="connsiteX490" fmla="*/ 2257773 w 11861549"/>
              <a:gd name="connsiteY490" fmla="*/ 2146524 h 3345776"/>
              <a:gd name="connsiteX491" fmla="*/ 2337458 w 11861549"/>
              <a:gd name="connsiteY491" fmla="*/ 1918832 h 3345776"/>
              <a:gd name="connsiteX492" fmla="*/ 2393517 w 11861549"/>
              <a:gd name="connsiteY492" fmla="*/ 1755757 h 3345776"/>
              <a:gd name="connsiteX493" fmla="*/ 2700001 w 11861549"/>
              <a:gd name="connsiteY493" fmla="*/ 1570335 h 3345776"/>
              <a:gd name="connsiteX494" fmla="*/ 2708430 w 11861549"/>
              <a:gd name="connsiteY494" fmla="*/ 1570335 h 3345776"/>
              <a:gd name="connsiteX495" fmla="*/ 2747842 w 11861549"/>
              <a:gd name="connsiteY495" fmla="*/ 1572510 h 3345776"/>
              <a:gd name="connsiteX496" fmla="*/ 3754013 w 11861549"/>
              <a:gd name="connsiteY496" fmla="*/ 1561082 h 3345776"/>
              <a:gd name="connsiteX497" fmla="*/ 3773803 w 11861549"/>
              <a:gd name="connsiteY497" fmla="*/ 1636745 h 3345776"/>
              <a:gd name="connsiteX498" fmla="*/ 3781088 w 11861549"/>
              <a:gd name="connsiteY498" fmla="*/ 1652096 h 3345776"/>
              <a:gd name="connsiteX499" fmla="*/ 3767713 w 11861549"/>
              <a:gd name="connsiteY499" fmla="*/ 1609029 h 3345776"/>
              <a:gd name="connsiteX500" fmla="*/ 3761547 w 11861549"/>
              <a:gd name="connsiteY500" fmla="*/ 1579937 h 3345776"/>
              <a:gd name="connsiteX501" fmla="*/ 7352073 w 11861549"/>
              <a:gd name="connsiteY501" fmla="*/ 1529467 h 3345776"/>
              <a:gd name="connsiteX502" fmla="*/ 7352033 w 11861549"/>
              <a:gd name="connsiteY502" fmla="*/ 1529598 h 3345776"/>
              <a:gd name="connsiteX503" fmla="*/ 7352019 w 11861549"/>
              <a:gd name="connsiteY503" fmla="*/ 1529662 h 3345776"/>
              <a:gd name="connsiteX504" fmla="*/ 2707954 w 11861549"/>
              <a:gd name="connsiteY504" fmla="*/ 1523172 h 3345776"/>
              <a:gd name="connsiteX505" fmla="*/ 2845582 w 11861549"/>
              <a:gd name="connsiteY505" fmla="*/ 1538665 h 3345776"/>
              <a:gd name="connsiteX506" fmla="*/ 2957193 w 11861549"/>
              <a:gd name="connsiteY506" fmla="*/ 1549265 h 3345776"/>
              <a:gd name="connsiteX507" fmla="*/ 3097664 w 11861549"/>
              <a:gd name="connsiteY507" fmla="*/ 1570846 h 3345776"/>
              <a:gd name="connsiteX508" fmla="*/ 3195357 w 11861549"/>
              <a:gd name="connsiteY508" fmla="*/ 1602134 h 3345776"/>
              <a:gd name="connsiteX509" fmla="*/ 3423813 w 11861549"/>
              <a:gd name="connsiteY509" fmla="*/ 1750395 h 3345776"/>
              <a:gd name="connsiteX510" fmla="*/ 3697348 w 11861549"/>
              <a:gd name="connsiteY510" fmla="*/ 2072713 h 3345776"/>
              <a:gd name="connsiteX511" fmla="*/ 3771798 w 11861549"/>
              <a:gd name="connsiteY511" fmla="*/ 2170787 h 3345776"/>
              <a:gd name="connsiteX512" fmla="*/ 3857359 w 11861549"/>
              <a:gd name="connsiteY512" fmla="*/ 2268606 h 3345776"/>
              <a:gd name="connsiteX513" fmla="*/ 4130129 w 11861549"/>
              <a:gd name="connsiteY513" fmla="*/ 2428744 h 3345776"/>
              <a:gd name="connsiteX514" fmla="*/ 4478753 w 11861549"/>
              <a:gd name="connsiteY514" fmla="*/ 2406523 h 3345776"/>
              <a:gd name="connsiteX515" fmla="*/ 4555374 w 11861549"/>
              <a:gd name="connsiteY515" fmla="*/ 2370512 h 3345776"/>
              <a:gd name="connsiteX516" fmla="*/ 4919323 w 11861549"/>
              <a:gd name="connsiteY516" fmla="*/ 2064923 h 3345776"/>
              <a:gd name="connsiteX517" fmla="*/ 5443664 w 11861549"/>
              <a:gd name="connsiteY517" fmla="*/ 1701229 h 3345776"/>
              <a:gd name="connsiteX518" fmla="*/ 5980010 w 11861549"/>
              <a:gd name="connsiteY518" fmla="*/ 1878096 h 3345776"/>
              <a:gd name="connsiteX519" fmla="*/ 6074381 w 11861549"/>
              <a:gd name="connsiteY519" fmla="*/ 2013970 h 3345776"/>
              <a:gd name="connsiteX520" fmla="*/ 6077451 w 11861549"/>
              <a:gd name="connsiteY520" fmla="*/ 2020589 h 3345776"/>
              <a:gd name="connsiteX521" fmla="*/ 6058802 w 11861549"/>
              <a:gd name="connsiteY521" fmla="*/ 1978596 h 3345776"/>
              <a:gd name="connsiteX522" fmla="*/ 5965196 w 11861549"/>
              <a:gd name="connsiteY522" fmla="*/ 1842849 h 3345776"/>
              <a:gd name="connsiteX523" fmla="*/ 5431150 w 11861549"/>
              <a:gd name="connsiteY523" fmla="*/ 1685650 h 3345776"/>
              <a:gd name="connsiteX524" fmla="*/ 4911023 w 11861549"/>
              <a:gd name="connsiteY524" fmla="*/ 2058282 h 3345776"/>
              <a:gd name="connsiteX525" fmla="*/ 4528684 w 11861549"/>
              <a:gd name="connsiteY525" fmla="*/ 2357359 h 3345776"/>
              <a:gd name="connsiteX526" fmla="*/ 4446318 w 11861549"/>
              <a:gd name="connsiteY526" fmla="*/ 2387624 h 3345776"/>
              <a:gd name="connsiteX527" fmla="*/ 4090797 w 11861549"/>
              <a:gd name="connsiteY527" fmla="*/ 2359146 h 3345776"/>
              <a:gd name="connsiteX528" fmla="*/ 3829775 w 11861549"/>
              <a:gd name="connsiteY528" fmla="*/ 2163764 h 3345776"/>
              <a:gd name="connsiteX529" fmla="*/ 3746769 w 11861549"/>
              <a:gd name="connsiteY529" fmla="*/ 2059303 h 3345776"/>
              <a:gd name="connsiteX530" fmla="*/ 3736425 w 11861549"/>
              <a:gd name="connsiteY530" fmla="*/ 2045001 h 3345776"/>
              <a:gd name="connsiteX531" fmla="*/ 3390356 w 11861549"/>
              <a:gd name="connsiteY531" fmla="*/ 1642486 h 3345776"/>
              <a:gd name="connsiteX532" fmla="*/ 3152196 w 11861549"/>
              <a:gd name="connsiteY532" fmla="*/ 1537260 h 3345776"/>
              <a:gd name="connsiteX533" fmla="*/ 3054374 w 11861549"/>
              <a:gd name="connsiteY533" fmla="*/ 1529471 h 3345776"/>
              <a:gd name="connsiteX534" fmla="*/ 2957577 w 11861549"/>
              <a:gd name="connsiteY534" fmla="*/ 1529471 h 3345776"/>
              <a:gd name="connsiteX535" fmla="*/ 2913266 w 11861549"/>
              <a:gd name="connsiteY535" fmla="*/ 1529471 h 3345776"/>
              <a:gd name="connsiteX536" fmla="*/ 2518149 w 11861549"/>
              <a:gd name="connsiteY536" fmla="*/ 1499719 h 3345776"/>
              <a:gd name="connsiteX537" fmla="*/ 2554041 w 11861549"/>
              <a:gd name="connsiteY537" fmla="*/ 1505846 h 3345776"/>
              <a:gd name="connsiteX538" fmla="*/ 2598735 w 11861549"/>
              <a:gd name="connsiteY538" fmla="*/ 1510878 h 3345776"/>
              <a:gd name="connsiteX539" fmla="*/ 5642767 w 11861549"/>
              <a:gd name="connsiteY539" fmla="*/ 1482923 h 3345776"/>
              <a:gd name="connsiteX540" fmla="*/ 5349803 w 11861549"/>
              <a:gd name="connsiteY540" fmla="*/ 1538282 h 3345776"/>
              <a:gd name="connsiteX541" fmla="*/ 4932221 w 11861549"/>
              <a:gd name="connsiteY541" fmla="*/ 1864686 h 3345776"/>
              <a:gd name="connsiteX542" fmla="*/ 4817290 w 11861549"/>
              <a:gd name="connsiteY542" fmla="*/ 1974126 h 3345776"/>
              <a:gd name="connsiteX543" fmla="*/ 4357565 w 11861549"/>
              <a:gd name="connsiteY543" fmla="*/ 2228380 h 3345776"/>
              <a:gd name="connsiteX544" fmla="*/ 4256680 w 11861549"/>
              <a:gd name="connsiteY544" fmla="*/ 2226720 h 3345776"/>
              <a:gd name="connsiteX545" fmla="*/ 4134249 w 11861549"/>
              <a:gd name="connsiteY545" fmla="*/ 2186357 h 3345776"/>
              <a:gd name="connsiteX546" fmla="*/ 4040853 w 11861549"/>
              <a:gd name="connsiteY546" fmla="*/ 2117363 h 3345776"/>
              <a:gd name="connsiteX547" fmla="*/ 4089551 w 11861549"/>
              <a:gd name="connsiteY547" fmla="*/ 2164002 h 3345776"/>
              <a:gd name="connsiteX548" fmla="*/ 4296396 w 11861549"/>
              <a:gd name="connsiteY548" fmla="*/ 2245236 h 3345776"/>
              <a:gd name="connsiteX549" fmla="*/ 4390257 w 11861549"/>
              <a:gd name="connsiteY549" fmla="*/ 2240639 h 3345776"/>
              <a:gd name="connsiteX550" fmla="*/ 4827249 w 11861549"/>
              <a:gd name="connsiteY550" fmla="*/ 1980894 h 3345776"/>
              <a:gd name="connsiteX551" fmla="*/ 4919450 w 11861549"/>
              <a:gd name="connsiteY551" fmla="*/ 1892270 h 3345776"/>
              <a:gd name="connsiteX552" fmla="*/ 5360914 w 11861549"/>
              <a:gd name="connsiteY552" fmla="*/ 1555138 h 3345776"/>
              <a:gd name="connsiteX553" fmla="*/ 5955364 w 11861549"/>
              <a:gd name="connsiteY553" fmla="*/ 1657299 h 3345776"/>
              <a:gd name="connsiteX554" fmla="*/ 6050235 w 11861549"/>
              <a:gd name="connsiteY554" fmla="*/ 1798633 h 3345776"/>
              <a:gd name="connsiteX555" fmla="*/ 6038369 w 11861549"/>
              <a:gd name="connsiteY555" fmla="*/ 1769293 h 3345776"/>
              <a:gd name="connsiteX556" fmla="*/ 5940423 w 11861549"/>
              <a:gd name="connsiteY556" fmla="*/ 1621799 h 3345776"/>
              <a:gd name="connsiteX557" fmla="*/ 5642767 w 11861549"/>
              <a:gd name="connsiteY557" fmla="*/ 1482923 h 3345776"/>
              <a:gd name="connsiteX558" fmla="*/ 7676284 w 11861549"/>
              <a:gd name="connsiteY558" fmla="*/ 1482607 h 3345776"/>
              <a:gd name="connsiteX559" fmla="*/ 7617269 w 11861549"/>
              <a:gd name="connsiteY559" fmla="*/ 1491544 h 3345776"/>
              <a:gd name="connsiteX560" fmla="*/ 7422677 w 11861549"/>
              <a:gd name="connsiteY560" fmla="*/ 1642301 h 3345776"/>
              <a:gd name="connsiteX561" fmla="*/ 7420706 w 11861549"/>
              <a:gd name="connsiteY561" fmla="*/ 1646189 h 3345776"/>
              <a:gd name="connsiteX562" fmla="*/ 7484035 w 11861549"/>
              <a:gd name="connsiteY562" fmla="*/ 1579359 h 3345776"/>
              <a:gd name="connsiteX563" fmla="*/ 7578830 w 11861549"/>
              <a:gd name="connsiteY563" fmla="*/ 1530109 h 3345776"/>
              <a:gd name="connsiteX564" fmla="*/ 7834233 w 11861549"/>
              <a:gd name="connsiteY564" fmla="*/ 1533812 h 3345776"/>
              <a:gd name="connsiteX565" fmla="*/ 8703048 w 11861549"/>
              <a:gd name="connsiteY565" fmla="*/ 1685992 h 3345776"/>
              <a:gd name="connsiteX566" fmla="*/ 8497451 w 11861549"/>
              <a:gd name="connsiteY566" fmla="*/ 1644737 h 3345776"/>
              <a:gd name="connsiteX567" fmla="*/ 8176473 w 11861549"/>
              <a:gd name="connsiteY567" fmla="*/ 1573911 h 3345776"/>
              <a:gd name="connsiteX568" fmla="*/ 8032937 w 11861549"/>
              <a:gd name="connsiteY568" fmla="*/ 1541985 h 3345776"/>
              <a:gd name="connsiteX569" fmla="*/ 7866926 w 11861549"/>
              <a:gd name="connsiteY569" fmla="*/ 1505718 h 3345776"/>
              <a:gd name="connsiteX570" fmla="*/ 7676284 w 11861549"/>
              <a:gd name="connsiteY570" fmla="*/ 1482607 h 3345776"/>
              <a:gd name="connsiteX571" fmla="*/ 3733863 w 11861549"/>
              <a:gd name="connsiteY571" fmla="*/ 1460330 h 3345776"/>
              <a:gd name="connsiteX572" fmla="*/ 3738225 w 11861549"/>
              <a:gd name="connsiteY572" fmla="*/ 1486873 h 3345776"/>
              <a:gd name="connsiteX573" fmla="*/ 3745888 w 11861549"/>
              <a:gd name="connsiteY573" fmla="*/ 1506057 h 3345776"/>
              <a:gd name="connsiteX574" fmla="*/ 3740308 w 11861549"/>
              <a:gd name="connsiteY574" fmla="*/ 1479730 h 3345776"/>
              <a:gd name="connsiteX575" fmla="*/ 3164848 w 11861549"/>
              <a:gd name="connsiteY575" fmla="*/ 1457595 h 3345776"/>
              <a:gd name="connsiteX576" fmla="*/ 3114395 w 11861549"/>
              <a:gd name="connsiteY576" fmla="*/ 1458596 h 3345776"/>
              <a:gd name="connsiteX577" fmla="*/ 3026536 w 11861549"/>
              <a:gd name="connsiteY577" fmla="*/ 1471366 h 3345776"/>
              <a:gd name="connsiteX578" fmla="*/ 3010189 w 11861549"/>
              <a:gd name="connsiteY578" fmla="*/ 1474431 h 3345776"/>
              <a:gd name="connsiteX579" fmla="*/ 2870997 w 11861549"/>
              <a:gd name="connsiteY579" fmla="*/ 1496012 h 3345776"/>
              <a:gd name="connsiteX580" fmla="*/ 2702877 w 11861549"/>
              <a:gd name="connsiteY580" fmla="*/ 1505207 h 3345776"/>
              <a:gd name="connsiteX581" fmla="*/ 2625432 w 11861549"/>
              <a:gd name="connsiteY581" fmla="*/ 1501174 h 3345776"/>
              <a:gd name="connsiteX582" fmla="*/ 2682987 w 11861549"/>
              <a:gd name="connsiteY582" fmla="*/ 1509151 h 3345776"/>
              <a:gd name="connsiteX583" fmla="*/ 2913010 w 11861549"/>
              <a:gd name="connsiteY583" fmla="*/ 1516062 h 3345776"/>
              <a:gd name="connsiteX584" fmla="*/ 2957321 w 11861549"/>
              <a:gd name="connsiteY584" fmla="*/ 1516062 h 3345776"/>
              <a:gd name="connsiteX585" fmla="*/ 3054503 w 11861549"/>
              <a:gd name="connsiteY585" fmla="*/ 1516062 h 3345776"/>
              <a:gd name="connsiteX586" fmla="*/ 3154366 w 11861549"/>
              <a:gd name="connsiteY586" fmla="*/ 1523979 h 3345776"/>
              <a:gd name="connsiteX587" fmla="*/ 3398018 w 11861549"/>
              <a:gd name="connsiteY587" fmla="*/ 1631504 h 3345776"/>
              <a:gd name="connsiteX588" fmla="*/ 3747152 w 11861549"/>
              <a:gd name="connsiteY588" fmla="*/ 2037084 h 3345776"/>
              <a:gd name="connsiteX589" fmla="*/ 3757497 w 11861549"/>
              <a:gd name="connsiteY589" fmla="*/ 2051514 h 3345776"/>
              <a:gd name="connsiteX590" fmla="*/ 3839608 w 11861549"/>
              <a:gd name="connsiteY590" fmla="*/ 2154824 h 3345776"/>
              <a:gd name="connsiteX591" fmla="*/ 4096032 w 11861549"/>
              <a:gd name="connsiteY591" fmla="*/ 2346376 h 3345776"/>
              <a:gd name="connsiteX592" fmla="*/ 4442614 w 11861549"/>
              <a:gd name="connsiteY592" fmla="*/ 2374215 h 3345776"/>
              <a:gd name="connsiteX593" fmla="*/ 4522811 w 11861549"/>
              <a:gd name="connsiteY593" fmla="*/ 2344589 h 3345776"/>
              <a:gd name="connsiteX594" fmla="*/ 4901445 w 11861549"/>
              <a:gd name="connsiteY594" fmla="*/ 2048194 h 3345776"/>
              <a:gd name="connsiteX595" fmla="*/ 5427574 w 11861549"/>
              <a:gd name="connsiteY595" fmla="*/ 1672113 h 3345776"/>
              <a:gd name="connsiteX596" fmla="*/ 5975668 w 11861549"/>
              <a:gd name="connsiteY596" fmla="*/ 1833911 h 3345776"/>
              <a:gd name="connsiteX597" fmla="*/ 6068840 w 11861549"/>
              <a:gd name="connsiteY597" fmla="*/ 1968990 h 3345776"/>
              <a:gd name="connsiteX598" fmla="*/ 6055099 w 11861549"/>
              <a:gd name="connsiteY598" fmla="*/ 1936710 h 3345776"/>
              <a:gd name="connsiteX599" fmla="*/ 5960728 w 11861549"/>
              <a:gd name="connsiteY599" fmla="*/ 1798665 h 3345776"/>
              <a:gd name="connsiteX600" fmla="*/ 5414932 w 11861549"/>
              <a:gd name="connsiteY600" fmla="*/ 1655894 h 3345776"/>
              <a:gd name="connsiteX601" fmla="*/ 4911534 w 11861549"/>
              <a:gd name="connsiteY601" fmla="*/ 2022269 h 3345776"/>
              <a:gd name="connsiteX602" fmla="*/ 4892378 w 11861549"/>
              <a:gd name="connsiteY602" fmla="*/ 2041042 h 3345776"/>
              <a:gd name="connsiteX603" fmla="*/ 4494716 w 11861549"/>
              <a:gd name="connsiteY603" fmla="*/ 2331306 h 3345776"/>
              <a:gd name="connsiteX604" fmla="*/ 4408645 w 11861549"/>
              <a:gd name="connsiteY604" fmla="*/ 2355187 h 3345776"/>
              <a:gd name="connsiteX605" fmla="*/ 4054274 w 11861549"/>
              <a:gd name="connsiteY605" fmla="*/ 2275374 h 3345776"/>
              <a:gd name="connsiteX606" fmla="*/ 3811641 w 11861549"/>
              <a:gd name="connsiteY606" fmla="*/ 2048320 h 3345776"/>
              <a:gd name="connsiteX607" fmla="*/ 3732466 w 11861549"/>
              <a:gd name="connsiteY607" fmla="*/ 1938626 h 3345776"/>
              <a:gd name="connsiteX608" fmla="*/ 3365581 w 11861549"/>
              <a:gd name="connsiteY608" fmla="*/ 1523212 h 3345776"/>
              <a:gd name="connsiteX609" fmla="*/ 3164848 w 11861549"/>
              <a:gd name="connsiteY609" fmla="*/ 1457595 h 3345776"/>
              <a:gd name="connsiteX610" fmla="*/ 3711789 w 11861549"/>
              <a:gd name="connsiteY610" fmla="*/ 1456683 h 3345776"/>
              <a:gd name="connsiteX611" fmla="*/ 3721800 w 11861549"/>
              <a:gd name="connsiteY611" fmla="*/ 1509636 h 3345776"/>
              <a:gd name="connsiteX612" fmla="*/ 3731201 w 11861549"/>
              <a:gd name="connsiteY612" fmla="*/ 1547991 h 3345776"/>
              <a:gd name="connsiteX613" fmla="*/ 3744925 w 11861549"/>
              <a:gd name="connsiteY613" fmla="*/ 1575953 h 3345776"/>
              <a:gd name="connsiteX614" fmla="*/ 3731828 w 11861549"/>
              <a:gd name="connsiteY614" fmla="*/ 1526279 h 3345776"/>
              <a:gd name="connsiteX615" fmla="*/ 3726047 w 11861549"/>
              <a:gd name="connsiteY615" fmla="*/ 1491091 h 3345776"/>
              <a:gd name="connsiteX616" fmla="*/ 3718675 w 11861549"/>
              <a:gd name="connsiteY616" fmla="*/ 1472643 h 3345776"/>
              <a:gd name="connsiteX617" fmla="*/ 5632454 w 11861549"/>
              <a:gd name="connsiteY617" fmla="*/ 1442410 h 3345776"/>
              <a:gd name="connsiteX618" fmla="*/ 5333712 w 11861549"/>
              <a:gd name="connsiteY618" fmla="*/ 1508782 h 3345776"/>
              <a:gd name="connsiteX619" fmla="*/ 4934646 w 11861549"/>
              <a:gd name="connsiteY619" fmla="*/ 1828036 h 3345776"/>
              <a:gd name="connsiteX620" fmla="*/ 4799410 w 11861549"/>
              <a:gd name="connsiteY620" fmla="*/ 1957270 h 3345776"/>
              <a:gd name="connsiteX621" fmla="*/ 4325000 w 11861549"/>
              <a:gd name="connsiteY621" fmla="*/ 2202456 h 3345776"/>
              <a:gd name="connsiteX622" fmla="*/ 4220413 w 11861549"/>
              <a:gd name="connsiteY622" fmla="*/ 2194283 h 3345776"/>
              <a:gd name="connsiteX623" fmla="*/ 4142662 w 11861549"/>
              <a:gd name="connsiteY623" fmla="*/ 2168346 h 3345776"/>
              <a:gd name="connsiteX624" fmla="*/ 4084426 w 11861549"/>
              <a:gd name="connsiteY624" fmla="*/ 2133513 h 3345776"/>
              <a:gd name="connsiteX625" fmla="*/ 4139483 w 11861549"/>
              <a:gd name="connsiteY625" fmla="*/ 2174256 h 3345776"/>
              <a:gd name="connsiteX626" fmla="*/ 4258850 w 11861549"/>
              <a:gd name="connsiteY626" fmla="*/ 2213821 h 3345776"/>
              <a:gd name="connsiteX627" fmla="*/ 4356160 w 11861549"/>
              <a:gd name="connsiteY627" fmla="*/ 2215355 h 3345776"/>
              <a:gd name="connsiteX628" fmla="*/ 4807839 w 11861549"/>
              <a:gd name="connsiteY628" fmla="*/ 1964677 h 3345776"/>
              <a:gd name="connsiteX629" fmla="*/ 4921876 w 11861549"/>
              <a:gd name="connsiteY629" fmla="*/ 1855492 h 3345776"/>
              <a:gd name="connsiteX630" fmla="*/ 5343290 w 11861549"/>
              <a:gd name="connsiteY630" fmla="*/ 1526406 h 3345776"/>
              <a:gd name="connsiteX631" fmla="*/ 5949361 w 11861549"/>
              <a:gd name="connsiteY631" fmla="*/ 1612987 h 3345776"/>
              <a:gd name="connsiteX632" fmla="*/ 6047459 w 11861549"/>
              <a:gd name="connsiteY632" fmla="*/ 1760197 h 3345776"/>
              <a:gd name="connsiteX633" fmla="*/ 6034410 w 11861549"/>
              <a:gd name="connsiteY633" fmla="*/ 1726769 h 3345776"/>
              <a:gd name="connsiteX634" fmla="*/ 5935697 w 11861549"/>
              <a:gd name="connsiteY634" fmla="*/ 1577358 h 3345776"/>
              <a:gd name="connsiteX635" fmla="*/ 5632454 w 11861549"/>
              <a:gd name="connsiteY635" fmla="*/ 1442410 h 3345776"/>
              <a:gd name="connsiteX636" fmla="*/ 7323413 w 11861549"/>
              <a:gd name="connsiteY636" fmla="*/ 1438157 h 3345776"/>
              <a:gd name="connsiteX637" fmla="*/ 7295971 w 11861549"/>
              <a:gd name="connsiteY637" fmla="*/ 1540836 h 3345776"/>
              <a:gd name="connsiteX638" fmla="*/ 7289187 w 11861549"/>
              <a:gd name="connsiteY638" fmla="*/ 1575861 h 3345776"/>
              <a:gd name="connsiteX639" fmla="*/ 7710753 w 11861549"/>
              <a:gd name="connsiteY639" fmla="*/ 1433615 h 3345776"/>
              <a:gd name="connsiteX640" fmla="*/ 7649961 w 11861549"/>
              <a:gd name="connsiteY640" fmla="*/ 1439824 h 3345776"/>
              <a:gd name="connsiteX641" fmla="*/ 7447736 w 11861549"/>
              <a:gd name="connsiteY641" fmla="*/ 1578783 h 3345776"/>
              <a:gd name="connsiteX642" fmla="*/ 7425515 w 11861549"/>
              <a:gd name="connsiteY642" fmla="*/ 1616908 h 3345776"/>
              <a:gd name="connsiteX643" fmla="*/ 7468992 w 11861549"/>
              <a:gd name="connsiteY643" fmla="*/ 1562003 h 3345776"/>
              <a:gd name="connsiteX644" fmla="*/ 7613821 w 11861549"/>
              <a:gd name="connsiteY644" fmla="*/ 1478518 h 3345776"/>
              <a:gd name="connsiteX645" fmla="*/ 7869224 w 11861549"/>
              <a:gd name="connsiteY645" fmla="*/ 1492565 h 3345776"/>
              <a:gd name="connsiteX646" fmla="*/ 8035235 w 11861549"/>
              <a:gd name="connsiteY646" fmla="*/ 1528833 h 3345776"/>
              <a:gd name="connsiteX647" fmla="*/ 8179666 w 11861549"/>
              <a:gd name="connsiteY647" fmla="*/ 1561268 h 3345776"/>
              <a:gd name="connsiteX648" fmla="*/ 8500627 w 11861549"/>
              <a:gd name="connsiteY648" fmla="*/ 1632334 h 3345776"/>
              <a:gd name="connsiteX649" fmla="*/ 8761705 w 11861549"/>
              <a:gd name="connsiteY649" fmla="*/ 1684546 h 3345776"/>
              <a:gd name="connsiteX650" fmla="*/ 8529440 w 11861549"/>
              <a:gd name="connsiteY650" fmla="*/ 1632206 h 3345776"/>
              <a:gd name="connsiteX651" fmla="*/ 8209292 w 11861549"/>
              <a:gd name="connsiteY651" fmla="*/ 1546582 h 3345776"/>
              <a:gd name="connsiteX652" fmla="*/ 8066778 w 11861549"/>
              <a:gd name="connsiteY652" fmla="*/ 1507633 h 3345776"/>
              <a:gd name="connsiteX653" fmla="*/ 7900766 w 11861549"/>
              <a:gd name="connsiteY653" fmla="*/ 1464215 h 3345776"/>
              <a:gd name="connsiteX654" fmla="*/ 7710753 w 11861549"/>
              <a:gd name="connsiteY654" fmla="*/ 1433615 h 3345776"/>
              <a:gd name="connsiteX655" fmla="*/ 7340533 w 11861549"/>
              <a:gd name="connsiteY655" fmla="*/ 1426304 h 3345776"/>
              <a:gd name="connsiteX656" fmla="*/ 7296227 w 11861549"/>
              <a:gd name="connsiteY656" fmla="*/ 1604814 h 3345776"/>
              <a:gd name="connsiteX657" fmla="*/ 7282180 w 11861549"/>
              <a:gd name="connsiteY657" fmla="*/ 1680796 h 3345776"/>
              <a:gd name="connsiteX658" fmla="*/ 7110166 w 11861549"/>
              <a:gd name="connsiteY658" fmla="*/ 2257879 h 3345776"/>
              <a:gd name="connsiteX659" fmla="*/ 7020775 w 11861549"/>
              <a:gd name="connsiteY659" fmla="*/ 2381749 h 3345776"/>
              <a:gd name="connsiteX660" fmla="*/ 6622603 w 11861549"/>
              <a:gd name="connsiteY660" fmla="*/ 2569470 h 3345776"/>
              <a:gd name="connsiteX661" fmla="*/ 6432710 w 11861549"/>
              <a:gd name="connsiteY661" fmla="*/ 2524009 h 3345776"/>
              <a:gd name="connsiteX662" fmla="*/ 6347531 w 11861549"/>
              <a:gd name="connsiteY662" fmla="*/ 2462668 h 3345776"/>
              <a:gd name="connsiteX663" fmla="*/ 6361837 w 11861549"/>
              <a:gd name="connsiteY663" fmla="*/ 2480078 h 3345776"/>
              <a:gd name="connsiteX664" fmla="*/ 6444715 w 11861549"/>
              <a:gd name="connsiteY664" fmla="*/ 2540993 h 3345776"/>
              <a:gd name="connsiteX665" fmla="*/ 7011326 w 11861549"/>
              <a:gd name="connsiteY665" fmla="*/ 2424529 h 3345776"/>
              <a:gd name="connsiteX666" fmla="*/ 7100716 w 11861549"/>
              <a:gd name="connsiteY666" fmla="*/ 2307555 h 3345776"/>
              <a:gd name="connsiteX667" fmla="*/ 7274901 w 11861549"/>
              <a:gd name="connsiteY667" fmla="*/ 1723065 h 3345776"/>
              <a:gd name="connsiteX668" fmla="*/ 7284352 w 11861549"/>
              <a:gd name="connsiteY668" fmla="*/ 1669431 h 3345776"/>
              <a:gd name="connsiteX669" fmla="*/ 5631034 w 11861549"/>
              <a:gd name="connsiteY669" fmla="*/ 1404293 h 3345776"/>
              <a:gd name="connsiteX670" fmla="*/ 5317366 w 11861549"/>
              <a:gd name="connsiteY670" fmla="*/ 1480179 h 3345776"/>
              <a:gd name="connsiteX671" fmla="*/ 4935667 w 11861549"/>
              <a:gd name="connsiteY671" fmla="*/ 1793046 h 3345776"/>
              <a:gd name="connsiteX672" fmla="*/ 4780766 w 11861549"/>
              <a:gd name="connsiteY672" fmla="*/ 1941307 h 3345776"/>
              <a:gd name="connsiteX673" fmla="*/ 4290904 w 11861549"/>
              <a:gd name="connsiteY673" fmla="*/ 2177555 h 3345776"/>
              <a:gd name="connsiteX674" fmla="*/ 4182740 w 11861549"/>
              <a:gd name="connsiteY674" fmla="*/ 2162997 h 3345776"/>
              <a:gd name="connsiteX675" fmla="*/ 4092820 w 11861549"/>
              <a:gd name="connsiteY675" fmla="*/ 2121794 h 3345776"/>
              <a:gd name="connsiteX676" fmla="*/ 4124098 w 11861549"/>
              <a:gd name="connsiteY676" fmla="*/ 2145330 h 3345776"/>
              <a:gd name="connsiteX677" fmla="*/ 4223351 w 11861549"/>
              <a:gd name="connsiteY677" fmla="*/ 2182662 h 3345776"/>
              <a:gd name="connsiteX678" fmla="*/ 4324107 w 11861549"/>
              <a:gd name="connsiteY678" fmla="*/ 2190580 h 3345776"/>
              <a:gd name="connsiteX679" fmla="*/ 4790471 w 11861549"/>
              <a:gd name="connsiteY679" fmla="*/ 1948841 h 3345776"/>
              <a:gd name="connsiteX680" fmla="*/ 4925197 w 11861549"/>
              <a:gd name="connsiteY680" fmla="*/ 1819863 h 3345776"/>
              <a:gd name="connsiteX681" fmla="*/ 5327711 w 11861549"/>
              <a:gd name="connsiteY681" fmla="*/ 1498183 h 3345776"/>
              <a:gd name="connsiteX682" fmla="*/ 5945402 w 11861549"/>
              <a:gd name="connsiteY682" fmla="*/ 1569696 h 3345776"/>
              <a:gd name="connsiteX683" fmla="*/ 6040639 w 11861549"/>
              <a:gd name="connsiteY683" fmla="*/ 1713811 h 3345776"/>
              <a:gd name="connsiteX684" fmla="*/ 6030069 w 11861549"/>
              <a:gd name="connsiteY684" fmla="*/ 1685777 h 3345776"/>
              <a:gd name="connsiteX685" fmla="*/ 5930334 w 11861549"/>
              <a:gd name="connsiteY685" fmla="*/ 1533941 h 3345776"/>
              <a:gd name="connsiteX686" fmla="*/ 5631034 w 11861549"/>
              <a:gd name="connsiteY686" fmla="*/ 1404293 h 3345776"/>
              <a:gd name="connsiteX687" fmla="*/ 7747045 w 11861549"/>
              <a:gd name="connsiteY687" fmla="*/ 1384856 h 3345776"/>
              <a:gd name="connsiteX688" fmla="*/ 7684440 w 11861549"/>
              <a:gd name="connsiteY688" fmla="*/ 1388232 h 3345776"/>
              <a:gd name="connsiteX689" fmla="*/ 7419970 w 11861549"/>
              <a:gd name="connsiteY689" fmla="*/ 1596258 h 3345776"/>
              <a:gd name="connsiteX690" fmla="*/ 7412839 w 11861549"/>
              <a:gd name="connsiteY690" fmla="*/ 1612615 h 3345776"/>
              <a:gd name="connsiteX691" fmla="*/ 7437246 w 11861549"/>
              <a:gd name="connsiteY691" fmla="*/ 1570664 h 3345776"/>
              <a:gd name="connsiteX692" fmla="*/ 7647534 w 11861549"/>
              <a:gd name="connsiteY692" fmla="*/ 1427054 h 3345776"/>
              <a:gd name="connsiteX693" fmla="*/ 7904342 w 11861549"/>
              <a:gd name="connsiteY693" fmla="*/ 1451572 h 3345776"/>
              <a:gd name="connsiteX694" fmla="*/ 8070354 w 11861549"/>
              <a:gd name="connsiteY694" fmla="*/ 1494991 h 3345776"/>
              <a:gd name="connsiteX695" fmla="*/ 8212868 w 11861549"/>
              <a:gd name="connsiteY695" fmla="*/ 1533939 h 3345776"/>
              <a:gd name="connsiteX696" fmla="*/ 8532600 w 11861549"/>
              <a:gd name="connsiteY696" fmla="*/ 1619548 h 3345776"/>
              <a:gd name="connsiteX697" fmla="*/ 8811595 w 11861549"/>
              <a:gd name="connsiteY697" fmla="*/ 1682440 h 3345776"/>
              <a:gd name="connsiteX698" fmla="*/ 8561060 w 11861549"/>
              <a:gd name="connsiteY698" fmla="*/ 1619803 h 3345776"/>
              <a:gd name="connsiteX699" fmla="*/ 8241727 w 11861549"/>
              <a:gd name="connsiteY699" fmla="*/ 1519255 h 3345776"/>
              <a:gd name="connsiteX700" fmla="*/ 8101255 w 11861549"/>
              <a:gd name="connsiteY700" fmla="*/ 1473793 h 3345776"/>
              <a:gd name="connsiteX701" fmla="*/ 7936394 w 11861549"/>
              <a:gd name="connsiteY701" fmla="*/ 1422712 h 3345776"/>
              <a:gd name="connsiteX702" fmla="*/ 7747045 w 11861549"/>
              <a:gd name="connsiteY702" fmla="*/ 1384856 h 3345776"/>
              <a:gd name="connsiteX703" fmla="*/ 5620834 w 11861549"/>
              <a:gd name="connsiteY703" fmla="*/ 1363665 h 3345776"/>
              <a:gd name="connsiteX704" fmla="*/ 5301533 w 11861549"/>
              <a:gd name="connsiteY704" fmla="*/ 1451445 h 3345776"/>
              <a:gd name="connsiteX705" fmla="*/ 4934520 w 11861549"/>
              <a:gd name="connsiteY705" fmla="*/ 1759971 h 3345776"/>
              <a:gd name="connsiteX706" fmla="*/ 4762633 w 11861549"/>
              <a:gd name="connsiteY706" fmla="*/ 1925216 h 3345776"/>
              <a:gd name="connsiteX707" fmla="*/ 4257447 w 11861549"/>
              <a:gd name="connsiteY707" fmla="*/ 2152270 h 3345776"/>
              <a:gd name="connsiteX708" fmla="*/ 4145835 w 11861549"/>
              <a:gd name="connsiteY708" fmla="*/ 2131327 h 3345776"/>
              <a:gd name="connsiteX709" fmla="*/ 4068413 w 11861549"/>
              <a:gd name="connsiteY709" fmla="*/ 2090162 h 3345776"/>
              <a:gd name="connsiteX710" fmla="*/ 4083511 w 11861549"/>
              <a:gd name="connsiteY710" fmla="*/ 2103338 h 3345776"/>
              <a:gd name="connsiteX711" fmla="*/ 4186189 w 11861549"/>
              <a:gd name="connsiteY711" fmla="*/ 2149972 h 3345776"/>
              <a:gd name="connsiteX712" fmla="*/ 4290520 w 11861549"/>
              <a:gd name="connsiteY712" fmla="*/ 2164018 h 3345776"/>
              <a:gd name="connsiteX713" fmla="*/ 4771445 w 11861549"/>
              <a:gd name="connsiteY713" fmla="*/ 1931347 h 3345776"/>
              <a:gd name="connsiteX714" fmla="*/ 4925962 w 11861549"/>
              <a:gd name="connsiteY714" fmla="*/ 1783468 h 3345776"/>
              <a:gd name="connsiteX715" fmla="*/ 5310855 w 11861549"/>
              <a:gd name="connsiteY715" fmla="*/ 1468558 h 3345776"/>
              <a:gd name="connsiteX716" fmla="*/ 5940038 w 11861549"/>
              <a:gd name="connsiteY716" fmla="*/ 1525001 h 3345776"/>
              <a:gd name="connsiteX717" fmla="*/ 5997671 w 11861549"/>
              <a:gd name="connsiteY717" fmla="*/ 1598403 h 3345776"/>
              <a:gd name="connsiteX718" fmla="*/ 6032821 w 11861549"/>
              <a:gd name="connsiteY718" fmla="*/ 1663141 h 3345776"/>
              <a:gd name="connsiteX719" fmla="*/ 6025855 w 11861549"/>
              <a:gd name="connsiteY719" fmla="*/ 1644018 h 3345776"/>
              <a:gd name="connsiteX720" fmla="*/ 5925864 w 11861549"/>
              <a:gd name="connsiteY720" fmla="*/ 1489755 h 3345776"/>
              <a:gd name="connsiteX721" fmla="*/ 5620834 w 11861549"/>
              <a:gd name="connsiteY721" fmla="*/ 1363665 h 3345776"/>
              <a:gd name="connsiteX722" fmla="*/ 3187440 w 11861549"/>
              <a:gd name="connsiteY722" fmla="*/ 1363443 h 3345776"/>
              <a:gd name="connsiteX723" fmla="*/ 3075701 w 11861549"/>
              <a:gd name="connsiteY723" fmla="*/ 1379676 h 3345776"/>
              <a:gd name="connsiteX724" fmla="*/ 3005081 w 11861549"/>
              <a:gd name="connsiteY724" fmla="*/ 1405216 h 3345776"/>
              <a:gd name="connsiteX725" fmla="*/ 2972900 w 11861549"/>
              <a:gd name="connsiteY725" fmla="*/ 1417986 h 3345776"/>
              <a:gd name="connsiteX726" fmla="*/ 2827960 w 11861549"/>
              <a:gd name="connsiteY726" fmla="*/ 1462427 h 3345776"/>
              <a:gd name="connsiteX727" fmla="*/ 2624996 w 11861549"/>
              <a:gd name="connsiteY727" fmla="*/ 1484870 h 3345776"/>
              <a:gd name="connsiteX728" fmla="*/ 2557090 w 11861549"/>
              <a:gd name="connsiteY728" fmla="*/ 1480778 h 3345776"/>
              <a:gd name="connsiteX729" fmla="*/ 2581320 w 11861549"/>
              <a:gd name="connsiteY729" fmla="*/ 1485204 h 3345776"/>
              <a:gd name="connsiteX730" fmla="*/ 2868953 w 11861549"/>
              <a:gd name="connsiteY730" fmla="*/ 1482348 h 3345776"/>
              <a:gd name="connsiteX731" fmla="*/ 3007382 w 11861549"/>
              <a:gd name="connsiteY731" fmla="*/ 1460767 h 3345776"/>
              <a:gd name="connsiteX732" fmla="*/ 3023600 w 11861549"/>
              <a:gd name="connsiteY732" fmla="*/ 1457829 h 3345776"/>
              <a:gd name="connsiteX733" fmla="*/ 3112990 w 11861549"/>
              <a:gd name="connsiteY733" fmla="*/ 1445059 h 3345776"/>
              <a:gd name="connsiteX734" fmla="*/ 3371967 w 11861549"/>
              <a:gd name="connsiteY734" fmla="*/ 1511464 h 3345776"/>
              <a:gd name="connsiteX735" fmla="*/ 3743066 w 11861549"/>
              <a:gd name="connsiteY735" fmla="*/ 1930962 h 3345776"/>
              <a:gd name="connsiteX736" fmla="*/ 3821730 w 11861549"/>
              <a:gd name="connsiteY736" fmla="*/ 2039765 h 3345776"/>
              <a:gd name="connsiteX737" fmla="*/ 4061554 w 11861549"/>
              <a:gd name="connsiteY737" fmla="*/ 2264009 h 3345776"/>
              <a:gd name="connsiteX738" fmla="*/ 4406347 w 11861549"/>
              <a:gd name="connsiteY738" fmla="*/ 2341906 h 3345776"/>
              <a:gd name="connsiteX739" fmla="*/ 4489991 w 11861549"/>
              <a:gd name="connsiteY739" fmla="*/ 2318536 h 3345776"/>
              <a:gd name="connsiteX740" fmla="*/ 4883056 w 11861549"/>
              <a:gd name="connsiteY740" fmla="*/ 2031336 h 3345776"/>
              <a:gd name="connsiteX741" fmla="*/ 4902211 w 11861549"/>
              <a:gd name="connsiteY741" fmla="*/ 2012564 h 3345776"/>
              <a:gd name="connsiteX742" fmla="*/ 5411101 w 11861549"/>
              <a:gd name="connsiteY742" fmla="*/ 1642230 h 3345776"/>
              <a:gd name="connsiteX743" fmla="*/ 5970815 w 11861549"/>
              <a:gd name="connsiteY743" fmla="*/ 1788960 h 3345776"/>
              <a:gd name="connsiteX744" fmla="*/ 6062310 w 11861549"/>
              <a:gd name="connsiteY744" fmla="*/ 1922438 h 3345776"/>
              <a:gd name="connsiteX745" fmla="*/ 6050884 w 11861549"/>
              <a:gd name="connsiteY745" fmla="*/ 1894440 h 3345776"/>
              <a:gd name="connsiteX746" fmla="*/ 5955491 w 11861549"/>
              <a:gd name="connsiteY746" fmla="*/ 1753969 h 3345776"/>
              <a:gd name="connsiteX747" fmla="*/ 5398458 w 11861549"/>
              <a:gd name="connsiteY747" fmla="*/ 1626268 h 3345776"/>
              <a:gd name="connsiteX748" fmla="*/ 4918429 w 11861549"/>
              <a:gd name="connsiteY748" fmla="*/ 1980639 h 3345776"/>
              <a:gd name="connsiteX749" fmla="*/ 4873605 w 11861549"/>
              <a:gd name="connsiteY749" fmla="*/ 2024185 h 3345776"/>
              <a:gd name="connsiteX750" fmla="*/ 4460491 w 11861549"/>
              <a:gd name="connsiteY750" fmla="*/ 2305128 h 3345776"/>
              <a:gd name="connsiteX751" fmla="*/ 4371100 w 11861549"/>
              <a:gd name="connsiteY751" fmla="*/ 2322751 h 3345776"/>
              <a:gd name="connsiteX752" fmla="*/ 4018262 w 11861549"/>
              <a:gd name="connsiteY752" fmla="*/ 2191602 h 3345776"/>
              <a:gd name="connsiteX753" fmla="*/ 3792741 w 11861549"/>
              <a:gd name="connsiteY753" fmla="*/ 1932751 h 3345776"/>
              <a:gd name="connsiteX754" fmla="*/ 3717398 w 11861549"/>
              <a:gd name="connsiteY754" fmla="*/ 1817820 h 3345776"/>
              <a:gd name="connsiteX755" fmla="*/ 3340168 w 11861549"/>
              <a:gd name="connsiteY755" fmla="*/ 1403813 h 3345776"/>
              <a:gd name="connsiteX756" fmla="*/ 3187440 w 11861549"/>
              <a:gd name="connsiteY756" fmla="*/ 1363443 h 3345776"/>
              <a:gd name="connsiteX757" fmla="*/ 3698032 w 11861549"/>
              <a:gd name="connsiteY757" fmla="*/ 1353295 h 3345776"/>
              <a:gd name="connsiteX758" fmla="*/ 3704782 w 11861549"/>
              <a:gd name="connsiteY758" fmla="*/ 1408120 h 3345776"/>
              <a:gd name="connsiteX759" fmla="*/ 3717095 w 11861549"/>
              <a:gd name="connsiteY759" fmla="*/ 1436618 h 3345776"/>
              <a:gd name="connsiteX760" fmla="*/ 3708391 w 11861549"/>
              <a:gd name="connsiteY760" fmla="*/ 1383650 h 3345776"/>
              <a:gd name="connsiteX761" fmla="*/ 3700030 w 11861549"/>
              <a:gd name="connsiteY761" fmla="*/ 1358478 h 3345776"/>
              <a:gd name="connsiteX762" fmla="*/ 7782881 w 11861549"/>
              <a:gd name="connsiteY762" fmla="*/ 1336260 h 3345776"/>
              <a:gd name="connsiteX763" fmla="*/ 7718407 w 11861549"/>
              <a:gd name="connsiteY763" fmla="*/ 1336768 h 3345776"/>
              <a:gd name="connsiteX764" fmla="*/ 7442189 w 11861549"/>
              <a:gd name="connsiteY764" fmla="*/ 1529215 h 3345776"/>
              <a:gd name="connsiteX765" fmla="*/ 7422320 w 11861549"/>
              <a:gd name="connsiteY765" fmla="*/ 1569339 h 3345776"/>
              <a:gd name="connsiteX766" fmla="*/ 7463536 w 11861549"/>
              <a:gd name="connsiteY766" fmla="*/ 1506881 h 3345776"/>
              <a:gd name="connsiteX767" fmla="*/ 7682013 w 11861549"/>
              <a:gd name="connsiteY767" fmla="*/ 1375590 h 3345776"/>
              <a:gd name="connsiteX768" fmla="*/ 7939842 w 11861549"/>
              <a:gd name="connsiteY768" fmla="*/ 1410324 h 3345776"/>
              <a:gd name="connsiteX769" fmla="*/ 8104960 w 11861549"/>
              <a:gd name="connsiteY769" fmla="*/ 1461405 h 3345776"/>
              <a:gd name="connsiteX770" fmla="*/ 8245431 w 11861549"/>
              <a:gd name="connsiteY770" fmla="*/ 1506867 h 3345776"/>
              <a:gd name="connsiteX771" fmla="*/ 8564157 w 11861549"/>
              <a:gd name="connsiteY771" fmla="*/ 1607065 h 3345776"/>
              <a:gd name="connsiteX772" fmla="*/ 8746425 w 11861549"/>
              <a:gd name="connsiteY772" fmla="*/ 1652655 h 3345776"/>
              <a:gd name="connsiteX773" fmla="*/ 8597664 w 11861549"/>
              <a:gd name="connsiteY773" fmla="*/ 1607128 h 3345776"/>
              <a:gd name="connsiteX774" fmla="*/ 8283741 w 11861549"/>
              <a:gd name="connsiteY774" fmla="*/ 1494096 h 3345776"/>
              <a:gd name="connsiteX775" fmla="*/ 8135608 w 11861549"/>
              <a:gd name="connsiteY775" fmla="*/ 1438802 h 3345776"/>
              <a:gd name="connsiteX776" fmla="*/ 7971512 w 11861549"/>
              <a:gd name="connsiteY776" fmla="*/ 1381208 h 3345776"/>
              <a:gd name="connsiteX777" fmla="*/ 7782881 w 11861549"/>
              <a:gd name="connsiteY777" fmla="*/ 1336260 h 3345776"/>
              <a:gd name="connsiteX778" fmla="*/ 2225520 w 11861549"/>
              <a:gd name="connsiteY778" fmla="*/ 1328528 h 3345776"/>
              <a:gd name="connsiteX779" fmla="*/ 2223541 w 11861549"/>
              <a:gd name="connsiteY779" fmla="*/ 1328772 h 3345776"/>
              <a:gd name="connsiteX780" fmla="*/ 2228155 w 11861549"/>
              <a:gd name="connsiteY780" fmla="*/ 1331883 h 3345776"/>
              <a:gd name="connsiteX781" fmla="*/ 5609693 w 11861549"/>
              <a:gd name="connsiteY781" fmla="*/ 1322835 h 3345776"/>
              <a:gd name="connsiteX782" fmla="*/ 5284804 w 11861549"/>
              <a:gd name="connsiteY782" fmla="*/ 1421435 h 3345776"/>
              <a:gd name="connsiteX783" fmla="*/ 4933626 w 11861549"/>
              <a:gd name="connsiteY783" fmla="*/ 1724598 h 3345776"/>
              <a:gd name="connsiteX784" fmla="*/ 4743606 w 11861549"/>
              <a:gd name="connsiteY784" fmla="*/ 1907977 h 3345776"/>
              <a:gd name="connsiteX785" fmla="*/ 4223223 w 11861549"/>
              <a:gd name="connsiteY785" fmla="*/ 2125964 h 3345776"/>
              <a:gd name="connsiteX786" fmla="*/ 4117924 w 11861549"/>
              <a:gd name="connsiteY786" fmla="*/ 2100808 h 3345776"/>
              <a:gd name="connsiteX787" fmla="*/ 4149283 w 11861549"/>
              <a:gd name="connsiteY787" fmla="*/ 2117535 h 3345776"/>
              <a:gd name="connsiteX788" fmla="*/ 4257063 w 11861549"/>
              <a:gd name="connsiteY788" fmla="*/ 2137838 h 3345776"/>
              <a:gd name="connsiteX789" fmla="*/ 4752801 w 11861549"/>
              <a:gd name="connsiteY789" fmla="*/ 1914106 h 3345776"/>
              <a:gd name="connsiteX790" fmla="*/ 4924048 w 11861549"/>
              <a:gd name="connsiteY790" fmla="*/ 1749499 h 3345776"/>
              <a:gd name="connsiteX791" fmla="*/ 5294382 w 11861549"/>
              <a:gd name="connsiteY791" fmla="*/ 1438675 h 3345776"/>
              <a:gd name="connsiteX792" fmla="*/ 5935187 w 11861549"/>
              <a:gd name="connsiteY792" fmla="*/ 1480050 h 3345776"/>
              <a:gd name="connsiteX793" fmla="*/ 5993608 w 11861549"/>
              <a:gd name="connsiteY793" fmla="*/ 1554506 h 3345776"/>
              <a:gd name="connsiteX794" fmla="*/ 6027375 w 11861549"/>
              <a:gd name="connsiteY794" fmla="*/ 1617407 h 3345776"/>
              <a:gd name="connsiteX795" fmla="*/ 6021897 w 11861549"/>
              <a:gd name="connsiteY795" fmla="*/ 1601878 h 3345776"/>
              <a:gd name="connsiteX796" fmla="*/ 5920501 w 11861549"/>
              <a:gd name="connsiteY796" fmla="*/ 1445571 h 3345776"/>
              <a:gd name="connsiteX797" fmla="*/ 5609693 w 11861549"/>
              <a:gd name="connsiteY797" fmla="*/ 1322835 h 3345776"/>
              <a:gd name="connsiteX798" fmla="*/ 2176220 w 11861549"/>
              <a:gd name="connsiteY798" fmla="*/ 1311298 h 3345776"/>
              <a:gd name="connsiteX799" fmla="*/ 2172388 w 11861549"/>
              <a:gd name="connsiteY799" fmla="*/ 1312003 h 3345776"/>
              <a:gd name="connsiteX800" fmla="*/ 2176753 w 11861549"/>
              <a:gd name="connsiteY800" fmla="*/ 1317889 h 3345776"/>
              <a:gd name="connsiteX801" fmla="*/ 2182046 w 11861549"/>
              <a:gd name="connsiteY801" fmla="*/ 1317885 h 3345776"/>
              <a:gd name="connsiteX802" fmla="*/ 2196907 w 11861549"/>
              <a:gd name="connsiteY802" fmla="*/ 1307492 h 3345776"/>
              <a:gd name="connsiteX803" fmla="*/ 2192513 w 11861549"/>
              <a:gd name="connsiteY803" fmla="*/ 1308300 h 3345776"/>
              <a:gd name="connsiteX804" fmla="*/ 2200044 w 11861549"/>
              <a:gd name="connsiteY804" fmla="*/ 1316847 h 3345776"/>
              <a:gd name="connsiteX805" fmla="*/ 2200308 w 11861549"/>
              <a:gd name="connsiteY805" fmla="*/ 1316847 h 3345776"/>
              <a:gd name="connsiteX806" fmla="*/ 2201842 w 11861549"/>
              <a:gd name="connsiteY806" fmla="*/ 1316847 h 3345776"/>
              <a:gd name="connsiteX807" fmla="*/ 2202204 w 11861549"/>
              <a:gd name="connsiteY807" fmla="*/ 1317129 h 3345776"/>
              <a:gd name="connsiteX808" fmla="*/ 7751993 w 11861549"/>
              <a:gd name="connsiteY808" fmla="*/ 1283773 h 3345776"/>
              <a:gd name="connsiteX809" fmla="*/ 7463644 w 11861549"/>
              <a:gd name="connsiteY809" fmla="*/ 1460257 h 3345776"/>
              <a:gd name="connsiteX810" fmla="*/ 7407606 w 11861549"/>
              <a:gd name="connsiteY810" fmla="*/ 1560961 h 3345776"/>
              <a:gd name="connsiteX811" fmla="*/ 7393681 w 11861549"/>
              <a:gd name="connsiteY811" fmla="*/ 1598739 h 3345776"/>
              <a:gd name="connsiteX812" fmla="*/ 7431590 w 11861549"/>
              <a:gd name="connsiteY812" fmla="*/ 1522191 h 3345776"/>
              <a:gd name="connsiteX813" fmla="*/ 7717897 w 11861549"/>
              <a:gd name="connsiteY813" fmla="*/ 1323360 h 3345776"/>
              <a:gd name="connsiteX814" fmla="*/ 7976620 w 11861549"/>
              <a:gd name="connsiteY814" fmla="*/ 1368567 h 3345776"/>
              <a:gd name="connsiteX815" fmla="*/ 8141098 w 11861549"/>
              <a:gd name="connsiteY815" fmla="*/ 1426159 h 3345776"/>
              <a:gd name="connsiteX816" fmla="*/ 8289360 w 11861549"/>
              <a:gd name="connsiteY816" fmla="*/ 1481455 h 3345776"/>
              <a:gd name="connsiteX817" fmla="*/ 8929781 w 11861549"/>
              <a:gd name="connsiteY817" fmla="*/ 1684499 h 3345776"/>
              <a:gd name="connsiteX818" fmla="*/ 8932894 w 11861549"/>
              <a:gd name="connsiteY818" fmla="*/ 1684953 h 3345776"/>
              <a:gd name="connsiteX819" fmla="*/ 8791273 w 11861549"/>
              <a:gd name="connsiteY819" fmla="*/ 1648168 h 3345776"/>
              <a:gd name="connsiteX820" fmla="*/ 8314902 w 11861549"/>
              <a:gd name="connsiteY820" fmla="*/ 1464726 h 3345776"/>
              <a:gd name="connsiteX821" fmla="*/ 8169577 w 11861549"/>
              <a:gd name="connsiteY821" fmla="*/ 1403047 h 3345776"/>
              <a:gd name="connsiteX822" fmla="*/ 8006120 w 11861549"/>
              <a:gd name="connsiteY822" fmla="*/ 1338430 h 3345776"/>
              <a:gd name="connsiteX823" fmla="*/ 7751993 w 11861549"/>
              <a:gd name="connsiteY823" fmla="*/ 1283773 h 3345776"/>
              <a:gd name="connsiteX824" fmla="*/ 5596491 w 11861549"/>
              <a:gd name="connsiteY824" fmla="*/ 1283486 h 3345776"/>
              <a:gd name="connsiteX825" fmla="*/ 5268330 w 11861549"/>
              <a:gd name="connsiteY825" fmla="*/ 1392191 h 3345776"/>
              <a:gd name="connsiteX826" fmla="*/ 4931837 w 11861549"/>
              <a:gd name="connsiteY826" fmla="*/ 1690374 h 3345776"/>
              <a:gd name="connsiteX827" fmla="*/ 4724834 w 11861549"/>
              <a:gd name="connsiteY827" fmla="*/ 1891248 h 3345776"/>
              <a:gd name="connsiteX828" fmla="*/ 4189126 w 11861549"/>
              <a:gd name="connsiteY828" fmla="*/ 2100168 h 3345776"/>
              <a:gd name="connsiteX829" fmla="*/ 4081258 w 11861549"/>
              <a:gd name="connsiteY829" fmla="*/ 2069431 h 3345776"/>
              <a:gd name="connsiteX830" fmla="*/ 4112123 w 11861549"/>
              <a:gd name="connsiteY830" fmla="*/ 2085738 h 3345776"/>
              <a:gd name="connsiteX831" fmla="*/ 4223351 w 11861549"/>
              <a:gd name="connsiteY831" fmla="*/ 2112300 h 3345776"/>
              <a:gd name="connsiteX832" fmla="*/ 4734157 w 11861549"/>
              <a:gd name="connsiteY832" fmla="*/ 1897505 h 3345776"/>
              <a:gd name="connsiteX833" fmla="*/ 4923537 w 11861549"/>
              <a:gd name="connsiteY833" fmla="*/ 1714893 h 3345776"/>
              <a:gd name="connsiteX834" fmla="*/ 5277270 w 11861549"/>
              <a:gd name="connsiteY834" fmla="*/ 1409686 h 3345776"/>
              <a:gd name="connsiteX835" fmla="*/ 5929569 w 11861549"/>
              <a:gd name="connsiteY835" fmla="*/ 1435993 h 3345776"/>
              <a:gd name="connsiteX836" fmla="*/ 5988991 w 11861549"/>
              <a:gd name="connsiteY836" fmla="*/ 1511437 h 3345776"/>
              <a:gd name="connsiteX837" fmla="*/ 6022201 w 11861549"/>
              <a:gd name="connsiteY837" fmla="*/ 1573985 h 3345776"/>
              <a:gd name="connsiteX838" fmla="*/ 6017427 w 11861549"/>
              <a:gd name="connsiteY838" fmla="*/ 1559992 h 3345776"/>
              <a:gd name="connsiteX839" fmla="*/ 5915266 w 11861549"/>
              <a:gd name="connsiteY839" fmla="*/ 1401386 h 3345776"/>
              <a:gd name="connsiteX840" fmla="*/ 5596491 w 11861549"/>
              <a:gd name="connsiteY840" fmla="*/ 1283486 h 3345776"/>
              <a:gd name="connsiteX841" fmla="*/ 2080509 w 11861549"/>
              <a:gd name="connsiteY841" fmla="*/ 1280058 h 3345776"/>
              <a:gd name="connsiteX842" fmla="*/ 2101581 w 11861549"/>
              <a:gd name="connsiteY842" fmla="*/ 1300253 h 3345776"/>
              <a:gd name="connsiteX843" fmla="*/ 2103892 w 11861549"/>
              <a:gd name="connsiteY843" fmla="*/ 1300233 h 3345776"/>
              <a:gd name="connsiteX844" fmla="*/ 3170829 w 11861549"/>
              <a:gd name="connsiteY844" fmla="*/ 1261184 h 3345776"/>
              <a:gd name="connsiteX845" fmla="*/ 3036754 w 11861549"/>
              <a:gd name="connsiteY845" fmla="*/ 1301524 h 3345776"/>
              <a:gd name="connsiteX846" fmla="*/ 2972903 w 11861549"/>
              <a:gd name="connsiteY846" fmla="*/ 1338173 h 3345776"/>
              <a:gd name="connsiteX847" fmla="*/ 2931398 w 11861549"/>
              <a:gd name="connsiteY847" fmla="*/ 1362821 h 3345776"/>
              <a:gd name="connsiteX848" fmla="*/ 2784415 w 11861549"/>
              <a:gd name="connsiteY848" fmla="*/ 1429480 h 3345776"/>
              <a:gd name="connsiteX849" fmla="*/ 2582345 w 11861549"/>
              <a:gd name="connsiteY849" fmla="*/ 1465301 h 3345776"/>
              <a:gd name="connsiteX850" fmla="*/ 2495725 w 11861549"/>
              <a:gd name="connsiteY850" fmla="*/ 1461721 h 3345776"/>
              <a:gd name="connsiteX851" fmla="*/ 2514418 w 11861549"/>
              <a:gd name="connsiteY851" fmla="*/ 1465883 h 3345776"/>
              <a:gd name="connsiteX852" fmla="*/ 2824768 w 11861549"/>
              <a:gd name="connsiteY852" fmla="*/ 1450296 h 3345776"/>
              <a:gd name="connsiteX853" fmla="*/ 2967921 w 11861549"/>
              <a:gd name="connsiteY853" fmla="*/ 1406494 h 3345776"/>
              <a:gd name="connsiteX854" fmla="*/ 2999847 w 11861549"/>
              <a:gd name="connsiteY854" fmla="*/ 1393724 h 3345776"/>
              <a:gd name="connsiteX855" fmla="*/ 3071614 w 11861549"/>
              <a:gd name="connsiteY855" fmla="*/ 1368184 h 3345776"/>
              <a:gd name="connsiteX856" fmla="*/ 3345786 w 11861549"/>
              <a:gd name="connsiteY856" fmla="*/ 1393724 h 3345776"/>
              <a:gd name="connsiteX857" fmla="*/ 3728891 w 11861549"/>
              <a:gd name="connsiteY857" fmla="*/ 1812712 h 3345776"/>
              <a:gd name="connsiteX858" fmla="*/ 3803979 w 11861549"/>
              <a:gd name="connsiteY858" fmla="*/ 1927643 h 3345776"/>
              <a:gd name="connsiteX859" fmla="*/ 4027201 w 11861549"/>
              <a:gd name="connsiteY859" fmla="*/ 2183940 h 3345776"/>
              <a:gd name="connsiteX860" fmla="*/ 4370080 w 11861549"/>
              <a:gd name="connsiteY860" fmla="*/ 2311641 h 3345776"/>
              <a:gd name="connsiteX861" fmla="*/ 4457045 w 11861549"/>
              <a:gd name="connsiteY861" fmla="*/ 2294657 h 3345776"/>
              <a:gd name="connsiteX862" fmla="*/ 4864795 w 11861549"/>
              <a:gd name="connsiteY862" fmla="*/ 2016523 h 3345776"/>
              <a:gd name="connsiteX863" fmla="*/ 4909490 w 11861549"/>
              <a:gd name="connsiteY863" fmla="*/ 1972977 h 3345776"/>
              <a:gd name="connsiteX864" fmla="*/ 5394754 w 11861549"/>
              <a:gd name="connsiteY864" fmla="*/ 1615413 h 3345776"/>
              <a:gd name="connsiteX865" fmla="*/ 5966090 w 11861549"/>
              <a:gd name="connsiteY865" fmla="*/ 1747074 h 3345776"/>
              <a:gd name="connsiteX866" fmla="*/ 6058531 w 11861549"/>
              <a:gd name="connsiteY866" fmla="*/ 1883067 h 3345776"/>
              <a:gd name="connsiteX867" fmla="*/ 6046798 w 11861549"/>
              <a:gd name="connsiteY867" fmla="*/ 1853065 h 3345776"/>
              <a:gd name="connsiteX868" fmla="*/ 5950639 w 11861549"/>
              <a:gd name="connsiteY868" fmla="*/ 1710423 h 3345776"/>
              <a:gd name="connsiteX869" fmla="*/ 5382369 w 11861549"/>
              <a:gd name="connsiteY869" fmla="*/ 1597280 h 3345776"/>
              <a:gd name="connsiteX870" fmla="*/ 4924176 w 11861549"/>
              <a:gd name="connsiteY870" fmla="*/ 1941052 h 3345776"/>
              <a:gd name="connsiteX871" fmla="*/ 4855089 w 11861549"/>
              <a:gd name="connsiteY871" fmla="*/ 2007841 h 3345776"/>
              <a:gd name="connsiteX872" fmla="*/ 4426652 w 11861549"/>
              <a:gd name="connsiteY872" fmla="*/ 2280098 h 3345776"/>
              <a:gd name="connsiteX873" fmla="*/ 4332919 w 11861549"/>
              <a:gd name="connsiteY873" fmla="*/ 2291209 h 3345776"/>
              <a:gd name="connsiteX874" fmla="*/ 3981868 w 11861549"/>
              <a:gd name="connsiteY874" fmla="*/ 2108724 h 3345776"/>
              <a:gd name="connsiteX875" fmla="*/ 3773970 w 11861549"/>
              <a:gd name="connsiteY875" fmla="*/ 1818332 h 3345776"/>
              <a:gd name="connsiteX876" fmla="*/ 3702330 w 11861549"/>
              <a:gd name="connsiteY876" fmla="*/ 1698036 h 3345776"/>
              <a:gd name="connsiteX877" fmla="*/ 3314756 w 11861549"/>
              <a:gd name="connsiteY877" fmla="*/ 1285433 h 3345776"/>
              <a:gd name="connsiteX878" fmla="*/ 3227934 w 11861549"/>
              <a:gd name="connsiteY878" fmla="*/ 1262842 h 3345776"/>
              <a:gd name="connsiteX879" fmla="*/ 3170829 w 11861549"/>
              <a:gd name="connsiteY879" fmla="*/ 1261184 h 3345776"/>
              <a:gd name="connsiteX880" fmla="*/ 3686682 w 11861549"/>
              <a:gd name="connsiteY880" fmla="*/ 1261110 h 3345776"/>
              <a:gd name="connsiteX881" fmla="*/ 3691121 w 11861549"/>
              <a:gd name="connsiteY881" fmla="*/ 1297166 h 3345776"/>
              <a:gd name="connsiteX882" fmla="*/ 3696463 w 11861549"/>
              <a:gd name="connsiteY882" fmla="*/ 1311061 h 3345776"/>
              <a:gd name="connsiteX883" fmla="*/ 3694539 w 11861549"/>
              <a:gd name="connsiteY883" fmla="*/ 1299352 h 3345776"/>
              <a:gd name="connsiteX884" fmla="*/ 3689949 w 11861549"/>
              <a:gd name="connsiteY884" fmla="*/ 1273076 h 3345776"/>
              <a:gd name="connsiteX885" fmla="*/ 2017159 w 11861549"/>
              <a:gd name="connsiteY885" fmla="*/ 1259770 h 3345776"/>
              <a:gd name="connsiteX886" fmla="*/ 2009980 w 11861549"/>
              <a:gd name="connsiteY886" fmla="*/ 1262489 h 3345776"/>
              <a:gd name="connsiteX887" fmla="*/ 2016421 w 11861549"/>
              <a:gd name="connsiteY887" fmla="*/ 1270109 h 3345776"/>
              <a:gd name="connsiteX888" fmla="*/ 2039973 w 11861549"/>
              <a:gd name="connsiteY888" fmla="*/ 1283493 h 3345776"/>
              <a:gd name="connsiteX889" fmla="*/ 2033410 w 11861549"/>
              <a:gd name="connsiteY889" fmla="*/ 1253614 h 3345776"/>
              <a:gd name="connsiteX890" fmla="*/ 2027213 w 11861549"/>
              <a:gd name="connsiteY890" fmla="*/ 1255961 h 3345776"/>
              <a:gd name="connsiteX891" fmla="*/ 2065073 w 11861549"/>
              <a:gd name="connsiteY891" fmla="*/ 1291563 h 3345776"/>
              <a:gd name="connsiteX892" fmla="*/ 2079258 w 11861549"/>
              <a:gd name="connsiteY892" fmla="*/ 1299118 h 3345776"/>
              <a:gd name="connsiteX893" fmla="*/ 2082149 w 11861549"/>
              <a:gd name="connsiteY893" fmla="*/ 1299964 h 3345776"/>
              <a:gd name="connsiteX894" fmla="*/ 2158679 w 11861549"/>
              <a:gd name="connsiteY894" fmla="*/ 1245829 h 3345776"/>
              <a:gd name="connsiteX895" fmla="*/ 2176811 w 11861549"/>
              <a:gd name="connsiteY895" fmla="*/ 1290477 h 3345776"/>
              <a:gd name="connsiteX896" fmla="*/ 2183349 w 11861549"/>
              <a:gd name="connsiteY896" fmla="*/ 1297898 h 3345776"/>
              <a:gd name="connsiteX897" fmla="*/ 2190552 w 11861549"/>
              <a:gd name="connsiteY897" fmla="*/ 1295936 h 3345776"/>
              <a:gd name="connsiteX898" fmla="*/ 2171726 w 11861549"/>
              <a:gd name="connsiteY898" fmla="*/ 1261695 h 3345776"/>
              <a:gd name="connsiteX899" fmla="*/ 2056995 w 11861549"/>
              <a:gd name="connsiteY899" fmla="*/ 1244681 h 3345776"/>
              <a:gd name="connsiteX900" fmla="*/ 2047389 w 11861549"/>
              <a:gd name="connsiteY900" fmla="*/ 1248320 h 3345776"/>
              <a:gd name="connsiteX901" fmla="*/ 2072080 w 11861549"/>
              <a:gd name="connsiteY901" fmla="*/ 1271979 h 3345776"/>
              <a:gd name="connsiteX902" fmla="*/ 5585684 w 11861549"/>
              <a:gd name="connsiteY902" fmla="*/ 1243054 h 3345776"/>
              <a:gd name="connsiteX903" fmla="*/ 5251857 w 11861549"/>
              <a:gd name="connsiteY903" fmla="*/ 1363077 h 3345776"/>
              <a:gd name="connsiteX904" fmla="*/ 4929410 w 11861549"/>
              <a:gd name="connsiteY904" fmla="*/ 1656790 h 3345776"/>
              <a:gd name="connsiteX905" fmla="*/ 4706061 w 11861549"/>
              <a:gd name="connsiteY905" fmla="*/ 1874775 h 3345776"/>
              <a:gd name="connsiteX906" fmla="*/ 4106683 w 11861549"/>
              <a:gd name="connsiteY906" fmla="*/ 2063446 h 3345776"/>
              <a:gd name="connsiteX907" fmla="*/ 4057085 w 11861549"/>
              <a:gd name="connsiteY907" fmla="*/ 2043857 h 3345776"/>
              <a:gd name="connsiteX908" fmla="*/ 4075344 w 11861549"/>
              <a:gd name="connsiteY908" fmla="*/ 2054579 h 3345776"/>
              <a:gd name="connsiteX909" fmla="*/ 4190275 w 11861549"/>
              <a:gd name="connsiteY909" fmla="*/ 2087270 h 3345776"/>
              <a:gd name="connsiteX910" fmla="*/ 4715512 w 11861549"/>
              <a:gd name="connsiteY910" fmla="*/ 1881672 h 3345776"/>
              <a:gd name="connsiteX911" fmla="*/ 4921621 w 11861549"/>
              <a:gd name="connsiteY911" fmla="*/ 1681563 h 3345776"/>
              <a:gd name="connsiteX912" fmla="*/ 5260541 w 11861549"/>
              <a:gd name="connsiteY912" fmla="*/ 1381337 h 3345776"/>
              <a:gd name="connsiteX913" fmla="*/ 5924588 w 11861549"/>
              <a:gd name="connsiteY913" fmla="*/ 1392575 h 3345776"/>
              <a:gd name="connsiteX914" fmla="*/ 5984587 w 11861549"/>
              <a:gd name="connsiteY914" fmla="*/ 1469070 h 3345776"/>
              <a:gd name="connsiteX915" fmla="*/ 6010127 w 11861549"/>
              <a:gd name="connsiteY915" fmla="*/ 1518023 h 3345776"/>
              <a:gd name="connsiteX916" fmla="*/ 5981211 w 11861549"/>
              <a:gd name="connsiteY916" fmla="*/ 1453280 h 3345776"/>
              <a:gd name="connsiteX917" fmla="*/ 5910029 w 11861549"/>
              <a:gd name="connsiteY917" fmla="*/ 1357585 h 3345776"/>
              <a:gd name="connsiteX918" fmla="*/ 5585684 w 11861549"/>
              <a:gd name="connsiteY918" fmla="*/ 1243054 h 3345776"/>
              <a:gd name="connsiteX919" fmla="*/ 2081651 w 11861549"/>
              <a:gd name="connsiteY919" fmla="*/ 1238184 h 3345776"/>
              <a:gd name="connsiteX920" fmla="*/ 2071748 w 11861549"/>
              <a:gd name="connsiteY920" fmla="*/ 1239738 h 3345776"/>
              <a:gd name="connsiteX921" fmla="*/ 2083455 w 11861549"/>
              <a:gd name="connsiteY921" fmla="*/ 1265072 h 3345776"/>
              <a:gd name="connsiteX922" fmla="*/ 2117850 w 11861549"/>
              <a:gd name="connsiteY922" fmla="*/ 1294975 h 3345776"/>
              <a:gd name="connsiteX923" fmla="*/ 2109320 w 11861549"/>
              <a:gd name="connsiteY923" fmla="*/ 1233845 h 3345776"/>
              <a:gd name="connsiteX924" fmla="*/ 2100909 w 11861549"/>
              <a:gd name="connsiteY924" fmla="*/ 1235164 h 3345776"/>
              <a:gd name="connsiteX925" fmla="*/ 2131647 w 11861549"/>
              <a:gd name="connsiteY925" fmla="*/ 1292222 h 3345776"/>
              <a:gd name="connsiteX926" fmla="*/ 2141475 w 11861549"/>
              <a:gd name="connsiteY926" fmla="*/ 1299903 h 3345776"/>
              <a:gd name="connsiteX927" fmla="*/ 2147066 w 11861549"/>
              <a:gd name="connsiteY927" fmla="*/ 1299854 h 3345776"/>
              <a:gd name="connsiteX928" fmla="*/ 2117415 w 11861549"/>
              <a:gd name="connsiteY928" fmla="*/ 1259670 h 3345776"/>
              <a:gd name="connsiteX929" fmla="*/ 7785834 w 11861549"/>
              <a:gd name="connsiteY929" fmla="*/ 1233076 h 3345776"/>
              <a:gd name="connsiteX930" fmla="*/ 7485480 w 11861549"/>
              <a:gd name="connsiteY930" fmla="*/ 1393596 h 3345776"/>
              <a:gd name="connsiteX931" fmla="*/ 7424206 w 11861549"/>
              <a:gd name="connsiteY931" fmla="*/ 1492292 h 3345776"/>
              <a:gd name="connsiteX932" fmla="*/ 7406102 w 11861549"/>
              <a:gd name="connsiteY932" fmla="*/ 1536121 h 3345776"/>
              <a:gd name="connsiteX933" fmla="*/ 7452407 w 11861549"/>
              <a:gd name="connsiteY933" fmla="*/ 1453105 h 3345776"/>
              <a:gd name="connsiteX934" fmla="*/ 7751100 w 11861549"/>
              <a:gd name="connsiteY934" fmla="*/ 1270876 h 3345776"/>
              <a:gd name="connsiteX935" fmla="*/ 8010717 w 11861549"/>
              <a:gd name="connsiteY935" fmla="*/ 1326426 h 3345776"/>
              <a:gd name="connsiteX936" fmla="*/ 8174685 w 11861549"/>
              <a:gd name="connsiteY936" fmla="*/ 1391170 h 3345776"/>
              <a:gd name="connsiteX937" fmla="*/ 8320137 w 11861549"/>
              <a:gd name="connsiteY937" fmla="*/ 1452977 h 3345776"/>
              <a:gd name="connsiteX938" fmla="*/ 8794839 w 11861549"/>
              <a:gd name="connsiteY938" fmla="*/ 1635772 h 3345776"/>
              <a:gd name="connsiteX939" fmla="*/ 8922635 w 11861549"/>
              <a:gd name="connsiteY939" fmla="*/ 1668953 h 3345776"/>
              <a:gd name="connsiteX940" fmla="*/ 8823177 w 11861549"/>
              <a:gd name="connsiteY940" fmla="*/ 1641530 h 3345776"/>
              <a:gd name="connsiteX941" fmla="*/ 8346698 w 11861549"/>
              <a:gd name="connsiteY941" fmla="*/ 1437653 h 3345776"/>
              <a:gd name="connsiteX942" fmla="*/ 8203928 w 11861549"/>
              <a:gd name="connsiteY942" fmla="*/ 1369589 h 3345776"/>
              <a:gd name="connsiteX943" fmla="*/ 8041236 w 11861549"/>
              <a:gd name="connsiteY943" fmla="*/ 1297949 h 3345776"/>
              <a:gd name="connsiteX944" fmla="*/ 7785834 w 11861549"/>
              <a:gd name="connsiteY944" fmla="*/ 1233076 h 3345776"/>
              <a:gd name="connsiteX945" fmla="*/ 2122787 w 11861549"/>
              <a:gd name="connsiteY945" fmla="*/ 1232929 h 3345776"/>
              <a:gd name="connsiteX946" fmla="*/ 2129322 w 11861549"/>
              <a:gd name="connsiteY946" fmla="*/ 1253923 h 3345776"/>
              <a:gd name="connsiteX947" fmla="*/ 2163275 w 11861549"/>
              <a:gd name="connsiteY947" fmla="*/ 1299712 h 3345776"/>
              <a:gd name="connsiteX948" fmla="*/ 2165951 w 11861549"/>
              <a:gd name="connsiteY948" fmla="*/ 1299687 h 3345776"/>
              <a:gd name="connsiteX949" fmla="*/ 2165908 w 11861549"/>
              <a:gd name="connsiteY949" fmla="*/ 1299639 h 3345776"/>
              <a:gd name="connsiteX950" fmla="*/ 2140851 w 11861549"/>
              <a:gd name="connsiteY950" fmla="*/ 1237774 h 3345776"/>
              <a:gd name="connsiteX951" fmla="*/ 2146290 w 11861549"/>
              <a:gd name="connsiteY951" fmla="*/ 1215315 h 3345776"/>
              <a:gd name="connsiteX952" fmla="*/ 2151514 w 11861549"/>
              <a:gd name="connsiteY952" fmla="*/ 1228186 h 3345776"/>
              <a:gd name="connsiteX953" fmla="*/ 2153665 w 11861549"/>
              <a:gd name="connsiteY953" fmla="*/ 1228824 h 3345776"/>
              <a:gd name="connsiteX954" fmla="*/ 7818527 w 11861549"/>
              <a:gd name="connsiteY954" fmla="*/ 1181485 h 3345776"/>
              <a:gd name="connsiteX955" fmla="*/ 7505912 w 11861549"/>
              <a:gd name="connsiteY955" fmla="*/ 1325915 h 3345776"/>
              <a:gd name="connsiteX956" fmla="*/ 7390407 w 11861549"/>
              <a:gd name="connsiteY956" fmla="*/ 1529232 h 3345776"/>
              <a:gd name="connsiteX957" fmla="*/ 7376850 w 11861549"/>
              <a:gd name="connsiteY957" fmla="*/ 1572232 h 3345776"/>
              <a:gd name="connsiteX958" fmla="*/ 7412286 w 11861549"/>
              <a:gd name="connsiteY958" fmla="*/ 1486598 h 3345776"/>
              <a:gd name="connsiteX959" fmla="*/ 7474626 w 11861549"/>
              <a:gd name="connsiteY959" fmla="*/ 1386190 h 3345776"/>
              <a:gd name="connsiteX960" fmla="*/ 7785579 w 11861549"/>
              <a:gd name="connsiteY960" fmla="*/ 1220179 h 3345776"/>
              <a:gd name="connsiteX961" fmla="*/ 8046344 w 11861549"/>
              <a:gd name="connsiteY961" fmla="*/ 1286073 h 3345776"/>
              <a:gd name="connsiteX962" fmla="*/ 8209547 w 11861549"/>
              <a:gd name="connsiteY962" fmla="*/ 1357967 h 3345776"/>
              <a:gd name="connsiteX963" fmla="*/ 8352445 w 11861549"/>
              <a:gd name="connsiteY963" fmla="*/ 1426033 h 3345776"/>
              <a:gd name="connsiteX964" fmla="*/ 8996187 w 11861549"/>
              <a:gd name="connsiteY964" fmla="*/ 1675817 h 3345776"/>
              <a:gd name="connsiteX965" fmla="*/ 9000396 w 11861549"/>
              <a:gd name="connsiteY965" fmla="*/ 1676546 h 3345776"/>
              <a:gd name="connsiteX966" fmla="*/ 8854187 w 11861549"/>
              <a:gd name="connsiteY966" fmla="*/ 1633851 h 3345776"/>
              <a:gd name="connsiteX967" fmla="*/ 8377475 w 11861549"/>
              <a:gd name="connsiteY967" fmla="*/ 1409304 h 3345776"/>
              <a:gd name="connsiteX968" fmla="*/ 8237003 w 11861549"/>
              <a:gd name="connsiteY968" fmla="*/ 1335110 h 3345776"/>
              <a:gd name="connsiteX969" fmla="*/ 8075078 w 11861549"/>
              <a:gd name="connsiteY969" fmla="*/ 1256446 h 3345776"/>
              <a:gd name="connsiteX970" fmla="*/ 7818527 w 11861549"/>
              <a:gd name="connsiteY970" fmla="*/ 1181485 h 3345776"/>
              <a:gd name="connsiteX971" fmla="*/ 3196022 w 11861549"/>
              <a:gd name="connsiteY971" fmla="*/ 1152927 h 3345776"/>
              <a:gd name="connsiteX972" fmla="*/ 2997675 w 11861549"/>
              <a:gd name="connsiteY972" fmla="*/ 1223753 h 3345776"/>
              <a:gd name="connsiteX973" fmla="*/ 2936634 w 11861549"/>
              <a:gd name="connsiteY973" fmla="*/ 1271258 h 3345776"/>
              <a:gd name="connsiteX974" fmla="*/ 2890151 w 11861549"/>
              <a:gd name="connsiteY974" fmla="*/ 1308163 h 3345776"/>
              <a:gd name="connsiteX975" fmla="*/ 2742018 w 11861549"/>
              <a:gd name="connsiteY975" fmla="*/ 1396916 h 3345776"/>
              <a:gd name="connsiteX976" fmla="*/ 2531326 w 11861549"/>
              <a:gd name="connsiteY976" fmla="*/ 1446337 h 3345776"/>
              <a:gd name="connsiteX977" fmla="*/ 2456028 w 11861549"/>
              <a:gd name="connsiteY977" fmla="*/ 1443755 h 3345776"/>
              <a:gd name="connsiteX978" fmla="*/ 2463045 w 11861549"/>
              <a:gd name="connsiteY978" fmla="*/ 1445503 h 3345776"/>
              <a:gd name="connsiteX979" fmla="*/ 2779179 w 11861549"/>
              <a:gd name="connsiteY979" fmla="*/ 1415945 h 3345776"/>
              <a:gd name="connsiteX980" fmla="*/ 2924886 w 11861549"/>
              <a:gd name="connsiteY980" fmla="*/ 1351200 h 3345776"/>
              <a:gd name="connsiteX981" fmla="*/ 2966006 w 11861549"/>
              <a:gd name="connsiteY981" fmla="*/ 1326681 h 3345776"/>
              <a:gd name="connsiteX982" fmla="*/ 3030623 w 11861549"/>
              <a:gd name="connsiteY982" fmla="*/ 1289520 h 3345776"/>
              <a:gd name="connsiteX983" fmla="*/ 3319608 w 11861549"/>
              <a:gd name="connsiteY983" fmla="*/ 1272919 h 3345776"/>
              <a:gd name="connsiteX984" fmla="*/ 3713950 w 11861549"/>
              <a:gd name="connsiteY984" fmla="*/ 1691269 h 3345776"/>
              <a:gd name="connsiteX985" fmla="*/ 3785335 w 11861549"/>
              <a:gd name="connsiteY985" fmla="*/ 1811179 h 3345776"/>
              <a:gd name="connsiteX986" fmla="*/ 3991957 w 11861549"/>
              <a:gd name="connsiteY986" fmla="*/ 2099785 h 3345776"/>
              <a:gd name="connsiteX987" fmla="*/ 4333302 w 11861549"/>
              <a:gd name="connsiteY987" fmla="*/ 2277800 h 3345776"/>
              <a:gd name="connsiteX988" fmla="*/ 4423458 w 11861549"/>
              <a:gd name="connsiteY988" fmla="*/ 2266946 h 3345776"/>
              <a:gd name="connsiteX989" fmla="*/ 4845894 w 11861549"/>
              <a:gd name="connsiteY989" fmla="*/ 1998773 h 3345776"/>
              <a:gd name="connsiteX990" fmla="*/ 4914853 w 11861549"/>
              <a:gd name="connsiteY990" fmla="*/ 1932113 h 3345776"/>
              <a:gd name="connsiteX991" fmla="*/ 5377515 w 11861549"/>
              <a:gd name="connsiteY991" fmla="*/ 1585403 h 3345776"/>
              <a:gd name="connsiteX992" fmla="*/ 5960472 w 11861549"/>
              <a:gd name="connsiteY992" fmla="*/ 1701996 h 3345776"/>
              <a:gd name="connsiteX993" fmla="*/ 6055914 w 11861549"/>
              <a:gd name="connsiteY993" fmla="*/ 1843300 h 3345776"/>
              <a:gd name="connsiteX994" fmla="*/ 6042584 w 11861549"/>
              <a:gd name="connsiteY994" fmla="*/ 1811435 h 3345776"/>
              <a:gd name="connsiteX995" fmla="*/ 5945531 w 11861549"/>
              <a:gd name="connsiteY995" fmla="*/ 1666494 h 3345776"/>
              <a:gd name="connsiteX996" fmla="*/ 5366022 w 11861549"/>
              <a:gd name="connsiteY996" fmla="*/ 1568292 h 3345776"/>
              <a:gd name="connsiteX997" fmla="*/ 4928900 w 11861549"/>
              <a:gd name="connsiteY997" fmla="*/ 1902741 h 3345776"/>
              <a:gd name="connsiteX998" fmla="*/ 4836444 w 11861549"/>
              <a:gd name="connsiteY998" fmla="*/ 1991366 h 3345776"/>
              <a:gd name="connsiteX999" fmla="*/ 4392681 w 11861549"/>
              <a:gd name="connsiteY999" fmla="*/ 2254686 h 3345776"/>
              <a:gd name="connsiteX1000" fmla="*/ 4295501 w 11861549"/>
              <a:gd name="connsiteY1000" fmla="*/ 2259410 h 3345776"/>
              <a:gd name="connsiteX1001" fmla="*/ 3945856 w 11861549"/>
              <a:gd name="connsiteY1001" fmla="*/ 2025590 h 3345776"/>
              <a:gd name="connsiteX1002" fmla="*/ 3755453 w 11861549"/>
              <a:gd name="connsiteY1002" fmla="*/ 1703527 h 3345776"/>
              <a:gd name="connsiteX1003" fmla="*/ 3720462 w 11861549"/>
              <a:gd name="connsiteY1003" fmla="*/ 1639676 h 3345776"/>
              <a:gd name="connsiteX1004" fmla="*/ 3687515 w 11861549"/>
              <a:gd name="connsiteY1004" fmla="*/ 1578763 h 3345776"/>
              <a:gd name="connsiteX1005" fmla="*/ 3289471 w 11861549"/>
              <a:gd name="connsiteY1005" fmla="*/ 1167437 h 3345776"/>
              <a:gd name="connsiteX1006" fmla="*/ 3196022 w 11861549"/>
              <a:gd name="connsiteY1006" fmla="*/ 1152927 h 3345776"/>
              <a:gd name="connsiteX1007" fmla="*/ 1911040 w 11861549"/>
              <a:gd name="connsiteY1007" fmla="*/ 1150186 h 3345776"/>
              <a:gd name="connsiteX1008" fmla="*/ 1893881 w 11861549"/>
              <a:gd name="connsiteY1008" fmla="*/ 1156106 h 3345776"/>
              <a:gd name="connsiteX1009" fmla="*/ 1906490 w 11861549"/>
              <a:gd name="connsiteY1009" fmla="*/ 1182090 h 3345776"/>
              <a:gd name="connsiteX1010" fmla="*/ 1967893 w 11861549"/>
              <a:gd name="connsiteY1010" fmla="*/ 1249039 h 3345776"/>
              <a:gd name="connsiteX1011" fmla="*/ 1985488 w 11861549"/>
              <a:gd name="connsiteY1011" fmla="*/ 1259690 h 3345776"/>
              <a:gd name="connsiteX1012" fmla="*/ 1988444 w 11861549"/>
              <a:gd name="connsiteY1012" fmla="*/ 1258193 h 3345776"/>
              <a:gd name="connsiteX1013" fmla="*/ 1928065 w 11861549"/>
              <a:gd name="connsiteY1013" fmla="*/ 1190026 h 3345776"/>
              <a:gd name="connsiteX1014" fmla="*/ 2094871 w 11861549"/>
              <a:gd name="connsiteY1014" fmla="*/ 1143259 h 3345776"/>
              <a:gd name="connsiteX1015" fmla="*/ 2118925 w 11861549"/>
              <a:gd name="connsiteY1015" fmla="*/ 1220526 h 3345776"/>
              <a:gd name="connsiteX1016" fmla="*/ 2123652 w 11861549"/>
              <a:gd name="connsiteY1016" fmla="*/ 1219903 h 3345776"/>
              <a:gd name="connsiteX1017" fmla="*/ 2134977 w 11861549"/>
              <a:gd name="connsiteY1017" fmla="*/ 1223269 h 3345776"/>
              <a:gd name="connsiteX1018" fmla="*/ 2113088 w 11861549"/>
              <a:gd name="connsiteY1018" fmla="*/ 1169224 h 3345776"/>
              <a:gd name="connsiteX1019" fmla="*/ 2105334 w 11861549"/>
              <a:gd name="connsiteY1019" fmla="*/ 1149532 h 3345776"/>
              <a:gd name="connsiteX1020" fmla="*/ 1939801 w 11861549"/>
              <a:gd name="connsiteY1020" fmla="*/ 1140265 h 3345776"/>
              <a:gd name="connsiteX1021" fmla="*/ 1924155 w 11861549"/>
              <a:gd name="connsiteY1021" fmla="*/ 1145663 h 3345776"/>
              <a:gd name="connsiteX1022" fmla="*/ 1932411 w 11861549"/>
              <a:gd name="connsiteY1022" fmla="*/ 1170724 h 3345776"/>
              <a:gd name="connsiteX1023" fmla="*/ 2001233 w 11861549"/>
              <a:gd name="connsiteY1023" fmla="*/ 1252144 h 3345776"/>
              <a:gd name="connsiteX1024" fmla="*/ 2007581 w 11861549"/>
              <a:gd name="connsiteY1024" fmla="*/ 1249808 h 3345776"/>
              <a:gd name="connsiteX1025" fmla="*/ 1976498 w 11861549"/>
              <a:gd name="connsiteY1025" fmla="*/ 1217480 h 3345776"/>
              <a:gd name="connsiteX1026" fmla="*/ 1939844 w 11861549"/>
              <a:gd name="connsiteY1026" fmla="*/ 1140430 h 3345776"/>
              <a:gd name="connsiteX1027" fmla="*/ 1975811 w 11861549"/>
              <a:gd name="connsiteY1027" fmla="*/ 1133198 h 3345776"/>
              <a:gd name="connsiteX1028" fmla="*/ 1955568 w 11861549"/>
              <a:gd name="connsiteY1028" fmla="*/ 1136763 h 3345776"/>
              <a:gd name="connsiteX1029" fmla="*/ 1961504 w 11861549"/>
              <a:gd name="connsiteY1029" fmla="*/ 1162544 h 3345776"/>
              <a:gd name="connsiteX1030" fmla="*/ 2002685 w 11861549"/>
              <a:gd name="connsiteY1030" fmla="*/ 1232895 h 3345776"/>
              <a:gd name="connsiteX1031" fmla="*/ 2016992 w 11861549"/>
              <a:gd name="connsiteY1031" fmla="*/ 1246349 h 3345776"/>
              <a:gd name="connsiteX1032" fmla="*/ 2024435 w 11861549"/>
              <a:gd name="connsiteY1032" fmla="*/ 1243611 h 3345776"/>
              <a:gd name="connsiteX1033" fmla="*/ 1988195 w 11861549"/>
              <a:gd name="connsiteY1033" fmla="*/ 1175645 h 3345776"/>
              <a:gd name="connsiteX1034" fmla="*/ 7853645 w 11861549"/>
              <a:gd name="connsiteY1034" fmla="*/ 1129894 h 3345776"/>
              <a:gd name="connsiteX1035" fmla="*/ 7528900 w 11861549"/>
              <a:gd name="connsiteY1035" fmla="*/ 1258360 h 3345776"/>
              <a:gd name="connsiteX1036" fmla="*/ 7403881 w 11861549"/>
              <a:gd name="connsiteY1036" fmla="*/ 1459426 h 3345776"/>
              <a:gd name="connsiteX1037" fmla="*/ 7390232 w 11861549"/>
              <a:gd name="connsiteY1037" fmla="*/ 1498345 h 3345776"/>
              <a:gd name="connsiteX1038" fmla="*/ 7428136 w 11861549"/>
              <a:gd name="connsiteY1038" fmla="*/ 1415777 h 3345776"/>
              <a:gd name="connsiteX1039" fmla="*/ 7495825 w 11861549"/>
              <a:gd name="connsiteY1039" fmla="*/ 1317359 h 3345776"/>
              <a:gd name="connsiteX1040" fmla="*/ 7819165 w 11861549"/>
              <a:gd name="connsiteY1040" fmla="*/ 1168077 h 3345776"/>
              <a:gd name="connsiteX1041" fmla="*/ 8080824 w 11861549"/>
              <a:gd name="connsiteY1041" fmla="*/ 1244698 h 3345776"/>
              <a:gd name="connsiteX1042" fmla="*/ 8243388 w 11861549"/>
              <a:gd name="connsiteY1042" fmla="*/ 1323745 h 3345776"/>
              <a:gd name="connsiteX1043" fmla="*/ 8383859 w 11861549"/>
              <a:gd name="connsiteY1043" fmla="*/ 1397939 h 3345776"/>
              <a:gd name="connsiteX1044" fmla="*/ 9029262 w 11861549"/>
              <a:gd name="connsiteY1044" fmla="*/ 1671475 h 3345776"/>
              <a:gd name="connsiteX1045" fmla="*/ 9040890 w 11861549"/>
              <a:gd name="connsiteY1045" fmla="*/ 1673467 h 3345776"/>
              <a:gd name="connsiteX1046" fmla="*/ 8887419 w 11861549"/>
              <a:gd name="connsiteY1046" fmla="*/ 1626368 h 3345776"/>
              <a:gd name="connsiteX1047" fmla="*/ 8410166 w 11861549"/>
              <a:gd name="connsiteY1047" fmla="*/ 1380954 h 3345776"/>
              <a:gd name="connsiteX1048" fmla="*/ 8272505 w 11861549"/>
              <a:gd name="connsiteY1048" fmla="*/ 1300757 h 3345776"/>
              <a:gd name="connsiteX1049" fmla="*/ 8111345 w 11861549"/>
              <a:gd name="connsiteY1049" fmla="*/ 1214942 h 3345776"/>
              <a:gd name="connsiteX1050" fmla="*/ 7853645 w 11861549"/>
              <a:gd name="connsiteY1050" fmla="*/ 1129894 h 3345776"/>
              <a:gd name="connsiteX1051" fmla="*/ 2058934 w 11861549"/>
              <a:gd name="connsiteY1051" fmla="*/ 1129521 h 3345776"/>
              <a:gd name="connsiteX1052" fmla="*/ 2068123 w 11861549"/>
              <a:gd name="connsiteY1052" fmla="*/ 1174299 h 3345776"/>
              <a:gd name="connsiteX1053" fmla="*/ 2094741 w 11861549"/>
              <a:gd name="connsiteY1053" fmla="*/ 1223713 h 3345776"/>
              <a:gd name="connsiteX1054" fmla="*/ 2105691 w 11861549"/>
              <a:gd name="connsiteY1054" fmla="*/ 1222270 h 3345776"/>
              <a:gd name="connsiteX1055" fmla="*/ 2077694 w 11861549"/>
              <a:gd name="connsiteY1055" fmla="*/ 1132962 h 3345776"/>
              <a:gd name="connsiteX1056" fmla="*/ 2074244 w 11861549"/>
              <a:gd name="connsiteY1056" fmla="*/ 1130893 h 3345776"/>
              <a:gd name="connsiteX1057" fmla="*/ 2013113 w 11861549"/>
              <a:gd name="connsiteY1057" fmla="*/ 1126630 h 3345776"/>
              <a:gd name="connsiteX1058" fmla="*/ 1988331 w 11861549"/>
              <a:gd name="connsiteY1058" fmla="*/ 1130993 h 3345776"/>
              <a:gd name="connsiteX1059" fmla="*/ 1998942 w 11861549"/>
              <a:gd name="connsiteY1059" fmla="*/ 1167760 h 3345776"/>
              <a:gd name="connsiteX1060" fmla="*/ 2035317 w 11861549"/>
              <a:gd name="connsiteY1060" fmla="*/ 1236749 h 3345776"/>
              <a:gd name="connsiteX1061" fmla="*/ 2037473 w 11861549"/>
              <a:gd name="connsiteY1061" fmla="*/ 1238817 h 3345776"/>
              <a:gd name="connsiteX1062" fmla="*/ 2051007 w 11861549"/>
              <a:gd name="connsiteY1062" fmla="*/ 1233841 h 3345776"/>
              <a:gd name="connsiteX1063" fmla="*/ 2024510 w 11861549"/>
              <a:gd name="connsiteY1063" fmla="*/ 1185891 h 3345776"/>
              <a:gd name="connsiteX1064" fmla="*/ 2021416 w 11861549"/>
              <a:gd name="connsiteY1064" fmla="*/ 1126156 h 3345776"/>
              <a:gd name="connsiteX1065" fmla="*/ 2022534 w 11861549"/>
              <a:gd name="connsiteY1065" fmla="*/ 1133231 h 3345776"/>
              <a:gd name="connsiteX1066" fmla="*/ 2066408 w 11861549"/>
              <a:gd name="connsiteY1066" fmla="*/ 1228177 h 3345776"/>
              <a:gd name="connsiteX1067" fmla="*/ 2069495 w 11861549"/>
              <a:gd name="connsiteY1067" fmla="*/ 1227042 h 3345776"/>
              <a:gd name="connsiteX1068" fmla="*/ 2074157 w 11861549"/>
              <a:gd name="connsiteY1068" fmla="*/ 1226427 h 3345776"/>
              <a:gd name="connsiteX1069" fmla="*/ 2072240 w 11861549"/>
              <a:gd name="connsiteY1069" fmla="*/ 1223418 h 3345776"/>
              <a:gd name="connsiteX1070" fmla="*/ 2048947 w 11861549"/>
              <a:gd name="connsiteY1070" fmla="*/ 1128625 h 3345776"/>
              <a:gd name="connsiteX1071" fmla="*/ 7794948 w 11861549"/>
              <a:gd name="connsiteY1071" fmla="*/ 1074121 h 3345776"/>
              <a:gd name="connsiteX1072" fmla="*/ 7551886 w 11861549"/>
              <a:gd name="connsiteY1072" fmla="*/ 1188891 h 3345776"/>
              <a:gd name="connsiteX1073" fmla="*/ 7443813 w 11861549"/>
              <a:gd name="connsiteY1073" fmla="*/ 1333253 h 3345776"/>
              <a:gd name="connsiteX1074" fmla="*/ 7397958 w 11861549"/>
              <a:gd name="connsiteY1074" fmla="*/ 1441741 h 3345776"/>
              <a:gd name="connsiteX1075" fmla="*/ 7391909 w 11861549"/>
              <a:gd name="connsiteY1075" fmla="*/ 1453680 h 3345776"/>
              <a:gd name="connsiteX1076" fmla="*/ 7386920 w 11861549"/>
              <a:gd name="connsiteY1076" fmla="*/ 1467854 h 3345776"/>
              <a:gd name="connsiteX1077" fmla="*/ 7375377 w 11861549"/>
              <a:gd name="connsiteY1077" fmla="*/ 1495165 h 3345776"/>
              <a:gd name="connsiteX1078" fmla="*/ 7368340 w 11861549"/>
              <a:gd name="connsiteY1078" fmla="*/ 1520649 h 3345776"/>
              <a:gd name="connsiteX1079" fmla="*/ 7386920 w 11861549"/>
              <a:gd name="connsiteY1079" fmla="*/ 1467854 h 3345776"/>
              <a:gd name="connsiteX1080" fmla="*/ 7397958 w 11861549"/>
              <a:gd name="connsiteY1080" fmla="*/ 1441741 h 3345776"/>
              <a:gd name="connsiteX1081" fmla="*/ 7446537 w 11861549"/>
              <a:gd name="connsiteY1081" fmla="*/ 1345853 h 3345776"/>
              <a:gd name="connsiteX1082" fmla="*/ 7519962 w 11861549"/>
              <a:gd name="connsiteY1082" fmla="*/ 1249422 h 3345776"/>
              <a:gd name="connsiteX1083" fmla="*/ 7855432 w 11861549"/>
              <a:gd name="connsiteY1083" fmla="*/ 1116867 h 3345776"/>
              <a:gd name="connsiteX1084" fmla="*/ 8118113 w 11861549"/>
              <a:gd name="connsiteY1084" fmla="*/ 1203321 h 3345776"/>
              <a:gd name="connsiteX1085" fmla="*/ 8280038 w 11861549"/>
              <a:gd name="connsiteY1085" fmla="*/ 1289520 h 3345776"/>
              <a:gd name="connsiteX1086" fmla="*/ 8417701 w 11861549"/>
              <a:gd name="connsiteY1086" fmla="*/ 1369716 h 3345776"/>
              <a:gd name="connsiteX1087" fmla="*/ 9064763 w 11861549"/>
              <a:gd name="connsiteY1087" fmla="*/ 1667005 h 3345776"/>
              <a:gd name="connsiteX1088" fmla="*/ 9088119 w 11861549"/>
              <a:gd name="connsiteY1088" fmla="*/ 1671000 h 3345776"/>
              <a:gd name="connsiteX1089" fmla="*/ 8919934 w 11861549"/>
              <a:gd name="connsiteY1089" fmla="*/ 1616717 h 3345776"/>
              <a:gd name="connsiteX1090" fmla="*/ 8443114 w 11861549"/>
              <a:gd name="connsiteY1090" fmla="*/ 1350560 h 3345776"/>
              <a:gd name="connsiteX1091" fmla="*/ 8308133 w 11861549"/>
              <a:gd name="connsiteY1091" fmla="*/ 1264490 h 3345776"/>
              <a:gd name="connsiteX1092" fmla="*/ 8147613 w 11861549"/>
              <a:gd name="connsiteY1092" fmla="*/ 1171651 h 3345776"/>
              <a:gd name="connsiteX1093" fmla="*/ 7888763 w 11861549"/>
              <a:gd name="connsiteY1093" fmla="*/ 1076385 h 3345776"/>
              <a:gd name="connsiteX1094" fmla="*/ 7794948 w 11861549"/>
              <a:gd name="connsiteY1094" fmla="*/ 1074121 h 3345776"/>
              <a:gd name="connsiteX1095" fmla="*/ 2071005 w 11861549"/>
              <a:gd name="connsiteY1095" fmla="*/ 1065366 h 3345776"/>
              <a:gd name="connsiteX1096" fmla="*/ 2082441 w 11861549"/>
              <a:gd name="connsiteY1096" fmla="*/ 1103330 h 3345776"/>
              <a:gd name="connsiteX1097" fmla="*/ 2088848 w 11861549"/>
              <a:gd name="connsiteY1097" fmla="*/ 1123912 h 3345776"/>
              <a:gd name="connsiteX1098" fmla="*/ 2097265 w 11861549"/>
              <a:gd name="connsiteY1098" fmla="*/ 1129037 h 3345776"/>
              <a:gd name="connsiteX1099" fmla="*/ 2072863 w 11861549"/>
              <a:gd name="connsiteY1099" fmla="*/ 1067063 h 3345776"/>
              <a:gd name="connsiteX1100" fmla="*/ 3185071 w 11861549"/>
              <a:gd name="connsiteY1100" fmla="*/ 1039875 h 3345776"/>
              <a:gd name="connsiteX1101" fmla="*/ 2957577 w 11861549"/>
              <a:gd name="connsiteY1101" fmla="*/ 1144067 h 3345776"/>
              <a:gd name="connsiteX1102" fmla="*/ 2896792 w 11861549"/>
              <a:gd name="connsiteY1102" fmla="*/ 1203193 h 3345776"/>
              <a:gd name="connsiteX1103" fmla="*/ 2847754 w 11861549"/>
              <a:gd name="connsiteY1103" fmla="*/ 1251720 h 3345776"/>
              <a:gd name="connsiteX1104" fmla="*/ 2698216 w 11861549"/>
              <a:gd name="connsiteY1104" fmla="*/ 1362565 h 3345776"/>
              <a:gd name="connsiteX1105" fmla="*/ 2486278 w 11861549"/>
              <a:gd name="connsiteY1105" fmla="*/ 1425139 h 3345776"/>
              <a:gd name="connsiteX1106" fmla="*/ 2400952 w 11861549"/>
              <a:gd name="connsiteY1106" fmla="*/ 1423691 h 3345776"/>
              <a:gd name="connsiteX1107" fmla="*/ 2417629 w 11861549"/>
              <a:gd name="connsiteY1107" fmla="*/ 1428296 h 3345776"/>
              <a:gd name="connsiteX1108" fmla="*/ 2736653 w 11861549"/>
              <a:gd name="connsiteY1108" fmla="*/ 1383635 h 3345776"/>
              <a:gd name="connsiteX1109" fmla="*/ 2881978 w 11861549"/>
              <a:gd name="connsiteY1109" fmla="*/ 1296543 h 3345776"/>
              <a:gd name="connsiteX1110" fmla="*/ 2928077 w 11861549"/>
              <a:gd name="connsiteY1110" fmla="*/ 1259893 h 3345776"/>
              <a:gd name="connsiteX1111" fmla="*/ 2989885 w 11861549"/>
              <a:gd name="connsiteY1111" fmla="*/ 1211877 h 3345776"/>
              <a:gd name="connsiteX1112" fmla="*/ 3293429 w 11861549"/>
              <a:gd name="connsiteY1112" fmla="*/ 1153773 h 3345776"/>
              <a:gd name="connsiteX1113" fmla="*/ 3699264 w 11861549"/>
              <a:gd name="connsiteY1113" fmla="*/ 1571357 h 3345776"/>
              <a:gd name="connsiteX1114" fmla="*/ 3732339 w 11861549"/>
              <a:gd name="connsiteY1114" fmla="*/ 1632525 h 3345776"/>
              <a:gd name="connsiteX1115" fmla="*/ 3764663 w 11861549"/>
              <a:gd name="connsiteY1115" fmla="*/ 1691727 h 3345776"/>
              <a:gd name="connsiteX1116" fmla="*/ 3718011 w 11861549"/>
              <a:gd name="connsiteY1116" fmla="*/ 1551224 h 3345776"/>
              <a:gd name="connsiteX1117" fmla="*/ 3717547 w 11861549"/>
              <a:gd name="connsiteY1117" fmla="*/ 1548943 h 3345776"/>
              <a:gd name="connsiteX1118" fmla="*/ 3672702 w 11861549"/>
              <a:gd name="connsiteY1118" fmla="*/ 1457575 h 3345776"/>
              <a:gd name="connsiteX1119" fmla="*/ 3264062 w 11861549"/>
              <a:gd name="connsiteY1119" fmla="*/ 1047653 h 3345776"/>
              <a:gd name="connsiteX1120" fmla="*/ 3185071 w 11861549"/>
              <a:gd name="connsiteY1120" fmla="*/ 1039875 h 3345776"/>
              <a:gd name="connsiteX1121" fmla="*/ 2039691 w 11861549"/>
              <a:gd name="connsiteY1121" fmla="*/ 1036722 h 3345776"/>
              <a:gd name="connsiteX1122" fmla="*/ 2041193 w 11861549"/>
              <a:gd name="connsiteY1122" fmla="*/ 1043055 h 3345776"/>
              <a:gd name="connsiteX1123" fmla="*/ 2056167 w 11861549"/>
              <a:gd name="connsiteY1123" fmla="*/ 1116030 h 3345776"/>
              <a:gd name="connsiteX1124" fmla="*/ 2072947 w 11861549"/>
              <a:gd name="connsiteY1124" fmla="*/ 1117814 h 3345776"/>
              <a:gd name="connsiteX1125" fmla="*/ 2069288 w 11861549"/>
              <a:gd name="connsiteY1125" fmla="*/ 1106141 h 3345776"/>
              <a:gd name="connsiteX1126" fmla="*/ 2051779 w 11861549"/>
              <a:gd name="connsiteY1126" fmla="*/ 1047777 h 3345776"/>
              <a:gd name="connsiteX1127" fmla="*/ 2004789 w 11861549"/>
              <a:gd name="connsiteY1127" fmla="*/ 1021052 h 3345776"/>
              <a:gd name="connsiteX1128" fmla="*/ 2019221 w 11861549"/>
              <a:gd name="connsiteY1128" fmla="*/ 1112289 h 3345776"/>
              <a:gd name="connsiteX1129" fmla="*/ 2019916 w 11861549"/>
              <a:gd name="connsiteY1129" fmla="*/ 1112175 h 3345776"/>
              <a:gd name="connsiteX1130" fmla="*/ 2045578 w 11861549"/>
              <a:gd name="connsiteY1130" fmla="*/ 1114903 h 3345776"/>
              <a:gd name="connsiteX1131" fmla="*/ 2028551 w 11861549"/>
              <a:gd name="connsiteY1131" fmla="*/ 1045609 h 3345776"/>
              <a:gd name="connsiteX1132" fmla="*/ 2024167 w 11861549"/>
              <a:gd name="connsiteY1132" fmla="*/ 1027050 h 3345776"/>
              <a:gd name="connsiteX1133" fmla="*/ 7825646 w 11861549"/>
              <a:gd name="connsiteY1133" fmla="*/ 1020268 h 3345776"/>
              <a:gd name="connsiteX1134" fmla="*/ 7573084 w 11861549"/>
              <a:gd name="connsiteY1134" fmla="*/ 1123508 h 3345776"/>
              <a:gd name="connsiteX1135" fmla="*/ 7383016 w 11861549"/>
              <a:gd name="connsiteY1135" fmla="*/ 1427735 h 3345776"/>
              <a:gd name="connsiteX1136" fmla="*/ 7367703 w 11861549"/>
              <a:gd name="connsiteY1136" fmla="*/ 1478079 h 3345776"/>
              <a:gd name="connsiteX1137" fmla="*/ 7405014 w 11861549"/>
              <a:gd name="connsiteY1137" fmla="*/ 1381225 h 3345776"/>
              <a:gd name="connsiteX1138" fmla="*/ 7542563 w 11861549"/>
              <a:gd name="connsiteY1138" fmla="*/ 1179568 h 3345776"/>
              <a:gd name="connsiteX1139" fmla="*/ 7890423 w 11861549"/>
              <a:gd name="connsiteY1139" fmla="*/ 1063488 h 3345776"/>
              <a:gd name="connsiteX1140" fmla="*/ 8153997 w 11861549"/>
              <a:gd name="connsiteY1140" fmla="*/ 1160286 h 3345776"/>
              <a:gd name="connsiteX1141" fmla="*/ 8315156 w 11861549"/>
              <a:gd name="connsiteY1141" fmla="*/ 1253636 h 3345776"/>
              <a:gd name="connsiteX1142" fmla="*/ 8450393 w 11861549"/>
              <a:gd name="connsiteY1142" fmla="*/ 1339706 h 3345776"/>
              <a:gd name="connsiteX1143" fmla="*/ 8924645 w 11861549"/>
              <a:gd name="connsiteY1143" fmla="*/ 1604605 h 3345776"/>
              <a:gd name="connsiteX1144" fmla="*/ 9079691 w 11861549"/>
              <a:gd name="connsiteY1144" fmla="*/ 1654761 h 3345776"/>
              <a:gd name="connsiteX1145" fmla="*/ 8951403 w 11861549"/>
              <a:gd name="connsiteY1145" fmla="*/ 1611386 h 3345776"/>
              <a:gd name="connsiteX1146" fmla="*/ 8474528 w 11861549"/>
              <a:gd name="connsiteY1146" fmla="*/ 1324254 h 3345776"/>
              <a:gd name="connsiteX1147" fmla="*/ 8341973 w 11861549"/>
              <a:gd name="connsiteY1147" fmla="*/ 1232437 h 3345776"/>
              <a:gd name="connsiteX1148" fmla="*/ 8182220 w 11861549"/>
              <a:gd name="connsiteY1148" fmla="*/ 1132575 h 3345776"/>
              <a:gd name="connsiteX1149" fmla="*/ 7922220 w 11861549"/>
              <a:gd name="connsiteY1149" fmla="*/ 1026966 h 3345776"/>
              <a:gd name="connsiteX1150" fmla="*/ 7825646 w 11861549"/>
              <a:gd name="connsiteY1150" fmla="*/ 1020268 h 3345776"/>
              <a:gd name="connsiteX1151" fmla="*/ 1872644 w 11861549"/>
              <a:gd name="connsiteY1151" fmla="*/ 1014443 h 3345776"/>
              <a:gd name="connsiteX1152" fmla="*/ 1847427 w 11861549"/>
              <a:gd name="connsiteY1152" fmla="*/ 1019564 h 3345776"/>
              <a:gd name="connsiteX1153" fmla="*/ 1867142 w 11861549"/>
              <a:gd name="connsiteY1153" fmla="*/ 1101008 h 3345776"/>
              <a:gd name="connsiteX1154" fmla="*/ 1887817 w 11861549"/>
              <a:gd name="connsiteY1154" fmla="*/ 1143610 h 3345776"/>
              <a:gd name="connsiteX1155" fmla="*/ 1905635 w 11861549"/>
              <a:gd name="connsiteY1155" fmla="*/ 1137538 h 3345776"/>
              <a:gd name="connsiteX1156" fmla="*/ 1892596 w 11861549"/>
              <a:gd name="connsiteY1156" fmla="*/ 1107028 h 3345776"/>
              <a:gd name="connsiteX1157" fmla="*/ 1872688 w 11861549"/>
              <a:gd name="connsiteY1157" fmla="*/ 1015064 h 3345776"/>
              <a:gd name="connsiteX1158" fmla="*/ 1914293 w 11861549"/>
              <a:gd name="connsiteY1158" fmla="*/ 1010580 h 3345776"/>
              <a:gd name="connsiteX1159" fmla="*/ 1891469 w 11861549"/>
              <a:gd name="connsiteY1159" fmla="*/ 1010622 h 3345776"/>
              <a:gd name="connsiteX1160" fmla="*/ 1886724 w 11861549"/>
              <a:gd name="connsiteY1160" fmla="*/ 1011585 h 3345776"/>
              <a:gd name="connsiteX1161" fmla="*/ 1891040 w 11861549"/>
              <a:gd name="connsiteY1161" fmla="*/ 1045144 h 3345776"/>
              <a:gd name="connsiteX1162" fmla="*/ 1919881 w 11861549"/>
              <a:gd name="connsiteY1162" fmla="*/ 1132684 h 3345776"/>
              <a:gd name="connsiteX1163" fmla="*/ 1936483 w 11861549"/>
              <a:gd name="connsiteY1163" fmla="*/ 1127026 h 3345776"/>
              <a:gd name="connsiteX1164" fmla="*/ 1918483 w 11861549"/>
              <a:gd name="connsiteY1164" fmla="*/ 1055230 h 3345776"/>
              <a:gd name="connsiteX1165" fmla="*/ 1954668 w 11861549"/>
              <a:gd name="connsiteY1165" fmla="*/ 1010506 h 3345776"/>
              <a:gd name="connsiteX1166" fmla="*/ 1926505 w 11861549"/>
              <a:gd name="connsiteY1166" fmla="*/ 1010557 h 3345776"/>
              <a:gd name="connsiteX1167" fmla="*/ 1952476 w 11861549"/>
              <a:gd name="connsiteY1167" fmla="*/ 1123330 h 3345776"/>
              <a:gd name="connsiteX1168" fmla="*/ 1971990 w 11861549"/>
              <a:gd name="connsiteY1168" fmla="*/ 1120101 h 3345776"/>
              <a:gd name="connsiteX1169" fmla="*/ 1965360 w 11861549"/>
              <a:gd name="connsiteY1169" fmla="*/ 1097375 h 3345776"/>
              <a:gd name="connsiteX1170" fmla="*/ 1970621 w 11861549"/>
              <a:gd name="connsiteY1170" fmla="*/ 1010476 h 3345776"/>
              <a:gd name="connsiteX1171" fmla="*/ 1967009 w 11861549"/>
              <a:gd name="connsiteY1171" fmla="*/ 1010483 h 3345776"/>
              <a:gd name="connsiteX1172" fmla="*/ 1976921 w 11861549"/>
              <a:gd name="connsiteY1172" fmla="*/ 1091444 h 3345776"/>
              <a:gd name="connsiteX1173" fmla="*/ 1984588 w 11861549"/>
              <a:gd name="connsiteY1173" fmla="*/ 1118018 h 3345776"/>
              <a:gd name="connsiteX1174" fmla="*/ 2010629 w 11861549"/>
              <a:gd name="connsiteY1174" fmla="*/ 1113711 h 3345776"/>
              <a:gd name="connsiteX1175" fmla="*/ 1992048 w 11861549"/>
              <a:gd name="connsiteY1175" fmla="*/ 1017107 h 3345776"/>
              <a:gd name="connsiteX1176" fmla="*/ 2023845 w 11861549"/>
              <a:gd name="connsiteY1176" fmla="*/ 969879 h 3345776"/>
              <a:gd name="connsiteX1177" fmla="*/ 2034814 w 11861549"/>
              <a:gd name="connsiteY1177" fmla="*/ 1016149 h 3345776"/>
              <a:gd name="connsiteX1178" fmla="*/ 2039574 w 11861549"/>
              <a:gd name="connsiteY1178" fmla="*/ 1017694 h 3345776"/>
              <a:gd name="connsiteX1179" fmla="*/ 2043984 w 11861549"/>
              <a:gd name="connsiteY1179" fmla="*/ 1021793 h 3345776"/>
              <a:gd name="connsiteX1180" fmla="*/ 2030977 w 11861549"/>
              <a:gd name="connsiteY1180" fmla="*/ 978439 h 3345776"/>
              <a:gd name="connsiteX1181" fmla="*/ 7857023 w 11861549"/>
              <a:gd name="connsiteY1181" fmla="*/ 964099 h 3345776"/>
              <a:gd name="connsiteX1182" fmla="*/ 7595176 w 11861549"/>
              <a:gd name="connsiteY1182" fmla="*/ 1055954 h 3345776"/>
              <a:gd name="connsiteX1183" fmla="*/ 7357269 w 11861549"/>
              <a:gd name="connsiteY1183" fmla="*/ 1460895 h 3345776"/>
              <a:gd name="connsiteX1184" fmla="*/ 7351959 w 11861549"/>
              <a:gd name="connsiteY1184" fmla="*/ 1485787 h 3345776"/>
              <a:gd name="connsiteX1185" fmla="*/ 7370873 w 11861549"/>
              <a:gd name="connsiteY1185" fmla="*/ 1423692 h 3345776"/>
              <a:gd name="connsiteX1186" fmla="*/ 7564784 w 11861549"/>
              <a:gd name="connsiteY1186" fmla="*/ 1114186 h 3345776"/>
              <a:gd name="connsiteX1187" fmla="*/ 7924774 w 11861549"/>
              <a:gd name="connsiteY1187" fmla="*/ 1014706 h 3345776"/>
              <a:gd name="connsiteX1188" fmla="*/ 8189242 w 11861549"/>
              <a:gd name="connsiteY1188" fmla="*/ 1121719 h 3345776"/>
              <a:gd name="connsiteX1189" fmla="*/ 8349891 w 11861549"/>
              <a:gd name="connsiteY1189" fmla="*/ 1222221 h 3345776"/>
              <a:gd name="connsiteX1190" fmla="*/ 8482701 w 11861549"/>
              <a:gd name="connsiteY1190" fmla="*/ 1314038 h 3345776"/>
              <a:gd name="connsiteX1191" fmla="*/ 9132828 w 11861549"/>
              <a:gd name="connsiteY1191" fmla="*/ 1658832 h 3345776"/>
              <a:gd name="connsiteX1192" fmla="*/ 9146714 w 11861549"/>
              <a:gd name="connsiteY1192" fmla="*/ 1661281 h 3345776"/>
              <a:gd name="connsiteX1193" fmla="*/ 8983566 w 11861549"/>
              <a:gd name="connsiteY1193" fmla="*/ 1603446 h 3345776"/>
              <a:gd name="connsiteX1194" fmla="*/ 8506708 w 11861549"/>
              <a:gd name="connsiteY1194" fmla="*/ 1295395 h 3345776"/>
              <a:gd name="connsiteX1195" fmla="*/ 8376709 w 11861549"/>
              <a:gd name="connsiteY1195" fmla="*/ 1198085 h 3345776"/>
              <a:gd name="connsiteX1196" fmla="*/ 8217593 w 11861549"/>
              <a:gd name="connsiteY1196" fmla="*/ 1091072 h 3345776"/>
              <a:gd name="connsiteX1197" fmla="*/ 7956444 w 11861549"/>
              <a:gd name="connsiteY1197" fmla="*/ 975374 h 3345776"/>
              <a:gd name="connsiteX1198" fmla="*/ 7857023 w 11861549"/>
              <a:gd name="connsiteY1198" fmla="*/ 964099 h 3345776"/>
              <a:gd name="connsiteX1199" fmla="*/ 1992001 w 11861549"/>
              <a:gd name="connsiteY1199" fmla="*/ 931652 h 3345776"/>
              <a:gd name="connsiteX1200" fmla="*/ 1999178 w 11861549"/>
              <a:gd name="connsiteY1200" fmla="*/ 985591 h 3345776"/>
              <a:gd name="connsiteX1201" fmla="*/ 2002346 w 11861549"/>
              <a:gd name="connsiteY1201" fmla="*/ 1005617 h 3345776"/>
              <a:gd name="connsiteX1202" fmla="*/ 2020495 w 11861549"/>
              <a:gd name="connsiteY1202" fmla="*/ 1011503 h 3345776"/>
              <a:gd name="connsiteX1203" fmla="*/ 2005448 w 11861549"/>
              <a:gd name="connsiteY1203" fmla="*/ 947795 h 3345776"/>
              <a:gd name="connsiteX1204" fmla="*/ 3155701 w 11861549"/>
              <a:gd name="connsiteY1204" fmla="*/ 926365 h 3345776"/>
              <a:gd name="connsiteX1205" fmla="*/ 2919267 w 11861549"/>
              <a:gd name="connsiteY1205" fmla="*/ 1064893 h 3345776"/>
              <a:gd name="connsiteX1206" fmla="*/ 2857458 w 11861549"/>
              <a:gd name="connsiteY1206" fmla="*/ 1136533 h 3345776"/>
              <a:gd name="connsiteX1207" fmla="*/ 2807146 w 11861549"/>
              <a:gd name="connsiteY1207" fmla="*/ 1195531 h 3345776"/>
              <a:gd name="connsiteX1208" fmla="*/ 2656713 w 11861549"/>
              <a:gd name="connsiteY1208" fmla="*/ 1329106 h 3345776"/>
              <a:gd name="connsiteX1209" fmla="*/ 2472614 w 11861549"/>
              <a:gd name="connsiteY1209" fmla="*/ 1400738 h 3345776"/>
              <a:gd name="connsiteX1210" fmla="*/ 2367072 w 11861549"/>
              <a:gd name="connsiteY1210" fmla="*/ 1409082 h 3345776"/>
              <a:gd name="connsiteX1211" fmla="*/ 2369915 w 11861549"/>
              <a:gd name="connsiteY1211" fmla="*/ 1409932 h 3345776"/>
              <a:gd name="connsiteX1212" fmla="*/ 2691831 w 11861549"/>
              <a:gd name="connsiteY1212" fmla="*/ 1350689 h 3345776"/>
              <a:gd name="connsiteX1213" fmla="*/ 2838432 w 11861549"/>
              <a:gd name="connsiteY1213" fmla="*/ 1242015 h 3345776"/>
              <a:gd name="connsiteX1214" fmla="*/ 2887213 w 11861549"/>
              <a:gd name="connsiteY1214" fmla="*/ 1193743 h 3345776"/>
              <a:gd name="connsiteX1215" fmla="*/ 2948510 w 11861549"/>
              <a:gd name="connsiteY1215" fmla="*/ 1134107 h 3345776"/>
              <a:gd name="connsiteX1216" fmla="*/ 3266356 w 11861549"/>
              <a:gd name="connsiteY1216" fmla="*/ 1034500 h 3345776"/>
              <a:gd name="connsiteX1217" fmla="*/ 3683812 w 11861549"/>
              <a:gd name="connsiteY1217" fmla="*/ 1451445 h 3345776"/>
              <a:gd name="connsiteX1218" fmla="*/ 3707548 w 11861549"/>
              <a:gd name="connsiteY1218" fmla="*/ 1499804 h 3345776"/>
              <a:gd name="connsiteX1219" fmla="*/ 3696072 w 11861549"/>
              <a:gd name="connsiteY1219" fmla="*/ 1443401 h 3345776"/>
              <a:gd name="connsiteX1220" fmla="*/ 3692083 w 11861549"/>
              <a:gd name="connsiteY1220" fmla="*/ 1411015 h 3345776"/>
              <a:gd name="connsiteX1221" fmla="*/ 3691378 w 11861549"/>
              <a:gd name="connsiteY1221" fmla="*/ 1409382 h 3345776"/>
              <a:gd name="connsiteX1222" fmla="*/ 3658144 w 11861549"/>
              <a:gd name="connsiteY1222" fmla="*/ 1336641 h 3345776"/>
              <a:gd name="connsiteX1223" fmla="*/ 3239287 w 11861549"/>
              <a:gd name="connsiteY1223" fmla="*/ 927997 h 3345776"/>
              <a:gd name="connsiteX1224" fmla="*/ 3155701 w 11861549"/>
              <a:gd name="connsiteY1224" fmla="*/ 926365 h 3345776"/>
              <a:gd name="connsiteX1225" fmla="*/ 1955130 w 11861549"/>
              <a:gd name="connsiteY1225" fmla="*/ 910009 h 3345776"/>
              <a:gd name="connsiteX1226" fmla="*/ 1956911 w 11861549"/>
              <a:gd name="connsiteY1226" fmla="*/ 927997 h 3345776"/>
              <a:gd name="connsiteX1227" fmla="*/ 1965320 w 11861549"/>
              <a:gd name="connsiteY1227" fmla="*/ 996682 h 3345776"/>
              <a:gd name="connsiteX1228" fmla="*/ 1975010 w 11861549"/>
              <a:gd name="connsiteY1228" fmla="*/ 996748 h 3345776"/>
              <a:gd name="connsiteX1229" fmla="*/ 1989005 w 11861549"/>
              <a:gd name="connsiteY1229" fmla="*/ 1001289 h 3345776"/>
              <a:gd name="connsiteX1230" fmla="*/ 1986280 w 11861549"/>
              <a:gd name="connsiteY1230" fmla="*/ 987123 h 3345776"/>
              <a:gd name="connsiteX1231" fmla="*/ 1973401 w 11861549"/>
              <a:gd name="connsiteY1231" fmla="*/ 919171 h 3345776"/>
              <a:gd name="connsiteX1232" fmla="*/ 7888083 w 11861549"/>
              <a:gd name="connsiteY1232" fmla="*/ 906954 h 3345776"/>
              <a:gd name="connsiteX1233" fmla="*/ 7616630 w 11861549"/>
              <a:gd name="connsiteY1233" fmla="*/ 986867 h 3345776"/>
              <a:gd name="connsiteX1234" fmla="*/ 7361994 w 11861549"/>
              <a:gd name="connsiteY1234" fmla="*/ 1391935 h 3345776"/>
              <a:gd name="connsiteX1235" fmla="*/ 7352963 w 11861549"/>
              <a:gd name="connsiteY1235" fmla="*/ 1431048 h 3345776"/>
              <a:gd name="connsiteX1236" fmla="*/ 7389316 w 11861549"/>
              <a:gd name="connsiteY1236" fmla="*/ 1325659 h 3345776"/>
              <a:gd name="connsiteX1237" fmla="*/ 7586621 w 11861549"/>
              <a:gd name="connsiteY1237" fmla="*/ 1045227 h 3345776"/>
              <a:gd name="connsiteX1238" fmla="*/ 7958871 w 11861549"/>
              <a:gd name="connsiteY1238" fmla="*/ 962093 h 3345776"/>
              <a:gd name="connsiteX1239" fmla="*/ 8224360 w 11861549"/>
              <a:gd name="connsiteY1239" fmla="*/ 1079579 h 3345776"/>
              <a:gd name="connsiteX1240" fmla="*/ 8384371 w 11861549"/>
              <a:gd name="connsiteY1240" fmla="*/ 1187104 h 3345776"/>
              <a:gd name="connsiteX1241" fmla="*/ 8514625 w 11861549"/>
              <a:gd name="connsiteY1241" fmla="*/ 1284540 h 3345776"/>
              <a:gd name="connsiteX1242" fmla="*/ 9165902 w 11861549"/>
              <a:gd name="connsiteY1242" fmla="*/ 1653980 h 3345776"/>
              <a:gd name="connsiteX1243" fmla="*/ 9185059 w 11861549"/>
              <a:gd name="connsiteY1243" fmla="*/ 1657318 h 3345776"/>
              <a:gd name="connsiteX1244" fmla="*/ 9015255 w 11861549"/>
              <a:gd name="connsiteY1244" fmla="*/ 1594830 h 3345776"/>
              <a:gd name="connsiteX1245" fmla="*/ 8538506 w 11861549"/>
              <a:gd name="connsiteY1245" fmla="*/ 1265766 h 3345776"/>
              <a:gd name="connsiteX1246" fmla="*/ 8410804 w 11861549"/>
              <a:gd name="connsiteY1246" fmla="*/ 1162967 h 3345776"/>
              <a:gd name="connsiteX1247" fmla="*/ 8252455 w 11861549"/>
              <a:gd name="connsiteY1247" fmla="*/ 1048930 h 3345776"/>
              <a:gd name="connsiteX1248" fmla="*/ 7990156 w 11861549"/>
              <a:gd name="connsiteY1248" fmla="*/ 923016 h 3345776"/>
              <a:gd name="connsiteX1249" fmla="*/ 7888083 w 11861549"/>
              <a:gd name="connsiteY1249" fmla="*/ 906954 h 3345776"/>
              <a:gd name="connsiteX1250" fmla="*/ 1915693 w 11861549"/>
              <a:gd name="connsiteY1250" fmla="*/ 892437 h 3345776"/>
              <a:gd name="connsiteX1251" fmla="*/ 1923097 w 11861549"/>
              <a:gd name="connsiteY1251" fmla="*/ 995760 h 3345776"/>
              <a:gd name="connsiteX1252" fmla="*/ 1923244 w 11861549"/>
              <a:gd name="connsiteY1252" fmla="*/ 996394 h 3345776"/>
              <a:gd name="connsiteX1253" fmla="*/ 1952957 w 11861549"/>
              <a:gd name="connsiteY1253" fmla="*/ 996598 h 3345776"/>
              <a:gd name="connsiteX1254" fmla="*/ 1944781 w 11861549"/>
              <a:gd name="connsiteY1254" fmla="*/ 930167 h 3345776"/>
              <a:gd name="connsiteX1255" fmla="*/ 1942143 w 11861549"/>
              <a:gd name="connsiteY1255" fmla="*/ 903494 h 3345776"/>
              <a:gd name="connsiteX1256" fmla="*/ 1921967 w 11861549"/>
              <a:gd name="connsiteY1256" fmla="*/ 893375 h 3345776"/>
              <a:gd name="connsiteX1257" fmla="*/ 1875702 w 11861549"/>
              <a:gd name="connsiteY1257" fmla="*/ 886471 h 3345776"/>
              <a:gd name="connsiteX1258" fmla="*/ 1878934 w 11861549"/>
              <a:gd name="connsiteY1258" fmla="*/ 950996 h 3345776"/>
              <a:gd name="connsiteX1259" fmla="*/ 1884922 w 11861549"/>
              <a:gd name="connsiteY1259" fmla="*/ 997563 h 3345776"/>
              <a:gd name="connsiteX1260" fmla="*/ 1891818 w 11861549"/>
              <a:gd name="connsiteY1260" fmla="*/ 996179 h 3345776"/>
              <a:gd name="connsiteX1261" fmla="*/ 1912954 w 11861549"/>
              <a:gd name="connsiteY1261" fmla="*/ 996324 h 3345776"/>
              <a:gd name="connsiteX1262" fmla="*/ 1903026 w 11861549"/>
              <a:gd name="connsiteY1262" fmla="*/ 890549 h 3345776"/>
              <a:gd name="connsiteX1263" fmla="*/ 1819715 w 11861549"/>
              <a:gd name="connsiteY1263" fmla="*/ 882109 h 3345776"/>
              <a:gd name="connsiteX1264" fmla="*/ 1735093 w 11861549"/>
              <a:gd name="connsiteY1264" fmla="*/ 889048 h 3345776"/>
              <a:gd name="connsiteX1265" fmla="*/ 1286095 w 11861549"/>
              <a:gd name="connsiteY1265" fmla="*/ 1082005 h 3345776"/>
              <a:gd name="connsiteX1266" fmla="*/ 1034141 w 11861549"/>
              <a:gd name="connsiteY1266" fmla="*/ 1168715 h 3345776"/>
              <a:gd name="connsiteX1267" fmla="*/ 851654 w 11861549"/>
              <a:gd name="connsiteY1267" fmla="*/ 1100649 h 3345776"/>
              <a:gd name="connsiteX1268" fmla="*/ 794955 w 11861549"/>
              <a:gd name="connsiteY1268" fmla="*/ 1067957 h 3345776"/>
              <a:gd name="connsiteX1269" fmla="*/ 300368 w 11861549"/>
              <a:gd name="connsiteY1269" fmla="*/ 1141386 h 3345776"/>
              <a:gd name="connsiteX1270" fmla="*/ 16990 w 11861549"/>
              <a:gd name="connsiteY1270" fmla="*/ 1569415 h 3345776"/>
              <a:gd name="connsiteX1271" fmla="*/ 8776 w 11861549"/>
              <a:gd name="connsiteY1271" fmla="*/ 1613636 h 3345776"/>
              <a:gd name="connsiteX1272" fmla="*/ 57974 w 11861549"/>
              <a:gd name="connsiteY1272" fmla="*/ 1489212 h 3345776"/>
              <a:gd name="connsiteX1273" fmla="*/ 296409 w 11861549"/>
              <a:gd name="connsiteY1273" fmla="*/ 1207535 h 3345776"/>
              <a:gd name="connsiteX1274" fmla="*/ 849358 w 11861549"/>
              <a:gd name="connsiteY1274" fmla="*/ 1175483 h 3345776"/>
              <a:gd name="connsiteX1275" fmla="*/ 908355 w 11861549"/>
              <a:gd name="connsiteY1275" fmla="*/ 1221966 h 3345776"/>
              <a:gd name="connsiteX1276" fmla="*/ 1092881 w 11861549"/>
              <a:gd name="connsiteY1276" fmla="*/ 1319146 h 3345776"/>
              <a:gd name="connsiteX1277" fmla="*/ 1353776 w 11861549"/>
              <a:gd name="connsiteY1277" fmla="*/ 1235374 h 3345776"/>
              <a:gd name="connsiteX1278" fmla="*/ 1791791 w 11861549"/>
              <a:gd name="connsiteY1278" fmla="*/ 1016239 h 3345776"/>
              <a:gd name="connsiteX1279" fmla="*/ 1830961 w 11861549"/>
              <a:gd name="connsiteY1279" fmla="*/ 1008384 h 3345776"/>
              <a:gd name="connsiteX1280" fmla="*/ 1820590 w 11861549"/>
              <a:gd name="connsiteY1280" fmla="*/ 910289 h 3345776"/>
              <a:gd name="connsiteX1281" fmla="*/ 1836975 w 11861549"/>
              <a:gd name="connsiteY1281" fmla="*/ 880694 h 3345776"/>
              <a:gd name="connsiteX1282" fmla="*/ 1833426 w 11861549"/>
              <a:gd name="connsiteY1282" fmla="*/ 880985 h 3345776"/>
              <a:gd name="connsiteX1283" fmla="*/ 1834232 w 11861549"/>
              <a:gd name="connsiteY1283" fmla="*/ 907388 h 3345776"/>
              <a:gd name="connsiteX1284" fmla="*/ 1844459 w 11861549"/>
              <a:gd name="connsiteY1284" fmla="*/ 1005677 h 3345776"/>
              <a:gd name="connsiteX1285" fmla="*/ 1871645 w 11861549"/>
              <a:gd name="connsiteY1285" fmla="*/ 1000224 h 3345776"/>
              <a:gd name="connsiteX1286" fmla="*/ 1863525 w 11861549"/>
              <a:gd name="connsiteY1286" fmla="*/ 884655 h 3345776"/>
              <a:gd name="connsiteX1287" fmla="*/ 1983571 w 11861549"/>
              <a:gd name="connsiteY1287" fmla="*/ 878497 h 3345776"/>
              <a:gd name="connsiteX1288" fmla="*/ 1986456 w 11861549"/>
              <a:gd name="connsiteY1288" fmla="*/ 889991 h 3345776"/>
              <a:gd name="connsiteX1289" fmla="*/ 1989497 w 11861549"/>
              <a:gd name="connsiteY1289" fmla="*/ 912840 h 3345776"/>
              <a:gd name="connsiteX1290" fmla="*/ 1996940 w 11861549"/>
              <a:gd name="connsiteY1290" fmla="*/ 916651 h 3345776"/>
              <a:gd name="connsiteX1291" fmla="*/ 1998554 w 11861549"/>
              <a:gd name="connsiteY1291" fmla="*/ 918601 h 3345776"/>
              <a:gd name="connsiteX1292" fmla="*/ 1992027 w 11861549"/>
              <a:gd name="connsiteY1292" fmla="*/ 890963 h 3345776"/>
              <a:gd name="connsiteX1293" fmla="*/ 7843937 w 11861549"/>
              <a:gd name="connsiteY1293" fmla="*/ 847760 h 3345776"/>
              <a:gd name="connsiteX1294" fmla="*/ 7637956 w 11861549"/>
              <a:gd name="connsiteY1294" fmla="*/ 918291 h 3345776"/>
              <a:gd name="connsiteX1295" fmla="*/ 7366591 w 11861549"/>
              <a:gd name="connsiteY1295" fmla="*/ 1321317 h 3345776"/>
              <a:gd name="connsiteX1296" fmla="*/ 7351472 w 11861549"/>
              <a:gd name="connsiteY1296" fmla="*/ 1382234 h 3345776"/>
              <a:gd name="connsiteX1297" fmla="*/ 7398915 w 11861549"/>
              <a:gd name="connsiteY1297" fmla="*/ 1254639 h 3345776"/>
              <a:gd name="connsiteX1298" fmla="*/ 7609095 w 11861549"/>
              <a:gd name="connsiteY1298" fmla="*/ 976523 h 3345776"/>
              <a:gd name="connsiteX1299" fmla="*/ 7993731 w 11861549"/>
              <a:gd name="connsiteY1299" fmla="*/ 909991 h 3345776"/>
              <a:gd name="connsiteX1300" fmla="*/ 8260117 w 11861549"/>
              <a:gd name="connsiteY1300" fmla="*/ 1037693 h 3345776"/>
              <a:gd name="connsiteX1301" fmla="*/ 8419361 w 11861549"/>
              <a:gd name="connsiteY1301" fmla="*/ 1152624 h 3345776"/>
              <a:gd name="connsiteX1302" fmla="*/ 8547062 w 11861549"/>
              <a:gd name="connsiteY1302" fmla="*/ 1255679 h 3345776"/>
              <a:gd name="connsiteX1303" fmla="*/ 9020398 w 11861549"/>
              <a:gd name="connsiteY1303" fmla="*/ 1582657 h 3345776"/>
              <a:gd name="connsiteX1304" fmla="*/ 9127176 w 11861549"/>
              <a:gd name="connsiteY1304" fmla="*/ 1622071 h 3345776"/>
              <a:gd name="connsiteX1305" fmla="*/ 9046725 w 11861549"/>
              <a:gd name="connsiteY1305" fmla="*/ 1586488 h 3345776"/>
              <a:gd name="connsiteX1306" fmla="*/ 8570047 w 11861549"/>
              <a:gd name="connsiteY1306" fmla="*/ 1235247 h 3345776"/>
              <a:gd name="connsiteX1307" fmla="*/ 8444772 w 11861549"/>
              <a:gd name="connsiteY1307" fmla="*/ 1127083 h 3345776"/>
              <a:gd name="connsiteX1308" fmla="*/ 8287062 w 11861549"/>
              <a:gd name="connsiteY1308" fmla="*/ 1005895 h 3345776"/>
              <a:gd name="connsiteX1309" fmla="*/ 8023614 w 11861549"/>
              <a:gd name="connsiteY1309" fmla="*/ 869892 h 3345776"/>
              <a:gd name="connsiteX1310" fmla="*/ 7918604 w 11861549"/>
              <a:gd name="connsiteY1310" fmla="*/ 849028 h 3345776"/>
              <a:gd name="connsiteX1311" fmla="*/ 7843937 w 11861549"/>
              <a:gd name="connsiteY1311" fmla="*/ 847760 h 3345776"/>
              <a:gd name="connsiteX1312" fmla="*/ 1946629 w 11861549"/>
              <a:gd name="connsiteY1312" fmla="*/ 824042 h 3345776"/>
              <a:gd name="connsiteX1313" fmla="*/ 1953594 w 11861549"/>
              <a:gd name="connsiteY1313" fmla="*/ 894462 h 3345776"/>
              <a:gd name="connsiteX1314" fmla="*/ 1970342 w 11861549"/>
              <a:gd name="connsiteY1314" fmla="*/ 903036 h 3345776"/>
              <a:gd name="connsiteX1315" fmla="*/ 1958757 w 11861549"/>
              <a:gd name="connsiteY1315" fmla="*/ 841921 h 3345776"/>
              <a:gd name="connsiteX1316" fmla="*/ 3213872 w 11861549"/>
              <a:gd name="connsiteY1316" fmla="*/ 809746 h 3345776"/>
              <a:gd name="connsiteX1317" fmla="*/ 2879552 w 11861549"/>
              <a:gd name="connsiteY1317" fmla="*/ 987123 h 3345776"/>
              <a:gd name="connsiteX1318" fmla="*/ 2816722 w 11861549"/>
              <a:gd name="connsiteY1318" fmla="*/ 1071151 h 3345776"/>
              <a:gd name="connsiteX1319" fmla="*/ 2765643 w 11861549"/>
              <a:gd name="connsiteY1319" fmla="*/ 1140875 h 3345776"/>
              <a:gd name="connsiteX1320" fmla="*/ 2613423 w 11861549"/>
              <a:gd name="connsiteY1320" fmla="*/ 1295778 h 3345776"/>
              <a:gd name="connsiteX1321" fmla="*/ 2423368 w 11861549"/>
              <a:gd name="connsiteY1321" fmla="*/ 1380082 h 3345776"/>
              <a:gd name="connsiteX1322" fmla="*/ 2317215 w 11861549"/>
              <a:gd name="connsiteY1322" fmla="*/ 1390070 h 3345776"/>
              <a:gd name="connsiteX1323" fmla="*/ 2323900 w 11861549"/>
              <a:gd name="connsiteY1323" fmla="*/ 1391607 h 3345776"/>
              <a:gd name="connsiteX1324" fmla="*/ 2648795 w 11861549"/>
              <a:gd name="connsiteY1324" fmla="*/ 1316847 h 3345776"/>
              <a:gd name="connsiteX1325" fmla="*/ 2797186 w 11861549"/>
              <a:gd name="connsiteY1325" fmla="*/ 1187613 h 3345776"/>
              <a:gd name="connsiteX1326" fmla="*/ 2847245 w 11861549"/>
              <a:gd name="connsiteY1326" fmla="*/ 1128998 h 3345776"/>
              <a:gd name="connsiteX1327" fmla="*/ 2909433 w 11861549"/>
              <a:gd name="connsiteY1327" fmla="*/ 1056720 h 3345776"/>
              <a:gd name="connsiteX1328" fmla="*/ 3241458 w 11861549"/>
              <a:gd name="connsiteY1328" fmla="*/ 916248 h 3345776"/>
              <a:gd name="connsiteX1329" fmla="*/ 3670275 w 11861549"/>
              <a:gd name="connsiteY1329" fmla="*/ 1332427 h 3345776"/>
              <a:gd name="connsiteX1330" fmla="*/ 3686880 w 11861549"/>
              <a:gd name="connsiteY1330" fmla="*/ 1368782 h 3345776"/>
              <a:gd name="connsiteX1331" fmla="*/ 3678839 w 11861549"/>
              <a:gd name="connsiteY1331" fmla="*/ 1303508 h 3345776"/>
              <a:gd name="connsiteX1332" fmla="*/ 3671089 w 11861549"/>
              <a:gd name="connsiteY1332" fmla="*/ 1283406 h 3345776"/>
              <a:gd name="connsiteX1333" fmla="*/ 3643203 w 11861549"/>
              <a:gd name="connsiteY1333" fmla="*/ 1217241 h 3345776"/>
              <a:gd name="connsiteX1334" fmla="*/ 3213872 w 11861549"/>
              <a:gd name="connsiteY1334" fmla="*/ 809746 h 3345776"/>
              <a:gd name="connsiteX1335" fmla="*/ 1908867 w 11861549"/>
              <a:gd name="connsiteY1335" fmla="*/ 798382 h 3345776"/>
              <a:gd name="connsiteX1336" fmla="*/ 1914258 w 11861549"/>
              <a:gd name="connsiteY1336" fmla="*/ 872448 h 3345776"/>
              <a:gd name="connsiteX1337" fmla="*/ 1914750 w 11861549"/>
              <a:gd name="connsiteY1337" fmla="*/ 879295 h 3345776"/>
              <a:gd name="connsiteX1338" fmla="*/ 1928079 w 11861549"/>
              <a:gd name="connsiteY1338" fmla="*/ 881402 h 3345776"/>
              <a:gd name="connsiteX1339" fmla="*/ 1940592 w 11861549"/>
              <a:gd name="connsiteY1339" fmla="*/ 887807 h 3345776"/>
              <a:gd name="connsiteX1340" fmla="*/ 1933973 w 11861549"/>
              <a:gd name="connsiteY1340" fmla="*/ 820840 h 3345776"/>
              <a:gd name="connsiteX1341" fmla="*/ 1932623 w 11861549"/>
              <a:gd name="connsiteY1341" fmla="*/ 814479 h 3345776"/>
              <a:gd name="connsiteX1342" fmla="*/ 7849111 w 11861549"/>
              <a:gd name="connsiteY1342" fmla="*/ 791436 h 3345776"/>
              <a:gd name="connsiteX1343" fmla="*/ 7660686 w 11861549"/>
              <a:gd name="connsiteY1343" fmla="*/ 852141 h 3345776"/>
              <a:gd name="connsiteX1344" fmla="*/ 7372592 w 11861549"/>
              <a:gd name="connsiteY1344" fmla="*/ 1254145 h 3345776"/>
              <a:gd name="connsiteX1345" fmla="*/ 7360093 w 11861549"/>
              <a:gd name="connsiteY1345" fmla="*/ 1300916 h 3345776"/>
              <a:gd name="connsiteX1346" fmla="*/ 7406968 w 11861549"/>
              <a:gd name="connsiteY1346" fmla="*/ 1183745 h 3345776"/>
              <a:gd name="connsiteX1347" fmla="*/ 7630167 w 11861549"/>
              <a:gd name="connsiteY1347" fmla="*/ 907821 h 3345776"/>
              <a:gd name="connsiteX1348" fmla="*/ 8026934 w 11861549"/>
              <a:gd name="connsiteY1348" fmla="*/ 857762 h 3345776"/>
              <a:gd name="connsiteX1349" fmla="*/ 8294213 w 11861549"/>
              <a:gd name="connsiteY1349" fmla="*/ 995679 h 3345776"/>
              <a:gd name="connsiteX1350" fmla="*/ 8452945 w 11861549"/>
              <a:gd name="connsiteY1350" fmla="*/ 1117506 h 3345776"/>
              <a:gd name="connsiteX1351" fmla="*/ 8578476 w 11861549"/>
              <a:gd name="connsiteY1351" fmla="*/ 1225796 h 3345776"/>
              <a:gd name="connsiteX1352" fmla="*/ 9233072 w 11861549"/>
              <a:gd name="connsiteY1352" fmla="*/ 1644018 h 3345776"/>
              <a:gd name="connsiteX1353" fmla="*/ 9241551 w 11861549"/>
              <a:gd name="connsiteY1353" fmla="*/ 1645476 h 3345776"/>
              <a:gd name="connsiteX1354" fmla="*/ 9168827 w 11861549"/>
              <a:gd name="connsiteY1354" fmla="*/ 1621080 h 3345776"/>
              <a:gd name="connsiteX1355" fmla="*/ 8600184 w 11861549"/>
              <a:gd name="connsiteY1355" fmla="*/ 1204726 h 3345776"/>
              <a:gd name="connsiteX1356" fmla="*/ 8480018 w 11861549"/>
              <a:gd name="connsiteY1356" fmla="*/ 1093753 h 3345776"/>
              <a:gd name="connsiteX1357" fmla="*/ 8323072 w 11861549"/>
              <a:gd name="connsiteY1357" fmla="*/ 966051 h 3345776"/>
              <a:gd name="connsiteX1358" fmla="*/ 8058604 w 11861549"/>
              <a:gd name="connsiteY1358" fmla="*/ 819706 h 3345776"/>
              <a:gd name="connsiteX1359" fmla="*/ 7849111 w 11861549"/>
              <a:gd name="connsiteY1359" fmla="*/ 791436 h 3345776"/>
              <a:gd name="connsiteX1360" fmla="*/ 1938117 w 11861549"/>
              <a:gd name="connsiteY1360" fmla="*/ 780658 h 3345776"/>
              <a:gd name="connsiteX1361" fmla="*/ 1943481 w 11861549"/>
              <a:gd name="connsiteY1361" fmla="*/ 805767 h 3345776"/>
              <a:gd name="connsiteX1362" fmla="*/ 1953165 w 11861549"/>
              <a:gd name="connsiteY1362" fmla="*/ 812414 h 3345776"/>
              <a:gd name="connsiteX1363" fmla="*/ 1951545 w 11861549"/>
              <a:gd name="connsiteY1363" fmla="*/ 803871 h 3345776"/>
              <a:gd name="connsiteX1364" fmla="*/ 1870006 w 11861549"/>
              <a:gd name="connsiteY1364" fmla="*/ 774817 h 3345776"/>
              <a:gd name="connsiteX1365" fmla="*/ 1872245 w 11861549"/>
              <a:gd name="connsiteY1365" fmla="*/ 817408 h 3345776"/>
              <a:gd name="connsiteX1366" fmla="*/ 1875028 w 11861549"/>
              <a:gd name="connsiteY1366" fmla="*/ 873016 h 3345776"/>
              <a:gd name="connsiteX1367" fmla="*/ 1901776 w 11861549"/>
              <a:gd name="connsiteY1367" fmla="*/ 877245 h 3345776"/>
              <a:gd name="connsiteX1368" fmla="*/ 1901362 w 11861549"/>
              <a:gd name="connsiteY1368" fmla="*/ 872830 h 3345776"/>
              <a:gd name="connsiteX1369" fmla="*/ 1895244 w 11861549"/>
              <a:gd name="connsiteY1369" fmla="*/ 789150 h 3345776"/>
              <a:gd name="connsiteX1370" fmla="*/ 1877063 w 11861549"/>
              <a:gd name="connsiteY1370" fmla="*/ 776831 h 3345776"/>
              <a:gd name="connsiteX1371" fmla="*/ 1829833 w 11861549"/>
              <a:gd name="connsiteY1371" fmla="*/ 763359 h 3345776"/>
              <a:gd name="connsiteX1372" fmla="*/ 1829848 w 11861549"/>
              <a:gd name="connsiteY1372" fmla="*/ 763773 h 3345776"/>
              <a:gd name="connsiteX1373" fmla="*/ 1833024 w 11861549"/>
              <a:gd name="connsiteY1373" fmla="*/ 867802 h 3345776"/>
              <a:gd name="connsiteX1374" fmla="*/ 1839156 w 11861549"/>
              <a:gd name="connsiteY1374" fmla="*/ 867345 h 3345776"/>
              <a:gd name="connsiteX1375" fmla="*/ 1862569 w 11861549"/>
              <a:gd name="connsiteY1375" fmla="*/ 871047 h 3345776"/>
              <a:gd name="connsiteX1376" fmla="*/ 1858835 w 11861549"/>
              <a:gd name="connsiteY1376" fmla="*/ 817919 h 3345776"/>
              <a:gd name="connsiteX1377" fmla="*/ 1856433 w 11861549"/>
              <a:gd name="connsiteY1377" fmla="*/ 770945 h 3345776"/>
              <a:gd name="connsiteX1378" fmla="*/ 1677243 w 11861549"/>
              <a:gd name="connsiteY1378" fmla="*/ 747555 h 3345776"/>
              <a:gd name="connsiteX1379" fmla="*/ 1211261 w 11861549"/>
              <a:gd name="connsiteY1379" fmla="*/ 917525 h 3345776"/>
              <a:gd name="connsiteX1380" fmla="*/ 978207 w 11861549"/>
              <a:gd name="connsiteY1380" fmla="*/ 1004872 h 3345776"/>
              <a:gd name="connsiteX1381" fmla="*/ 971054 w 11861549"/>
              <a:gd name="connsiteY1381" fmla="*/ 1004872 h 3345776"/>
              <a:gd name="connsiteX1382" fmla="*/ 805042 w 11861549"/>
              <a:gd name="connsiteY1382" fmla="*/ 968861 h 3345776"/>
              <a:gd name="connsiteX1383" fmla="*/ 747961 w 11861549"/>
              <a:gd name="connsiteY1383" fmla="*/ 949067 h 3345776"/>
              <a:gd name="connsiteX1384" fmla="*/ 296409 w 11861549"/>
              <a:gd name="connsiteY1384" fmla="*/ 1063998 h 3345776"/>
              <a:gd name="connsiteX1385" fmla="*/ 34383 w 11861549"/>
              <a:gd name="connsiteY1385" fmla="*/ 1465324 h 3345776"/>
              <a:gd name="connsiteX1386" fmla="*/ 21920 w 11861549"/>
              <a:gd name="connsiteY1386" fmla="*/ 1522071 h 3345776"/>
              <a:gd name="connsiteX1387" fmla="*/ 72628 w 11861549"/>
              <a:gd name="connsiteY1387" fmla="*/ 1397491 h 3345776"/>
              <a:gd name="connsiteX1388" fmla="*/ 292322 w 11861549"/>
              <a:gd name="connsiteY1388" fmla="*/ 1130659 h 3345776"/>
              <a:gd name="connsiteX1389" fmla="*/ 800830 w 11861549"/>
              <a:gd name="connsiteY1389" fmla="*/ 1055954 h 3345776"/>
              <a:gd name="connsiteX1390" fmla="*/ 858806 w 11861549"/>
              <a:gd name="connsiteY1390" fmla="*/ 1089157 h 3345776"/>
              <a:gd name="connsiteX1391" fmla="*/ 1034906 w 11861549"/>
              <a:gd name="connsiteY1391" fmla="*/ 1155305 h 3345776"/>
              <a:gd name="connsiteX1392" fmla="*/ 1277539 w 11861549"/>
              <a:gd name="connsiteY1392" fmla="*/ 1070895 h 3345776"/>
              <a:gd name="connsiteX1393" fmla="*/ 1732921 w 11861549"/>
              <a:gd name="connsiteY1393" fmla="*/ 875257 h 3345776"/>
              <a:gd name="connsiteX1394" fmla="*/ 1819303 w 11861549"/>
              <a:gd name="connsiteY1394" fmla="*/ 868824 h 3345776"/>
              <a:gd name="connsiteX1395" fmla="*/ 1816056 w 11861549"/>
              <a:gd name="connsiteY1395" fmla="*/ 764284 h 3345776"/>
              <a:gd name="connsiteX1396" fmla="*/ 1815894 w 11861549"/>
              <a:gd name="connsiteY1396" fmla="*/ 759383 h 3345776"/>
              <a:gd name="connsiteX1397" fmla="*/ 1786373 w 11861549"/>
              <a:gd name="connsiteY1397" fmla="*/ 750963 h 3345776"/>
              <a:gd name="connsiteX1398" fmla="*/ 1677243 w 11861549"/>
              <a:gd name="connsiteY1398" fmla="*/ 747555 h 3345776"/>
              <a:gd name="connsiteX1399" fmla="*/ 7876821 w 11861549"/>
              <a:gd name="connsiteY1399" fmla="*/ 730380 h 3345776"/>
              <a:gd name="connsiteX1400" fmla="*/ 7681886 w 11861549"/>
              <a:gd name="connsiteY1400" fmla="*/ 784333 h 3345776"/>
              <a:gd name="connsiteX1401" fmla="*/ 7377062 w 11861549"/>
              <a:gd name="connsiteY1401" fmla="*/ 1185444 h 3345776"/>
              <a:gd name="connsiteX1402" fmla="*/ 7295333 w 11861549"/>
              <a:gd name="connsiteY1402" fmla="*/ 1475198 h 3345776"/>
              <a:gd name="connsiteX1403" fmla="*/ 7271069 w 11861549"/>
              <a:gd name="connsiteY1403" fmla="*/ 1595492 h 3345776"/>
              <a:gd name="connsiteX1404" fmla="*/ 7108122 w 11861549"/>
              <a:gd name="connsiteY1404" fmla="*/ 2149334 h 3345776"/>
              <a:gd name="connsiteX1405" fmla="*/ 7022691 w 11861549"/>
              <a:gd name="connsiteY1405" fmla="*/ 2282270 h 3345776"/>
              <a:gd name="connsiteX1406" fmla="*/ 6593358 w 11861549"/>
              <a:gd name="connsiteY1406" fmla="*/ 2505109 h 3345776"/>
              <a:gd name="connsiteX1407" fmla="*/ 6421727 w 11861549"/>
              <a:gd name="connsiteY1407" fmla="*/ 2466798 h 3345776"/>
              <a:gd name="connsiteX1408" fmla="*/ 6331814 w 11861549"/>
              <a:gd name="connsiteY1408" fmla="*/ 2404975 h 3345776"/>
              <a:gd name="connsiteX1409" fmla="*/ 6347150 w 11861549"/>
              <a:gd name="connsiteY1409" fmla="*/ 2423635 h 3345776"/>
              <a:gd name="connsiteX1410" fmla="*/ 6433605 w 11861549"/>
              <a:gd name="connsiteY1410" fmla="*/ 2484548 h 3345776"/>
              <a:gd name="connsiteX1411" fmla="*/ 7012091 w 11861549"/>
              <a:gd name="connsiteY1411" fmla="*/ 2325049 h 3345776"/>
              <a:gd name="connsiteX1412" fmla="*/ 7097779 w 11861549"/>
              <a:gd name="connsiteY1412" fmla="*/ 2198753 h 3345776"/>
              <a:gd name="connsiteX1413" fmla="*/ 7263791 w 11861549"/>
              <a:gd name="connsiteY1413" fmla="*/ 1635973 h 3345776"/>
              <a:gd name="connsiteX1414" fmla="*/ 7282690 w 11861549"/>
              <a:gd name="connsiteY1414" fmla="*/ 1538920 h 3345776"/>
              <a:gd name="connsiteX1415" fmla="*/ 7359311 w 11861549"/>
              <a:gd name="connsiteY1415" fmla="*/ 1250442 h 3345776"/>
              <a:gd name="connsiteX1416" fmla="*/ 7653024 w 11861549"/>
              <a:gd name="connsiteY1416" fmla="*/ 841798 h 3345776"/>
              <a:gd name="connsiteX1417" fmla="*/ 8061669 w 11861549"/>
              <a:gd name="connsiteY1417" fmla="*/ 808212 h 3345776"/>
              <a:gd name="connsiteX1418" fmla="*/ 8329841 w 11861549"/>
              <a:gd name="connsiteY1418" fmla="*/ 956475 h 3345776"/>
              <a:gd name="connsiteX1419" fmla="*/ 8487807 w 11861549"/>
              <a:gd name="connsiteY1419" fmla="*/ 1085452 h 3345776"/>
              <a:gd name="connsiteX1420" fmla="*/ 8608103 w 11861549"/>
              <a:gd name="connsiteY1420" fmla="*/ 1196553 h 3345776"/>
              <a:gd name="connsiteX1421" fmla="*/ 9267807 w 11861549"/>
              <a:gd name="connsiteY1421" fmla="*/ 1640187 h 3345776"/>
              <a:gd name="connsiteX1422" fmla="*/ 9279757 w 11861549"/>
              <a:gd name="connsiteY1422" fmla="*/ 1642246 h 3345776"/>
              <a:gd name="connsiteX1423" fmla="*/ 9201751 w 11861549"/>
              <a:gd name="connsiteY1423" fmla="*/ 1615309 h 3345776"/>
              <a:gd name="connsiteX1424" fmla="*/ 8632365 w 11861549"/>
              <a:gd name="connsiteY1424" fmla="*/ 1176121 h 3345776"/>
              <a:gd name="connsiteX1425" fmla="*/ 8513986 w 11861549"/>
              <a:gd name="connsiteY1425" fmla="*/ 1059657 h 3345776"/>
              <a:gd name="connsiteX1426" fmla="*/ 8357808 w 11861549"/>
              <a:gd name="connsiteY1426" fmla="*/ 924550 h 3345776"/>
              <a:gd name="connsiteX1427" fmla="*/ 8092062 w 11861549"/>
              <a:gd name="connsiteY1427" fmla="*/ 767987 h 3345776"/>
              <a:gd name="connsiteX1428" fmla="*/ 7876821 w 11861549"/>
              <a:gd name="connsiteY1428" fmla="*/ 730380 h 3345776"/>
              <a:gd name="connsiteX1429" fmla="*/ 1899995 w 11861549"/>
              <a:gd name="connsiteY1429" fmla="*/ 718561 h 3345776"/>
              <a:gd name="connsiteX1430" fmla="*/ 1905081 w 11861549"/>
              <a:gd name="connsiteY1430" fmla="*/ 746342 h 3345776"/>
              <a:gd name="connsiteX1431" fmla="*/ 1907613 w 11861549"/>
              <a:gd name="connsiteY1431" fmla="*/ 781144 h 3345776"/>
              <a:gd name="connsiteX1432" fmla="*/ 1928604 w 11861549"/>
              <a:gd name="connsiteY1432" fmla="*/ 795553 h 3345776"/>
              <a:gd name="connsiteX1433" fmla="*/ 1918094 w 11861549"/>
              <a:gd name="connsiteY1433" fmla="*/ 746051 h 3345776"/>
              <a:gd name="connsiteX1434" fmla="*/ 1904239 w 11861549"/>
              <a:gd name="connsiteY1434" fmla="*/ 722105 h 3345776"/>
              <a:gd name="connsiteX1435" fmla="*/ 3189102 w 11861549"/>
              <a:gd name="connsiteY1435" fmla="*/ 691238 h 3345776"/>
              <a:gd name="connsiteX1436" fmla="*/ 2840350 w 11861549"/>
              <a:gd name="connsiteY1436" fmla="*/ 909097 h 3345776"/>
              <a:gd name="connsiteX1437" fmla="*/ 2775476 w 11861549"/>
              <a:gd name="connsiteY1437" fmla="*/ 1007044 h 3345776"/>
              <a:gd name="connsiteX1438" fmla="*/ 2724397 w 11861549"/>
              <a:gd name="connsiteY1438" fmla="*/ 1085963 h 3345776"/>
              <a:gd name="connsiteX1439" fmla="*/ 2571154 w 11861549"/>
              <a:gd name="connsiteY1439" fmla="*/ 1262829 h 3345776"/>
              <a:gd name="connsiteX1440" fmla="*/ 2378742 w 11861549"/>
              <a:gd name="connsiteY1440" fmla="*/ 1359873 h 3345776"/>
              <a:gd name="connsiteX1441" fmla="*/ 2285753 w 11861549"/>
              <a:gd name="connsiteY1441" fmla="*/ 1370715 h 3345776"/>
              <a:gd name="connsiteX1442" fmla="*/ 2289858 w 11861549"/>
              <a:gd name="connsiteY1442" fmla="*/ 1373482 h 3345776"/>
              <a:gd name="connsiteX1443" fmla="*/ 2361761 w 11861549"/>
              <a:gd name="connsiteY1443" fmla="*/ 1375700 h 3345776"/>
              <a:gd name="connsiteX1444" fmla="*/ 2604994 w 11861549"/>
              <a:gd name="connsiteY1444" fmla="*/ 1284922 h 3345776"/>
              <a:gd name="connsiteX1445" fmla="*/ 2754404 w 11861549"/>
              <a:gd name="connsiteY1445" fmla="*/ 1132702 h 3345776"/>
              <a:gd name="connsiteX1446" fmla="*/ 2805485 w 11861549"/>
              <a:gd name="connsiteY1446" fmla="*/ 1063233 h 3345776"/>
              <a:gd name="connsiteX1447" fmla="*/ 2869335 w 11861549"/>
              <a:gd name="connsiteY1447" fmla="*/ 978695 h 3345776"/>
              <a:gd name="connsiteX1448" fmla="*/ 3215405 w 11861549"/>
              <a:gd name="connsiteY1448" fmla="*/ 796338 h 3345776"/>
              <a:gd name="connsiteX1449" fmla="*/ 3655717 w 11861549"/>
              <a:gd name="connsiteY1449" fmla="*/ 1211750 h 3345776"/>
              <a:gd name="connsiteX1450" fmla="*/ 3672392 w 11861549"/>
              <a:gd name="connsiteY1450" fmla="*/ 1251174 h 3345776"/>
              <a:gd name="connsiteX1451" fmla="*/ 3666102 w 11861549"/>
              <a:gd name="connsiteY1451" fmla="*/ 1200113 h 3345776"/>
              <a:gd name="connsiteX1452" fmla="*/ 3628902 w 11861549"/>
              <a:gd name="connsiteY1452" fmla="*/ 1097457 h 3345776"/>
              <a:gd name="connsiteX1453" fmla="*/ 3189102 w 11861549"/>
              <a:gd name="connsiteY1453" fmla="*/ 691238 h 3345776"/>
              <a:gd name="connsiteX1454" fmla="*/ 1865541 w 11861549"/>
              <a:gd name="connsiteY1454" fmla="*/ 689799 h 3345776"/>
              <a:gd name="connsiteX1455" fmla="*/ 1869255 w 11861549"/>
              <a:gd name="connsiteY1455" fmla="*/ 760522 h 3345776"/>
              <a:gd name="connsiteX1456" fmla="*/ 1883657 w 11861549"/>
              <a:gd name="connsiteY1456" fmla="*/ 764699 h 3345776"/>
              <a:gd name="connsiteX1457" fmla="*/ 1893975 w 11861549"/>
              <a:gd name="connsiteY1457" fmla="*/ 771781 h 3345776"/>
              <a:gd name="connsiteX1458" fmla="*/ 1892230 w 11861549"/>
              <a:gd name="connsiteY1458" fmla="*/ 747906 h 3345776"/>
              <a:gd name="connsiteX1459" fmla="*/ 1884493 w 11861549"/>
              <a:gd name="connsiteY1459" fmla="*/ 705621 h 3345776"/>
              <a:gd name="connsiteX1460" fmla="*/ 1892999 w 11861549"/>
              <a:gd name="connsiteY1460" fmla="*/ 680357 h 3345776"/>
              <a:gd name="connsiteX1461" fmla="*/ 1896338 w 11861549"/>
              <a:gd name="connsiteY1461" fmla="*/ 698594 h 3345776"/>
              <a:gd name="connsiteX1462" fmla="*/ 1907017 w 11861549"/>
              <a:gd name="connsiteY1462" fmla="*/ 707570 h 3345776"/>
              <a:gd name="connsiteX1463" fmla="*/ 7904996 w 11861549"/>
              <a:gd name="connsiteY1463" fmla="*/ 668301 h 3345776"/>
              <a:gd name="connsiteX1464" fmla="*/ 7703595 w 11861549"/>
              <a:gd name="connsiteY1464" fmla="*/ 715374 h 3345776"/>
              <a:gd name="connsiteX1465" fmla="*/ 7382043 w 11861549"/>
              <a:gd name="connsiteY1465" fmla="*/ 1115590 h 3345776"/>
              <a:gd name="connsiteX1466" fmla="*/ 7294695 w 11861549"/>
              <a:gd name="connsiteY1466" fmla="*/ 1408537 h 3345776"/>
              <a:gd name="connsiteX1467" fmla="*/ 7264558 w 11861549"/>
              <a:gd name="connsiteY1467" fmla="*/ 1552584 h 3345776"/>
              <a:gd name="connsiteX1468" fmla="*/ 7106719 w 11861549"/>
              <a:gd name="connsiteY1468" fmla="*/ 2093144 h 3345776"/>
              <a:gd name="connsiteX1469" fmla="*/ 7023074 w 11861549"/>
              <a:gd name="connsiteY1469" fmla="*/ 2230678 h 3345776"/>
              <a:gd name="connsiteX1470" fmla="*/ 6576248 w 11861549"/>
              <a:gd name="connsiteY1470" fmla="*/ 2472161 h 3345776"/>
              <a:gd name="connsiteX1471" fmla="*/ 6378175 w 11861549"/>
              <a:gd name="connsiteY1471" fmla="*/ 2417581 h 3345776"/>
              <a:gd name="connsiteX1472" fmla="*/ 6325385 w 11861549"/>
              <a:gd name="connsiteY1472" fmla="*/ 2377241 h 3345776"/>
              <a:gd name="connsiteX1473" fmla="*/ 6339360 w 11861549"/>
              <a:gd name="connsiteY1473" fmla="*/ 2394264 h 3345776"/>
              <a:gd name="connsiteX1474" fmla="*/ 6427730 w 11861549"/>
              <a:gd name="connsiteY1474" fmla="*/ 2455050 h 3345776"/>
              <a:gd name="connsiteX1475" fmla="*/ 7012091 w 11861549"/>
              <a:gd name="connsiteY1475" fmla="*/ 2273970 h 3345776"/>
              <a:gd name="connsiteX1476" fmla="*/ 7096119 w 11861549"/>
              <a:gd name="connsiteY1476" fmla="*/ 2143075 h 3345776"/>
              <a:gd name="connsiteX1477" fmla="*/ 7257916 w 11861549"/>
              <a:gd name="connsiteY1477" fmla="*/ 1592938 h 3345776"/>
              <a:gd name="connsiteX1478" fmla="*/ 7282180 w 11861549"/>
              <a:gd name="connsiteY1478" fmla="*/ 1472388 h 3345776"/>
              <a:gd name="connsiteX1479" fmla="*/ 7364419 w 11861549"/>
              <a:gd name="connsiteY1479" fmla="*/ 1180591 h 3345776"/>
              <a:gd name="connsiteX1480" fmla="*/ 7675500 w 11861549"/>
              <a:gd name="connsiteY1480" fmla="*/ 771947 h 3345776"/>
              <a:gd name="connsiteX1481" fmla="*/ 8096914 w 11861549"/>
              <a:gd name="connsiteY1481" fmla="*/ 754835 h 3345776"/>
              <a:gd name="connsiteX1482" fmla="*/ 8366108 w 11861549"/>
              <a:gd name="connsiteY1482" fmla="*/ 913312 h 3345776"/>
              <a:gd name="connsiteX1483" fmla="*/ 8523436 w 11861549"/>
              <a:gd name="connsiteY1483" fmla="*/ 1049441 h 3345776"/>
              <a:gd name="connsiteX1484" fmla="*/ 8642071 w 11861549"/>
              <a:gd name="connsiteY1484" fmla="*/ 1166033 h 3345776"/>
              <a:gd name="connsiteX1485" fmla="*/ 9301904 w 11861549"/>
              <a:gd name="connsiteY1485" fmla="*/ 1635591 h 3345776"/>
              <a:gd name="connsiteX1486" fmla="*/ 9313340 w 11861549"/>
              <a:gd name="connsiteY1486" fmla="*/ 1637595 h 3345776"/>
              <a:gd name="connsiteX1487" fmla="*/ 9234193 w 11861549"/>
              <a:gd name="connsiteY1487" fmla="*/ 1609489 h 3345776"/>
              <a:gd name="connsiteX1488" fmla="*/ 8665185 w 11861549"/>
              <a:gd name="connsiteY1488" fmla="*/ 1146111 h 3345776"/>
              <a:gd name="connsiteX1489" fmla="*/ 8548338 w 11861549"/>
              <a:gd name="connsiteY1489" fmla="*/ 1024283 h 3345776"/>
              <a:gd name="connsiteX1490" fmla="*/ 8392799 w 11861549"/>
              <a:gd name="connsiteY1490" fmla="*/ 882024 h 3345776"/>
              <a:gd name="connsiteX1491" fmla="*/ 8126031 w 11861549"/>
              <a:gd name="connsiteY1491" fmla="*/ 715374 h 3345776"/>
              <a:gd name="connsiteX1492" fmla="*/ 7904996 w 11861549"/>
              <a:gd name="connsiteY1492" fmla="*/ 668301 h 3345776"/>
              <a:gd name="connsiteX1493" fmla="*/ 1826552 w 11861549"/>
              <a:gd name="connsiteY1493" fmla="*/ 659134 h 3345776"/>
              <a:gd name="connsiteX1494" fmla="*/ 1829381 w 11861549"/>
              <a:gd name="connsiteY1494" fmla="*/ 748959 h 3345776"/>
              <a:gd name="connsiteX1495" fmla="*/ 1855698 w 11861549"/>
              <a:gd name="connsiteY1495" fmla="*/ 756590 h 3345776"/>
              <a:gd name="connsiteX1496" fmla="*/ 1851688 w 11861549"/>
              <a:gd name="connsiteY1496" fmla="*/ 678234 h 3345776"/>
              <a:gd name="connsiteX1497" fmla="*/ 1830916 w 11861549"/>
              <a:gd name="connsiteY1497" fmla="*/ 660894 h 3345776"/>
              <a:gd name="connsiteX1498" fmla="*/ 1854962 w 11861549"/>
              <a:gd name="connsiteY1498" fmla="*/ 613361 h 3345776"/>
              <a:gd name="connsiteX1499" fmla="*/ 1864199 w 11861549"/>
              <a:gd name="connsiteY1499" fmla="*/ 671582 h 3345776"/>
              <a:gd name="connsiteX1500" fmla="*/ 1880819 w 11861549"/>
              <a:gd name="connsiteY1500" fmla="*/ 685552 h 3345776"/>
              <a:gd name="connsiteX1501" fmla="*/ 1872635 w 11861549"/>
              <a:gd name="connsiteY1501" fmla="*/ 640830 h 3345776"/>
              <a:gd name="connsiteX1502" fmla="*/ 1862043 w 11861549"/>
              <a:gd name="connsiteY1502" fmla="*/ 620271 h 3345776"/>
              <a:gd name="connsiteX1503" fmla="*/ 7933825 w 11861549"/>
              <a:gd name="connsiteY1503" fmla="*/ 607467 h 3345776"/>
              <a:gd name="connsiteX1504" fmla="*/ 7726454 w 11861549"/>
              <a:gd name="connsiteY1504" fmla="*/ 648204 h 3345776"/>
              <a:gd name="connsiteX1505" fmla="*/ 7388045 w 11861549"/>
              <a:gd name="connsiteY1505" fmla="*/ 1047398 h 3345776"/>
              <a:gd name="connsiteX1506" fmla="*/ 7295079 w 11861549"/>
              <a:gd name="connsiteY1506" fmla="*/ 1343538 h 3345776"/>
              <a:gd name="connsiteX1507" fmla="*/ 7258811 w 11861549"/>
              <a:gd name="connsiteY1507" fmla="*/ 1511720 h 3345776"/>
              <a:gd name="connsiteX1508" fmla="*/ 7106464 w 11861549"/>
              <a:gd name="connsiteY1508" fmla="*/ 2038744 h 3345776"/>
              <a:gd name="connsiteX1509" fmla="*/ 7024097 w 11861549"/>
              <a:gd name="connsiteY1509" fmla="*/ 2180875 h 3345776"/>
              <a:gd name="connsiteX1510" fmla="*/ 6564372 w 11861549"/>
              <a:gd name="connsiteY1510" fmla="*/ 2441769 h 3345776"/>
              <a:gd name="connsiteX1511" fmla="*/ 6411131 w 11861549"/>
              <a:gd name="connsiteY1511" fmla="*/ 2409461 h 3345776"/>
              <a:gd name="connsiteX1512" fmla="*/ 6319225 w 11861549"/>
              <a:gd name="connsiteY1512" fmla="*/ 2348844 h 3345776"/>
              <a:gd name="connsiteX1513" fmla="*/ 6332083 w 11861549"/>
              <a:gd name="connsiteY1513" fmla="*/ 2364509 h 3345776"/>
              <a:gd name="connsiteX1514" fmla="*/ 6422240 w 11861549"/>
              <a:gd name="connsiteY1514" fmla="*/ 2425295 h 3345776"/>
              <a:gd name="connsiteX1515" fmla="*/ 7012731 w 11861549"/>
              <a:gd name="connsiteY1515" fmla="*/ 2222761 h 3345776"/>
              <a:gd name="connsiteX1516" fmla="*/ 7095098 w 11861549"/>
              <a:gd name="connsiteY1516" fmla="*/ 2087141 h 3345776"/>
              <a:gd name="connsiteX1517" fmla="*/ 7251660 w 11861549"/>
              <a:gd name="connsiteY1517" fmla="*/ 1549902 h 3345776"/>
              <a:gd name="connsiteX1518" fmla="*/ 7281925 w 11861549"/>
              <a:gd name="connsiteY1518" fmla="*/ 1405600 h 3345776"/>
              <a:gd name="connsiteX1519" fmla="*/ 7369912 w 11861549"/>
              <a:gd name="connsiteY1519" fmla="*/ 1110609 h 3345776"/>
              <a:gd name="connsiteX1520" fmla="*/ 7698104 w 11861549"/>
              <a:gd name="connsiteY1520" fmla="*/ 703370 h 3345776"/>
              <a:gd name="connsiteX1521" fmla="*/ 8131394 w 11861549"/>
              <a:gd name="connsiteY1521" fmla="*/ 703370 h 3345776"/>
              <a:gd name="connsiteX1522" fmla="*/ 8401739 w 11861549"/>
              <a:gd name="connsiteY1522" fmla="*/ 872192 h 3345776"/>
              <a:gd name="connsiteX1523" fmla="*/ 8558300 w 11861549"/>
              <a:gd name="connsiteY1523" fmla="*/ 1015345 h 3345776"/>
              <a:gd name="connsiteX1524" fmla="*/ 8675274 w 11861549"/>
              <a:gd name="connsiteY1524" fmla="*/ 1137427 h 3345776"/>
              <a:gd name="connsiteX1525" fmla="*/ 9335873 w 11861549"/>
              <a:gd name="connsiteY1525" fmla="*/ 1631248 h 3345776"/>
              <a:gd name="connsiteX1526" fmla="*/ 9350389 w 11861549"/>
              <a:gd name="connsiteY1526" fmla="*/ 1633804 h 3345776"/>
              <a:gd name="connsiteX1527" fmla="*/ 9266285 w 11861549"/>
              <a:gd name="connsiteY1527" fmla="*/ 1603114 h 3345776"/>
              <a:gd name="connsiteX1528" fmla="*/ 8697111 w 11861549"/>
              <a:gd name="connsiteY1528" fmla="*/ 1116740 h 3345776"/>
              <a:gd name="connsiteX1529" fmla="*/ 8582180 w 11861549"/>
              <a:gd name="connsiteY1529" fmla="*/ 989039 h 3345776"/>
              <a:gd name="connsiteX1530" fmla="*/ 8428811 w 11861549"/>
              <a:gd name="connsiteY1530" fmla="*/ 841032 h 3345776"/>
              <a:gd name="connsiteX1531" fmla="*/ 8160639 w 11861549"/>
              <a:gd name="connsiteY1531" fmla="*/ 664039 h 3345776"/>
              <a:gd name="connsiteX1532" fmla="*/ 7933825 w 11861549"/>
              <a:gd name="connsiteY1532" fmla="*/ 607467 h 3345776"/>
              <a:gd name="connsiteX1533" fmla="*/ 1617864 w 11861549"/>
              <a:gd name="connsiteY1533" fmla="*/ 607084 h 3345776"/>
              <a:gd name="connsiteX1534" fmla="*/ 1135536 w 11861549"/>
              <a:gd name="connsiteY1534" fmla="*/ 753430 h 3345776"/>
              <a:gd name="connsiteX1535" fmla="*/ 921507 w 11861549"/>
              <a:gd name="connsiteY1535" fmla="*/ 841416 h 3345776"/>
              <a:gd name="connsiteX1536" fmla="*/ 763413 w 11861549"/>
              <a:gd name="connsiteY1536" fmla="*/ 837075 h 3345776"/>
              <a:gd name="connsiteX1537" fmla="*/ 702627 w 11861549"/>
              <a:gd name="connsiteY1537" fmla="*/ 830689 h 3345776"/>
              <a:gd name="connsiteX1538" fmla="*/ 293982 w 11861549"/>
              <a:gd name="connsiteY1538" fmla="*/ 987123 h 3345776"/>
              <a:gd name="connsiteX1539" fmla="*/ 53400 w 11861549"/>
              <a:gd name="connsiteY1539" fmla="*/ 1363523 h 3345776"/>
              <a:gd name="connsiteX1540" fmla="*/ 37428 w 11861549"/>
              <a:gd name="connsiteY1540" fmla="*/ 1424664 h 3345776"/>
              <a:gd name="connsiteX1541" fmla="*/ 87760 w 11861549"/>
              <a:gd name="connsiteY1541" fmla="*/ 1305115 h 3345776"/>
              <a:gd name="connsiteX1542" fmla="*/ 288491 w 11861549"/>
              <a:gd name="connsiteY1542" fmla="*/ 1053144 h 3345776"/>
              <a:gd name="connsiteX1543" fmla="*/ 752176 w 11861549"/>
              <a:gd name="connsiteY1543" fmla="*/ 935786 h 3345776"/>
              <a:gd name="connsiteX1544" fmla="*/ 810279 w 11861549"/>
              <a:gd name="connsiteY1544" fmla="*/ 955964 h 3345776"/>
              <a:gd name="connsiteX1545" fmla="*/ 977440 w 11861549"/>
              <a:gd name="connsiteY1545" fmla="*/ 990953 h 3345776"/>
              <a:gd name="connsiteX1546" fmla="*/ 1203216 w 11861549"/>
              <a:gd name="connsiteY1546" fmla="*/ 905776 h 3345776"/>
              <a:gd name="connsiteX1547" fmla="*/ 1675712 w 11861549"/>
              <a:gd name="connsiteY1547" fmla="*/ 733635 h 3345776"/>
              <a:gd name="connsiteX1548" fmla="*/ 1789233 w 11861549"/>
              <a:gd name="connsiteY1548" fmla="*/ 737315 h 3345776"/>
              <a:gd name="connsiteX1549" fmla="*/ 1815417 w 11861549"/>
              <a:gd name="connsiteY1549" fmla="*/ 744909 h 3345776"/>
              <a:gd name="connsiteX1550" fmla="*/ 1812393 w 11861549"/>
              <a:gd name="connsiteY1550" fmla="*/ 653418 h 3345776"/>
              <a:gd name="connsiteX1551" fmla="*/ 1734488 w 11861549"/>
              <a:gd name="connsiteY1551" fmla="*/ 621975 h 3345776"/>
              <a:gd name="connsiteX1552" fmla="*/ 1617864 w 11861549"/>
              <a:gd name="connsiteY1552" fmla="*/ 607084 h 3345776"/>
              <a:gd name="connsiteX1553" fmla="*/ 1850521 w 11861549"/>
              <a:gd name="connsiteY1553" fmla="*/ 585375 h 3345776"/>
              <a:gd name="connsiteX1554" fmla="*/ 1851449 w 11861549"/>
              <a:gd name="connsiteY1554" fmla="*/ 591206 h 3345776"/>
              <a:gd name="connsiteX1555" fmla="*/ 1854610 w 11861549"/>
              <a:gd name="connsiteY1555" fmla="*/ 594308 h 3345776"/>
              <a:gd name="connsiteX1556" fmla="*/ 1821388 w 11861549"/>
              <a:gd name="connsiteY1556" fmla="*/ 580601 h 3345776"/>
              <a:gd name="connsiteX1557" fmla="*/ 1824852 w 11861549"/>
              <a:gd name="connsiteY1557" fmla="*/ 605137 h 3345776"/>
              <a:gd name="connsiteX1558" fmla="*/ 1826103 w 11861549"/>
              <a:gd name="connsiteY1558" fmla="*/ 644828 h 3345776"/>
              <a:gd name="connsiteX1559" fmla="*/ 1838242 w 11861549"/>
              <a:gd name="connsiteY1559" fmla="*/ 649769 h 3345776"/>
              <a:gd name="connsiteX1560" fmla="*/ 1848706 w 11861549"/>
              <a:gd name="connsiteY1560" fmla="*/ 658563 h 3345776"/>
              <a:gd name="connsiteX1561" fmla="*/ 1839078 w 11861549"/>
              <a:gd name="connsiteY1561" fmla="*/ 597862 h 3345776"/>
              <a:gd name="connsiteX1562" fmla="*/ 3163689 w 11861549"/>
              <a:gd name="connsiteY1562" fmla="*/ 571073 h 3345776"/>
              <a:gd name="connsiteX1563" fmla="*/ 2800507 w 11861549"/>
              <a:gd name="connsiteY1563" fmla="*/ 829540 h 3345776"/>
              <a:gd name="connsiteX1564" fmla="*/ 2732442 w 11861549"/>
              <a:gd name="connsiteY1564" fmla="*/ 943705 h 3345776"/>
              <a:gd name="connsiteX1565" fmla="*/ 2681362 w 11861549"/>
              <a:gd name="connsiteY1565" fmla="*/ 1029647 h 3345776"/>
              <a:gd name="connsiteX1566" fmla="*/ 2526715 w 11861549"/>
              <a:gd name="connsiteY1566" fmla="*/ 1228350 h 3345776"/>
              <a:gd name="connsiteX1567" fmla="*/ 2305412 w 11861549"/>
              <a:gd name="connsiteY1567" fmla="*/ 1343688 h 3345776"/>
              <a:gd name="connsiteX1568" fmla="*/ 2257235 w 11861549"/>
              <a:gd name="connsiteY1568" fmla="*/ 1348737 h 3345776"/>
              <a:gd name="connsiteX1569" fmla="*/ 2261808 w 11861549"/>
              <a:gd name="connsiteY1569" fmla="*/ 1354571 h 3345776"/>
              <a:gd name="connsiteX1570" fmla="*/ 2262767 w 11861549"/>
              <a:gd name="connsiteY1570" fmla="*/ 1355218 h 3345776"/>
              <a:gd name="connsiteX1571" fmla="*/ 2315311 w 11861549"/>
              <a:gd name="connsiteY1571" fmla="*/ 1356355 h 3345776"/>
              <a:gd name="connsiteX1572" fmla="*/ 2561321 w 11861549"/>
              <a:gd name="connsiteY1572" fmla="*/ 1251464 h 3345776"/>
              <a:gd name="connsiteX1573" fmla="*/ 2712265 w 11861549"/>
              <a:gd name="connsiteY1573" fmla="*/ 1077407 h 3345776"/>
              <a:gd name="connsiteX1574" fmla="*/ 2763345 w 11861549"/>
              <a:gd name="connsiteY1574" fmla="*/ 998743 h 3345776"/>
              <a:gd name="connsiteX1575" fmla="*/ 2828474 w 11861549"/>
              <a:gd name="connsiteY1575" fmla="*/ 900286 h 3345776"/>
              <a:gd name="connsiteX1576" fmla="*/ 3188719 w 11861549"/>
              <a:gd name="connsiteY1576" fmla="*/ 676681 h 3345776"/>
              <a:gd name="connsiteX1577" fmla="*/ 3640521 w 11861549"/>
              <a:gd name="connsiteY1577" fmla="*/ 1091327 h 3345776"/>
              <a:gd name="connsiteX1578" fmla="*/ 3659136 w 11861549"/>
              <a:gd name="connsiteY1578" fmla="*/ 1142681 h 3345776"/>
              <a:gd name="connsiteX1579" fmla="*/ 3653729 w 11861549"/>
              <a:gd name="connsiteY1579" fmla="*/ 1098055 h 3345776"/>
              <a:gd name="connsiteX1580" fmla="*/ 3614088 w 11861549"/>
              <a:gd name="connsiteY1580" fmla="*/ 976268 h 3345776"/>
              <a:gd name="connsiteX1581" fmla="*/ 3163689 w 11861549"/>
              <a:gd name="connsiteY1581" fmla="*/ 571073 h 3345776"/>
              <a:gd name="connsiteX1582" fmla="*/ 7961982 w 11861549"/>
              <a:gd name="connsiteY1582" fmla="*/ 546714 h 3345776"/>
              <a:gd name="connsiteX1583" fmla="*/ 7747269 w 11861549"/>
              <a:gd name="connsiteY1583" fmla="*/ 581033 h 3345776"/>
              <a:gd name="connsiteX1584" fmla="*/ 7392003 w 11861549"/>
              <a:gd name="connsiteY1584" fmla="*/ 979206 h 3345776"/>
              <a:gd name="connsiteX1585" fmla="*/ 7293419 w 11861549"/>
              <a:gd name="connsiteY1585" fmla="*/ 1278538 h 3345776"/>
              <a:gd name="connsiteX1586" fmla="*/ 7250766 w 11861549"/>
              <a:gd name="connsiteY1586" fmla="*/ 1471112 h 3345776"/>
              <a:gd name="connsiteX1587" fmla="*/ 7104165 w 11861549"/>
              <a:gd name="connsiteY1587" fmla="*/ 1984215 h 3345776"/>
              <a:gd name="connsiteX1588" fmla="*/ 7024096 w 11861549"/>
              <a:gd name="connsiteY1588" fmla="*/ 2130305 h 3345776"/>
              <a:gd name="connsiteX1589" fmla="*/ 6552239 w 11861549"/>
              <a:gd name="connsiteY1589" fmla="*/ 2410482 h 3345776"/>
              <a:gd name="connsiteX1590" fmla="*/ 6405383 w 11861549"/>
              <a:gd name="connsiteY1590" fmla="*/ 2380727 h 3345776"/>
              <a:gd name="connsiteX1591" fmla="*/ 6310743 w 11861549"/>
              <a:gd name="connsiteY1591" fmla="*/ 2319658 h 3345776"/>
              <a:gd name="connsiteX1592" fmla="*/ 6324294 w 11861549"/>
              <a:gd name="connsiteY1592" fmla="*/ 2336160 h 3345776"/>
              <a:gd name="connsiteX1593" fmla="*/ 6416366 w 11861549"/>
              <a:gd name="connsiteY1593" fmla="*/ 2396945 h 3345776"/>
              <a:gd name="connsiteX1594" fmla="*/ 7012731 w 11861549"/>
              <a:gd name="connsiteY1594" fmla="*/ 2172829 h 3345776"/>
              <a:gd name="connsiteX1595" fmla="*/ 7093438 w 11861549"/>
              <a:gd name="connsiteY1595" fmla="*/ 2032358 h 3345776"/>
              <a:gd name="connsiteX1596" fmla="*/ 7244765 w 11861549"/>
              <a:gd name="connsiteY1596" fmla="*/ 1508782 h 3345776"/>
              <a:gd name="connsiteX1597" fmla="*/ 7281159 w 11861549"/>
              <a:gd name="connsiteY1597" fmla="*/ 1340473 h 3345776"/>
              <a:gd name="connsiteX1598" fmla="*/ 7374764 w 11861549"/>
              <a:gd name="connsiteY1598" fmla="*/ 1042035 h 3345776"/>
              <a:gd name="connsiteX1599" fmla="*/ 7719558 w 11861549"/>
              <a:gd name="connsiteY1599" fmla="*/ 635816 h 3345776"/>
              <a:gd name="connsiteX1600" fmla="*/ 8165107 w 11861549"/>
              <a:gd name="connsiteY1600" fmla="*/ 651651 h 3345776"/>
              <a:gd name="connsiteX1601" fmla="*/ 8436346 w 11861549"/>
              <a:gd name="connsiteY1601" fmla="*/ 830433 h 3345776"/>
              <a:gd name="connsiteX1602" fmla="*/ 8592269 w 11861549"/>
              <a:gd name="connsiteY1602" fmla="*/ 980738 h 3345776"/>
              <a:gd name="connsiteX1603" fmla="*/ 8707200 w 11861549"/>
              <a:gd name="connsiteY1603" fmla="*/ 1108440 h 3345776"/>
              <a:gd name="connsiteX1604" fmla="*/ 9368566 w 11861549"/>
              <a:gd name="connsiteY1604" fmla="*/ 1626778 h 3345776"/>
              <a:gd name="connsiteX1605" fmla="*/ 9383216 w 11861549"/>
              <a:gd name="connsiteY1605" fmla="*/ 1629300 h 3345776"/>
              <a:gd name="connsiteX1606" fmla="*/ 9299848 w 11861549"/>
              <a:gd name="connsiteY1606" fmla="*/ 1598100 h 3345776"/>
              <a:gd name="connsiteX1607" fmla="*/ 8730825 w 11861549"/>
              <a:gd name="connsiteY1607" fmla="*/ 1088390 h 3345776"/>
              <a:gd name="connsiteX1608" fmla="*/ 8617170 w 11861549"/>
              <a:gd name="connsiteY1608" fmla="*/ 955836 h 3345776"/>
              <a:gd name="connsiteX1609" fmla="*/ 8463290 w 11861549"/>
              <a:gd name="connsiteY1609" fmla="*/ 799402 h 3345776"/>
              <a:gd name="connsiteX1610" fmla="*/ 8194223 w 11861549"/>
              <a:gd name="connsiteY1610" fmla="*/ 612959 h 3345776"/>
              <a:gd name="connsiteX1611" fmla="*/ 7961982 w 11861549"/>
              <a:gd name="connsiteY1611" fmla="*/ 546714 h 3345776"/>
              <a:gd name="connsiteX1612" fmla="*/ 1811252 w 11861549"/>
              <a:gd name="connsiteY1612" fmla="*/ 508844 h 3345776"/>
              <a:gd name="connsiteX1613" fmla="*/ 1818294 w 11861549"/>
              <a:gd name="connsiteY1613" fmla="*/ 558711 h 3345776"/>
              <a:gd name="connsiteX1614" fmla="*/ 1835551 w 11861549"/>
              <a:gd name="connsiteY1614" fmla="*/ 575626 h 3345776"/>
              <a:gd name="connsiteX1615" fmla="*/ 1830231 w 11861549"/>
              <a:gd name="connsiteY1615" fmla="*/ 542084 h 3345776"/>
              <a:gd name="connsiteX1616" fmla="*/ 1825092 w 11861549"/>
              <a:gd name="connsiteY1616" fmla="*/ 529822 h 3345776"/>
              <a:gd name="connsiteX1617" fmla="*/ 1819811 w 11861549"/>
              <a:gd name="connsiteY1617" fmla="*/ 518288 h 3345776"/>
              <a:gd name="connsiteX1618" fmla="*/ 7907649 w 11861549"/>
              <a:gd name="connsiteY1618" fmla="*/ 483339 h 3345776"/>
              <a:gd name="connsiteX1619" fmla="*/ 7768722 w 11861549"/>
              <a:gd name="connsiteY1619" fmla="*/ 512841 h 3345776"/>
              <a:gd name="connsiteX1620" fmla="*/ 7292524 w 11861549"/>
              <a:gd name="connsiteY1620" fmla="*/ 1212771 h 3345776"/>
              <a:gd name="connsiteX1621" fmla="*/ 7243104 w 11861549"/>
              <a:gd name="connsiteY1621" fmla="*/ 1429864 h 3345776"/>
              <a:gd name="connsiteX1622" fmla="*/ 7024224 w 11861549"/>
              <a:gd name="connsiteY1622" fmla="*/ 2079864 h 3345776"/>
              <a:gd name="connsiteX1623" fmla="*/ 6596808 w 11861549"/>
              <a:gd name="connsiteY1623" fmla="*/ 2374599 h 3345776"/>
              <a:gd name="connsiteX1624" fmla="*/ 6537682 w 11861549"/>
              <a:gd name="connsiteY1624" fmla="*/ 2378685 h 3345776"/>
              <a:gd name="connsiteX1625" fmla="*/ 6352513 w 11861549"/>
              <a:gd name="connsiteY1625" fmla="*/ 2328152 h 3345776"/>
              <a:gd name="connsiteX1626" fmla="*/ 6302786 w 11861549"/>
              <a:gd name="connsiteY1626" fmla="*/ 2291155 h 3345776"/>
              <a:gd name="connsiteX1627" fmla="*/ 6316503 w 11861549"/>
              <a:gd name="connsiteY1627" fmla="*/ 2307811 h 3345776"/>
              <a:gd name="connsiteX1628" fmla="*/ 6410364 w 11861549"/>
              <a:gd name="connsiteY1628" fmla="*/ 2368469 h 3345776"/>
              <a:gd name="connsiteX1629" fmla="*/ 7012858 w 11861549"/>
              <a:gd name="connsiteY1629" fmla="*/ 2123026 h 3345776"/>
              <a:gd name="connsiteX1630" fmla="*/ 7091778 w 11861549"/>
              <a:gd name="connsiteY1630" fmla="*/ 1978214 h 3345776"/>
              <a:gd name="connsiteX1631" fmla="*/ 7237485 w 11861549"/>
              <a:gd name="connsiteY1631" fmla="*/ 1467409 h 3345776"/>
              <a:gd name="connsiteX1632" fmla="*/ 7280265 w 11861549"/>
              <a:gd name="connsiteY1632" fmla="*/ 1274579 h 3345776"/>
              <a:gd name="connsiteX1633" fmla="*/ 7379616 w 11861549"/>
              <a:gd name="connsiteY1633" fmla="*/ 972949 h 3345776"/>
              <a:gd name="connsiteX1634" fmla="*/ 7742032 w 11861549"/>
              <a:gd name="connsiteY1634" fmla="*/ 567624 h 3345776"/>
              <a:gd name="connsiteX1635" fmla="*/ 8199842 w 11861549"/>
              <a:gd name="connsiteY1635" fmla="*/ 599932 h 3345776"/>
              <a:gd name="connsiteX1636" fmla="*/ 8471974 w 11861549"/>
              <a:gd name="connsiteY1636" fmla="*/ 789187 h 3345776"/>
              <a:gd name="connsiteX1637" fmla="*/ 8627257 w 11861549"/>
              <a:gd name="connsiteY1637" fmla="*/ 946642 h 3345776"/>
              <a:gd name="connsiteX1638" fmla="*/ 8741041 w 11861549"/>
              <a:gd name="connsiteY1638" fmla="*/ 1079451 h 3345776"/>
              <a:gd name="connsiteX1639" fmla="*/ 9403172 w 11861549"/>
              <a:gd name="connsiteY1639" fmla="*/ 1622181 h 3345776"/>
              <a:gd name="connsiteX1640" fmla="*/ 9420372 w 11861549"/>
              <a:gd name="connsiteY1640" fmla="*/ 1626176 h 3345776"/>
              <a:gd name="connsiteX1641" fmla="*/ 9332431 w 11861549"/>
              <a:gd name="connsiteY1641" fmla="*/ 1592427 h 3345776"/>
              <a:gd name="connsiteX1642" fmla="*/ 8763516 w 11861549"/>
              <a:gd name="connsiteY1642" fmla="*/ 1059275 h 3345776"/>
              <a:gd name="connsiteX1643" fmla="*/ 8651521 w 11861549"/>
              <a:gd name="connsiteY1643" fmla="*/ 921485 h 3345776"/>
              <a:gd name="connsiteX1644" fmla="*/ 7907649 w 11861549"/>
              <a:gd name="connsiteY1644" fmla="*/ 483339 h 3345776"/>
              <a:gd name="connsiteX1645" fmla="*/ 3138020 w 11861549"/>
              <a:gd name="connsiteY1645" fmla="*/ 452437 h 3345776"/>
              <a:gd name="connsiteX1646" fmla="*/ 2760407 w 11861549"/>
              <a:gd name="connsiteY1646" fmla="*/ 751514 h 3345776"/>
              <a:gd name="connsiteX1647" fmla="*/ 2688768 w 11861549"/>
              <a:gd name="connsiteY1647" fmla="*/ 882664 h 3345776"/>
              <a:gd name="connsiteX1648" fmla="*/ 2639476 w 11861549"/>
              <a:gd name="connsiteY1648" fmla="*/ 974736 h 3345776"/>
              <a:gd name="connsiteX1649" fmla="*/ 2483550 w 11861549"/>
              <a:gd name="connsiteY1649" fmla="*/ 1195277 h 3345776"/>
              <a:gd name="connsiteX1650" fmla="*/ 2259745 w 11861549"/>
              <a:gd name="connsiteY1650" fmla="*/ 1324317 h 3345776"/>
              <a:gd name="connsiteX1651" fmla="*/ 2240002 w 11861549"/>
              <a:gd name="connsiteY1651" fmla="*/ 1326747 h 3345776"/>
              <a:gd name="connsiteX1652" fmla="*/ 2247666 w 11861549"/>
              <a:gd name="connsiteY1652" fmla="*/ 1336526 h 3345776"/>
              <a:gd name="connsiteX1653" fmla="*/ 2268927 w 11861549"/>
              <a:gd name="connsiteY1653" fmla="*/ 1336696 h 3345776"/>
              <a:gd name="connsiteX1654" fmla="*/ 2517137 w 11861549"/>
              <a:gd name="connsiteY1654" fmla="*/ 1218901 h 3345776"/>
              <a:gd name="connsiteX1655" fmla="*/ 2669486 w 11861549"/>
              <a:gd name="connsiteY1655" fmla="*/ 1023007 h 3345776"/>
              <a:gd name="connsiteX1656" fmla="*/ 2719927 w 11861549"/>
              <a:gd name="connsiteY1656" fmla="*/ 937320 h 3345776"/>
              <a:gd name="connsiteX1657" fmla="*/ 2788503 w 11861549"/>
              <a:gd name="connsiteY1657" fmla="*/ 822389 h 3345776"/>
              <a:gd name="connsiteX1658" fmla="*/ 3162668 w 11861549"/>
              <a:gd name="connsiteY1658" fmla="*/ 557663 h 3345776"/>
              <a:gd name="connsiteX1659" fmla="*/ 3167521 w 11861549"/>
              <a:gd name="connsiteY1659" fmla="*/ 557663 h 3345776"/>
              <a:gd name="connsiteX1660" fmla="*/ 3625837 w 11861549"/>
              <a:gd name="connsiteY1660" fmla="*/ 971415 h 3345776"/>
              <a:gd name="connsiteX1661" fmla="*/ 3645843 w 11861549"/>
              <a:gd name="connsiteY1661" fmla="*/ 1032971 h 3345776"/>
              <a:gd name="connsiteX1662" fmla="*/ 3642692 w 11861549"/>
              <a:gd name="connsiteY1662" fmla="*/ 1006974 h 3345776"/>
              <a:gd name="connsiteX1663" fmla="*/ 3598891 w 11861549"/>
              <a:gd name="connsiteY1663" fmla="*/ 856485 h 3345776"/>
              <a:gd name="connsiteX1664" fmla="*/ 3138020 w 11861549"/>
              <a:gd name="connsiteY1664" fmla="*/ 452437 h 3345776"/>
              <a:gd name="connsiteX1665" fmla="*/ 3112480 w 11861549"/>
              <a:gd name="connsiteY1665" fmla="*/ 334059 h 3345776"/>
              <a:gd name="connsiteX1666" fmla="*/ 2720565 w 11861549"/>
              <a:gd name="connsiteY1666" fmla="*/ 673872 h 3345776"/>
              <a:gd name="connsiteX1667" fmla="*/ 2645349 w 11861549"/>
              <a:gd name="connsiteY1667" fmla="*/ 822900 h 3345776"/>
              <a:gd name="connsiteX1668" fmla="*/ 2440133 w 11861549"/>
              <a:gd name="connsiteY1668" fmla="*/ 1162585 h 3345776"/>
              <a:gd name="connsiteX1669" fmla="*/ 2225861 w 11861549"/>
              <a:gd name="connsiteY1669" fmla="*/ 1302162 h 3345776"/>
              <a:gd name="connsiteX1670" fmla="*/ 2221381 w 11861549"/>
              <a:gd name="connsiteY1670" fmla="*/ 1302987 h 3345776"/>
              <a:gd name="connsiteX1671" fmla="*/ 2231427 w 11861549"/>
              <a:gd name="connsiteY1671" fmla="*/ 1315807 h 3345776"/>
              <a:gd name="connsiteX1672" fmla="*/ 2292234 w 11861549"/>
              <a:gd name="connsiteY1672" fmla="*/ 1300934 h 3345776"/>
              <a:gd name="connsiteX1673" fmla="*/ 2473846 w 11861549"/>
              <a:gd name="connsiteY1673" fmla="*/ 1185826 h 3345776"/>
              <a:gd name="connsiteX1674" fmla="*/ 2627086 w 11861549"/>
              <a:gd name="connsiteY1674" fmla="*/ 968734 h 3345776"/>
              <a:gd name="connsiteX1675" fmla="*/ 2676251 w 11861549"/>
              <a:gd name="connsiteY1675" fmla="*/ 876916 h 3345776"/>
              <a:gd name="connsiteX1676" fmla="*/ 2748149 w 11861549"/>
              <a:gd name="connsiteY1676" fmla="*/ 745257 h 3345776"/>
              <a:gd name="connsiteX1677" fmla="*/ 3136489 w 11861549"/>
              <a:gd name="connsiteY1677" fmla="*/ 439539 h 3345776"/>
              <a:gd name="connsiteX1678" fmla="*/ 3610895 w 11861549"/>
              <a:gd name="connsiteY1678" fmla="*/ 852398 h 3345776"/>
              <a:gd name="connsiteX1679" fmla="*/ 3612681 w 11861549"/>
              <a:gd name="connsiteY1679" fmla="*/ 858522 h 3345776"/>
              <a:gd name="connsiteX1680" fmla="*/ 3584078 w 11861549"/>
              <a:gd name="connsiteY1680" fmla="*/ 736957 h 3345776"/>
              <a:gd name="connsiteX1681" fmla="*/ 3112480 w 11861549"/>
              <a:gd name="connsiteY1681" fmla="*/ 334059 h 3345776"/>
              <a:gd name="connsiteX1682" fmla="*/ 1147215 w 11861549"/>
              <a:gd name="connsiteY1682" fmla="*/ 407 h 3345776"/>
              <a:gd name="connsiteX1683" fmla="*/ 1472413 w 11861549"/>
              <a:gd name="connsiteY1683" fmla="*/ 63332 h 3345776"/>
              <a:gd name="connsiteX1684" fmla="*/ 1758249 w 11861549"/>
              <a:gd name="connsiteY1684" fmla="*/ 329039 h 3345776"/>
              <a:gd name="connsiteX1685" fmla="*/ 1786700 w 11861549"/>
              <a:gd name="connsiteY1685" fmla="*/ 406996 h 3345776"/>
              <a:gd name="connsiteX1686" fmla="*/ 1789358 w 11861549"/>
              <a:gd name="connsiteY1686" fmla="*/ 410240 h 3345776"/>
              <a:gd name="connsiteX1687" fmla="*/ 1842218 w 11861549"/>
              <a:gd name="connsiteY1687" fmla="*/ 536587 h 3345776"/>
              <a:gd name="connsiteX1688" fmla="*/ 1882973 w 11861549"/>
              <a:gd name="connsiteY1688" fmla="*/ 625600 h 3345776"/>
              <a:gd name="connsiteX1689" fmla="*/ 1884893 w 11861549"/>
              <a:gd name="connsiteY1689" fmla="*/ 636086 h 3345776"/>
              <a:gd name="connsiteX1690" fmla="*/ 1923453 w 11861549"/>
              <a:gd name="connsiteY1690" fmla="*/ 712053 h 3345776"/>
              <a:gd name="connsiteX1691" fmla="*/ 1929377 w 11861549"/>
              <a:gd name="connsiteY1691" fmla="*/ 739773 h 3345776"/>
              <a:gd name="connsiteX1692" fmla="*/ 1963678 w 11861549"/>
              <a:gd name="connsiteY1692" fmla="*/ 799274 h 3345776"/>
              <a:gd name="connsiteX1693" fmla="*/ 1974245 w 11861549"/>
              <a:gd name="connsiteY1693" fmla="*/ 841358 h 3345776"/>
              <a:gd name="connsiteX1694" fmla="*/ 2003775 w 11861549"/>
              <a:gd name="connsiteY1694" fmla="*/ 885217 h 3345776"/>
              <a:gd name="connsiteX1695" fmla="*/ 2016966 w 11861549"/>
              <a:gd name="connsiteY1695" fmla="*/ 940861 h 3345776"/>
              <a:gd name="connsiteX1696" fmla="*/ 2042980 w 11861549"/>
              <a:gd name="connsiteY1696" fmla="*/ 972309 h 3345776"/>
              <a:gd name="connsiteX1697" fmla="*/ 2063295 w 11861549"/>
              <a:gd name="connsiteY1697" fmla="*/ 1039763 h 3345776"/>
              <a:gd name="connsiteX1698" fmla="*/ 2083717 w 11861549"/>
              <a:gd name="connsiteY1698" fmla="*/ 1058763 h 3345776"/>
              <a:gd name="connsiteX1699" fmla="*/ 2116151 w 11861549"/>
              <a:gd name="connsiteY1699" fmla="*/ 1140539 h 3345776"/>
              <a:gd name="connsiteX1700" fmla="*/ 2122156 w 11861549"/>
              <a:gd name="connsiteY1700" fmla="*/ 1144196 h 3345776"/>
              <a:gd name="connsiteX1701" fmla="*/ 2167234 w 11861549"/>
              <a:gd name="connsiteY1701" fmla="*/ 1226052 h 3345776"/>
              <a:gd name="connsiteX1702" fmla="*/ 2178688 w 11861549"/>
              <a:gd name="connsiteY1702" fmla="*/ 1246975 h 3345776"/>
              <a:gd name="connsiteX1703" fmla="*/ 2189549 w 11861549"/>
              <a:gd name="connsiteY1703" fmla="*/ 1257339 h 3345776"/>
              <a:gd name="connsiteX1704" fmla="*/ 2211472 w 11861549"/>
              <a:gd name="connsiteY1704" fmla="*/ 1290240 h 3345776"/>
              <a:gd name="connsiteX1705" fmla="*/ 2247094 w 11861549"/>
              <a:gd name="connsiteY1705" fmla="*/ 1280540 h 3345776"/>
              <a:gd name="connsiteX1706" fmla="*/ 2430555 w 11861549"/>
              <a:gd name="connsiteY1706" fmla="*/ 1153263 h 3345776"/>
              <a:gd name="connsiteX1707" fmla="*/ 2633601 w 11861549"/>
              <a:gd name="connsiteY1707" fmla="*/ 816643 h 3345776"/>
              <a:gd name="connsiteX1708" fmla="*/ 2708689 w 11861549"/>
              <a:gd name="connsiteY1708" fmla="*/ 666721 h 3345776"/>
              <a:gd name="connsiteX1709" fmla="*/ 3110948 w 11861549"/>
              <a:gd name="connsiteY1709" fmla="*/ 319884 h 3345776"/>
              <a:gd name="connsiteX1710" fmla="*/ 3596209 w 11861549"/>
              <a:gd name="connsiteY1710" fmla="*/ 731976 h 3345776"/>
              <a:gd name="connsiteX1711" fmla="*/ 3650178 w 11861549"/>
              <a:gd name="connsiteY1711" fmla="*/ 961136 h 3345776"/>
              <a:gd name="connsiteX1712" fmla="*/ 3655588 w 11861549"/>
              <a:gd name="connsiteY1712" fmla="*/ 1005734 h 3345776"/>
              <a:gd name="connsiteX1713" fmla="*/ 3657123 w 11861549"/>
              <a:gd name="connsiteY1713" fmla="*/ 1011003 h 3345776"/>
              <a:gd name="connsiteX1714" fmla="*/ 3681868 w 11861549"/>
              <a:gd name="connsiteY1714" fmla="*/ 1152846 h 3345776"/>
              <a:gd name="connsiteX1715" fmla="*/ 3730277 w 11861549"/>
              <a:gd name="connsiteY1715" fmla="*/ 1371927 h 3345776"/>
              <a:gd name="connsiteX1716" fmla="*/ 3762222 w 11861549"/>
              <a:gd name="connsiteY1716" fmla="*/ 1489116 h 3345776"/>
              <a:gd name="connsiteX1717" fmla="*/ 3780191 w 11861549"/>
              <a:gd name="connsiteY1717" fmla="*/ 1556250 h 3345776"/>
              <a:gd name="connsiteX1718" fmla="*/ 3787121 w 11861549"/>
              <a:gd name="connsiteY1718" fmla="*/ 1577103 h 3345776"/>
              <a:gd name="connsiteX1719" fmla="*/ 3843492 w 11861549"/>
              <a:gd name="connsiteY1719" fmla="*/ 1748247 h 3345776"/>
              <a:gd name="connsiteX1720" fmla="*/ 3868027 w 11861549"/>
              <a:gd name="connsiteY1720" fmla="*/ 1808305 h 3345776"/>
              <a:gd name="connsiteX1721" fmla="*/ 3900174 w 11861549"/>
              <a:gd name="connsiteY1721" fmla="*/ 1878706 h 3345776"/>
              <a:gd name="connsiteX1722" fmla="*/ 3929799 w 11861549"/>
              <a:gd name="connsiteY1722" fmla="*/ 1932955 h 3345776"/>
              <a:gd name="connsiteX1723" fmla="*/ 3954380 w 11861549"/>
              <a:gd name="connsiteY1723" fmla="*/ 1964143 h 3345776"/>
              <a:gd name="connsiteX1724" fmla="*/ 3961539 w 11861549"/>
              <a:gd name="connsiteY1724" fmla="*/ 1971292 h 3345776"/>
              <a:gd name="connsiteX1725" fmla="*/ 4038439 w 11861549"/>
              <a:gd name="connsiteY1725" fmla="*/ 2022143 h 3345776"/>
              <a:gd name="connsiteX1726" fmla="*/ 4696867 w 11861549"/>
              <a:gd name="connsiteY1726" fmla="*/ 1864432 h 3345776"/>
              <a:gd name="connsiteX1727" fmla="*/ 4919194 w 11861549"/>
              <a:gd name="connsiteY1727" fmla="*/ 1647339 h 3345776"/>
              <a:gd name="connsiteX1728" fmla="*/ 5243812 w 11861549"/>
              <a:gd name="connsiteY1728" fmla="*/ 1351710 h 3345776"/>
              <a:gd name="connsiteX1729" fmla="*/ 5919224 w 11861549"/>
              <a:gd name="connsiteY1729" fmla="*/ 1347880 h 3345776"/>
              <a:gd name="connsiteX1730" fmla="*/ 6108605 w 11861549"/>
              <a:gd name="connsiteY1730" fmla="*/ 1811563 h 3345776"/>
              <a:gd name="connsiteX1731" fmla="*/ 6308713 w 11861549"/>
              <a:gd name="connsiteY1731" fmla="*/ 2279078 h 3345776"/>
              <a:gd name="connsiteX1732" fmla="*/ 6594892 w 11861549"/>
              <a:gd name="connsiteY1732" fmla="*/ 2361189 h 3345776"/>
              <a:gd name="connsiteX1733" fmla="*/ 7012858 w 11861549"/>
              <a:gd name="connsiteY1733" fmla="*/ 2072584 h 3345776"/>
              <a:gd name="connsiteX1734" fmla="*/ 7229950 w 11861549"/>
              <a:gd name="connsiteY1734" fmla="*/ 1426799 h 3345776"/>
              <a:gd name="connsiteX1735" fmla="*/ 7279498 w 11861549"/>
              <a:gd name="connsiteY1735" fmla="*/ 1209707 h 3345776"/>
              <a:gd name="connsiteX1736" fmla="*/ 7763998 w 11861549"/>
              <a:gd name="connsiteY1736" fmla="*/ 500454 h 3345776"/>
              <a:gd name="connsiteX1737" fmla="*/ 8661737 w 11861549"/>
              <a:gd name="connsiteY1737" fmla="*/ 913312 h 3345776"/>
              <a:gd name="connsiteX1738" fmla="*/ 8773987 w 11861549"/>
              <a:gd name="connsiteY1738" fmla="*/ 1051357 h 3345776"/>
              <a:gd name="connsiteX1739" fmla="*/ 9436756 w 11861549"/>
              <a:gd name="connsiteY1739" fmla="*/ 1618607 h 3345776"/>
              <a:gd name="connsiteX1740" fmla="*/ 9599881 w 11861549"/>
              <a:gd name="connsiteY1740" fmla="*/ 1646906 h 3345776"/>
              <a:gd name="connsiteX1741" fmla="*/ 9715584 w 11861549"/>
              <a:gd name="connsiteY1741" fmla="*/ 1639912 h 3345776"/>
              <a:gd name="connsiteX1742" fmla="*/ 9717818 w 11861549"/>
              <a:gd name="connsiteY1742" fmla="*/ 1639506 h 3345776"/>
              <a:gd name="connsiteX1743" fmla="*/ 9729150 w 11861549"/>
              <a:gd name="connsiteY1743" fmla="*/ 1636906 h 3345776"/>
              <a:gd name="connsiteX1744" fmla="*/ 9815759 w 11861549"/>
              <a:gd name="connsiteY1744" fmla="*/ 1612900 h 3345776"/>
              <a:gd name="connsiteX1745" fmla="*/ 9857819 w 11861549"/>
              <a:gd name="connsiteY1745" fmla="*/ 1599141 h 3345776"/>
              <a:gd name="connsiteX1746" fmla="*/ 9944271 w 11861549"/>
              <a:gd name="connsiteY1746" fmla="*/ 1565899 h 3345776"/>
              <a:gd name="connsiteX1747" fmla="*/ 10052007 w 11861549"/>
              <a:gd name="connsiteY1747" fmla="*/ 1517282 h 3345776"/>
              <a:gd name="connsiteX1748" fmla="*/ 10150780 w 11861549"/>
              <a:gd name="connsiteY1748" fmla="*/ 1462551 h 3345776"/>
              <a:gd name="connsiteX1749" fmla="*/ 10279553 w 11861549"/>
              <a:gd name="connsiteY1749" fmla="*/ 1382788 h 3345776"/>
              <a:gd name="connsiteX1750" fmla="*/ 10301188 w 11861549"/>
              <a:gd name="connsiteY1750" fmla="*/ 1367881 h 3345776"/>
              <a:gd name="connsiteX1751" fmla="*/ 10416260 w 11861549"/>
              <a:gd name="connsiteY1751" fmla="*/ 1282501 h 3345776"/>
              <a:gd name="connsiteX1752" fmla="*/ 10473350 w 11861549"/>
              <a:gd name="connsiteY1752" fmla="*/ 1237108 h 3345776"/>
              <a:gd name="connsiteX1753" fmla="*/ 10563267 w 11861549"/>
              <a:gd name="connsiteY1753" fmla="*/ 1158822 h 3345776"/>
              <a:gd name="connsiteX1754" fmla="*/ 10651707 w 11861549"/>
              <a:gd name="connsiteY1754" fmla="*/ 1076642 h 3345776"/>
              <a:gd name="connsiteX1755" fmla="*/ 11861549 w 11861549"/>
              <a:gd name="connsiteY1755" fmla="*/ 455120 h 3345776"/>
              <a:gd name="connsiteX1756" fmla="*/ 11859122 w 11861549"/>
              <a:gd name="connsiteY1756" fmla="*/ 467890 h 3345776"/>
              <a:gd name="connsiteX1757" fmla="*/ 10805024 w 11861549"/>
              <a:gd name="connsiteY1757" fmla="*/ 950251 h 3345776"/>
              <a:gd name="connsiteX1758" fmla="*/ 10802255 w 11861549"/>
              <a:gd name="connsiteY1758" fmla="*/ 952857 h 3345776"/>
              <a:gd name="connsiteX1759" fmla="*/ 10981553 w 11861549"/>
              <a:gd name="connsiteY1759" fmla="*/ 807130 h 3345776"/>
              <a:gd name="connsiteX1760" fmla="*/ 11809830 w 11861549"/>
              <a:gd name="connsiteY1760" fmla="*/ 538892 h 3345776"/>
              <a:gd name="connsiteX1761" fmla="*/ 11807532 w 11861549"/>
              <a:gd name="connsiteY1761" fmla="*/ 551662 h 3345776"/>
              <a:gd name="connsiteX1762" fmla="*/ 10739055 w 11861549"/>
              <a:gd name="connsiteY1762" fmla="*/ 1020836 h 3345776"/>
              <a:gd name="connsiteX1763" fmla="*/ 10731040 w 11861549"/>
              <a:gd name="connsiteY1763" fmla="*/ 1027950 h 3345776"/>
              <a:gd name="connsiteX1764" fmla="*/ 10937615 w 11861549"/>
              <a:gd name="connsiteY1764" fmla="*/ 870687 h 3345776"/>
              <a:gd name="connsiteX1765" fmla="*/ 11757219 w 11861549"/>
              <a:gd name="connsiteY1765" fmla="*/ 624196 h 3345776"/>
              <a:gd name="connsiteX1766" fmla="*/ 11754919 w 11861549"/>
              <a:gd name="connsiteY1766" fmla="*/ 636967 h 3345776"/>
              <a:gd name="connsiteX1767" fmla="*/ 10695765 w 11861549"/>
              <a:gd name="connsiteY1767" fmla="*/ 1071151 h 3345776"/>
              <a:gd name="connsiteX1768" fmla="*/ 10653670 w 11861549"/>
              <a:gd name="connsiteY1768" fmla="*/ 1106052 h 3345776"/>
              <a:gd name="connsiteX1769" fmla="*/ 10895766 w 11861549"/>
              <a:gd name="connsiteY1769" fmla="*/ 934293 h 3345776"/>
              <a:gd name="connsiteX1770" fmla="*/ 11706266 w 11861549"/>
              <a:gd name="connsiteY1770" fmla="*/ 709116 h 3345776"/>
              <a:gd name="connsiteX1771" fmla="*/ 11703966 w 11861549"/>
              <a:gd name="connsiteY1771" fmla="*/ 721886 h 3345776"/>
              <a:gd name="connsiteX1772" fmla="*/ 10654134 w 11861549"/>
              <a:gd name="connsiteY1772" fmla="*/ 1121465 h 3345776"/>
              <a:gd name="connsiteX1773" fmla="*/ 10587595 w 11861549"/>
              <a:gd name="connsiteY1773" fmla="*/ 1172622 h 3345776"/>
              <a:gd name="connsiteX1774" fmla="*/ 10604074 w 11861549"/>
              <a:gd name="connsiteY1774" fmla="*/ 1160925 h 3345776"/>
              <a:gd name="connsiteX1775" fmla="*/ 11654673 w 11861549"/>
              <a:gd name="connsiteY1775" fmla="*/ 793911 h 3345776"/>
              <a:gd name="connsiteX1776" fmla="*/ 11652374 w 11861549"/>
              <a:gd name="connsiteY1776" fmla="*/ 806681 h 3345776"/>
              <a:gd name="connsiteX1777" fmla="*/ 10611736 w 11861549"/>
              <a:gd name="connsiteY1777" fmla="*/ 1171524 h 3345776"/>
              <a:gd name="connsiteX1778" fmla="*/ 10499046 w 11861549"/>
              <a:gd name="connsiteY1778" fmla="*/ 1251676 h 3345776"/>
              <a:gd name="connsiteX1779" fmla="*/ 10561806 w 11861549"/>
              <a:gd name="connsiteY1779" fmla="*/ 1210856 h 3345776"/>
              <a:gd name="connsiteX1780" fmla="*/ 11602698 w 11861549"/>
              <a:gd name="connsiteY1780" fmla="*/ 878832 h 3345776"/>
              <a:gd name="connsiteX1781" fmla="*/ 11600399 w 11861549"/>
              <a:gd name="connsiteY1781" fmla="*/ 891602 h 3345776"/>
              <a:gd name="connsiteX1782" fmla="*/ 10569083 w 11861549"/>
              <a:gd name="connsiteY1782" fmla="*/ 1221582 h 3345776"/>
              <a:gd name="connsiteX1783" fmla="*/ 10448662 w 11861549"/>
              <a:gd name="connsiteY1783" fmla="*/ 1299991 h 3345776"/>
              <a:gd name="connsiteX1784" fmla="*/ 10403185 w 11861549"/>
              <a:gd name="connsiteY1784" fmla="*/ 1328465 h 3345776"/>
              <a:gd name="connsiteX1785" fmla="*/ 10518769 w 11861549"/>
              <a:gd name="connsiteY1785" fmla="*/ 1260020 h 3345776"/>
              <a:gd name="connsiteX1786" fmla="*/ 11549958 w 11861549"/>
              <a:gd name="connsiteY1786" fmla="*/ 963242 h 3345776"/>
              <a:gd name="connsiteX1787" fmla="*/ 11547658 w 11861549"/>
              <a:gd name="connsiteY1787" fmla="*/ 976013 h 3345776"/>
              <a:gd name="connsiteX1788" fmla="*/ 10526049 w 11861549"/>
              <a:gd name="connsiteY1788" fmla="*/ 1271258 h 3345776"/>
              <a:gd name="connsiteX1789" fmla="*/ 10405627 w 11861549"/>
              <a:gd name="connsiteY1789" fmla="*/ 1342516 h 3345776"/>
              <a:gd name="connsiteX1790" fmla="*/ 10270112 w 11861549"/>
              <a:gd name="connsiteY1790" fmla="*/ 1418335 h 3345776"/>
              <a:gd name="connsiteX1791" fmla="*/ 10356973 w 11861549"/>
              <a:gd name="connsiteY1791" fmla="*/ 1374568 h 3345776"/>
              <a:gd name="connsiteX1792" fmla="*/ 10475607 w 11861549"/>
              <a:gd name="connsiteY1792" fmla="*/ 1311357 h 3345776"/>
              <a:gd name="connsiteX1793" fmla="*/ 10477523 w 11861549"/>
              <a:gd name="connsiteY1793" fmla="*/ 1310335 h 3345776"/>
              <a:gd name="connsiteX1794" fmla="*/ 11499132 w 11861549"/>
              <a:gd name="connsiteY1794" fmla="*/ 1048547 h 3345776"/>
              <a:gd name="connsiteX1795" fmla="*/ 11496834 w 11861549"/>
              <a:gd name="connsiteY1795" fmla="*/ 1061317 h 3345776"/>
              <a:gd name="connsiteX1796" fmla="*/ 10483907 w 11861549"/>
              <a:gd name="connsiteY1796" fmla="*/ 1321700 h 3345776"/>
              <a:gd name="connsiteX1797" fmla="*/ 10482120 w 11861549"/>
              <a:gd name="connsiteY1797" fmla="*/ 1322722 h 3345776"/>
              <a:gd name="connsiteX1798" fmla="*/ 10363484 w 11861549"/>
              <a:gd name="connsiteY1798" fmla="*/ 1385934 h 3345776"/>
              <a:gd name="connsiteX1799" fmla="*/ 10206061 w 11861549"/>
              <a:gd name="connsiteY1799" fmla="*/ 1466589 h 3345776"/>
              <a:gd name="connsiteX1800" fmla="*/ 10315214 w 11861549"/>
              <a:gd name="connsiteY1800" fmla="*/ 1417860 h 3345776"/>
              <a:gd name="connsiteX1801" fmla="*/ 10394901 w 11861549"/>
              <a:gd name="connsiteY1801" fmla="*/ 1380188 h 3345776"/>
              <a:gd name="connsiteX1802" fmla="*/ 10435764 w 11861549"/>
              <a:gd name="connsiteY1802" fmla="*/ 1360778 h 3345776"/>
              <a:gd name="connsiteX1803" fmla="*/ 11447542 w 11861549"/>
              <a:gd name="connsiteY1803" fmla="*/ 1134107 h 3345776"/>
              <a:gd name="connsiteX1804" fmla="*/ 11445244 w 11861549"/>
              <a:gd name="connsiteY1804" fmla="*/ 1146878 h 3345776"/>
              <a:gd name="connsiteX1805" fmla="*/ 10441512 w 11861549"/>
              <a:gd name="connsiteY1805" fmla="*/ 1372399 h 3345776"/>
              <a:gd name="connsiteX1806" fmla="*/ 10400647 w 11861549"/>
              <a:gd name="connsiteY1806" fmla="*/ 1391809 h 3345776"/>
              <a:gd name="connsiteX1807" fmla="*/ 10321089 w 11861549"/>
              <a:gd name="connsiteY1807" fmla="*/ 1430120 h 3345776"/>
              <a:gd name="connsiteX1808" fmla="*/ 10104580 w 11861549"/>
              <a:gd name="connsiteY1808" fmla="*/ 1526890 h 3345776"/>
              <a:gd name="connsiteX1809" fmla="*/ 10273328 w 11861549"/>
              <a:gd name="connsiteY1809" fmla="*/ 1460894 h 3345776"/>
              <a:gd name="connsiteX1810" fmla="*/ 10393878 w 11861549"/>
              <a:gd name="connsiteY1810" fmla="*/ 1410964 h 3345776"/>
              <a:gd name="connsiteX1811" fmla="*/ 11395823 w 11861549"/>
              <a:gd name="connsiteY1811" fmla="*/ 1219412 h 3345776"/>
              <a:gd name="connsiteX1812" fmla="*/ 11393524 w 11861549"/>
              <a:gd name="connsiteY1812" fmla="*/ 1232182 h 3345776"/>
              <a:gd name="connsiteX1813" fmla="*/ 10398987 w 11861549"/>
              <a:gd name="connsiteY1813" fmla="*/ 1422967 h 3345776"/>
              <a:gd name="connsiteX1814" fmla="*/ 10278437 w 11861549"/>
              <a:gd name="connsiteY1814" fmla="*/ 1472899 h 3345776"/>
              <a:gd name="connsiteX1815" fmla="*/ 10033185 w 11861549"/>
              <a:gd name="connsiteY1815" fmla="*/ 1568834 h 3345776"/>
              <a:gd name="connsiteX1816" fmla="*/ 10231316 w 11861549"/>
              <a:gd name="connsiteY1816" fmla="*/ 1501248 h 3345776"/>
              <a:gd name="connsiteX1817" fmla="*/ 10281119 w 11861549"/>
              <a:gd name="connsiteY1817" fmla="*/ 1483626 h 3345776"/>
              <a:gd name="connsiteX1818" fmla="*/ 10351992 w 11861549"/>
              <a:gd name="connsiteY1818" fmla="*/ 1458085 h 3345776"/>
              <a:gd name="connsiteX1819" fmla="*/ 11344103 w 11861549"/>
              <a:gd name="connsiteY1819" fmla="*/ 1301523 h 3345776"/>
              <a:gd name="connsiteX1820" fmla="*/ 11341805 w 11861549"/>
              <a:gd name="connsiteY1820" fmla="*/ 1314293 h 3345776"/>
              <a:gd name="connsiteX1821" fmla="*/ 10356462 w 11861549"/>
              <a:gd name="connsiteY1821" fmla="*/ 1470217 h 3345776"/>
              <a:gd name="connsiteX1822" fmla="*/ 10285589 w 11861549"/>
              <a:gd name="connsiteY1822" fmla="*/ 1495758 h 3345776"/>
              <a:gd name="connsiteX1823" fmla="*/ 10235912 w 11861549"/>
              <a:gd name="connsiteY1823" fmla="*/ 1513507 h 3345776"/>
              <a:gd name="connsiteX1824" fmla="*/ 9986568 w 11861549"/>
              <a:gd name="connsiteY1824" fmla="*/ 1598668 h 3345776"/>
              <a:gd name="connsiteX1825" fmla="*/ 9812354 w 11861549"/>
              <a:gd name="connsiteY1825" fmla="*/ 1644091 h 3345776"/>
              <a:gd name="connsiteX1826" fmla="*/ 9933392 w 11861549"/>
              <a:gd name="connsiteY1826" fmla="*/ 1618249 h 3345776"/>
              <a:gd name="connsiteX1827" fmla="*/ 10188534 w 11861549"/>
              <a:gd name="connsiteY1827" fmla="*/ 1545689 h 3345776"/>
              <a:gd name="connsiteX1828" fmla="*/ 10232081 w 11861549"/>
              <a:gd name="connsiteY1828" fmla="*/ 1532919 h 3345776"/>
              <a:gd name="connsiteX1829" fmla="*/ 10308702 w 11861549"/>
              <a:gd name="connsiteY1829" fmla="*/ 1510060 h 3345776"/>
              <a:gd name="connsiteX1830" fmla="*/ 11291108 w 11861549"/>
              <a:gd name="connsiteY1830" fmla="*/ 1388616 h 3345776"/>
              <a:gd name="connsiteX1831" fmla="*/ 11288810 w 11861549"/>
              <a:gd name="connsiteY1831" fmla="*/ 1401386 h 3345776"/>
              <a:gd name="connsiteX1832" fmla="*/ 10312661 w 11861549"/>
              <a:gd name="connsiteY1832" fmla="*/ 1522574 h 3345776"/>
              <a:gd name="connsiteX1833" fmla="*/ 10236040 w 11861549"/>
              <a:gd name="connsiteY1833" fmla="*/ 1545433 h 3345776"/>
              <a:gd name="connsiteX1834" fmla="*/ 10192493 w 11861549"/>
              <a:gd name="connsiteY1834" fmla="*/ 1558203 h 3345776"/>
              <a:gd name="connsiteX1835" fmla="*/ 9935962 w 11861549"/>
              <a:gd name="connsiteY1835" fmla="*/ 1631128 h 3345776"/>
              <a:gd name="connsiteX1836" fmla="*/ 9776304 w 11861549"/>
              <a:gd name="connsiteY1836" fmla="*/ 1665160 h 3345776"/>
              <a:gd name="connsiteX1837" fmla="*/ 9890024 w 11861549"/>
              <a:gd name="connsiteY1837" fmla="*/ 1646280 h 3345776"/>
              <a:gd name="connsiteX1838" fmla="*/ 10145372 w 11861549"/>
              <a:gd name="connsiteY1838" fmla="*/ 1588342 h 3345776"/>
              <a:gd name="connsiteX1839" fmla="*/ 10182915 w 11861549"/>
              <a:gd name="connsiteY1839" fmla="*/ 1579530 h 3345776"/>
              <a:gd name="connsiteX1840" fmla="*/ 10265922 w 11861549"/>
              <a:gd name="connsiteY1840" fmla="*/ 1559736 h 3345776"/>
              <a:gd name="connsiteX1841" fmla="*/ 11238495 w 11861549"/>
              <a:gd name="connsiteY1841" fmla="*/ 1473282 h 3345776"/>
              <a:gd name="connsiteX1842" fmla="*/ 11236069 w 11861549"/>
              <a:gd name="connsiteY1842" fmla="*/ 1486052 h 3345776"/>
              <a:gd name="connsiteX1843" fmla="*/ 10269114 w 11861549"/>
              <a:gd name="connsiteY1843" fmla="*/ 1572251 h 3345776"/>
              <a:gd name="connsiteX1844" fmla="*/ 10185980 w 11861549"/>
              <a:gd name="connsiteY1844" fmla="*/ 1592045 h 3345776"/>
              <a:gd name="connsiteX1845" fmla="*/ 10148437 w 11861549"/>
              <a:gd name="connsiteY1845" fmla="*/ 1600983 h 3345776"/>
              <a:gd name="connsiteX1846" fmla="*/ 9891972 w 11861549"/>
              <a:gd name="connsiteY1846" fmla="*/ 1658940 h 3345776"/>
              <a:gd name="connsiteX1847" fmla="*/ 9668652 w 11861549"/>
              <a:gd name="connsiteY1847" fmla="*/ 1695942 h 3345776"/>
              <a:gd name="connsiteX1848" fmla="*/ 9841578 w 11861549"/>
              <a:gd name="connsiteY1848" fmla="*/ 1675601 h 3345776"/>
              <a:gd name="connsiteX1849" fmla="*/ 10104124 w 11861549"/>
              <a:gd name="connsiteY1849" fmla="*/ 1631121 h 3345776"/>
              <a:gd name="connsiteX1850" fmla="*/ 10137326 w 11861549"/>
              <a:gd name="connsiteY1850" fmla="*/ 1625247 h 3345776"/>
              <a:gd name="connsiteX1851" fmla="*/ 10224674 w 11861549"/>
              <a:gd name="connsiteY1851" fmla="*/ 1609540 h 3345776"/>
              <a:gd name="connsiteX1852" fmla="*/ 11187286 w 11861549"/>
              <a:gd name="connsiteY1852" fmla="*/ 1558459 h 3345776"/>
              <a:gd name="connsiteX1853" fmla="*/ 11184988 w 11861549"/>
              <a:gd name="connsiteY1853" fmla="*/ 1571229 h 3345776"/>
              <a:gd name="connsiteX1854" fmla="*/ 10227228 w 11861549"/>
              <a:gd name="connsiteY1854" fmla="*/ 1622310 h 3345776"/>
              <a:gd name="connsiteX1855" fmla="*/ 10139880 w 11861549"/>
              <a:gd name="connsiteY1855" fmla="*/ 1637889 h 3345776"/>
              <a:gd name="connsiteX1856" fmla="*/ 10106551 w 11861549"/>
              <a:gd name="connsiteY1856" fmla="*/ 1643891 h 3345776"/>
              <a:gd name="connsiteX1857" fmla="*/ 9843115 w 11861549"/>
              <a:gd name="connsiteY1857" fmla="*/ 1688477 h 3345776"/>
              <a:gd name="connsiteX1858" fmla="*/ 9612741 w 11861549"/>
              <a:gd name="connsiteY1858" fmla="*/ 1715530 h 3345776"/>
              <a:gd name="connsiteX1859" fmla="*/ 9791576 w 11861549"/>
              <a:gd name="connsiteY1859" fmla="*/ 1703131 h 3345776"/>
              <a:gd name="connsiteX1860" fmla="*/ 10060578 w 11861549"/>
              <a:gd name="connsiteY1860" fmla="*/ 1673007 h 3345776"/>
              <a:gd name="connsiteX1861" fmla="*/ 10091865 w 11861549"/>
              <a:gd name="connsiteY1861" fmla="*/ 1669304 h 3345776"/>
              <a:gd name="connsiteX1862" fmla="*/ 10182915 w 11861549"/>
              <a:gd name="connsiteY1862" fmla="*/ 1658450 h 3345776"/>
              <a:gd name="connsiteX1863" fmla="*/ 11135567 w 11861549"/>
              <a:gd name="connsiteY1863" fmla="*/ 1641975 h 3345776"/>
              <a:gd name="connsiteX1864" fmla="*/ 11133269 w 11861549"/>
              <a:gd name="connsiteY1864" fmla="*/ 1654745 h 3345776"/>
              <a:gd name="connsiteX1865" fmla="*/ 10184448 w 11861549"/>
              <a:gd name="connsiteY1865" fmla="*/ 1671220 h 3345776"/>
              <a:gd name="connsiteX1866" fmla="*/ 10093397 w 11861549"/>
              <a:gd name="connsiteY1866" fmla="*/ 1682202 h 3345776"/>
              <a:gd name="connsiteX1867" fmla="*/ 10062111 w 11861549"/>
              <a:gd name="connsiteY1867" fmla="*/ 1685905 h 3345776"/>
              <a:gd name="connsiteX1868" fmla="*/ 9518502 w 11861549"/>
              <a:gd name="connsiteY1868" fmla="*/ 1735071 h 3345776"/>
              <a:gd name="connsiteX1869" fmla="*/ 9392532 w 11861549"/>
              <a:gd name="connsiteY1869" fmla="*/ 1733199 h 3345776"/>
              <a:gd name="connsiteX1870" fmla="*/ 9475274 w 11861549"/>
              <a:gd name="connsiteY1870" fmla="*/ 1737048 h 3345776"/>
              <a:gd name="connsiteX1871" fmla="*/ 10008603 w 11861549"/>
              <a:gd name="connsiteY1871" fmla="*/ 1717191 h 3345776"/>
              <a:gd name="connsiteX1872" fmla="*/ 10045636 w 11861549"/>
              <a:gd name="connsiteY1872" fmla="*/ 1714893 h 3345776"/>
              <a:gd name="connsiteX1873" fmla="*/ 10142178 w 11861549"/>
              <a:gd name="connsiteY1873" fmla="*/ 1709018 h 3345776"/>
              <a:gd name="connsiteX1874" fmla="*/ 11084998 w 11861549"/>
              <a:gd name="connsiteY1874" fmla="*/ 1727663 h 3345776"/>
              <a:gd name="connsiteX1875" fmla="*/ 11082698 w 11861549"/>
              <a:gd name="connsiteY1875" fmla="*/ 1740433 h 3345776"/>
              <a:gd name="connsiteX1876" fmla="*/ 10143073 w 11861549"/>
              <a:gd name="connsiteY1876" fmla="*/ 1722172 h 3345776"/>
              <a:gd name="connsiteX1877" fmla="*/ 10046402 w 11861549"/>
              <a:gd name="connsiteY1877" fmla="*/ 1728045 h 3345776"/>
              <a:gd name="connsiteX1878" fmla="*/ 10009498 w 11861549"/>
              <a:gd name="connsiteY1878" fmla="*/ 1730217 h 3345776"/>
              <a:gd name="connsiteX1879" fmla="*/ 9474668 w 11861549"/>
              <a:gd name="connsiteY1879" fmla="*/ 1750090 h 3345776"/>
              <a:gd name="connsiteX1880" fmla="*/ 9308949 w 11861549"/>
              <a:gd name="connsiteY1880" fmla="*/ 1742363 h 3345776"/>
              <a:gd name="connsiteX1881" fmla="*/ 9429413 w 11861549"/>
              <a:gd name="connsiteY1881" fmla="*/ 1751831 h 3345776"/>
              <a:gd name="connsiteX1882" fmla="*/ 9954585 w 11861549"/>
              <a:gd name="connsiteY1882" fmla="*/ 1760099 h 3345776"/>
              <a:gd name="connsiteX1883" fmla="*/ 10001452 w 11861549"/>
              <a:gd name="connsiteY1883" fmla="*/ 1760099 h 3345776"/>
              <a:gd name="connsiteX1884" fmla="*/ 10099143 w 11861549"/>
              <a:gd name="connsiteY1884" fmla="*/ 1760099 h 3345776"/>
              <a:gd name="connsiteX1885" fmla="*/ 11032129 w 11861549"/>
              <a:gd name="connsiteY1885" fmla="*/ 1813606 h 3345776"/>
              <a:gd name="connsiteX1886" fmla="*/ 11029831 w 11861549"/>
              <a:gd name="connsiteY1886" fmla="*/ 1826376 h 3345776"/>
              <a:gd name="connsiteX1887" fmla="*/ 10099271 w 11861549"/>
              <a:gd name="connsiteY1887" fmla="*/ 1773125 h 3345776"/>
              <a:gd name="connsiteX1888" fmla="*/ 9954713 w 11861549"/>
              <a:gd name="connsiteY1888" fmla="*/ 1773125 h 3345776"/>
              <a:gd name="connsiteX1889" fmla="*/ 9428854 w 11861549"/>
              <a:gd name="connsiteY1889" fmla="*/ 1764649 h 3345776"/>
              <a:gd name="connsiteX1890" fmla="*/ 9280081 w 11861549"/>
              <a:gd name="connsiteY1890" fmla="*/ 1753022 h 3345776"/>
              <a:gd name="connsiteX1891" fmla="*/ 9385245 w 11861549"/>
              <a:gd name="connsiteY1891" fmla="*/ 1764649 h 3345776"/>
              <a:gd name="connsiteX1892" fmla="*/ 9901590 w 11861549"/>
              <a:gd name="connsiteY1892" fmla="*/ 1800198 h 3345776"/>
              <a:gd name="connsiteX1893" fmla="*/ 9957650 w 11861549"/>
              <a:gd name="connsiteY1893" fmla="*/ 1803517 h 3345776"/>
              <a:gd name="connsiteX1894" fmla="*/ 10057259 w 11861549"/>
              <a:gd name="connsiteY1894" fmla="*/ 1809136 h 3345776"/>
              <a:gd name="connsiteX1895" fmla="*/ 10980282 w 11861549"/>
              <a:gd name="connsiteY1895" fmla="*/ 1897634 h 3345776"/>
              <a:gd name="connsiteX1896" fmla="*/ 10977985 w 11861549"/>
              <a:gd name="connsiteY1896" fmla="*/ 1910404 h 3345776"/>
              <a:gd name="connsiteX1897" fmla="*/ 10056492 w 11861549"/>
              <a:gd name="connsiteY1897" fmla="*/ 1822162 h 3345776"/>
              <a:gd name="connsiteX1898" fmla="*/ 9956885 w 11861549"/>
              <a:gd name="connsiteY1898" fmla="*/ 1816543 h 3345776"/>
              <a:gd name="connsiteX1899" fmla="*/ 9900824 w 11861549"/>
              <a:gd name="connsiteY1899" fmla="*/ 1813222 h 3345776"/>
              <a:gd name="connsiteX1900" fmla="*/ 9383777 w 11861549"/>
              <a:gd name="connsiteY1900" fmla="*/ 1777642 h 3345776"/>
              <a:gd name="connsiteX1901" fmla="*/ 9239442 w 11861549"/>
              <a:gd name="connsiteY1901" fmla="*/ 1761671 h 3345776"/>
              <a:gd name="connsiteX1902" fmla="*/ 9341253 w 11861549"/>
              <a:gd name="connsiteY1902" fmla="*/ 1777483 h 3345776"/>
              <a:gd name="connsiteX1903" fmla="*/ 9848850 w 11861549"/>
              <a:gd name="connsiteY1903" fmla="*/ 1839402 h 3345776"/>
              <a:gd name="connsiteX1904" fmla="*/ 10014862 w 11861549"/>
              <a:gd name="connsiteY1904" fmla="*/ 1858684 h 3345776"/>
              <a:gd name="connsiteX1905" fmla="*/ 10928054 w 11861549"/>
              <a:gd name="connsiteY1905" fmla="*/ 1982044 h 3345776"/>
              <a:gd name="connsiteX1906" fmla="*/ 10925755 w 11861549"/>
              <a:gd name="connsiteY1906" fmla="*/ 1994814 h 3345776"/>
              <a:gd name="connsiteX1907" fmla="*/ 10013329 w 11861549"/>
              <a:gd name="connsiteY1907" fmla="*/ 1871583 h 3345776"/>
              <a:gd name="connsiteX1908" fmla="*/ 9847318 w 11861549"/>
              <a:gd name="connsiteY1908" fmla="*/ 1852300 h 3345776"/>
              <a:gd name="connsiteX1909" fmla="*/ 9338859 w 11861549"/>
              <a:gd name="connsiteY1909" fmla="*/ 1790492 h 3345776"/>
              <a:gd name="connsiteX1910" fmla="*/ 8983861 w 11861549"/>
              <a:gd name="connsiteY1910" fmla="*/ 1735178 h 3345776"/>
              <a:gd name="connsiteX1911" fmla="*/ 10877355 w 11861549"/>
              <a:gd name="connsiteY1911" fmla="*/ 2066837 h 3345776"/>
              <a:gd name="connsiteX1912" fmla="*/ 10875057 w 11861549"/>
              <a:gd name="connsiteY1912" fmla="*/ 2079607 h 3345776"/>
              <a:gd name="connsiteX1913" fmla="*/ 7831934 w 11861549"/>
              <a:gd name="connsiteY1913" fmla="*/ 1546582 h 3345776"/>
              <a:gd name="connsiteX1914" fmla="*/ 7583427 w 11861549"/>
              <a:gd name="connsiteY1914" fmla="*/ 1542496 h 3345776"/>
              <a:gd name="connsiteX1915" fmla="*/ 7371545 w 11861549"/>
              <a:gd name="connsiteY1915" fmla="*/ 1757124 h 3345776"/>
              <a:gd name="connsiteX1916" fmla="*/ 7367697 w 11861549"/>
              <a:gd name="connsiteY1916" fmla="*/ 1768680 h 3345776"/>
              <a:gd name="connsiteX1917" fmla="*/ 7323075 w 11861549"/>
              <a:gd name="connsiteY1917" fmla="*/ 1941077 h 3345776"/>
              <a:gd name="connsiteX1918" fmla="*/ 7322366 w 11861549"/>
              <a:gd name="connsiteY1918" fmla="*/ 1946198 h 3345776"/>
              <a:gd name="connsiteX1919" fmla="*/ 7316148 w 11861549"/>
              <a:gd name="connsiteY1919" fmla="*/ 2009628 h 3345776"/>
              <a:gd name="connsiteX1920" fmla="*/ 7309507 w 11861549"/>
              <a:gd name="connsiteY1920" fmla="*/ 2128389 h 3345776"/>
              <a:gd name="connsiteX1921" fmla="*/ 7309070 w 11861549"/>
              <a:gd name="connsiteY1921" fmla="*/ 2136252 h 3345776"/>
              <a:gd name="connsiteX1922" fmla="*/ 7308232 w 11861549"/>
              <a:gd name="connsiteY1922" fmla="*/ 2164274 h 3345776"/>
              <a:gd name="connsiteX1923" fmla="*/ 7306784 w 11861549"/>
              <a:gd name="connsiteY1923" fmla="*/ 2204545 h 3345776"/>
              <a:gd name="connsiteX1924" fmla="*/ 7304593 w 11861549"/>
              <a:gd name="connsiteY1924" fmla="*/ 2369196 h 3345776"/>
              <a:gd name="connsiteX1925" fmla="*/ 7305614 w 11861549"/>
              <a:gd name="connsiteY1925" fmla="*/ 2437341 h 3345776"/>
              <a:gd name="connsiteX1926" fmla="*/ 7126895 w 11861549"/>
              <a:gd name="connsiteY1926" fmla="*/ 2975561 h 3345776"/>
              <a:gd name="connsiteX1927" fmla="*/ 6504734 w 11861549"/>
              <a:gd name="connsiteY1927" fmla="*/ 2895746 h 3345776"/>
              <a:gd name="connsiteX1928" fmla="*/ 6203614 w 11861549"/>
              <a:gd name="connsiteY1928" fmla="*/ 2488124 h 3345776"/>
              <a:gd name="connsiteX1929" fmla="*/ 6093790 w 11861549"/>
              <a:gd name="connsiteY1929" fmla="*/ 2313045 h 3345776"/>
              <a:gd name="connsiteX1930" fmla="*/ 5561787 w 11861549"/>
              <a:gd name="connsiteY1930" fmla="*/ 1918576 h 3345776"/>
              <a:gd name="connsiteX1931" fmla="*/ 4801198 w 11861549"/>
              <a:gd name="connsiteY1931" fmla="*/ 2559509 h 3345776"/>
              <a:gd name="connsiteX1932" fmla="*/ 4115314 w 11861549"/>
              <a:gd name="connsiteY1932" fmla="*/ 3105687 h 3345776"/>
              <a:gd name="connsiteX1933" fmla="*/ 3980334 w 11861549"/>
              <a:gd name="connsiteY1933" fmla="*/ 3081935 h 3345776"/>
              <a:gd name="connsiteX1934" fmla="*/ 3594293 w 11861549"/>
              <a:gd name="connsiteY1934" fmla="*/ 2590668 h 3345776"/>
              <a:gd name="connsiteX1935" fmla="*/ 3531209 w 11861549"/>
              <a:gd name="connsiteY1935" fmla="*/ 2376002 h 3345776"/>
              <a:gd name="connsiteX1936" fmla="*/ 3522029 w 11861549"/>
              <a:gd name="connsiteY1936" fmla="*/ 2344657 h 3345776"/>
              <a:gd name="connsiteX1937" fmla="*/ 3492389 w 11861549"/>
              <a:gd name="connsiteY1937" fmla="*/ 2262860 h 3345776"/>
              <a:gd name="connsiteX1938" fmla="*/ 3453513 w 11861549"/>
              <a:gd name="connsiteY1938" fmla="*/ 2154552 h 3345776"/>
              <a:gd name="connsiteX1939" fmla="*/ 3386396 w 11861549"/>
              <a:gd name="connsiteY1939" fmla="*/ 2002093 h 3345776"/>
              <a:gd name="connsiteX1940" fmla="*/ 3315680 w 11861549"/>
              <a:gd name="connsiteY1940" fmla="*/ 1880788 h 3345776"/>
              <a:gd name="connsiteX1941" fmla="*/ 3284420 w 11861549"/>
              <a:gd name="connsiteY1941" fmla="*/ 1836815 h 3345776"/>
              <a:gd name="connsiteX1942" fmla="*/ 3245004 w 11861549"/>
              <a:gd name="connsiteY1942" fmla="*/ 1791332 h 3345776"/>
              <a:gd name="connsiteX1943" fmla="*/ 3236599 w 11861549"/>
              <a:gd name="connsiteY1943" fmla="*/ 1783037 h 3345776"/>
              <a:gd name="connsiteX1944" fmla="*/ 3189395 w 11861549"/>
              <a:gd name="connsiteY1944" fmla="*/ 1743642 h 3345776"/>
              <a:gd name="connsiteX1945" fmla="*/ 3143264 w 11861549"/>
              <a:gd name="connsiteY1945" fmla="*/ 1711811 h 3345776"/>
              <a:gd name="connsiteX1946" fmla="*/ 3114523 w 11861549"/>
              <a:gd name="connsiteY1946" fmla="*/ 1695008 h 3345776"/>
              <a:gd name="connsiteX1947" fmla="*/ 3093444 w 11861549"/>
              <a:gd name="connsiteY1947" fmla="*/ 1685963 h 3345776"/>
              <a:gd name="connsiteX1948" fmla="*/ 3046611 w 11861549"/>
              <a:gd name="connsiteY1948" fmla="*/ 1669407 h 3345776"/>
              <a:gd name="connsiteX1949" fmla="*/ 2899725 w 11861549"/>
              <a:gd name="connsiteY1949" fmla="*/ 1669303 h 3345776"/>
              <a:gd name="connsiteX1950" fmla="*/ 2568723 w 11861549"/>
              <a:gd name="connsiteY1950" fmla="*/ 2107319 h 3345776"/>
              <a:gd name="connsiteX1951" fmla="*/ 2531563 w 11861549"/>
              <a:gd name="connsiteY1951" fmla="*/ 2441258 h 3345776"/>
              <a:gd name="connsiteX1952" fmla="*/ 2506023 w 11861549"/>
              <a:gd name="connsiteY1952" fmla="*/ 2713134 h 3345776"/>
              <a:gd name="connsiteX1953" fmla="*/ 2268370 w 11861549"/>
              <a:gd name="connsiteY1953" fmla="*/ 3217937 h 3345776"/>
              <a:gd name="connsiteX1954" fmla="*/ 1958694 w 11861549"/>
              <a:gd name="connsiteY1954" fmla="*/ 3345766 h 3345776"/>
              <a:gd name="connsiteX1955" fmla="*/ 1775571 w 11861549"/>
              <a:gd name="connsiteY1955" fmla="*/ 3295963 h 3345776"/>
              <a:gd name="connsiteX1956" fmla="*/ 1496161 w 11861549"/>
              <a:gd name="connsiteY1956" fmla="*/ 2832534 h 3345776"/>
              <a:gd name="connsiteX1957" fmla="*/ 1495594 w 11861549"/>
              <a:gd name="connsiteY1957" fmla="*/ 2830910 h 3345776"/>
              <a:gd name="connsiteX1958" fmla="*/ 1493538 w 11861549"/>
              <a:gd name="connsiteY1958" fmla="*/ 2826479 h 3345776"/>
              <a:gd name="connsiteX1959" fmla="*/ 1445974 w 11861549"/>
              <a:gd name="connsiteY1959" fmla="*/ 2698831 h 3345776"/>
              <a:gd name="connsiteX1960" fmla="*/ 1409017 w 11861549"/>
              <a:gd name="connsiteY1960" fmla="*/ 2605771 h 3345776"/>
              <a:gd name="connsiteX1961" fmla="*/ 1328299 w 11861549"/>
              <a:gd name="connsiteY1961" fmla="*/ 2466473 h 3345776"/>
              <a:gd name="connsiteX1962" fmla="*/ 349403 w 11861549"/>
              <a:gd name="connsiteY1962" fmla="*/ 2143330 h 3345776"/>
              <a:gd name="connsiteX1963" fmla="*/ 86037 w 11861549"/>
              <a:gd name="connsiteY1963" fmla="*/ 2318954 h 3345776"/>
              <a:gd name="connsiteX1964" fmla="*/ 0 w 11861549"/>
              <a:gd name="connsiteY1964" fmla="*/ 2420186 h 3345776"/>
              <a:gd name="connsiteX1965" fmla="*/ 0 w 11861549"/>
              <a:gd name="connsiteY1965" fmla="*/ 2396547 h 3345776"/>
              <a:gd name="connsiteX1966" fmla="*/ 79489 w 11861549"/>
              <a:gd name="connsiteY1966" fmla="*/ 2304346 h 3345776"/>
              <a:gd name="connsiteX1967" fmla="*/ 343784 w 11861549"/>
              <a:gd name="connsiteY1967" fmla="*/ 2130816 h 3345776"/>
              <a:gd name="connsiteX1968" fmla="*/ 961602 w 11861549"/>
              <a:gd name="connsiteY1968" fmla="*/ 2152781 h 3345776"/>
              <a:gd name="connsiteX1969" fmla="*/ 1341286 w 11861549"/>
              <a:gd name="connsiteY1969" fmla="*/ 2462770 h 3345776"/>
              <a:gd name="connsiteX1970" fmla="*/ 1376408 w 11861549"/>
              <a:gd name="connsiteY1970" fmla="*/ 2523661 h 3345776"/>
              <a:gd name="connsiteX1971" fmla="*/ 1364374 w 11861549"/>
              <a:gd name="connsiteY1971" fmla="*/ 2493360 h 3345776"/>
              <a:gd name="connsiteX1972" fmla="*/ 636948 w 11861549"/>
              <a:gd name="connsiteY1972" fmla="*/ 2013522 h 3345776"/>
              <a:gd name="connsiteX1973" fmla="*/ 345316 w 11861549"/>
              <a:gd name="connsiteY1973" fmla="*/ 2066327 h 3345776"/>
              <a:gd name="connsiteX1974" fmla="*/ 91437 w 11861549"/>
              <a:gd name="connsiteY1974" fmla="*/ 2237192 h 3345776"/>
              <a:gd name="connsiteX1975" fmla="*/ 0 w 11861549"/>
              <a:gd name="connsiteY1975" fmla="*/ 2344677 h 3345776"/>
              <a:gd name="connsiteX1976" fmla="*/ 0 w 11861549"/>
              <a:gd name="connsiteY1976" fmla="*/ 2323298 h 3345776"/>
              <a:gd name="connsiteX1977" fmla="*/ 81630 w 11861549"/>
              <a:gd name="connsiteY1977" fmla="*/ 2227406 h 3345776"/>
              <a:gd name="connsiteX1978" fmla="*/ 339826 w 11861549"/>
              <a:gd name="connsiteY1978" fmla="*/ 2053812 h 3345776"/>
              <a:gd name="connsiteX1979" fmla="*/ 931467 w 11861549"/>
              <a:gd name="connsiteY1979" fmla="*/ 2065560 h 3345776"/>
              <a:gd name="connsiteX1980" fmla="*/ 1295705 w 11861549"/>
              <a:gd name="connsiteY1980" fmla="*/ 2352280 h 3345776"/>
              <a:gd name="connsiteX1981" fmla="*/ 1334073 w 11861549"/>
              <a:gd name="connsiteY1981" fmla="*/ 2416241 h 3345776"/>
              <a:gd name="connsiteX1982" fmla="*/ 1316613 w 11861549"/>
              <a:gd name="connsiteY1982" fmla="*/ 2374343 h 3345776"/>
              <a:gd name="connsiteX1983" fmla="*/ 618783 w 11861549"/>
              <a:gd name="connsiteY1983" fmla="*/ 1934982 h 3345776"/>
              <a:gd name="connsiteX1984" fmla="*/ 341230 w 11861549"/>
              <a:gd name="connsiteY1984" fmla="*/ 1989323 h 3345776"/>
              <a:gd name="connsiteX1985" fmla="*/ 1120 w 11861549"/>
              <a:gd name="connsiteY1985" fmla="*/ 2271944 h 3345776"/>
              <a:gd name="connsiteX1986" fmla="*/ 0 w 11861549"/>
              <a:gd name="connsiteY1986" fmla="*/ 2273803 h 3345776"/>
              <a:gd name="connsiteX1987" fmla="*/ 0 w 11861549"/>
              <a:gd name="connsiteY1987" fmla="*/ 2251780 h 3345776"/>
              <a:gd name="connsiteX1988" fmla="*/ 89494 w 11861549"/>
              <a:gd name="connsiteY1988" fmla="*/ 2145745 h 3345776"/>
              <a:gd name="connsiteX1989" fmla="*/ 335740 w 11861549"/>
              <a:gd name="connsiteY1989" fmla="*/ 1977064 h 3345776"/>
              <a:gd name="connsiteX1990" fmla="*/ 1248090 w 11861549"/>
              <a:gd name="connsiteY1990" fmla="*/ 2239246 h 3345776"/>
              <a:gd name="connsiteX1991" fmla="*/ 1295675 w 11861549"/>
              <a:gd name="connsiteY1991" fmla="*/ 2315532 h 3345776"/>
              <a:gd name="connsiteX1992" fmla="*/ 1269364 w 11861549"/>
              <a:gd name="connsiteY1992" fmla="*/ 2255452 h 3345776"/>
              <a:gd name="connsiteX1993" fmla="*/ 600266 w 11861549"/>
              <a:gd name="connsiteY1993" fmla="*/ 1856515 h 3345776"/>
              <a:gd name="connsiteX1994" fmla="*/ 337143 w 11861549"/>
              <a:gd name="connsiteY1994" fmla="*/ 1912191 h 3345776"/>
              <a:gd name="connsiteX1995" fmla="*/ 12584 w 11861549"/>
              <a:gd name="connsiteY1995" fmla="*/ 2186745 h 3345776"/>
              <a:gd name="connsiteX1996" fmla="*/ 0 w 11861549"/>
              <a:gd name="connsiteY1996" fmla="*/ 2207706 h 3345776"/>
              <a:gd name="connsiteX1997" fmla="*/ 0 w 11861549"/>
              <a:gd name="connsiteY1997" fmla="*/ 2182732 h 3345776"/>
              <a:gd name="connsiteX1998" fmla="*/ 2572 w 11861549"/>
              <a:gd name="connsiteY1998" fmla="*/ 2178456 h 3345776"/>
              <a:gd name="connsiteX1999" fmla="*/ 332546 w 11861549"/>
              <a:gd name="connsiteY1999" fmla="*/ 1899932 h 3345776"/>
              <a:gd name="connsiteX2000" fmla="*/ 1203097 w 11861549"/>
              <a:gd name="connsiteY2000" fmla="*/ 2129706 h 3345776"/>
              <a:gd name="connsiteX2001" fmla="*/ 1256259 w 11861549"/>
              <a:gd name="connsiteY2001" fmla="*/ 2210733 h 3345776"/>
              <a:gd name="connsiteX2002" fmla="*/ 1221603 w 11861549"/>
              <a:gd name="connsiteY2002" fmla="*/ 2136562 h 3345776"/>
              <a:gd name="connsiteX2003" fmla="*/ 582064 w 11861549"/>
              <a:gd name="connsiteY2003" fmla="*/ 1777959 h 3345776"/>
              <a:gd name="connsiteX2004" fmla="*/ 333696 w 11861549"/>
              <a:gd name="connsiteY2004" fmla="*/ 1835187 h 3345776"/>
              <a:gd name="connsiteX2005" fmla="*/ 22638 w 11861549"/>
              <a:gd name="connsiteY2005" fmla="*/ 2100428 h 3345776"/>
              <a:gd name="connsiteX2006" fmla="*/ 0 w 11861549"/>
              <a:gd name="connsiteY2006" fmla="*/ 2138078 h 3345776"/>
              <a:gd name="connsiteX2007" fmla="*/ 0 w 11861549"/>
              <a:gd name="connsiteY2007" fmla="*/ 2113221 h 3345776"/>
              <a:gd name="connsiteX2008" fmla="*/ 12626 w 11861549"/>
              <a:gd name="connsiteY2008" fmla="*/ 2092244 h 3345776"/>
              <a:gd name="connsiteX2009" fmla="*/ 328588 w 11861549"/>
              <a:gd name="connsiteY2009" fmla="*/ 1822928 h 3345776"/>
              <a:gd name="connsiteX2010" fmla="*/ 1157701 w 11861549"/>
              <a:gd name="connsiteY2010" fmla="*/ 2020132 h 3345776"/>
              <a:gd name="connsiteX2011" fmla="*/ 1222205 w 11861549"/>
              <a:gd name="connsiteY2011" fmla="*/ 2113380 h 3345776"/>
              <a:gd name="connsiteX2012" fmla="*/ 1173844 w 11861549"/>
              <a:gd name="connsiteY2012" fmla="*/ 2017673 h 3345776"/>
              <a:gd name="connsiteX2013" fmla="*/ 563847 w 11861549"/>
              <a:gd name="connsiteY2013" fmla="*/ 1699673 h 3345776"/>
              <a:gd name="connsiteX2014" fmla="*/ 329993 w 11861549"/>
              <a:gd name="connsiteY2014" fmla="*/ 1758184 h 3345776"/>
              <a:gd name="connsiteX2015" fmla="*/ 35226 w 11861549"/>
              <a:gd name="connsiteY2015" fmla="*/ 2014795 h 3345776"/>
              <a:gd name="connsiteX2016" fmla="*/ 0 w 11861549"/>
              <a:gd name="connsiteY2016" fmla="*/ 2073509 h 3345776"/>
              <a:gd name="connsiteX2017" fmla="*/ 0 w 11861549"/>
              <a:gd name="connsiteY2017" fmla="*/ 2048591 h 3345776"/>
              <a:gd name="connsiteX2018" fmla="*/ 25216 w 11861549"/>
              <a:gd name="connsiteY2018" fmla="*/ 2006599 h 3345776"/>
              <a:gd name="connsiteX2019" fmla="*/ 324758 w 11861549"/>
              <a:gd name="connsiteY2019" fmla="*/ 1745925 h 3345776"/>
              <a:gd name="connsiteX2020" fmla="*/ 1185848 w 11861549"/>
              <a:gd name="connsiteY2020" fmla="*/ 2010777 h 3345776"/>
              <a:gd name="connsiteX2021" fmla="*/ 1259021 w 11861549"/>
              <a:gd name="connsiteY2021" fmla="*/ 2156996 h 3345776"/>
              <a:gd name="connsiteX2022" fmla="*/ 1495779 w 11861549"/>
              <a:gd name="connsiteY2022" fmla="*/ 2465649 h 3345776"/>
              <a:gd name="connsiteX2023" fmla="*/ 1881820 w 11861549"/>
              <a:gd name="connsiteY2023" fmla="*/ 2386475 h 3345776"/>
              <a:gd name="connsiteX2024" fmla="*/ 2198903 w 11861549"/>
              <a:gd name="connsiteY2024" fmla="*/ 2004903 h 3345776"/>
              <a:gd name="connsiteX2025" fmla="*/ 2291359 w 11861549"/>
              <a:gd name="connsiteY2025" fmla="*/ 1805178 h 3345776"/>
              <a:gd name="connsiteX2026" fmla="*/ 2354060 w 11861549"/>
              <a:gd name="connsiteY2026" fmla="*/ 1667772 h 3345776"/>
              <a:gd name="connsiteX2027" fmla="*/ 2651732 w 11861549"/>
              <a:gd name="connsiteY2027" fmla="*/ 1548627 h 3345776"/>
              <a:gd name="connsiteX2028" fmla="*/ 2822159 w 11861549"/>
              <a:gd name="connsiteY2028" fmla="*/ 1567085 h 3345776"/>
              <a:gd name="connsiteX2029" fmla="*/ 2803185 w 11861549"/>
              <a:gd name="connsiteY2029" fmla="*/ 1563951 h 3345776"/>
              <a:gd name="connsiteX2030" fmla="*/ 2601545 w 11861549"/>
              <a:gd name="connsiteY2030" fmla="*/ 1541219 h 3345776"/>
              <a:gd name="connsiteX2031" fmla="*/ 2486403 w 11861549"/>
              <a:gd name="connsiteY2031" fmla="*/ 1533045 h 3345776"/>
              <a:gd name="connsiteX2032" fmla="*/ 2324815 w 11861549"/>
              <a:gd name="connsiteY2032" fmla="*/ 1589235 h 3345776"/>
              <a:gd name="connsiteX2033" fmla="*/ 2250494 w 11861549"/>
              <a:gd name="connsiteY2033" fmla="*/ 1708509 h 3345776"/>
              <a:gd name="connsiteX2034" fmla="*/ 2151525 w 11861549"/>
              <a:gd name="connsiteY2034" fmla="*/ 1871966 h 3345776"/>
              <a:gd name="connsiteX2035" fmla="*/ 1814522 w 11861549"/>
              <a:gd name="connsiteY2035" fmla="*/ 2232850 h 3345776"/>
              <a:gd name="connsiteX2036" fmla="*/ 1432439 w 11861549"/>
              <a:gd name="connsiteY2036" fmla="*/ 2314707 h 3345776"/>
              <a:gd name="connsiteX2037" fmla="*/ 1196447 w 11861549"/>
              <a:gd name="connsiteY2037" fmla="*/ 2029549 h 3345776"/>
              <a:gd name="connsiteX2038" fmla="*/ 1126211 w 11861549"/>
              <a:gd name="connsiteY2038" fmla="*/ 1899294 h 3345776"/>
              <a:gd name="connsiteX2039" fmla="*/ 326162 w 11861549"/>
              <a:gd name="connsiteY2039" fmla="*/ 1681053 h 3345776"/>
              <a:gd name="connsiteX2040" fmla="*/ 47597 w 11861549"/>
              <a:gd name="connsiteY2040" fmla="*/ 1929075 h 3345776"/>
              <a:gd name="connsiteX2041" fmla="*/ 0 w 11861549"/>
              <a:gd name="connsiteY2041" fmla="*/ 2008583 h 3345776"/>
              <a:gd name="connsiteX2042" fmla="*/ 0 w 11861549"/>
              <a:gd name="connsiteY2042" fmla="*/ 1983062 h 3345776"/>
              <a:gd name="connsiteX2043" fmla="*/ 37116 w 11861549"/>
              <a:gd name="connsiteY2043" fmla="*/ 1920984 h 3345776"/>
              <a:gd name="connsiteX2044" fmla="*/ 319777 w 11861549"/>
              <a:gd name="connsiteY2044" fmla="*/ 1669048 h 3345776"/>
              <a:gd name="connsiteX2045" fmla="*/ 1137066 w 11861549"/>
              <a:gd name="connsiteY2045" fmla="*/ 1891632 h 3345776"/>
              <a:gd name="connsiteX2046" fmla="*/ 1208068 w 11861549"/>
              <a:gd name="connsiteY2046" fmla="*/ 2023037 h 3345776"/>
              <a:gd name="connsiteX2047" fmla="*/ 1437930 w 11861549"/>
              <a:gd name="connsiteY2047" fmla="*/ 2301808 h 3345776"/>
              <a:gd name="connsiteX2048" fmla="*/ 1805839 w 11861549"/>
              <a:gd name="connsiteY2048" fmla="*/ 2221995 h 3345776"/>
              <a:gd name="connsiteX2049" fmla="*/ 2140415 w 11861549"/>
              <a:gd name="connsiteY2049" fmla="*/ 1864432 h 3345776"/>
              <a:gd name="connsiteX2050" fmla="*/ 2238746 w 11861549"/>
              <a:gd name="connsiteY2050" fmla="*/ 1702123 h 3345776"/>
              <a:gd name="connsiteX2051" fmla="*/ 2314474 w 11861549"/>
              <a:gd name="connsiteY2051" fmla="*/ 1580807 h 3345776"/>
              <a:gd name="connsiteX2052" fmla="*/ 2602948 w 11861549"/>
              <a:gd name="connsiteY2052" fmla="*/ 1527938 h 3345776"/>
              <a:gd name="connsiteX2053" fmla="*/ 3001633 w 11861549"/>
              <a:gd name="connsiteY2053" fmla="*/ 1583233 h 3345776"/>
              <a:gd name="connsiteX2054" fmla="*/ 3142105 w 11861549"/>
              <a:gd name="connsiteY2054" fmla="*/ 1626907 h 3345776"/>
              <a:gd name="connsiteX2055" fmla="*/ 3237625 w 11861549"/>
              <a:gd name="connsiteY2055" fmla="*/ 1681691 h 3345776"/>
              <a:gd name="connsiteX2056" fmla="*/ 3451012 w 11861549"/>
              <a:gd name="connsiteY2056" fmla="*/ 1870561 h 3345776"/>
              <a:gd name="connsiteX2057" fmla="*/ 3651759 w 11861549"/>
              <a:gd name="connsiteY2057" fmla="*/ 2117024 h 3345776"/>
              <a:gd name="connsiteX2058" fmla="*/ 3787506 w 11861549"/>
              <a:gd name="connsiteY2058" fmla="*/ 2291337 h 3345776"/>
              <a:gd name="connsiteX2059" fmla="*/ 3876897 w 11861549"/>
              <a:gd name="connsiteY2059" fmla="*/ 2383665 h 3345776"/>
              <a:gd name="connsiteX2060" fmla="*/ 4166140 w 11861549"/>
              <a:gd name="connsiteY2060" fmla="*/ 2512005 h 3345776"/>
              <a:gd name="connsiteX2061" fmla="*/ 4516807 w 11861549"/>
              <a:gd name="connsiteY2061" fmla="*/ 2439342 h 3345776"/>
              <a:gd name="connsiteX2062" fmla="*/ 4590363 w 11861549"/>
              <a:gd name="connsiteY2062" fmla="*/ 2397202 h 3345776"/>
              <a:gd name="connsiteX2063" fmla="*/ 4939754 w 11861549"/>
              <a:gd name="connsiteY2063" fmla="*/ 2082289 h 3345776"/>
              <a:gd name="connsiteX2064" fmla="*/ 5462180 w 11861549"/>
              <a:gd name="connsiteY2064" fmla="*/ 1731111 h 3345776"/>
              <a:gd name="connsiteX2065" fmla="*/ 5987033 w 11861549"/>
              <a:gd name="connsiteY2065" fmla="*/ 1922663 h 3345776"/>
              <a:gd name="connsiteX2066" fmla="*/ 6079106 w 11861549"/>
              <a:gd name="connsiteY2066" fmla="*/ 2055984 h 3345776"/>
              <a:gd name="connsiteX2067" fmla="*/ 6099211 w 11861549"/>
              <a:gd name="connsiteY2067" fmla="*/ 2097565 h 3345776"/>
              <a:gd name="connsiteX2068" fmla="*/ 6063527 w 11861549"/>
              <a:gd name="connsiteY2068" fmla="*/ 2020483 h 3345776"/>
              <a:gd name="connsiteX2069" fmla="*/ 5970815 w 11861549"/>
              <a:gd name="connsiteY2069" fmla="*/ 1887034 h 3345776"/>
              <a:gd name="connsiteX2070" fmla="*/ 5447240 w 11861549"/>
              <a:gd name="connsiteY2070" fmla="*/ 1714382 h 3345776"/>
              <a:gd name="connsiteX2071" fmla="*/ 4929539 w 11861549"/>
              <a:gd name="connsiteY2071" fmla="*/ 2074373 h 3345776"/>
              <a:gd name="connsiteX2072" fmla="*/ 4562652 w 11861549"/>
              <a:gd name="connsiteY2072" fmla="*/ 2382261 h 3345776"/>
              <a:gd name="connsiteX2073" fmla="*/ 4483988 w 11861549"/>
              <a:gd name="connsiteY2073" fmla="*/ 2419039 h 3345776"/>
              <a:gd name="connsiteX2074" fmla="*/ 4127191 w 11861549"/>
              <a:gd name="connsiteY2074" fmla="*/ 2441769 h 3345776"/>
              <a:gd name="connsiteX2075" fmla="*/ 3848292 w 11861549"/>
              <a:gd name="connsiteY2075" fmla="*/ 2278184 h 3345776"/>
              <a:gd name="connsiteX2076" fmla="*/ 3761455 w 11861549"/>
              <a:gd name="connsiteY2076" fmla="*/ 2179088 h 3345776"/>
              <a:gd name="connsiteX2077" fmla="*/ 3687005 w 11861549"/>
              <a:gd name="connsiteY2077" fmla="*/ 2080758 h 3345776"/>
              <a:gd name="connsiteX2078" fmla="*/ 3415384 w 11861549"/>
              <a:gd name="connsiteY2078" fmla="*/ 1760611 h 3345776"/>
              <a:gd name="connsiteX2079" fmla="*/ 3190376 w 11861549"/>
              <a:gd name="connsiteY2079" fmla="*/ 1614520 h 3345776"/>
              <a:gd name="connsiteX2080" fmla="*/ 3094983 w 11861549"/>
              <a:gd name="connsiteY2080" fmla="*/ 1583872 h 3345776"/>
              <a:gd name="connsiteX2081" fmla="*/ 2955790 w 11861549"/>
              <a:gd name="connsiteY2081" fmla="*/ 1562673 h 3345776"/>
              <a:gd name="connsiteX2082" fmla="*/ 2844433 w 11861549"/>
              <a:gd name="connsiteY2082" fmla="*/ 1552074 h 3345776"/>
              <a:gd name="connsiteX2083" fmla="*/ 2551868 w 11861549"/>
              <a:gd name="connsiteY2083" fmla="*/ 1519127 h 3345776"/>
              <a:gd name="connsiteX2084" fmla="*/ 2457370 w 11861549"/>
              <a:gd name="connsiteY2084" fmla="*/ 1503036 h 3345776"/>
              <a:gd name="connsiteX2085" fmla="*/ 2342072 w 11861549"/>
              <a:gd name="connsiteY2085" fmla="*/ 1486611 h 3345776"/>
              <a:gd name="connsiteX2086" fmla="*/ 2283186 w 11861549"/>
              <a:gd name="connsiteY2086" fmla="*/ 1503036 h 3345776"/>
              <a:gd name="connsiteX2087" fmla="*/ 2186517 w 11861549"/>
              <a:gd name="connsiteY2087" fmla="*/ 1612605 h 3345776"/>
              <a:gd name="connsiteX2088" fmla="*/ 2092272 w 11861549"/>
              <a:gd name="connsiteY2088" fmla="*/ 1731366 h 3345776"/>
              <a:gd name="connsiteX2089" fmla="*/ 1738922 w 11861549"/>
              <a:gd name="connsiteY2089" fmla="*/ 2068116 h 3345776"/>
              <a:gd name="connsiteX2090" fmla="*/ 1375229 w 11861549"/>
              <a:gd name="connsiteY2090" fmla="*/ 2150610 h 3345776"/>
              <a:gd name="connsiteX2091" fmla="*/ 1146516 w 11861549"/>
              <a:gd name="connsiteY2091" fmla="*/ 1895207 h 3345776"/>
              <a:gd name="connsiteX2092" fmla="*/ 1078579 w 11861549"/>
              <a:gd name="connsiteY2092" fmla="*/ 1780276 h 3345776"/>
              <a:gd name="connsiteX2093" fmla="*/ 322459 w 11861549"/>
              <a:gd name="connsiteY2093" fmla="*/ 1604048 h 3345776"/>
              <a:gd name="connsiteX2094" fmla="*/ 58082 w 11861549"/>
              <a:gd name="connsiteY2094" fmla="*/ 1842948 h 3345776"/>
              <a:gd name="connsiteX2095" fmla="*/ 0 w 11861549"/>
              <a:gd name="connsiteY2095" fmla="*/ 1939996 h 3345776"/>
              <a:gd name="connsiteX2096" fmla="*/ 0 w 11861549"/>
              <a:gd name="connsiteY2096" fmla="*/ 1913969 h 3345776"/>
              <a:gd name="connsiteX2097" fmla="*/ 47382 w 11861549"/>
              <a:gd name="connsiteY2097" fmla="*/ 1834866 h 3345776"/>
              <a:gd name="connsiteX2098" fmla="*/ 316329 w 11861549"/>
              <a:gd name="connsiteY2098" fmla="*/ 1592045 h 3345776"/>
              <a:gd name="connsiteX2099" fmla="*/ 1089690 w 11861549"/>
              <a:gd name="connsiteY2099" fmla="*/ 1772359 h 3345776"/>
              <a:gd name="connsiteX2100" fmla="*/ 1158520 w 11861549"/>
              <a:gd name="connsiteY2100" fmla="*/ 1889078 h 3345776"/>
              <a:gd name="connsiteX2101" fmla="*/ 1380467 w 11861549"/>
              <a:gd name="connsiteY2101" fmla="*/ 2138096 h 3345776"/>
              <a:gd name="connsiteX2102" fmla="*/ 1730494 w 11861549"/>
              <a:gd name="connsiteY2102" fmla="*/ 2057643 h 3345776"/>
              <a:gd name="connsiteX2103" fmla="*/ 2082056 w 11861549"/>
              <a:gd name="connsiteY2103" fmla="*/ 1722428 h 3345776"/>
              <a:gd name="connsiteX2104" fmla="*/ 2175791 w 11861549"/>
              <a:gd name="connsiteY2104" fmla="*/ 1604304 h 3345776"/>
              <a:gd name="connsiteX2105" fmla="*/ 2275396 w 11861549"/>
              <a:gd name="connsiteY2105" fmla="*/ 1491927 h 3345776"/>
              <a:gd name="connsiteX2106" fmla="*/ 2459798 w 11861549"/>
              <a:gd name="connsiteY2106" fmla="*/ 1489757 h 3345776"/>
              <a:gd name="connsiteX2107" fmla="*/ 2496468 w 11861549"/>
              <a:gd name="connsiteY2107" fmla="*/ 1496018 h 3345776"/>
              <a:gd name="connsiteX2108" fmla="*/ 2400467 w 11861549"/>
              <a:gd name="connsiteY2108" fmla="*/ 1471499 h 3345776"/>
              <a:gd name="connsiteX2109" fmla="*/ 2301703 w 11861549"/>
              <a:gd name="connsiteY2109" fmla="*/ 1435099 h 3345776"/>
              <a:gd name="connsiteX2110" fmla="*/ 2240661 w 11861549"/>
              <a:gd name="connsiteY2110" fmla="*/ 1417221 h 3345776"/>
              <a:gd name="connsiteX2111" fmla="*/ 2047194 w 11861549"/>
              <a:gd name="connsiteY2111" fmla="*/ 1577997 h 3345776"/>
              <a:gd name="connsiteX2112" fmla="*/ 2033147 w 11861549"/>
              <a:gd name="connsiteY2112" fmla="*/ 1590767 h 3345776"/>
              <a:gd name="connsiteX2113" fmla="*/ 1663579 w 11861549"/>
              <a:gd name="connsiteY2113" fmla="*/ 1903508 h 3345776"/>
              <a:gd name="connsiteX2114" fmla="*/ 1318785 w 11861549"/>
              <a:gd name="connsiteY2114" fmla="*/ 1986769 h 3345776"/>
              <a:gd name="connsiteX2115" fmla="*/ 1096968 w 11861549"/>
              <a:gd name="connsiteY2115" fmla="*/ 1762271 h 3345776"/>
              <a:gd name="connsiteX2116" fmla="*/ 1031074 w 11861549"/>
              <a:gd name="connsiteY2116" fmla="*/ 1661131 h 3345776"/>
              <a:gd name="connsiteX2117" fmla="*/ 318756 w 11861549"/>
              <a:gd name="connsiteY2117" fmla="*/ 1527044 h 3345776"/>
              <a:gd name="connsiteX2118" fmla="*/ 9735 w 11861549"/>
              <a:gd name="connsiteY2118" fmla="*/ 1859562 h 3345776"/>
              <a:gd name="connsiteX2119" fmla="*/ 0 w 11861549"/>
              <a:gd name="connsiteY2119" fmla="*/ 1886744 h 3345776"/>
              <a:gd name="connsiteX2120" fmla="*/ 0 w 11861549"/>
              <a:gd name="connsiteY2120" fmla="*/ 1849699 h 3345776"/>
              <a:gd name="connsiteX2121" fmla="*/ 60014 w 11861549"/>
              <a:gd name="connsiteY2121" fmla="*/ 1749248 h 3345776"/>
              <a:gd name="connsiteX2122" fmla="*/ 312371 w 11861549"/>
              <a:gd name="connsiteY2122" fmla="*/ 1515168 h 3345776"/>
              <a:gd name="connsiteX2123" fmla="*/ 1041803 w 11861549"/>
              <a:gd name="connsiteY2123" fmla="*/ 1653086 h 3345776"/>
              <a:gd name="connsiteX2124" fmla="*/ 1108461 w 11861549"/>
              <a:gd name="connsiteY2124" fmla="*/ 1755247 h 3345776"/>
              <a:gd name="connsiteX2125" fmla="*/ 1322999 w 11861549"/>
              <a:gd name="connsiteY2125" fmla="*/ 1974126 h 3345776"/>
              <a:gd name="connsiteX2126" fmla="*/ 1655024 w 11861549"/>
              <a:gd name="connsiteY2126" fmla="*/ 1893037 h 3345776"/>
              <a:gd name="connsiteX2127" fmla="*/ 2023824 w 11861549"/>
              <a:gd name="connsiteY2127" fmla="*/ 1580935 h 3345776"/>
              <a:gd name="connsiteX2128" fmla="*/ 2037872 w 11861549"/>
              <a:gd name="connsiteY2128" fmla="*/ 1568165 h 3345776"/>
              <a:gd name="connsiteX2129" fmla="*/ 2236064 w 11861549"/>
              <a:gd name="connsiteY2129" fmla="*/ 1404578 h 3345776"/>
              <a:gd name="connsiteX2130" fmla="*/ 2237471 w 11861549"/>
              <a:gd name="connsiteY2130" fmla="*/ 1403813 h 3345776"/>
              <a:gd name="connsiteX2131" fmla="*/ 2239129 w 11861549"/>
              <a:gd name="connsiteY2131" fmla="*/ 1403813 h 3345776"/>
              <a:gd name="connsiteX2132" fmla="*/ 2306811 w 11861549"/>
              <a:gd name="connsiteY2132" fmla="*/ 1422840 h 3345776"/>
              <a:gd name="connsiteX2133" fmla="*/ 2404435 w 11861549"/>
              <a:gd name="connsiteY2133" fmla="*/ 1458828 h 3345776"/>
              <a:gd name="connsiteX2134" fmla="*/ 2424117 w 11861549"/>
              <a:gd name="connsiteY2134" fmla="*/ 1463844 h 3345776"/>
              <a:gd name="connsiteX2135" fmla="*/ 2307466 w 11861549"/>
              <a:gd name="connsiteY2135" fmla="*/ 1416805 h 3345776"/>
              <a:gd name="connsiteX2136" fmla="*/ 2290091 w 11861549"/>
              <a:gd name="connsiteY2136" fmla="*/ 1403038 h 3345776"/>
              <a:gd name="connsiteX2137" fmla="*/ 2280103 w 11861549"/>
              <a:gd name="connsiteY2137" fmla="*/ 1396983 h 3345776"/>
              <a:gd name="connsiteX2138" fmla="*/ 2254326 w 11861549"/>
              <a:gd name="connsiteY2138" fmla="*/ 1389254 h 3345776"/>
              <a:gd name="connsiteX2139" fmla="*/ 2249145 w 11861549"/>
              <a:gd name="connsiteY2139" fmla="*/ 1385649 h 3345776"/>
              <a:gd name="connsiteX2140" fmla="*/ 2219086 w 11861549"/>
              <a:gd name="connsiteY2140" fmla="*/ 1372817 h 3345776"/>
              <a:gd name="connsiteX2141" fmla="*/ 2212055 w 11861549"/>
              <a:gd name="connsiteY2141" fmla="*/ 1371562 h 3345776"/>
              <a:gd name="connsiteX2142" fmla="*/ 2176885 w 11861549"/>
              <a:gd name="connsiteY2142" fmla="*/ 1355242 h 3345776"/>
              <a:gd name="connsiteX2143" fmla="*/ 2164470 w 11861549"/>
              <a:gd name="connsiteY2143" fmla="*/ 1352945 h 3345776"/>
              <a:gd name="connsiteX2144" fmla="*/ 2147494 w 11861549"/>
              <a:gd name="connsiteY2144" fmla="*/ 1344457 h 3345776"/>
              <a:gd name="connsiteX2145" fmla="*/ 2112291 w 11861549"/>
              <a:gd name="connsiteY2145" fmla="*/ 1360554 h 3345776"/>
              <a:gd name="connsiteX2146" fmla="*/ 1974276 w 11861549"/>
              <a:gd name="connsiteY2146" fmla="*/ 1450551 h 3345776"/>
              <a:gd name="connsiteX2147" fmla="*/ 1588490 w 11861549"/>
              <a:gd name="connsiteY2147" fmla="*/ 1739156 h 3345776"/>
              <a:gd name="connsiteX2148" fmla="*/ 1261958 w 11861549"/>
              <a:gd name="connsiteY2148" fmla="*/ 1823182 h 3345776"/>
              <a:gd name="connsiteX2149" fmla="*/ 1047805 w 11861549"/>
              <a:gd name="connsiteY2149" fmla="*/ 1629078 h 3345776"/>
              <a:gd name="connsiteX2150" fmla="*/ 983954 w 11861549"/>
              <a:gd name="connsiteY2150" fmla="*/ 1542368 h 3345776"/>
              <a:gd name="connsiteX2151" fmla="*/ 315436 w 11861549"/>
              <a:gd name="connsiteY2151" fmla="*/ 1449785 h 3345776"/>
              <a:gd name="connsiteX2152" fmla="*/ 25331 w 11861549"/>
              <a:gd name="connsiteY2152" fmla="*/ 1768863 h 3345776"/>
              <a:gd name="connsiteX2153" fmla="*/ 0 w 11861549"/>
              <a:gd name="connsiteY2153" fmla="*/ 1837855 h 3345776"/>
              <a:gd name="connsiteX2154" fmla="*/ 0 w 11861549"/>
              <a:gd name="connsiteY2154" fmla="*/ 1801440 h 3345776"/>
              <a:gd name="connsiteX2155" fmla="*/ 14301 w 11861549"/>
              <a:gd name="connsiteY2155" fmla="*/ 1762525 h 3345776"/>
              <a:gd name="connsiteX2156" fmla="*/ 308923 w 11861549"/>
              <a:gd name="connsiteY2156" fmla="*/ 1438164 h 3345776"/>
              <a:gd name="connsiteX2157" fmla="*/ 994425 w 11861549"/>
              <a:gd name="connsiteY2157" fmla="*/ 1533685 h 3345776"/>
              <a:gd name="connsiteX2158" fmla="*/ 1058402 w 11861549"/>
              <a:gd name="connsiteY2158" fmla="*/ 1621798 h 3345776"/>
              <a:gd name="connsiteX2159" fmla="*/ 1265534 w 11861549"/>
              <a:gd name="connsiteY2159" fmla="*/ 1810541 h 3345776"/>
              <a:gd name="connsiteX2160" fmla="*/ 1579808 w 11861549"/>
              <a:gd name="connsiteY2160" fmla="*/ 1728812 h 3345776"/>
              <a:gd name="connsiteX2161" fmla="*/ 1965849 w 11861549"/>
              <a:gd name="connsiteY2161" fmla="*/ 1439824 h 3345776"/>
              <a:gd name="connsiteX2162" fmla="*/ 2109225 w 11861549"/>
              <a:gd name="connsiteY2162" fmla="*/ 1346873 h 3345776"/>
              <a:gd name="connsiteX2163" fmla="*/ 2131277 w 11861549"/>
              <a:gd name="connsiteY2163" fmla="*/ 1337121 h 3345776"/>
              <a:gd name="connsiteX2164" fmla="*/ 2114515 w 11861549"/>
              <a:gd name="connsiteY2164" fmla="*/ 1332392 h 3345776"/>
              <a:gd name="connsiteX2165" fmla="*/ 2096050 w 11861549"/>
              <a:gd name="connsiteY2165" fmla="*/ 1322529 h 3345776"/>
              <a:gd name="connsiteX2166" fmla="*/ 2066085 w 11861549"/>
              <a:gd name="connsiteY2166" fmla="*/ 1313631 h 3345776"/>
              <a:gd name="connsiteX2167" fmla="*/ 2052206 w 11861549"/>
              <a:gd name="connsiteY2167" fmla="*/ 1305726 h 3345776"/>
              <a:gd name="connsiteX2168" fmla="*/ 2017532 w 11861549"/>
              <a:gd name="connsiteY2168" fmla="*/ 1295464 h 3345776"/>
              <a:gd name="connsiteX2169" fmla="*/ 1983446 w 11861549"/>
              <a:gd name="connsiteY2169" fmla="*/ 1274795 h 3345776"/>
              <a:gd name="connsiteX2170" fmla="*/ 1914640 w 11861549"/>
              <a:gd name="connsiteY2170" fmla="*/ 1309825 h 3345776"/>
              <a:gd name="connsiteX2171" fmla="*/ 1512509 w 11861549"/>
              <a:gd name="connsiteY2171" fmla="*/ 1574932 h 3345776"/>
              <a:gd name="connsiteX2172" fmla="*/ 1204494 w 11861549"/>
              <a:gd name="connsiteY2172" fmla="*/ 1659599 h 3345776"/>
              <a:gd name="connsiteX2173" fmla="*/ 997743 w 11861549"/>
              <a:gd name="connsiteY2173" fmla="*/ 1496523 h 3345776"/>
              <a:gd name="connsiteX2174" fmla="*/ 936192 w 11861549"/>
              <a:gd name="connsiteY2174" fmla="*/ 1423734 h 3345776"/>
              <a:gd name="connsiteX2175" fmla="*/ 311351 w 11861549"/>
              <a:gd name="connsiteY2175" fmla="*/ 1372653 h 3345776"/>
              <a:gd name="connsiteX2176" fmla="*/ 39554 w 11861549"/>
              <a:gd name="connsiteY2176" fmla="*/ 1677189 h 3345776"/>
              <a:gd name="connsiteX2177" fmla="*/ 0 w 11861549"/>
              <a:gd name="connsiteY2177" fmla="*/ 1783074 h 3345776"/>
              <a:gd name="connsiteX2178" fmla="*/ 0 w 11861549"/>
              <a:gd name="connsiteY2178" fmla="*/ 1746016 h 3345776"/>
              <a:gd name="connsiteX2179" fmla="*/ 28315 w 11861549"/>
              <a:gd name="connsiteY2179" fmla="*/ 1670437 h 3345776"/>
              <a:gd name="connsiteX2180" fmla="*/ 304965 w 11861549"/>
              <a:gd name="connsiteY2180" fmla="*/ 1360776 h 3345776"/>
              <a:gd name="connsiteX2181" fmla="*/ 946408 w 11861549"/>
              <a:gd name="connsiteY2181" fmla="*/ 1413900 h 3345776"/>
              <a:gd name="connsiteX2182" fmla="*/ 1008854 w 11861549"/>
              <a:gd name="connsiteY2182" fmla="*/ 1487712 h 3345776"/>
              <a:gd name="connsiteX2183" fmla="*/ 1208069 w 11861549"/>
              <a:gd name="connsiteY2183" fmla="*/ 1647338 h 3345776"/>
              <a:gd name="connsiteX2184" fmla="*/ 1504462 w 11861549"/>
              <a:gd name="connsiteY2184" fmla="*/ 1564844 h 3345776"/>
              <a:gd name="connsiteX2185" fmla="*/ 1907744 w 11861549"/>
              <a:gd name="connsiteY2185" fmla="*/ 1299098 h 3345776"/>
              <a:gd name="connsiteX2186" fmla="*/ 1970807 w 11861549"/>
              <a:gd name="connsiteY2186" fmla="*/ 1267133 h 3345776"/>
              <a:gd name="connsiteX2187" fmla="*/ 1959081 w 11861549"/>
              <a:gd name="connsiteY2187" fmla="*/ 1260022 h 3345776"/>
              <a:gd name="connsiteX2188" fmla="*/ 1895427 w 11861549"/>
              <a:gd name="connsiteY2188" fmla="*/ 1190814 h 3345776"/>
              <a:gd name="connsiteX2189" fmla="*/ 1880648 w 11861549"/>
              <a:gd name="connsiteY2189" fmla="*/ 1160671 h 3345776"/>
              <a:gd name="connsiteX2190" fmla="*/ 1854366 w 11861549"/>
              <a:gd name="connsiteY2190" fmla="*/ 1169737 h 3345776"/>
              <a:gd name="connsiteX2191" fmla="*/ 1436526 w 11861549"/>
              <a:gd name="connsiteY2191" fmla="*/ 1410580 h 3345776"/>
              <a:gd name="connsiteX2192" fmla="*/ 1147156 w 11861549"/>
              <a:gd name="connsiteY2192" fmla="*/ 1496012 h 3345776"/>
              <a:gd name="connsiteX2193" fmla="*/ 947942 w 11861549"/>
              <a:gd name="connsiteY2193" fmla="*/ 1364226 h 3345776"/>
              <a:gd name="connsiteX2194" fmla="*/ 888434 w 11861549"/>
              <a:gd name="connsiteY2194" fmla="*/ 1305100 h 3345776"/>
              <a:gd name="connsiteX2195" fmla="*/ 307137 w 11861549"/>
              <a:gd name="connsiteY2195" fmla="*/ 1295649 h 3345776"/>
              <a:gd name="connsiteX2196" fmla="*/ 54447 w 11861549"/>
              <a:gd name="connsiteY2196" fmla="*/ 1586681 h 3345776"/>
              <a:gd name="connsiteX2197" fmla="*/ 0 w 11861549"/>
              <a:gd name="connsiteY2197" fmla="*/ 1728239 h 3345776"/>
              <a:gd name="connsiteX2198" fmla="*/ 0 w 11861549"/>
              <a:gd name="connsiteY2198" fmla="*/ 1688171 h 3345776"/>
              <a:gd name="connsiteX2199" fmla="*/ 41614 w 11861549"/>
              <a:gd name="connsiteY2199" fmla="*/ 1579530 h 3345776"/>
              <a:gd name="connsiteX2200" fmla="*/ 299857 w 11861549"/>
              <a:gd name="connsiteY2200" fmla="*/ 1284412 h 3345776"/>
              <a:gd name="connsiteX2201" fmla="*/ 897245 w 11861549"/>
              <a:gd name="connsiteY2201" fmla="*/ 1294884 h 3345776"/>
              <a:gd name="connsiteX2202" fmla="*/ 957774 w 11861549"/>
              <a:gd name="connsiteY2202" fmla="*/ 1354903 h 3345776"/>
              <a:gd name="connsiteX2203" fmla="*/ 1149325 w 11861549"/>
              <a:gd name="connsiteY2203" fmla="*/ 1482604 h 3345776"/>
              <a:gd name="connsiteX2204" fmla="*/ 1427970 w 11861549"/>
              <a:gd name="connsiteY2204" fmla="*/ 1399599 h 3345776"/>
              <a:gd name="connsiteX2205" fmla="*/ 1848619 w 11861549"/>
              <a:gd name="connsiteY2205" fmla="*/ 1156966 h 3345776"/>
              <a:gd name="connsiteX2206" fmla="*/ 1874505 w 11861549"/>
              <a:gd name="connsiteY2206" fmla="*/ 1148146 h 3345776"/>
              <a:gd name="connsiteX2207" fmla="*/ 1854656 w 11861549"/>
              <a:gd name="connsiteY2207" fmla="*/ 1107667 h 3345776"/>
              <a:gd name="connsiteX2208" fmla="*/ 1833705 w 11861549"/>
              <a:gd name="connsiteY2208" fmla="*/ 1022350 h 3345776"/>
              <a:gd name="connsiteX2209" fmla="*/ 1795877 w 11861549"/>
              <a:gd name="connsiteY2209" fmla="*/ 1030031 h 3345776"/>
              <a:gd name="connsiteX2210" fmla="*/ 1361693 w 11861549"/>
              <a:gd name="connsiteY2210" fmla="*/ 1247123 h 3345776"/>
              <a:gd name="connsiteX2211" fmla="*/ 1090965 w 11861549"/>
              <a:gd name="connsiteY2211" fmla="*/ 1333321 h 3345776"/>
              <a:gd name="connsiteX2212" fmla="*/ 899415 w 11861549"/>
              <a:gd name="connsiteY2212" fmla="*/ 1233075 h 3345776"/>
              <a:gd name="connsiteX2213" fmla="*/ 841564 w 11861549"/>
              <a:gd name="connsiteY2213" fmla="*/ 1187359 h 3345776"/>
              <a:gd name="connsiteX2214" fmla="*/ 303815 w 11861549"/>
              <a:gd name="connsiteY2214" fmla="*/ 1219539 h 3345776"/>
              <a:gd name="connsiteX2215" fmla="*/ 48514 w 11861549"/>
              <a:gd name="connsiteY2215" fmla="*/ 1538362 h 3345776"/>
              <a:gd name="connsiteX2216" fmla="*/ 0 w 11861549"/>
              <a:gd name="connsiteY2216" fmla="*/ 1671412 h 3345776"/>
              <a:gd name="connsiteX2217" fmla="*/ 0 w 11861549"/>
              <a:gd name="connsiteY2217" fmla="*/ 1561947 h 3345776"/>
              <a:gd name="connsiteX2218" fmla="*/ 11374 w 11861549"/>
              <a:gd name="connsiteY2218" fmla="*/ 1510053 h 3345776"/>
              <a:gd name="connsiteX2219" fmla="*/ 2185 w 11861549"/>
              <a:gd name="connsiteY2219" fmla="*/ 1508400 h 3345776"/>
              <a:gd name="connsiteX2220" fmla="*/ 285426 w 11861549"/>
              <a:gd name="connsiteY2220" fmla="*/ 977290 h 3345776"/>
              <a:gd name="connsiteX2221" fmla="*/ 702881 w 11861549"/>
              <a:gd name="connsiteY2221" fmla="*/ 817281 h 3345776"/>
              <a:gd name="connsiteX2222" fmla="*/ 764690 w 11861549"/>
              <a:gd name="connsiteY2222" fmla="*/ 823792 h 3345776"/>
              <a:gd name="connsiteX2223" fmla="*/ 919464 w 11861549"/>
              <a:gd name="connsiteY2223" fmla="*/ 828008 h 3345776"/>
              <a:gd name="connsiteX2224" fmla="*/ 1127745 w 11861549"/>
              <a:gd name="connsiteY2224" fmla="*/ 742192 h 3345776"/>
              <a:gd name="connsiteX2225" fmla="*/ 1617606 w 11861549"/>
              <a:gd name="connsiteY2225" fmla="*/ 593548 h 3345776"/>
              <a:gd name="connsiteX2226" fmla="*/ 1738305 w 11861549"/>
              <a:gd name="connsiteY2226" fmla="*/ 609100 h 3345776"/>
              <a:gd name="connsiteX2227" fmla="*/ 1811919 w 11861549"/>
              <a:gd name="connsiteY2227" fmla="*/ 639057 h 3345776"/>
              <a:gd name="connsiteX2228" fmla="*/ 1810853 w 11861549"/>
              <a:gd name="connsiteY2228" fmla="*/ 606766 h 3345776"/>
              <a:gd name="connsiteX2229" fmla="*/ 1804955 w 11861549"/>
              <a:gd name="connsiteY2229" fmla="*/ 564570 h 3345776"/>
              <a:gd name="connsiteX2230" fmla="*/ 1784641 w 11861549"/>
              <a:gd name="connsiteY2230" fmla="*/ 544749 h 3345776"/>
              <a:gd name="connsiteX2231" fmla="*/ 1558483 w 11861549"/>
              <a:gd name="connsiteY2231" fmla="*/ 466102 h 3345776"/>
              <a:gd name="connsiteX2232" fmla="*/ 1060446 w 11861549"/>
              <a:gd name="connsiteY2232" fmla="*/ 588950 h 3345776"/>
              <a:gd name="connsiteX2233" fmla="*/ 865447 w 11861549"/>
              <a:gd name="connsiteY2233" fmla="*/ 677446 h 3345776"/>
              <a:gd name="connsiteX2234" fmla="*/ 733150 w 11861549"/>
              <a:gd name="connsiteY2234" fmla="*/ 699922 h 3345776"/>
              <a:gd name="connsiteX2235" fmla="*/ 656528 w 11861549"/>
              <a:gd name="connsiteY2235" fmla="*/ 711415 h 3345776"/>
              <a:gd name="connsiteX2236" fmla="*/ 289641 w 11861549"/>
              <a:gd name="connsiteY2236" fmla="*/ 909735 h 3345776"/>
              <a:gd name="connsiteX2237" fmla="*/ 28876 w 11861549"/>
              <a:gd name="connsiteY2237" fmla="*/ 1394362 h 3345776"/>
              <a:gd name="connsiteX2238" fmla="*/ 16106 w 11861549"/>
              <a:gd name="connsiteY2238" fmla="*/ 1391297 h 3345776"/>
              <a:gd name="connsiteX2239" fmla="*/ 280447 w 11861549"/>
              <a:gd name="connsiteY2239" fmla="*/ 900286 h 3345776"/>
              <a:gd name="connsiteX2240" fmla="*/ 653719 w 11861549"/>
              <a:gd name="connsiteY2240" fmla="*/ 698262 h 3345776"/>
              <a:gd name="connsiteX2241" fmla="*/ 730340 w 11861549"/>
              <a:gd name="connsiteY2241" fmla="*/ 686641 h 3345776"/>
              <a:gd name="connsiteX2242" fmla="*/ 861488 w 11861549"/>
              <a:gd name="connsiteY2242" fmla="*/ 664038 h 3345776"/>
              <a:gd name="connsiteX2243" fmla="*/ 1052401 w 11861549"/>
              <a:gd name="connsiteY2243" fmla="*/ 577201 h 3345776"/>
              <a:gd name="connsiteX2244" fmla="*/ 1559377 w 11861549"/>
              <a:gd name="connsiteY2244" fmla="*/ 452310 h 3345776"/>
              <a:gd name="connsiteX2245" fmla="*/ 1792941 w 11861549"/>
              <a:gd name="connsiteY2245" fmla="*/ 533863 h 3345776"/>
              <a:gd name="connsiteX2246" fmla="*/ 1801890 w 11861549"/>
              <a:gd name="connsiteY2246" fmla="*/ 542632 h 3345776"/>
              <a:gd name="connsiteX2247" fmla="*/ 1794601 w 11861549"/>
              <a:gd name="connsiteY2247" fmla="*/ 490474 h 3345776"/>
              <a:gd name="connsiteX2248" fmla="*/ 1738829 w 11861549"/>
              <a:gd name="connsiteY2248" fmla="*/ 428941 h 3345776"/>
              <a:gd name="connsiteX2249" fmla="*/ 1498973 w 11861549"/>
              <a:gd name="connsiteY2249" fmla="*/ 324736 h 3345776"/>
              <a:gd name="connsiteX2250" fmla="*/ 983826 w 11861549"/>
              <a:gd name="connsiteY2250" fmla="*/ 424599 h 3345776"/>
              <a:gd name="connsiteX2251" fmla="*/ 807982 w 11861549"/>
              <a:gd name="connsiteY2251" fmla="*/ 513990 h 3345776"/>
              <a:gd name="connsiteX2252" fmla="*/ 765202 w 11861549"/>
              <a:gd name="connsiteY2252" fmla="*/ 529952 h 3345776"/>
              <a:gd name="connsiteX2253" fmla="*/ 609790 w 11861549"/>
              <a:gd name="connsiteY2253" fmla="*/ 592398 h 3345776"/>
              <a:gd name="connsiteX2254" fmla="*/ 286195 w 11861549"/>
              <a:gd name="connsiteY2254" fmla="*/ 832476 h 3345776"/>
              <a:gd name="connsiteX2255" fmla="*/ 43562 w 11861549"/>
              <a:gd name="connsiteY2255" fmla="*/ 1278409 h 3345776"/>
              <a:gd name="connsiteX2256" fmla="*/ 30792 w 11861549"/>
              <a:gd name="connsiteY2256" fmla="*/ 1274451 h 3345776"/>
              <a:gd name="connsiteX2257" fmla="*/ 276105 w 11861549"/>
              <a:gd name="connsiteY2257" fmla="*/ 823665 h 3345776"/>
              <a:gd name="connsiteX2258" fmla="*/ 604299 w 11861549"/>
              <a:gd name="connsiteY2258" fmla="*/ 579627 h 3345776"/>
              <a:gd name="connsiteX2259" fmla="*/ 760732 w 11861549"/>
              <a:gd name="connsiteY2259" fmla="*/ 516798 h 3345776"/>
              <a:gd name="connsiteX2260" fmla="*/ 803513 w 11861549"/>
              <a:gd name="connsiteY2260" fmla="*/ 500964 h 3345776"/>
              <a:gd name="connsiteX2261" fmla="*/ 977185 w 11861549"/>
              <a:gd name="connsiteY2261" fmla="*/ 413105 h 3345776"/>
              <a:gd name="connsiteX2262" fmla="*/ 1500763 w 11861549"/>
              <a:gd name="connsiteY2262" fmla="*/ 311838 h 3345776"/>
              <a:gd name="connsiteX2263" fmla="*/ 1747371 w 11861549"/>
              <a:gd name="connsiteY2263" fmla="*/ 419251 h 3345776"/>
              <a:gd name="connsiteX2264" fmla="*/ 1791466 w 11861549"/>
              <a:gd name="connsiteY2264" fmla="*/ 468032 h 3345776"/>
              <a:gd name="connsiteX2265" fmla="*/ 1789752 w 11861549"/>
              <a:gd name="connsiteY2265" fmla="*/ 455758 h 3345776"/>
              <a:gd name="connsiteX2266" fmla="*/ 1774216 w 11861549"/>
              <a:gd name="connsiteY2266" fmla="*/ 412664 h 3345776"/>
              <a:gd name="connsiteX2267" fmla="*/ 1693031 w 11861549"/>
              <a:gd name="connsiteY2267" fmla="*/ 313691 h 3345776"/>
              <a:gd name="connsiteX2268" fmla="*/ 1439849 w 11861549"/>
              <a:gd name="connsiteY2268" fmla="*/ 184520 h 3345776"/>
              <a:gd name="connsiteX2269" fmla="*/ 908612 w 11861549"/>
              <a:gd name="connsiteY2269" fmla="*/ 260503 h 3345776"/>
              <a:gd name="connsiteX2270" fmla="*/ 868129 w 11861549"/>
              <a:gd name="connsiteY2270" fmla="*/ 283744 h 3345776"/>
              <a:gd name="connsiteX2271" fmla="*/ 751921 w 11861549"/>
              <a:gd name="connsiteY2271" fmla="*/ 349638 h 3345776"/>
              <a:gd name="connsiteX2272" fmla="*/ 563434 w 11861549"/>
              <a:gd name="connsiteY2272" fmla="*/ 472487 h 3345776"/>
              <a:gd name="connsiteX2273" fmla="*/ 282491 w 11861549"/>
              <a:gd name="connsiteY2273" fmla="*/ 755473 h 3345776"/>
              <a:gd name="connsiteX2274" fmla="*/ 58120 w 11861549"/>
              <a:gd name="connsiteY2274" fmla="*/ 1162074 h 3345776"/>
              <a:gd name="connsiteX2275" fmla="*/ 45350 w 11861549"/>
              <a:gd name="connsiteY2275" fmla="*/ 1157094 h 3345776"/>
              <a:gd name="connsiteX2276" fmla="*/ 271892 w 11861549"/>
              <a:gd name="connsiteY2276" fmla="*/ 747044 h 3345776"/>
              <a:gd name="connsiteX2277" fmla="*/ 555134 w 11861549"/>
              <a:gd name="connsiteY2277" fmla="*/ 461377 h 3345776"/>
              <a:gd name="connsiteX2278" fmla="*/ 745408 w 11861549"/>
              <a:gd name="connsiteY2278" fmla="*/ 337635 h 3345776"/>
              <a:gd name="connsiteX2279" fmla="*/ 861361 w 11861549"/>
              <a:gd name="connsiteY2279" fmla="*/ 271868 h 3345776"/>
              <a:gd name="connsiteX2280" fmla="*/ 901843 w 11861549"/>
              <a:gd name="connsiteY2280" fmla="*/ 248626 h 3345776"/>
              <a:gd name="connsiteX2281" fmla="*/ 1442786 w 11861549"/>
              <a:gd name="connsiteY2281" fmla="*/ 171112 h 3345776"/>
              <a:gd name="connsiteX2282" fmla="*/ 1702385 w 11861549"/>
              <a:gd name="connsiteY2282" fmla="*/ 303985 h 3345776"/>
              <a:gd name="connsiteX2283" fmla="*/ 1760742 w 11861549"/>
              <a:gd name="connsiteY2283" fmla="*/ 375280 h 3345776"/>
              <a:gd name="connsiteX2284" fmla="*/ 1746199 w 11861549"/>
              <a:gd name="connsiteY2284" fmla="*/ 334933 h 3345776"/>
              <a:gd name="connsiteX2285" fmla="*/ 1466537 w 11861549"/>
              <a:gd name="connsiteY2285" fmla="*/ 75081 h 3345776"/>
              <a:gd name="connsiteX2286" fmla="*/ 832885 w 11861549"/>
              <a:gd name="connsiteY2286" fmla="*/ 96023 h 3345776"/>
              <a:gd name="connsiteX2287" fmla="*/ 72550 w 11861549"/>
              <a:gd name="connsiteY2287" fmla="*/ 1047143 h 3345776"/>
              <a:gd name="connsiteX2288" fmla="*/ 60674 w 11861549"/>
              <a:gd name="connsiteY2288" fmla="*/ 1040886 h 3345776"/>
              <a:gd name="connsiteX2289" fmla="*/ 826882 w 11861549"/>
              <a:gd name="connsiteY2289" fmla="*/ 84659 h 3345776"/>
              <a:gd name="connsiteX2290" fmla="*/ 1147215 w 11861549"/>
              <a:gd name="connsiteY2290" fmla="*/ 407 h 334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</a:cxnLst>
            <a:rect l="l" t="t" r="r" b="b"/>
            <a:pathLst>
              <a:path w="11861549" h="3345775">
                <a:moveTo>
                  <a:pt x="7263937" y="2681044"/>
                </a:moveTo>
                <a:lnTo>
                  <a:pt x="7213765" y="2807677"/>
                </a:lnTo>
                <a:cubicBezTo>
                  <a:pt x="7190731" y="2849535"/>
                  <a:pt x="7161823" y="2887958"/>
                  <a:pt x="7125491" y="2920904"/>
                </a:cubicBezTo>
                <a:cubicBezTo>
                  <a:pt x="7093068" y="2950326"/>
                  <a:pt x="7055614" y="2973645"/>
                  <a:pt x="7014902" y="2989736"/>
                </a:cubicBezTo>
                <a:cubicBezTo>
                  <a:pt x="6858723" y="3051798"/>
                  <a:pt x="6651464" y="3002506"/>
                  <a:pt x="6498989" y="2867653"/>
                </a:cubicBezTo>
                <a:lnTo>
                  <a:pt x="6439675" y="2809169"/>
                </a:lnTo>
                <a:lnTo>
                  <a:pt x="6512780" y="2886424"/>
                </a:lnTo>
                <a:cubicBezTo>
                  <a:pt x="6678791" y="3039666"/>
                  <a:pt x="6939557" y="3116287"/>
                  <a:pt x="7117062" y="2965854"/>
                </a:cubicBezTo>
                <a:cubicBezTo>
                  <a:pt x="7164024" y="2925852"/>
                  <a:pt x="7198680" y="2876703"/>
                  <a:pt x="7224122" y="2821258"/>
                </a:cubicBezTo>
                <a:close/>
                <a:moveTo>
                  <a:pt x="6339956" y="2678993"/>
                </a:moveTo>
                <a:lnTo>
                  <a:pt x="6350775" y="2695941"/>
                </a:lnTo>
                <a:cubicBezTo>
                  <a:pt x="6375094" y="2730540"/>
                  <a:pt x="6400463" y="2764146"/>
                  <a:pt x="6427318" y="2796110"/>
                </a:cubicBezTo>
                <a:lnTo>
                  <a:pt x="6433922" y="2803089"/>
                </a:lnTo>
                <a:close/>
                <a:moveTo>
                  <a:pt x="7277482" y="2617686"/>
                </a:moveTo>
                <a:lnTo>
                  <a:pt x="7268439" y="2665189"/>
                </a:lnTo>
                <a:lnTo>
                  <a:pt x="7275907" y="2638892"/>
                </a:lnTo>
                <a:close/>
                <a:moveTo>
                  <a:pt x="7281492" y="2515472"/>
                </a:moveTo>
                <a:lnTo>
                  <a:pt x="7270699" y="2570625"/>
                </a:lnTo>
                <a:lnTo>
                  <a:pt x="7257052" y="2628907"/>
                </a:lnTo>
                <a:lnTo>
                  <a:pt x="7208975" y="2751538"/>
                </a:lnTo>
                <a:cubicBezTo>
                  <a:pt x="7186461" y="2793435"/>
                  <a:pt x="7158470" y="2832024"/>
                  <a:pt x="7123575" y="2865737"/>
                </a:cubicBezTo>
                <a:cubicBezTo>
                  <a:pt x="7091753" y="2896270"/>
                  <a:pt x="7054961" y="2921147"/>
                  <a:pt x="7014774" y="2939293"/>
                </a:cubicBezTo>
                <a:cubicBezTo>
                  <a:pt x="6856935" y="3010295"/>
                  <a:pt x="6647123" y="2970069"/>
                  <a:pt x="6492731" y="2839048"/>
                </a:cubicBezTo>
                <a:lnTo>
                  <a:pt x="6439135" y="2787741"/>
                </a:lnTo>
                <a:lnTo>
                  <a:pt x="6445098" y="2795630"/>
                </a:lnTo>
                <a:cubicBezTo>
                  <a:pt x="6464842" y="2817415"/>
                  <a:pt x="6485771" y="2838090"/>
                  <a:pt x="6507800" y="2857565"/>
                </a:cubicBezTo>
                <a:cubicBezTo>
                  <a:pt x="6656572" y="2989480"/>
                  <a:pt x="6858213" y="3037495"/>
                  <a:pt x="7009794" y="2977220"/>
                </a:cubicBezTo>
                <a:cubicBezTo>
                  <a:pt x="7049011" y="2961755"/>
                  <a:pt x="7085099" y="2939305"/>
                  <a:pt x="7116297" y="2910944"/>
                </a:cubicBezTo>
                <a:cubicBezTo>
                  <a:pt x="7169404" y="2862817"/>
                  <a:pt x="7206243" y="2802298"/>
                  <a:pt x="7231908" y="2736305"/>
                </a:cubicBezTo>
                <a:lnTo>
                  <a:pt x="7257052" y="2628907"/>
                </a:lnTo>
                <a:lnTo>
                  <a:pt x="7261525" y="2617502"/>
                </a:lnTo>
                <a:lnTo>
                  <a:pt x="7270699" y="2570625"/>
                </a:lnTo>
                <a:lnTo>
                  <a:pt x="7280488" y="2528816"/>
                </a:lnTo>
                <a:close/>
                <a:moveTo>
                  <a:pt x="7277962" y="2457910"/>
                </a:moveTo>
                <a:lnTo>
                  <a:pt x="7267593" y="2509671"/>
                </a:lnTo>
                <a:lnTo>
                  <a:pt x="7253573" y="2568616"/>
                </a:lnTo>
                <a:lnTo>
                  <a:pt x="7205702" y="2693436"/>
                </a:lnTo>
                <a:cubicBezTo>
                  <a:pt x="7183475" y="2736320"/>
                  <a:pt x="7156075" y="2775931"/>
                  <a:pt x="7122170" y="2810698"/>
                </a:cubicBezTo>
                <a:cubicBezTo>
                  <a:pt x="7090960" y="2842329"/>
                  <a:pt x="7054820" y="2868687"/>
                  <a:pt x="7015156" y="2888724"/>
                </a:cubicBezTo>
                <a:cubicBezTo>
                  <a:pt x="6955444" y="2918311"/>
                  <a:pt x="6889613" y="2933444"/>
                  <a:pt x="6822966" y="2932908"/>
                </a:cubicBezTo>
                <a:cubicBezTo>
                  <a:pt x="6700551" y="2931389"/>
                  <a:pt x="6582312" y="2888187"/>
                  <a:pt x="6487750" y="2810442"/>
                </a:cubicBezTo>
                <a:lnTo>
                  <a:pt x="6426189" y="2753179"/>
                </a:lnTo>
                <a:lnTo>
                  <a:pt x="6436670" y="2767279"/>
                </a:lnTo>
                <a:cubicBezTo>
                  <a:pt x="6456859" y="2789205"/>
                  <a:pt x="6478391" y="2809855"/>
                  <a:pt x="6501160" y="2829087"/>
                </a:cubicBezTo>
                <a:cubicBezTo>
                  <a:pt x="6651719" y="2956788"/>
                  <a:pt x="6855786" y="2996376"/>
                  <a:pt x="7009028" y="2927289"/>
                </a:cubicBezTo>
                <a:cubicBezTo>
                  <a:pt x="7047823" y="2909858"/>
                  <a:pt x="7083324" y="2885888"/>
                  <a:pt x="7113997" y="2856416"/>
                </a:cubicBezTo>
                <a:cubicBezTo>
                  <a:pt x="7165286" y="2807091"/>
                  <a:pt x="7201345" y="2746757"/>
                  <a:pt x="7226911" y="2680709"/>
                </a:cubicBezTo>
                <a:lnTo>
                  <a:pt x="7253573" y="2568616"/>
                </a:lnTo>
                <a:lnTo>
                  <a:pt x="7258204" y="2556541"/>
                </a:lnTo>
                <a:lnTo>
                  <a:pt x="7267593" y="2509671"/>
                </a:lnTo>
                <a:lnTo>
                  <a:pt x="7276860" y="2470713"/>
                </a:lnTo>
                <a:close/>
                <a:moveTo>
                  <a:pt x="7275225" y="2399563"/>
                </a:moveTo>
                <a:lnTo>
                  <a:pt x="7268330" y="2433201"/>
                </a:lnTo>
                <a:lnTo>
                  <a:pt x="7248157" y="2517513"/>
                </a:lnTo>
                <a:lnTo>
                  <a:pt x="7202395" y="2638008"/>
                </a:lnTo>
                <a:cubicBezTo>
                  <a:pt x="7180641" y="2680842"/>
                  <a:pt x="7154063" y="2720445"/>
                  <a:pt x="7121403" y="2755658"/>
                </a:cubicBezTo>
                <a:cubicBezTo>
                  <a:pt x="7039240" y="2844462"/>
                  <a:pt x="6923109" y="2894023"/>
                  <a:pt x="6802150" y="2891916"/>
                </a:cubicBezTo>
                <a:lnTo>
                  <a:pt x="6801639" y="2891788"/>
                </a:lnTo>
                <a:cubicBezTo>
                  <a:pt x="6686019" y="2891264"/>
                  <a:pt x="6573808" y="2852621"/>
                  <a:pt x="6482386" y="2781837"/>
                </a:cubicBezTo>
                <a:cubicBezTo>
                  <a:pt x="6457562" y="2762631"/>
                  <a:pt x="6434243" y="2741547"/>
                  <a:pt x="6412662" y="2718753"/>
                </a:cubicBezTo>
                <a:lnTo>
                  <a:pt x="6397026" y="2699770"/>
                </a:lnTo>
                <a:lnTo>
                  <a:pt x="6429135" y="2739056"/>
                </a:lnTo>
                <a:cubicBezTo>
                  <a:pt x="6449849" y="2761099"/>
                  <a:pt x="6472042" y="2781697"/>
                  <a:pt x="6495540" y="2800736"/>
                </a:cubicBezTo>
                <a:cubicBezTo>
                  <a:pt x="6648143" y="2924735"/>
                  <a:pt x="6854508" y="2955639"/>
                  <a:pt x="7009155" y="2877357"/>
                </a:cubicBezTo>
                <a:cubicBezTo>
                  <a:pt x="7047477" y="2857947"/>
                  <a:pt x="7082417" y="2832457"/>
                  <a:pt x="7112592" y="2801887"/>
                </a:cubicBezTo>
                <a:cubicBezTo>
                  <a:pt x="7162300" y="2751077"/>
                  <a:pt x="7197696" y="2689295"/>
                  <a:pt x="7223196" y="2621835"/>
                </a:cubicBezTo>
                <a:lnTo>
                  <a:pt x="7248157" y="2517513"/>
                </a:lnTo>
                <a:lnTo>
                  <a:pt x="7254438" y="2500974"/>
                </a:lnTo>
                <a:lnTo>
                  <a:pt x="7268330" y="2433201"/>
                </a:lnTo>
                <a:lnTo>
                  <a:pt x="7274429" y="2407709"/>
                </a:lnTo>
                <a:close/>
                <a:moveTo>
                  <a:pt x="7247646" y="2381192"/>
                </a:moveTo>
                <a:lnTo>
                  <a:pt x="7198158" y="2519193"/>
                </a:lnTo>
                <a:cubicBezTo>
                  <a:pt x="7176875" y="2564394"/>
                  <a:pt x="7150967" y="2606727"/>
                  <a:pt x="7119105" y="2645070"/>
                </a:cubicBezTo>
                <a:cubicBezTo>
                  <a:pt x="7089760" y="2680264"/>
                  <a:pt x="7055637" y="2711169"/>
                  <a:pt x="7017710" y="2736887"/>
                </a:cubicBezTo>
                <a:cubicBezTo>
                  <a:pt x="6940490" y="2788363"/>
                  <a:pt x="6849617" y="2815500"/>
                  <a:pt x="6756817" y="2814786"/>
                </a:cubicBezTo>
                <a:cubicBezTo>
                  <a:pt x="6654490" y="2815079"/>
                  <a:pt x="6554601" y="2783537"/>
                  <a:pt x="6471021" y="2724500"/>
                </a:cubicBezTo>
                <a:lnTo>
                  <a:pt x="6401486" y="2665089"/>
                </a:lnTo>
                <a:lnTo>
                  <a:pt x="6413939" y="2680188"/>
                </a:lnTo>
                <a:cubicBezTo>
                  <a:pt x="6435597" y="2702573"/>
                  <a:pt x="6459043" y="2723172"/>
                  <a:pt x="6484047" y="2741739"/>
                </a:cubicBezTo>
                <a:cubicBezTo>
                  <a:pt x="6639332" y="2856670"/>
                  <a:pt x="6855275" y="2870973"/>
                  <a:pt x="7009284" y="2775452"/>
                </a:cubicBezTo>
                <a:cubicBezTo>
                  <a:pt x="7046725" y="2752378"/>
                  <a:pt x="7080515" y="2723849"/>
                  <a:pt x="7109529" y="2690787"/>
                </a:cubicBezTo>
                <a:cubicBezTo>
                  <a:pt x="7174401" y="2616912"/>
                  <a:pt x="7214371" y="2525030"/>
                  <a:pt x="7240374" y="2427323"/>
                </a:cubicBezTo>
                <a:close/>
                <a:moveTo>
                  <a:pt x="7286737" y="2219445"/>
                </a:moveTo>
                <a:lnTo>
                  <a:pt x="7254087" y="2425640"/>
                </a:lnTo>
                <a:lnTo>
                  <a:pt x="7251680" y="2435567"/>
                </a:lnTo>
                <a:lnTo>
                  <a:pt x="7201358" y="2574163"/>
                </a:lnTo>
                <a:cubicBezTo>
                  <a:pt x="7179590" y="2619289"/>
                  <a:pt x="7152852" y="2661480"/>
                  <a:pt x="7119745" y="2699215"/>
                </a:cubicBezTo>
                <a:cubicBezTo>
                  <a:pt x="7089850" y="2733222"/>
                  <a:pt x="7055076" y="2762619"/>
                  <a:pt x="7016561" y="2786435"/>
                </a:cubicBezTo>
                <a:cubicBezTo>
                  <a:pt x="6945075" y="2830159"/>
                  <a:pt x="6862835" y="2853108"/>
                  <a:pt x="6779038" y="2852713"/>
                </a:cubicBezTo>
                <a:cubicBezTo>
                  <a:pt x="6670172" y="2852635"/>
                  <a:pt x="6564179" y="2817786"/>
                  <a:pt x="6476512" y="2753233"/>
                </a:cubicBezTo>
                <a:lnTo>
                  <a:pt x="6410840" y="2695505"/>
                </a:lnTo>
                <a:lnTo>
                  <a:pt x="6422494" y="2709686"/>
                </a:lnTo>
                <a:cubicBezTo>
                  <a:pt x="6443668" y="2731868"/>
                  <a:pt x="6466462" y="2752453"/>
                  <a:pt x="6490688" y="2771238"/>
                </a:cubicBezTo>
                <a:cubicBezTo>
                  <a:pt x="6643290" y="2890000"/>
                  <a:pt x="6856806" y="2912732"/>
                  <a:pt x="7010175" y="2826533"/>
                </a:cubicBezTo>
                <a:cubicBezTo>
                  <a:pt x="7048193" y="2805334"/>
                  <a:pt x="7082672" y="2778313"/>
                  <a:pt x="7112336" y="2746464"/>
                </a:cubicBezTo>
                <a:cubicBezTo>
                  <a:pt x="7160225" y="2694745"/>
                  <a:pt x="7194805" y="2633113"/>
                  <a:pt x="7220181" y="2565480"/>
                </a:cubicBezTo>
                <a:lnTo>
                  <a:pt x="7251680" y="2435567"/>
                </a:lnTo>
                <a:lnTo>
                  <a:pt x="7253162" y="2431489"/>
                </a:lnTo>
                <a:lnTo>
                  <a:pt x="7254087" y="2425640"/>
                </a:lnTo>
                <a:lnTo>
                  <a:pt x="7272792" y="2348497"/>
                </a:lnTo>
                <a:close/>
                <a:moveTo>
                  <a:pt x="7272680" y="2179430"/>
                </a:moveTo>
                <a:lnTo>
                  <a:pt x="7243344" y="2319256"/>
                </a:lnTo>
                <a:cubicBezTo>
                  <a:pt x="7216350" y="2419614"/>
                  <a:pt x="7177339" y="2511622"/>
                  <a:pt x="7116169" y="2589392"/>
                </a:cubicBezTo>
                <a:cubicBezTo>
                  <a:pt x="7087449" y="2625851"/>
                  <a:pt x="7053940" y="2658287"/>
                  <a:pt x="7016561" y="2685807"/>
                </a:cubicBezTo>
                <a:cubicBezTo>
                  <a:pt x="6935049" y="2745596"/>
                  <a:pt x="6836593" y="2777853"/>
                  <a:pt x="6735491" y="2777879"/>
                </a:cubicBezTo>
                <a:cubicBezTo>
                  <a:pt x="6639318" y="2778262"/>
                  <a:pt x="6545254" y="2749696"/>
                  <a:pt x="6465531" y="2695895"/>
                </a:cubicBezTo>
                <a:lnTo>
                  <a:pt x="6392370" y="2634969"/>
                </a:lnTo>
                <a:lnTo>
                  <a:pt x="6406659" y="2652349"/>
                </a:lnTo>
                <a:cubicBezTo>
                  <a:pt x="6428753" y="2674964"/>
                  <a:pt x="6452812" y="2695563"/>
                  <a:pt x="6478556" y="2713901"/>
                </a:cubicBezTo>
                <a:cubicBezTo>
                  <a:pt x="6636522" y="2826151"/>
                  <a:pt x="6855019" y="2831259"/>
                  <a:pt x="7009793" y="2726671"/>
                </a:cubicBezTo>
                <a:cubicBezTo>
                  <a:pt x="7046673" y="2701628"/>
                  <a:pt x="7079863" y="2671543"/>
                  <a:pt x="7108379" y="2637280"/>
                </a:cubicBezTo>
                <a:cubicBezTo>
                  <a:pt x="7202144" y="2524360"/>
                  <a:pt x="7243471" y="2375237"/>
                  <a:pt x="7267541" y="2220240"/>
                </a:cubicBezTo>
                <a:close/>
                <a:moveTo>
                  <a:pt x="7264179" y="2152149"/>
                </a:moveTo>
                <a:lnTo>
                  <a:pt x="7256977" y="2185807"/>
                </a:lnTo>
                <a:lnTo>
                  <a:pt x="7233293" y="2284371"/>
                </a:lnTo>
                <a:lnTo>
                  <a:pt x="7189818" y="2409072"/>
                </a:lnTo>
                <a:cubicBezTo>
                  <a:pt x="7169565" y="2454363"/>
                  <a:pt x="7145382" y="2496841"/>
                  <a:pt x="7116042" y="2536141"/>
                </a:cubicBezTo>
                <a:cubicBezTo>
                  <a:pt x="7087858" y="2573761"/>
                  <a:pt x="7055038" y="2607653"/>
                  <a:pt x="7018349" y="2637024"/>
                </a:cubicBezTo>
                <a:cubicBezTo>
                  <a:pt x="6931999" y="2705243"/>
                  <a:pt x="6825099" y="2742199"/>
                  <a:pt x="6715058" y="2741866"/>
                </a:cubicBezTo>
                <a:cubicBezTo>
                  <a:pt x="6624481" y="2742391"/>
                  <a:pt x="6535716" y="2716467"/>
                  <a:pt x="6459656" y="2667289"/>
                </a:cubicBezTo>
                <a:lnTo>
                  <a:pt x="6384436" y="2606274"/>
                </a:lnTo>
                <a:lnTo>
                  <a:pt x="6398488" y="2623361"/>
                </a:lnTo>
                <a:cubicBezTo>
                  <a:pt x="6421052" y="2646168"/>
                  <a:pt x="6445776" y="2666741"/>
                  <a:pt x="6472299" y="2684785"/>
                </a:cubicBezTo>
                <a:cubicBezTo>
                  <a:pt x="6635437" y="2794123"/>
                  <a:pt x="6849349" y="2790445"/>
                  <a:pt x="7008644" y="2675590"/>
                </a:cubicBezTo>
                <a:cubicBezTo>
                  <a:pt x="7045052" y="2648786"/>
                  <a:pt x="7077693" y="2617218"/>
                  <a:pt x="7105697" y="2581730"/>
                </a:cubicBezTo>
                <a:cubicBezTo>
                  <a:pt x="7150808" y="2524265"/>
                  <a:pt x="7183634" y="2458808"/>
                  <a:pt x="7208435" y="2387817"/>
                </a:cubicBezTo>
                <a:lnTo>
                  <a:pt x="7233293" y="2284371"/>
                </a:lnTo>
                <a:lnTo>
                  <a:pt x="7240008" y="2265111"/>
                </a:lnTo>
                <a:lnTo>
                  <a:pt x="7256977" y="2185807"/>
                </a:lnTo>
                <a:lnTo>
                  <a:pt x="7263009" y="2160705"/>
                </a:lnTo>
                <a:close/>
                <a:moveTo>
                  <a:pt x="4036141" y="2093597"/>
                </a:moveTo>
                <a:lnTo>
                  <a:pt x="4045685" y="2104845"/>
                </a:lnTo>
                <a:lnTo>
                  <a:pt x="4060276" y="2115642"/>
                </a:lnTo>
                <a:close/>
                <a:moveTo>
                  <a:pt x="7264415" y="2079097"/>
                </a:moveTo>
                <a:lnTo>
                  <a:pt x="7251078" y="2143181"/>
                </a:lnTo>
                <a:lnTo>
                  <a:pt x="7236552" y="2203004"/>
                </a:lnTo>
                <a:lnTo>
                  <a:pt x="7191676" y="2339527"/>
                </a:lnTo>
                <a:cubicBezTo>
                  <a:pt x="7171104" y="2388708"/>
                  <a:pt x="7146371" y="2435351"/>
                  <a:pt x="7116169" y="2478035"/>
                </a:cubicBezTo>
                <a:cubicBezTo>
                  <a:pt x="7088547" y="2516946"/>
                  <a:pt x="7056290" y="2552371"/>
                  <a:pt x="7020138" y="2583517"/>
                </a:cubicBezTo>
                <a:cubicBezTo>
                  <a:pt x="6929636" y="2661797"/>
                  <a:pt x="6814027" y="2704987"/>
                  <a:pt x="6694371" y="2705216"/>
                </a:cubicBezTo>
                <a:cubicBezTo>
                  <a:pt x="6609820" y="2705944"/>
                  <a:pt x="6526763" y="2682881"/>
                  <a:pt x="6454676" y="2638684"/>
                </a:cubicBezTo>
                <a:lnTo>
                  <a:pt x="6377856" y="2577868"/>
                </a:lnTo>
                <a:lnTo>
                  <a:pt x="6391720" y="2594755"/>
                </a:lnTo>
                <a:cubicBezTo>
                  <a:pt x="6414757" y="2617678"/>
                  <a:pt x="6440041" y="2638212"/>
                  <a:pt x="6467190" y="2656051"/>
                </a:cubicBezTo>
                <a:cubicBezTo>
                  <a:pt x="6628350" y="2761278"/>
                  <a:pt x="6856680" y="2748508"/>
                  <a:pt x="7010177" y="2625403"/>
                </a:cubicBezTo>
                <a:cubicBezTo>
                  <a:pt x="7046036" y="2596735"/>
                  <a:pt x="7078089" y="2563595"/>
                  <a:pt x="7105570" y="2526817"/>
                </a:cubicBezTo>
                <a:cubicBezTo>
                  <a:pt x="7148669" y="2468874"/>
                  <a:pt x="7180527" y="2403674"/>
                  <a:pt x="7205116" y="2332471"/>
                </a:cubicBezTo>
                <a:lnTo>
                  <a:pt x="7236552" y="2203004"/>
                </a:lnTo>
                <a:lnTo>
                  <a:pt x="7242211" y="2185791"/>
                </a:lnTo>
                <a:lnTo>
                  <a:pt x="7251078" y="2143181"/>
                </a:lnTo>
                <a:lnTo>
                  <a:pt x="7261050" y="2102112"/>
                </a:lnTo>
                <a:close/>
                <a:moveTo>
                  <a:pt x="4033273" y="2076022"/>
                </a:moveTo>
                <a:lnTo>
                  <a:pt x="4035309" y="2078522"/>
                </a:lnTo>
                <a:lnTo>
                  <a:pt x="4041286" y="2083019"/>
                </a:lnTo>
                <a:close/>
                <a:moveTo>
                  <a:pt x="3978487" y="2045172"/>
                </a:moveTo>
                <a:lnTo>
                  <a:pt x="4015568" y="2093149"/>
                </a:lnTo>
                <a:lnTo>
                  <a:pt x="4035480" y="2112218"/>
                </a:lnTo>
                <a:close/>
                <a:moveTo>
                  <a:pt x="3381665" y="1958660"/>
                </a:moveTo>
                <a:lnTo>
                  <a:pt x="3391865" y="1979450"/>
                </a:lnTo>
                <a:lnTo>
                  <a:pt x="3393124" y="1981757"/>
                </a:lnTo>
                <a:lnTo>
                  <a:pt x="3386395" y="1965570"/>
                </a:lnTo>
                <a:close/>
                <a:moveTo>
                  <a:pt x="3902656" y="1931181"/>
                </a:moveTo>
                <a:lnTo>
                  <a:pt x="3956837" y="2017161"/>
                </a:lnTo>
                <a:lnTo>
                  <a:pt x="3959142" y="2020143"/>
                </a:lnTo>
                <a:lnTo>
                  <a:pt x="3909971" y="1942073"/>
                </a:lnTo>
                <a:lnTo>
                  <a:pt x="3906070" y="1934576"/>
                </a:lnTo>
                <a:close/>
                <a:moveTo>
                  <a:pt x="5545187" y="1889843"/>
                </a:moveTo>
                <a:cubicBezTo>
                  <a:pt x="5374834" y="1886396"/>
                  <a:pt x="5214825" y="1976809"/>
                  <a:pt x="5042171" y="2174107"/>
                </a:cubicBezTo>
                <a:cubicBezTo>
                  <a:pt x="4953420" y="2275119"/>
                  <a:pt x="4869264" y="2392221"/>
                  <a:pt x="4795070" y="2495658"/>
                </a:cubicBezTo>
                <a:lnTo>
                  <a:pt x="4766976" y="2534736"/>
                </a:lnTo>
                <a:cubicBezTo>
                  <a:pt x="4749352" y="2558999"/>
                  <a:pt x="4730326" y="2584028"/>
                  <a:pt x="4710404" y="2609186"/>
                </a:cubicBezTo>
                <a:cubicBezTo>
                  <a:pt x="4587556" y="2763704"/>
                  <a:pt x="4464834" y="2874165"/>
                  <a:pt x="4345816" y="2937761"/>
                </a:cubicBezTo>
                <a:cubicBezTo>
                  <a:pt x="4210453" y="3009912"/>
                  <a:pt x="4084667" y="3019745"/>
                  <a:pt x="3961308" y="2967644"/>
                </a:cubicBezTo>
                <a:cubicBezTo>
                  <a:pt x="3921707" y="2950608"/>
                  <a:pt x="3884739" y="2928030"/>
                  <a:pt x="3851485" y="2900600"/>
                </a:cubicBezTo>
                <a:cubicBezTo>
                  <a:pt x="3770459" y="2834515"/>
                  <a:pt x="3696616" y="2737039"/>
                  <a:pt x="3631087" y="2609734"/>
                </a:cubicBezTo>
                <a:lnTo>
                  <a:pt x="3580283" y="2498601"/>
                </a:lnTo>
                <a:lnTo>
                  <a:pt x="3606169" y="2586965"/>
                </a:lnTo>
                <a:cubicBezTo>
                  <a:pt x="3666444" y="2767279"/>
                  <a:pt x="3780993" y="2997525"/>
                  <a:pt x="3984165" y="3069803"/>
                </a:cubicBezTo>
                <a:cubicBezTo>
                  <a:pt x="4326149" y="3191630"/>
                  <a:pt x="4635441" y="2798182"/>
                  <a:pt x="4788683" y="2552868"/>
                </a:cubicBezTo>
                <a:cubicBezTo>
                  <a:pt x="4955716" y="2286483"/>
                  <a:pt x="5208054" y="1883841"/>
                  <a:pt x="5561533" y="1905678"/>
                </a:cubicBezTo>
                <a:cubicBezTo>
                  <a:pt x="5751552" y="1917427"/>
                  <a:pt x="5934037" y="2052152"/>
                  <a:pt x="6103879" y="2306149"/>
                </a:cubicBezTo>
                <a:cubicBezTo>
                  <a:pt x="6142190" y="2363232"/>
                  <a:pt x="6178585" y="2423379"/>
                  <a:pt x="6213958" y="2481610"/>
                </a:cubicBezTo>
                <a:lnTo>
                  <a:pt x="6232821" y="2511158"/>
                </a:lnTo>
                <a:lnTo>
                  <a:pt x="6199657" y="2455815"/>
                </a:lnTo>
                <a:cubicBezTo>
                  <a:pt x="6164412" y="2394519"/>
                  <a:pt x="6127888" y="2331179"/>
                  <a:pt x="6089196" y="2271671"/>
                </a:cubicBezTo>
                <a:cubicBezTo>
                  <a:pt x="6062314" y="2230092"/>
                  <a:pt x="6033109" y="2190057"/>
                  <a:pt x="6001719" y="2151759"/>
                </a:cubicBezTo>
                <a:cubicBezTo>
                  <a:pt x="5904539" y="2034530"/>
                  <a:pt x="5746317" y="1893802"/>
                  <a:pt x="5545187" y="1889843"/>
                </a:cubicBezTo>
                <a:close/>
                <a:moveTo>
                  <a:pt x="7282735" y="1888637"/>
                </a:moveTo>
                <a:lnTo>
                  <a:pt x="7237435" y="2129447"/>
                </a:lnTo>
                <a:lnTo>
                  <a:pt x="7234942" y="2140100"/>
                </a:lnTo>
                <a:lnTo>
                  <a:pt x="7186534" y="2288367"/>
                </a:lnTo>
                <a:cubicBezTo>
                  <a:pt x="7166659" y="2336893"/>
                  <a:pt x="7143018" y="2383025"/>
                  <a:pt x="7114381" y="2425805"/>
                </a:cubicBezTo>
                <a:cubicBezTo>
                  <a:pt x="7087218" y="2465943"/>
                  <a:pt x="7055613" y="2502874"/>
                  <a:pt x="7020138" y="2535885"/>
                </a:cubicBezTo>
                <a:cubicBezTo>
                  <a:pt x="6926252" y="2622428"/>
                  <a:pt x="6803288" y="2670559"/>
                  <a:pt x="6675599" y="2670737"/>
                </a:cubicBezTo>
                <a:cubicBezTo>
                  <a:pt x="6589257" y="2671838"/>
                  <a:pt x="6505264" y="2647030"/>
                  <a:pt x="6434039" y="2600493"/>
                </a:cubicBezTo>
                <a:lnTo>
                  <a:pt x="6374921" y="2552879"/>
                </a:lnTo>
                <a:lnTo>
                  <a:pt x="6384696" y="2564744"/>
                </a:lnTo>
                <a:cubicBezTo>
                  <a:pt x="6408154" y="2587936"/>
                  <a:pt x="6434103" y="2608444"/>
                  <a:pt x="6462082" y="2625914"/>
                </a:cubicBezTo>
                <a:cubicBezTo>
                  <a:pt x="6626307" y="2728842"/>
                  <a:pt x="6857064" y="2707004"/>
                  <a:pt x="7011198" y="2573811"/>
                </a:cubicBezTo>
                <a:cubicBezTo>
                  <a:pt x="7046534" y="2543380"/>
                  <a:pt x="7078049" y="2508773"/>
                  <a:pt x="7105059" y="2470756"/>
                </a:cubicBezTo>
                <a:cubicBezTo>
                  <a:pt x="7149691" y="2407735"/>
                  <a:pt x="7182236" y="2335664"/>
                  <a:pt x="7207020" y="2259383"/>
                </a:cubicBezTo>
                <a:lnTo>
                  <a:pt x="7234942" y="2140100"/>
                </a:lnTo>
                <a:lnTo>
                  <a:pt x="7236096" y="2136562"/>
                </a:lnTo>
                <a:lnTo>
                  <a:pt x="7237435" y="2129447"/>
                </a:lnTo>
                <a:lnTo>
                  <a:pt x="7262407" y="2022759"/>
                </a:lnTo>
                <a:close/>
                <a:moveTo>
                  <a:pt x="7272763" y="1872023"/>
                </a:moveTo>
                <a:lnTo>
                  <a:pt x="7230814" y="2085403"/>
                </a:lnTo>
                <a:cubicBezTo>
                  <a:pt x="7203868" y="2187804"/>
                  <a:pt x="7167696" y="2284952"/>
                  <a:pt x="7113359" y="2369745"/>
                </a:cubicBezTo>
                <a:cubicBezTo>
                  <a:pt x="7086862" y="2411338"/>
                  <a:pt x="7055855" y="2449878"/>
                  <a:pt x="7020903" y="2484677"/>
                </a:cubicBezTo>
                <a:cubicBezTo>
                  <a:pt x="6924578" y="2581041"/>
                  <a:pt x="6794221" y="2635671"/>
                  <a:pt x="6657977" y="2636769"/>
                </a:cubicBezTo>
                <a:cubicBezTo>
                  <a:pt x="6574651" y="2637985"/>
                  <a:pt x="6493524" y="2614305"/>
                  <a:pt x="6424574" y="2569698"/>
                </a:cubicBezTo>
                <a:lnTo>
                  <a:pt x="6361393" y="2519332"/>
                </a:lnTo>
                <a:lnTo>
                  <a:pt x="6377416" y="2538822"/>
                </a:lnTo>
                <a:cubicBezTo>
                  <a:pt x="6401335" y="2562217"/>
                  <a:pt x="6427909" y="2582751"/>
                  <a:pt x="6456591" y="2599991"/>
                </a:cubicBezTo>
                <a:cubicBezTo>
                  <a:pt x="6624135" y="2700620"/>
                  <a:pt x="6857318" y="2669716"/>
                  <a:pt x="7011326" y="2526434"/>
                </a:cubicBezTo>
                <a:cubicBezTo>
                  <a:pt x="7046074" y="2494151"/>
                  <a:pt x="7077016" y="2457987"/>
                  <a:pt x="7103527" y="2418654"/>
                </a:cubicBezTo>
                <a:cubicBezTo>
                  <a:pt x="7160034" y="2334563"/>
                  <a:pt x="7196877" y="2236744"/>
                  <a:pt x="7223741" y="2132986"/>
                </a:cubicBezTo>
                <a:close/>
                <a:moveTo>
                  <a:pt x="5528330" y="1860983"/>
                </a:moveTo>
                <a:cubicBezTo>
                  <a:pt x="5358488" y="1864814"/>
                  <a:pt x="5202564" y="1956377"/>
                  <a:pt x="5022889" y="2157889"/>
                </a:cubicBezTo>
                <a:cubicBezTo>
                  <a:pt x="4954696" y="2233744"/>
                  <a:pt x="4889313" y="2315344"/>
                  <a:pt x="4826100" y="2394264"/>
                </a:cubicBezTo>
                <a:cubicBezTo>
                  <a:pt x="4793537" y="2434872"/>
                  <a:pt x="4762250" y="2473183"/>
                  <a:pt x="4732496" y="2509195"/>
                </a:cubicBezTo>
                <a:cubicBezTo>
                  <a:pt x="4714363" y="2530904"/>
                  <a:pt x="4694185" y="2553252"/>
                  <a:pt x="4672221" y="2577387"/>
                </a:cubicBezTo>
                <a:cubicBezTo>
                  <a:pt x="4547585" y="2711602"/>
                  <a:pt x="4425502" y="2805079"/>
                  <a:pt x="4309165" y="2855138"/>
                </a:cubicBezTo>
                <a:cubicBezTo>
                  <a:pt x="4178272" y="2911326"/>
                  <a:pt x="4058233" y="2910561"/>
                  <a:pt x="3941898" y="2852711"/>
                </a:cubicBezTo>
                <a:cubicBezTo>
                  <a:pt x="3903535" y="2833301"/>
                  <a:pt x="3867894" y="2808909"/>
                  <a:pt x="3835905" y="2780177"/>
                </a:cubicBezTo>
                <a:cubicBezTo>
                  <a:pt x="3735404" y="2690786"/>
                  <a:pt x="3639372" y="2551847"/>
                  <a:pt x="3542192" y="2353783"/>
                </a:cubicBezTo>
                <a:lnTo>
                  <a:pt x="3529547" y="2325376"/>
                </a:lnTo>
                <a:lnTo>
                  <a:pt x="3533018" y="2337235"/>
                </a:lnTo>
                <a:lnTo>
                  <a:pt x="3580119" y="2467182"/>
                </a:lnTo>
                <a:cubicBezTo>
                  <a:pt x="3659166" y="2661032"/>
                  <a:pt x="3753027" y="2803292"/>
                  <a:pt x="3859275" y="2889873"/>
                </a:cubicBezTo>
                <a:cubicBezTo>
                  <a:pt x="3891557" y="2916524"/>
                  <a:pt x="3927454" y="2938450"/>
                  <a:pt x="3965904" y="2955001"/>
                </a:cubicBezTo>
                <a:cubicBezTo>
                  <a:pt x="4085305" y="3005442"/>
                  <a:pt x="4207260" y="2995737"/>
                  <a:pt x="4338794" y="2925629"/>
                </a:cubicBezTo>
                <a:cubicBezTo>
                  <a:pt x="4456279" y="2862927"/>
                  <a:pt x="4577467" y="2753615"/>
                  <a:pt x="4699166" y="2600629"/>
                </a:cubicBezTo>
                <a:cubicBezTo>
                  <a:pt x="4719087" y="2575089"/>
                  <a:pt x="4737476" y="2550698"/>
                  <a:pt x="4755482" y="2526563"/>
                </a:cubicBezTo>
                <a:lnTo>
                  <a:pt x="4783449" y="2487614"/>
                </a:lnTo>
                <a:cubicBezTo>
                  <a:pt x="4858027" y="2384175"/>
                  <a:pt x="4942565" y="2266690"/>
                  <a:pt x="5031956" y="2165296"/>
                </a:cubicBezTo>
                <a:cubicBezTo>
                  <a:pt x="5207545" y="1964677"/>
                  <a:pt x="5370748" y="1873115"/>
                  <a:pt x="5545443" y="1876435"/>
                </a:cubicBezTo>
                <a:cubicBezTo>
                  <a:pt x="5751808" y="1880521"/>
                  <a:pt x="5913095" y="2023674"/>
                  <a:pt x="6012063" y="2143203"/>
                </a:cubicBezTo>
                <a:cubicBezTo>
                  <a:pt x="6043785" y="2181935"/>
                  <a:pt x="6073322" y="2222391"/>
                  <a:pt x="6100561" y="2264392"/>
                </a:cubicBezTo>
                <a:lnTo>
                  <a:pt x="6187524" y="2409429"/>
                </a:lnTo>
                <a:lnTo>
                  <a:pt x="6084343" y="2230296"/>
                </a:lnTo>
                <a:cubicBezTo>
                  <a:pt x="6057677" y="2187617"/>
                  <a:pt x="6028154" y="2146778"/>
                  <a:pt x="5995973" y="2108084"/>
                </a:cubicBezTo>
                <a:cubicBezTo>
                  <a:pt x="5859332" y="1945139"/>
                  <a:pt x="5693577" y="1857280"/>
                  <a:pt x="5528330" y="1860983"/>
                </a:cubicBezTo>
                <a:close/>
                <a:moveTo>
                  <a:pt x="5512495" y="1831357"/>
                </a:moveTo>
                <a:cubicBezTo>
                  <a:pt x="5300128" y="1844892"/>
                  <a:pt x="5129390" y="2003880"/>
                  <a:pt x="5004499" y="2140905"/>
                </a:cubicBezTo>
                <a:cubicBezTo>
                  <a:pt x="4958910" y="2190835"/>
                  <a:pt x="4913320" y="2243066"/>
                  <a:pt x="4869135" y="2294146"/>
                </a:cubicBezTo>
                <a:cubicBezTo>
                  <a:pt x="4809499" y="2362594"/>
                  <a:pt x="4753183" y="2427210"/>
                  <a:pt x="4698910" y="2484037"/>
                </a:cubicBezTo>
                <a:cubicBezTo>
                  <a:pt x="4680137" y="2503704"/>
                  <a:pt x="4659194" y="2524009"/>
                  <a:pt x="4635059" y="2545973"/>
                </a:cubicBezTo>
                <a:cubicBezTo>
                  <a:pt x="4510423" y="2660010"/>
                  <a:pt x="4388722" y="2736248"/>
                  <a:pt x="4273409" y="2772771"/>
                </a:cubicBezTo>
                <a:cubicBezTo>
                  <a:pt x="4145708" y="2813252"/>
                  <a:pt x="4034607" y="2802269"/>
                  <a:pt x="3923508" y="2738036"/>
                </a:cubicBezTo>
                <a:cubicBezTo>
                  <a:pt x="3886461" y="2716289"/>
                  <a:pt x="3852173" y="2690185"/>
                  <a:pt x="3821346" y="2660265"/>
                </a:cubicBezTo>
                <a:cubicBezTo>
                  <a:pt x="3705010" y="2548655"/>
                  <a:pt x="3607190" y="2389156"/>
                  <a:pt x="3517161" y="2235402"/>
                </a:cubicBezTo>
                <a:lnTo>
                  <a:pt x="3487195" y="2180695"/>
                </a:lnTo>
                <a:lnTo>
                  <a:pt x="3500689" y="2226795"/>
                </a:lnTo>
                <a:lnTo>
                  <a:pt x="3554579" y="2347908"/>
                </a:lnTo>
                <a:cubicBezTo>
                  <a:pt x="3650994" y="2544441"/>
                  <a:pt x="3746131" y="2682613"/>
                  <a:pt x="3845227" y="2770217"/>
                </a:cubicBezTo>
                <a:cubicBezTo>
                  <a:pt x="3876323" y="2798196"/>
                  <a:pt x="3910968" y="2821936"/>
                  <a:pt x="3948282" y="2840835"/>
                </a:cubicBezTo>
                <a:cubicBezTo>
                  <a:pt x="4060787" y="2896769"/>
                  <a:pt x="4177250" y="2897407"/>
                  <a:pt x="4304186" y="2842879"/>
                </a:cubicBezTo>
                <a:cubicBezTo>
                  <a:pt x="4419118" y="2793587"/>
                  <a:pt x="4539411" y="2701258"/>
                  <a:pt x="4662771" y="2568449"/>
                </a:cubicBezTo>
                <a:cubicBezTo>
                  <a:pt x="4685118" y="2544441"/>
                  <a:pt x="4704657" y="2522220"/>
                  <a:pt x="4722536" y="2500766"/>
                </a:cubicBezTo>
                <a:cubicBezTo>
                  <a:pt x="4752673" y="2464244"/>
                  <a:pt x="4783449" y="2425934"/>
                  <a:pt x="4815884" y="2385835"/>
                </a:cubicBezTo>
                <a:cubicBezTo>
                  <a:pt x="4879735" y="2306789"/>
                  <a:pt x="4944863" y="2225059"/>
                  <a:pt x="5013184" y="2148950"/>
                </a:cubicBezTo>
                <a:cubicBezTo>
                  <a:pt x="5126327" y="2022014"/>
                  <a:pt x="5302938" y="1852554"/>
                  <a:pt x="5528459" y="1847574"/>
                </a:cubicBezTo>
                <a:cubicBezTo>
                  <a:pt x="5697023" y="1843871"/>
                  <a:pt x="5867378" y="1933262"/>
                  <a:pt x="6006700" y="2099401"/>
                </a:cubicBezTo>
                <a:cubicBezTo>
                  <a:pt x="6039264" y="2138542"/>
                  <a:pt x="6069120" y="2179841"/>
                  <a:pt x="6096091" y="2223016"/>
                </a:cubicBezTo>
                <a:lnTo>
                  <a:pt x="6184824" y="2377454"/>
                </a:lnTo>
                <a:lnTo>
                  <a:pt x="6080638" y="2188026"/>
                </a:lnTo>
                <a:cubicBezTo>
                  <a:pt x="6054114" y="2144275"/>
                  <a:pt x="6024219" y="2102645"/>
                  <a:pt x="5991247" y="2063517"/>
                </a:cubicBezTo>
                <a:cubicBezTo>
                  <a:pt x="5857033" y="1905167"/>
                  <a:pt x="5682465" y="1820884"/>
                  <a:pt x="5512495" y="1831357"/>
                </a:cubicBezTo>
                <a:close/>
                <a:moveTo>
                  <a:pt x="3846720" y="1822981"/>
                </a:moveTo>
                <a:lnTo>
                  <a:pt x="3847973" y="1825930"/>
                </a:lnTo>
                <a:lnTo>
                  <a:pt x="3848490" y="1826655"/>
                </a:lnTo>
                <a:close/>
                <a:moveTo>
                  <a:pt x="5562802" y="1799831"/>
                </a:moveTo>
                <a:cubicBezTo>
                  <a:pt x="5540707" y="1799136"/>
                  <a:pt x="5518544" y="1799926"/>
                  <a:pt x="5496404" y="1802241"/>
                </a:cubicBezTo>
                <a:cubicBezTo>
                  <a:pt x="5290422" y="1823949"/>
                  <a:pt x="5122750" y="1977191"/>
                  <a:pt x="4985599" y="2124430"/>
                </a:cubicBezTo>
                <a:lnTo>
                  <a:pt x="4917024" y="2198115"/>
                </a:lnTo>
                <a:cubicBezTo>
                  <a:pt x="4832230" y="2290442"/>
                  <a:pt x="4744499" y="2385835"/>
                  <a:pt x="4664302" y="2458626"/>
                </a:cubicBezTo>
                <a:cubicBezTo>
                  <a:pt x="4644637" y="2476376"/>
                  <a:pt x="4622544" y="2494637"/>
                  <a:pt x="4596876" y="2514175"/>
                </a:cubicBezTo>
                <a:cubicBezTo>
                  <a:pt x="4471984" y="2609824"/>
                  <a:pt x="4354244" y="2667416"/>
                  <a:pt x="4236502" y="2690148"/>
                </a:cubicBezTo>
                <a:cubicBezTo>
                  <a:pt x="4121316" y="2715062"/>
                  <a:pt x="4000970" y="2690760"/>
                  <a:pt x="3904479" y="2623105"/>
                </a:cubicBezTo>
                <a:cubicBezTo>
                  <a:pt x="3868889" y="2598905"/>
                  <a:pt x="3835968" y="2570989"/>
                  <a:pt x="3806277" y="2539844"/>
                </a:cubicBezTo>
                <a:cubicBezTo>
                  <a:pt x="3712800" y="2443045"/>
                  <a:pt x="3626219" y="2315089"/>
                  <a:pt x="3549853" y="2202073"/>
                </a:cubicBezTo>
                <a:cubicBezTo>
                  <a:pt x="3529549" y="2172064"/>
                  <a:pt x="3510010" y="2143330"/>
                  <a:pt x="3491494" y="2116641"/>
                </a:cubicBezTo>
                <a:lnTo>
                  <a:pt x="3417000" y="2006606"/>
                </a:lnTo>
                <a:lnTo>
                  <a:pt x="3450291" y="2086494"/>
                </a:lnTo>
                <a:lnTo>
                  <a:pt x="3528016" y="2228634"/>
                </a:lnTo>
                <a:cubicBezTo>
                  <a:pt x="3617406" y="2381876"/>
                  <a:pt x="3714843" y="2540226"/>
                  <a:pt x="3830030" y="2650688"/>
                </a:cubicBezTo>
                <a:cubicBezTo>
                  <a:pt x="3860115" y="2679830"/>
                  <a:pt x="3893548" y="2705294"/>
                  <a:pt x="3929637" y="2726542"/>
                </a:cubicBezTo>
                <a:cubicBezTo>
                  <a:pt x="4037161" y="2788733"/>
                  <a:pt x="4144941" y="2799333"/>
                  <a:pt x="4268683" y="2760128"/>
                </a:cubicBezTo>
                <a:cubicBezTo>
                  <a:pt x="4382082" y="2724116"/>
                  <a:pt x="4502122" y="2648773"/>
                  <a:pt x="4625354" y="2536267"/>
                </a:cubicBezTo>
                <a:cubicBezTo>
                  <a:pt x="4649362" y="2514303"/>
                  <a:pt x="4669921" y="2494253"/>
                  <a:pt x="4688565" y="2474971"/>
                </a:cubicBezTo>
                <a:cubicBezTo>
                  <a:pt x="4742584" y="2418272"/>
                  <a:pt x="4798772" y="2353782"/>
                  <a:pt x="4858281" y="2285463"/>
                </a:cubicBezTo>
                <a:cubicBezTo>
                  <a:pt x="4902593" y="2234382"/>
                  <a:pt x="4948310" y="2182151"/>
                  <a:pt x="4994027" y="2132221"/>
                </a:cubicBezTo>
                <a:cubicBezTo>
                  <a:pt x="5120579" y="1993409"/>
                  <a:pt x="5293869" y="1832250"/>
                  <a:pt x="5511090" y="1818330"/>
                </a:cubicBezTo>
                <a:cubicBezTo>
                  <a:pt x="5685530" y="1807220"/>
                  <a:pt x="5863801" y="1893546"/>
                  <a:pt x="6000953" y="2055217"/>
                </a:cubicBezTo>
                <a:cubicBezTo>
                  <a:pt x="6034308" y="2094829"/>
                  <a:pt x="6064535" y="2136971"/>
                  <a:pt x="6091365" y="2181258"/>
                </a:cubicBezTo>
                <a:lnTo>
                  <a:pt x="6177457" y="2337861"/>
                </a:lnTo>
                <a:lnTo>
                  <a:pt x="6076552" y="2146140"/>
                </a:lnTo>
                <a:cubicBezTo>
                  <a:pt x="6050131" y="2101406"/>
                  <a:pt x="6019966" y="2058984"/>
                  <a:pt x="5986394" y="2019333"/>
                </a:cubicBezTo>
                <a:cubicBezTo>
                  <a:pt x="5868845" y="1882341"/>
                  <a:pt x="5717467" y="1804696"/>
                  <a:pt x="5562802" y="1799831"/>
                </a:cubicBezTo>
                <a:close/>
                <a:moveTo>
                  <a:pt x="7273405" y="1796984"/>
                </a:moveTo>
                <a:lnTo>
                  <a:pt x="7224810" y="2034896"/>
                </a:lnTo>
                <a:cubicBezTo>
                  <a:pt x="7198153" y="2135189"/>
                  <a:pt x="7163162" y="2230869"/>
                  <a:pt x="7111827" y="2315599"/>
                </a:cubicBezTo>
                <a:cubicBezTo>
                  <a:pt x="7085813" y="2358392"/>
                  <a:pt x="7055421" y="2398363"/>
                  <a:pt x="7021158" y="2434872"/>
                </a:cubicBezTo>
                <a:cubicBezTo>
                  <a:pt x="6921628" y="2540278"/>
                  <a:pt x="6783520" y="2600667"/>
                  <a:pt x="6638565" y="2602161"/>
                </a:cubicBezTo>
                <a:cubicBezTo>
                  <a:pt x="6568674" y="2602876"/>
                  <a:pt x="6499741" y="2585879"/>
                  <a:pt x="6438202" y="2552741"/>
                </a:cubicBezTo>
                <a:lnTo>
                  <a:pt x="6354525" y="2491136"/>
                </a:lnTo>
                <a:lnTo>
                  <a:pt x="6369372" y="2509195"/>
                </a:lnTo>
                <a:cubicBezTo>
                  <a:pt x="6393789" y="2532847"/>
                  <a:pt x="6421014" y="2553381"/>
                  <a:pt x="6450463" y="2570365"/>
                </a:cubicBezTo>
                <a:cubicBezTo>
                  <a:pt x="6621326" y="2668823"/>
                  <a:pt x="6857064" y="2628851"/>
                  <a:pt x="7011071" y="2475355"/>
                </a:cubicBezTo>
                <a:cubicBezTo>
                  <a:pt x="7045256" y="2441272"/>
                  <a:pt x="7075624" y="2403535"/>
                  <a:pt x="7101612" y="2362850"/>
                </a:cubicBezTo>
                <a:cubicBezTo>
                  <a:pt x="7155182" y="2278951"/>
                  <a:pt x="7190939" y="2182631"/>
                  <a:pt x="7217628" y="2080997"/>
                </a:cubicBezTo>
                <a:close/>
                <a:moveTo>
                  <a:pt x="3785864" y="1711293"/>
                </a:moveTo>
                <a:lnTo>
                  <a:pt x="3800564" y="1751831"/>
                </a:lnTo>
                <a:lnTo>
                  <a:pt x="3808749" y="1764990"/>
                </a:lnTo>
                <a:close/>
                <a:moveTo>
                  <a:pt x="8855255" y="1679877"/>
                </a:moveTo>
                <a:lnTo>
                  <a:pt x="8894664" y="1689735"/>
                </a:lnTo>
                <a:lnTo>
                  <a:pt x="8898248" y="1690285"/>
                </a:lnTo>
                <a:close/>
                <a:moveTo>
                  <a:pt x="7269908" y="1671357"/>
                </a:moveTo>
                <a:lnTo>
                  <a:pt x="7213397" y="1931760"/>
                </a:lnTo>
                <a:cubicBezTo>
                  <a:pt x="7187521" y="2027952"/>
                  <a:pt x="7154925" y="2120600"/>
                  <a:pt x="7109271" y="2204499"/>
                </a:cubicBezTo>
                <a:cubicBezTo>
                  <a:pt x="7084293" y="2249693"/>
                  <a:pt x="7055139" y="2292448"/>
                  <a:pt x="7022180" y="2332201"/>
                </a:cubicBezTo>
                <a:cubicBezTo>
                  <a:pt x="6913762" y="2463478"/>
                  <a:pt x="6755923" y="2537161"/>
                  <a:pt x="6607533" y="2537161"/>
                </a:cubicBezTo>
                <a:cubicBezTo>
                  <a:pt x="6544972" y="2537711"/>
                  <a:pt x="6483165" y="2523408"/>
                  <a:pt x="6427219" y="2495402"/>
                </a:cubicBezTo>
                <a:lnTo>
                  <a:pt x="6337965" y="2432415"/>
                </a:lnTo>
                <a:lnTo>
                  <a:pt x="6353408" y="2451218"/>
                </a:lnTo>
                <a:cubicBezTo>
                  <a:pt x="6378719" y="2475290"/>
                  <a:pt x="6407209" y="2495787"/>
                  <a:pt x="6438075" y="2512133"/>
                </a:cubicBezTo>
                <a:cubicBezTo>
                  <a:pt x="6613153" y="2605481"/>
                  <a:pt x="6859489" y="2546101"/>
                  <a:pt x="7010687" y="2374215"/>
                </a:cubicBezTo>
                <a:cubicBezTo>
                  <a:pt x="7043710" y="2336594"/>
                  <a:pt x="7072967" y="2295832"/>
                  <a:pt x="7098035" y="2252515"/>
                </a:cubicBezTo>
                <a:cubicBezTo>
                  <a:pt x="7193938" y="2086503"/>
                  <a:pt x="7231866" y="1879500"/>
                  <a:pt x="7268388" y="1679647"/>
                </a:cubicBezTo>
                <a:close/>
                <a:moveTo>
                  <a:pt x="3099006" y="1654709"/>
                </a:moveTo>
                <a:lnTo>
                  <a:pt x="3161458" y="1688375"/>
                </a:lnTo>
                <a:cubicBezTo>
                  <a:pt x="3184446" y="1703103"/>
                  <a:pt x="3206325" y="1719560"/>
                  <a:pt x="3226898" y="1737623"/>
                </a:cubicBezTo>
                <a:cubicBezTo>
                  <a:pt x="3260713" y="1768170"/>
                  <a:pt x="3291309" y="1802100"/>
                  <a:pt x="3318203" y="1838890"/>
                </a:cubicBezTo>
                <a:cubicBezTo>
                  <a:pt x="3350895" y="1882692"/>
                  <a:pt x="3381160" y="1928281"/>
                  <a:pt x="3416278" y="1981277"/>
                </a:cubicBezTo>
                <a:cubicBezTo>
                  <a:pt x="3442840" y="2021248"/>
                  <a:pt x="3470296" y="2062623"/>
                  <a:pt x="3502475" y="2108979"/>
                </a:cubicBezTo>
                <a:cubicBezTo>
                  <a:pt x="3521120" y="2135797"/>
                  <a:pt x="3540786" y="2164656"/>
                  <a:pt x="3560963" y="2194667"/>
                </a:cubicBezTo>
                <a:cubicBezTo>
                  <a:pt x="3637584" y="2307171"/>
                  <a:pt x="3723272" y="2434618"/>
                  <a:pt x="3816366" y="2530649"/>
                </a:cubicBezTo>
                <a:cubicBezTo>
                  <a:pt x="3845405" y="2561131"/>
                  <a:pt x="3877650" y="2588408"/>
                  <a:pt x="3912524" y="2611995"/>
                </a:cubicBezTo>
                <a:cubicBezTo>
                  <a:pt x="4006117" y="2677837"/>
                  <a:pt x="4123041" y="2701411"/>
                  <a:pt x="4234843" y="2676994"/>
                </a:cubicBezTo>
                <a:cubicBezTo>
                  <a:pt x="4349774" y="2654646"/>
                  <a:pt x="4466365" y="2597947"/>
                  <a:pt x="4589598" y="2503704"/>
                </a:cubicBezTo>
                <a:cubicBezTo>
                  <a:pt x="4615138" y="2484293"/>
                  <a:pt x="4636719" y="2466288"/>
                  <a:pt x="4656257" y="2448664"/>
                </a:cubicBezTo>
                <a:cubicBezTo>
                  <a:pt x="4735943" y="2376386"/>
                  <a:pt x="4823419" y="2281249"/>
                  <a:pt x="4908084" y="2189175"/>
                </a:cubicBezTo>
                <a:cubicBezTo>
                  <a:pt x="4930815" y="2164402"/>
                  <a:pt x="4953546" y="2139627"/>
                  <a:pt x="4976277" y="2115237"/>
                </a:cubicBezTo>
                <a:cubicBezTo>
                  <a:pt x="5114833" y="1966209"/>
                  <a:pt x="5284676" y="1811052"/>
                  <a:pt x="5495128" y="1788960"/>
                </a:cubicBezTo>
                <a:cubicBezTo>
                  <a:pt x="5676591" y="1769804"/>
                  <a:pt x="5859460" y="1850767"/>
                  <a:pt x="5996737" y="2010777"/>
                </a:cubicBezTo>
                <a:cubicBezTo>
                  <a:pt x="6030809" y="2050927"/>
                  <a:pt x="6061394" y="2093911"/>
                  <a:pt x="6088173" y="2139244"/>
                </a:cubicBezTo>
                <a:lnTo>
                  <a:pt x="6122054" y="2203558"/>
                </a:lnTo>
                <a:lnTo>
                  <a:pt x="6071955" y="2104254"/>
                </a:lnTo>
                <a:cubicBezTo>
                  <a:pt x="6045725" y="2058499"/>
                  <a:pt x="6015243" y="2015311"/>
                  <a:pt x="5980904" y="1975276"/>
                </a:cubicBezTo>
                <a:cubicBezTo>
                  <a:pt x="5846180" y="1819992"/>
                  <a:pt x="5663566" y="1746180"/>
                  <a:pt x="5479804" y="1772997"/>
                </a:cubicBezTo>
                <a:cubicBezTo>
                  <a:pt x="5280079" y="1801985"/>
                  <a:pt x="5115345" y="1951012"/>
                  <a:pt x="4966955" y="2107575"/>
                </a:cubicBezTo>
                <a:lnTo>
                  <a:pt x="4964785" y="2109873"/>
                </a:lnTo>
                <a:cubicBezTo>
                  <a:pt x="4853046" y="2227998"/>
                  <a:pt x="4737349" y="2350207"/>
                  <a:pt x="4630719" y="2433213"/>
                </a:cubicBezTo>
                <a:cubicBezTo>
                  <a:pt x="4607821" y="2450848"/>
                  <a:pt x="4584043" y="2467309"/>
                  <a:pt x="4559461" y="2482506"/>
                </a:cubicBezTo>
                <a:cubicBezTo>
                  <a:pt x="4436867" y="2559127"/>
                  <a:pt x="4319382" y="2600502"/>
                  <a:pt x="4200364" y="2607526"/>
                </a:cubicBezTo>
                <a:cubicBezTo>
                  <a:pt x="4083646" y="2614294"/>
                  <a:pt x="3983272" y="2582751"/>
                  <a:pt x="3885708" y="2508174"/>
                </a:cubicBezTo>
                <a:cubicBezTo>
                  <a:pt x="3851484" y="2481676"/>
                  <a:pt x="3819840" y="2452011"/>
                  <a:pt x="3791209" y="2419550"/>
                </a:cubicBezTo>
                <a:cubicBezTo>
                  <a:pt x="3723911" y="2344461"/>
                  <a:pt x="3658145" y="2254558"/>
                  <a:pt x="3594549" y="2167467"/>
                </a:cubicBezTo>
                <a:cubicBezTo>
                  <a:pt x="3549087" y="2105276"/>
                  <a:pt x="3506052" y="2046533"/>
                  <a:pt x="3465955" y="1998007"/>
                </a:cubicBezTo>
                <a:lnTo>
                  <a:pt x="3456121" y="1986003"/>
                </a:lnTo>
                <a:cubicBezTo>
                  <a:pt x="3379500" y="1893675"/>
                  <a:pt x="3324843" y="1827015"/>
                  <a:pt x="3268017" y="1768911"/>
                </a:cubicBezTo>
                <a:cubicBezTo>
                  <a:pt x="3236852" y="1736213"/>
                  <a:pt x="3201761" y="1707774"/>
                  <a:pt x="3163672" y="1684170"/>
                </a:cubicBezTo>
                <a:close/>
                <a:moveTo>
                  <a:pt x="2941014" y="1643000"/>
                </a:moveTo>
                <a:cubicBezTo>
                  <a:pt x="2910103" y="1640915"/>
                  <a:pt x="2879519" y="1642647"/>
                  <a:pt x="2849796" y="1648361"/>
                </a:cubicBezTo>
                <a:cubicBezTo>
                  <a:pt x="2631937" y="1689353"/>
                  <a:pt x="2552125" y="1922663"/>
                  <a:pt x="2527990" y="2020993"/>
                </a:cubicBezTo>
                <a:cubicBezTo>
                  <a:pt x="2505513" y="2112554"/>
                  <a:pt x="2495679" y="2205650"/>
                  <a:pt x="2485209" y="2304362"/>
                </a:cubicBezTo>
                <a:cubicBezTo>
                  <a:pt x="2477280" y="2394595"/>
                  <a:pt x="2464496" y="2484319"/>
                  <a:pt x="2446898" y="2573173"/>
                </a:cubicBezTo>
                <a:cubicBezTo>
                  <a:pt x="2403990" y="2772387"/>
                  <a:pt x="2313705" y="2943507"/>
                  <a:pt x="2192517" y="3054097"/>
                </a:cubicBezTo>
                <a:cubicBezTo>
                  <a:pt x="2110367" y="3131292"/>
                  <a:pt x="2002448" y="3175170"/>
                  <a:pt x="1889737" y="3177201"/>
                </a:cubicBezTo>
                <a:cubicBezTo>
                  <a:pt x="1829463" y="3177826"/>
                  <a:pt x="1770108" y="3162298"/>
                  <a:pt x="1717851" y="3132250"/>
                </a:cubicBezTo>
                <a:cubicBezTo>
                  <a:pt x="1681011" y="3110734"/>
                  <a:pt x="1649420" y="3083556"/>
                  <a:pt x="1621803" y="3052227"/>
                </a:cubicBezTo>
                <a:lnTo>
                  <a:pt x="1551837" y="2950558"/>
                </a:lnTo>
                <a:lnTo>
                  <a:pt x="1556134" y="2962644"/>
                </a:lnTo>
                <a:cubicBezTo>
                  <a:pt x="1606949" y="3095168"/>
                  <a:pt x="1670568" y="3216757"/>
                  <a:pt x="1781956" y="3284469"/>
                </a:cubicBezTo>
                <a:cubicBezTo>
                  <a:pt x="1922427" y="3370030"/>
                  <a:pt x="2118449" y="3338871"/>
                  <a:pt x="2258154" y="3208615"/>
                </a:cubicBezTo>
                <a:cubicBezTo>
                  <a:pt x="2408203" y="3068782"/>
                  <a:pt x="2467967" y="2861139"/>
                  <a:pt x="2491720" y="2711602"/>
                </a:cubicBezTo>
                <a:cubicBezTo>
                  <a:pt x="2505894" y="2622211"/>
                  <a:pt x="2511642" y="2530137"/>
                  <a:pt x="2517261" y="2440875"/>
                </a:cubicBezTo>
                <a:cubicBezTo>
                  <a:pt x="2524283" y="2329903"/>
                  <a:pt x="2531434" y="2215226"/>
                  <a:pt x="2554804" y="2105020"/>
                </a:cubicBezTo>
                <a:cubicBezTo>
                  <a:pt x="2594008" y="1919981"/>
                  <a:pt x="2704215" y="1704932"/>
                  <a:pt x="2895639" y="1656789"/>
                </a:cubicBezTo>
                <a:lnTo>
                  <a:pt x="2967470" y="1647980"/>
                </a:lnTo>
                <a:close/>
                <a:moveTo>
                  <a:pt x="9151626" y="1631097"/>
                </a:moveTo>
                <a:lnTo>
                  <a:pt x="9200126" y="1648999"/>
                </a:lnTo>
                <a:lnTo>
                  <a:pt x="9214108" y="1651442"/>
                </a:lnTo>
                <a:close/>
                <a:moveTo>
                  <a:pt x="7307461" y="1628102"/>
                </a:moveTo>
                <a:lnTo>
                  <a:pt x="7297122" y="1672878"/>
                </a:lnTo>
                <a:lnTo>
                  <a:pt x="7293724" y="1692427"/>
                </a:lnTo>
                <a:close/>
                <a:moveTo>
                  <a:pt x="3755422" y="1627342"/>
                </a:moveTo>
                <a:lnTo>
                  <a:pt x="3766606" y="1658186"/>
                </a:lnTo>
                <a:lnTo>
                  <a:pt x="3762301" y="1641856"/>
                </a:lnTo>
                <a:close/>
                <a:moveTo>
                  <a:pt x="2893031" y="1624796"/>
                </a:moveTo>
                <a:cubicBezTo>
                  <a:pt x="2861281" y="1622254"/>
                  <a:pt x="2829907" y="1622852"/>
                  <a:pt x="2799610" y="1626778"/>
                </a:cubicBezTo>
                <a:cubicBezTo>
                  <a:pt x="2608057" y="1651553"/>
                  <a:pt x="2523646" y="1807604"/>
                  <a:pt x="2486997" y="1934156"/>
                </a:cubicBezTo>
                <a:cubicBezTo>
                  <a:pt x="2466346" y="2012029"/>
                  <a:pt x="2450526" y="2091101"/>
                  <a:pt x="2439619" y="2170915"/>
                </a:cubicBezTo>
                <a:cubicBezTo>
                  <a:pt x="2427462" y="2259206"/>
                  <a:pt x="2409930" y="2346669"/>
                  <a:pt x="2387135" y="2432829"/>
                </a:cubicBezTo>
                <a:cubicBezTo>
                  <a:pt x="2336053" y="2616719"/>
                  <a:pt x="2239382" y="2779028"/>
                  <a:pt x="2116152" y="2889745"/>
                </a:cubicBezTo>
                <a:cubicBezTo>
                  <a:pt x="1979129" y="3013744"/>
                  <a:pt x="1796003" y="3044774"/>
                  <a:pt x="1660641" y="2968664"/>
                </a:cubicBezTo>
                <a:cubicBezTo>
                  <a:pt x="1589704" y="2928886"/>
                  <a:pt x="1538622" y="2867844"/>
                  <a:pt x="1497757" y="2796842"/>
                </a:cubicBezTo>
                <a:lnTo>
                  <a:pt x="1496173" y="2793589"/>
                </a:lnTo>
                <a:lnTo>
                  <a:pt x="1505891" y="2821237"/>
                </a:lnTo>
                <a:lnTo>
                  <a:pt x="1545698" y="2910918"/>
                </a:lnTo>
                <a:cubicBezTo>
                  <a:pt x="1589171" y="2998162"/>
                  <a:pt x="1644168" y="3073891"/>
                  <a:pt x="1724619" y="3121013"/>
                </a:cubicBezTo>
                <a:cubicBezTo>
                  <a:pt x="1859090" y="3199804"/>
                  <a:pt x="2047448" y="3168389"/>
                  <a:pt x="2182812" y="3044392"/>
                </a:cubicBezTo>
                <a:cubicBezTo>
                  <a:pt x="2301957" y="2935334"/>
                  <a:pt x="2390837" y="2767025"/>
                  <a:pt x="2433106" y="2570492"/>
                </a:cubicBezTo>
                <a:cubicBezTo>
                  <a:pt x="2450667" y="2482109"/>
                  <a:pt x="2463448" y="2392847"/>
                  <a:pt x="2471417" y="2303085"/>
                </a:cubicBezTo>
                <a:cubicBezTo>
                  <a:pt x="2481888" y="2203988"/>
                  <a:pt x="2491850" y="2110256"/>
                  <a:pt x="2514579" y="2017928"/>
                </a:cubicBezTo>
                <a:cubicBezTo>
                  <a:pt x="2539354" y="1917045"/>
                  <a:pt x="2621337" y="1677732"/>
                  <a:pt x="2846603" y="1634824"/>
                </a:cubicBezTo>
                <a:lnTo>
                  <a:pt x="2923872" y="1630231"/>
                </a:lnTo>
                <a:close/>
                <a:moveTo>
                  <a:pt x="2965640" y="1610093"/>
                </a:moveTo>
                <a:lnTo>
                  <a:pt x="3083486" y="1647638"/>
                </a:lnTo>
                <a:lnTo>
                  <a:pt x="3041348" y="1628440"/>
                </a:lnTo>
                <a:close/>
                <a:moveTo>
                  <a:pt x="2750060" y="1605325"/>
                </a:moveTo>
                <a:cubicBezTo>
                  <a:pt x="2596817" y="1616052"/>
                  <a:pt x="2500660" y="1692928"/>
                  <a:pt x="2446642" y="1847957"/>
                </a:cubicBezTo>
                <a:cubicBezTo>
                  <a:pt x="2425852" y="1912305"/>
                  <a:pt x="2408792" y="1977792"/>
                  <a:pt x="2395562" y="2044106"/>
                </a:cubicBezTo>
                <a:cubicBezTo>
                  <a:pt x="2378603" y="2128287"/>
                  <a:pt x="2356254" y="2211293"/>
                  <a:pt x="2328646" y="2292614"/>
                </a:cubicBezTo>
                <a:cubicBezTo>
                  <a:pt x="2270121" y="2458536"/>
                  <a:pt x="2171291" y="2607333"/>
                  <a:pt x="2041063" y="2725648"/>
                </a:cubicBezTo>
                <a:cubicBezTo>
                  <a:pt x="1908382" y="2842622"/>
                  <a:pt x="1732664" y="2874548"/>
                  <a:pt x="1603813" y="2805334"/>
                </a:cubicBezTo>
                <a:cubicBezTo>
                  <a:pt x="1535301" y="2768620"/>
                  <a:pt x="1485658" y="2711953"/>
                  <a:pt x="1445734" y="2645932"/>
                </a:cubicBezTo>
                <a:lnTo>
                  <a:pt x="1431347" y="2617892"/>
                </a:lnTo>
                <a:lnTo>
                  <a:pt x="1454890" y="2677823"/>
                </a:lnTo>
                <a:cubicBezTo>
                  <a:pt x="1503664" y="2793274"/>
                  <a:pt x="1564004" y="2898940"/>
                  <a:pt x="1667153" y="2956405"/>
                </a:cubicBezTo>
                <a:cubicBezTo>
                  <a:pt x="1797408" y="3029706"/>
                  <a:pt x="1973636" y="2998674"/>
                  <a:pt x="2107213" y="2879784"/>
                </a:cubicBezTo>
                <a:cubicBezTo>
                  <a:pt x="2228656" y="2770728"/>
                  <a:pt x="2323539" y="2610589"/>
                  <a:pt x="2374236" y="2429126"/>
                </a:cubicBezTo>
                <a:cubicBezTo>
                  <a:pt x="2397044" y="2343528"/>
                  <a:pt x="2414615" y="2256615"/>
                  <a:pt x="2426848" y="2168872"/>
                </a:cubicBezTo>
                <a:cubicBezTo>
                  <a:pt x="2437756" y="2088521"/>
                  <a:pt x="2453654" y="2008939"/>
                  <a:pt x="2474483" y="1930580"/>
                </a:cubicBezTo>
                <a:cubicBezTo>
                  <a:pt x="2512792" y="1800198"/>
                  <a:pt x="2598991" y="1639294"/>
                  <a:pt x="2798203" y="1613498"/>
                </a:cubicBezTo>
                <a:lnTo>
                  <a:pt x="2877515" y="1611815"/>
                </a:lnTo>
                <a:lnTo>
                  <a:pt x="2848409" y="1607078"/>
                </a:lnTo>
                <a:cubicBezTo>
                  <a:pt x="2815836" y="1604147"/>
                  <a:pt x="2782972" y="1603543"/>
                  <a:pt x="2750060" y="1605325"/>
                </a:cubicBezTo>
                <a:close/>
                <a:moveTo>
                  <a:pt x="2700768" y="1584127"/>
                </a:moveTo>
                <a:cubicBezTo>
                  <a:pt x="2509216" y="1586041"/>
                  <a:pt x="2444215" y="1674794"/>
                  <a:pt x="2406417" y="1761376"/>
                </a:cubicBezTo>
                <a:cubicBezTo>
                  <a:pt x="2384911" y="1814181"/>
                  <a:pt x="2366408" y="1868147"/>
                  <a:pt x="2350994" y="1923046"/>
                </a:cubicBezTo>
                <a:cubicBezTo>
                  <a:pt x="2328992" y="2001173"/>
                  <a:pt x="2301816" y="2077755"/>
                  <a:pt x="2269649" y="2152270"/>
                </a:cubicBezTo>
                <a:cubicBezTo>
                  <a:pt x="2198570" y="2308602"/>
                  <a:pt x="2094902" y="2447924"/>
                  <a:pt x="1965592" y="2560914"/>
                </a:cubicBezTo>
                <a:cubicBezTo>
                  <a:pt x="1837891" y="2671375"/>
                  <a:pt x="1669580" y="2703556"/>
                  <a:pt x="1546732" y="2641238"/>
                </a:cubicBezTo>
                <a:cubicBezTo>
                  <a:pt x="1480964" y="2607908"/>
                  <a:pt x="1433077" y="2555870"/>
                  <a:pt x="1394272" y="2495084"/>
                </a:cubicBezTo>
                <a:lnTo>
                  <a:pt x="1367525" y="2445918"/>
                </a:lnTo>
                <a:lnTo>
                  <a:pt x="1404332" y="2534518"/>
                </a:lnTo>
                <a:cubicBezTo>
                  <a:pt x="1452207" y="2641900"/>
                  <a:pt x="1511038" y="2740144"/>
                  <a:pt x="1610454" y="2793203"/>
                </a:cubicBezTo>
                <a:cubicBezTo>
                  <a:pt x="1734452" y="2859862"/>
                  <a:pt x="1904167" y="2828576"/>
                  <a:pt x="2032506" y="2715305"/>
                </a:cubicBezTo>
                <a:cubicBezTo>
                  <a:pt x="2161115" y="2598585"/>
                  <a:pt x="2258666" y="2451704"/>
                  <a:pt x="2316387" y="2287888"/>
                </a:cubicBezTo>
                <a:cubicBezTo>
                  <a:pt x="2343753" y="2207067"/>
                  <a:pt x="2365935" y="2124571"/>
                  <a:pt x="2382791" y="2040914"/>
                </a:cubicBezTo>
                <a:cubicBezTo>
                  <a:pt x="2396264" y="1974075"/>
                  <a:pt x="2413567" y="1908079"/>
                  <a:pt x="2434639" y="1843233"/>
                </a:cubicBezTo>
                <a:cubicBezTo>
                  <a:pt x="2489804" y="1685010"/>
                  <a:pt x="2592987" y="1602898"/>
                  <a:pt x="2749806" y="1591916"/>
                </a:cubicBezTo>
                <a:lnTo>
                  <a:pt x="2830514" y="1593348"/>
                </a:lnTo>
                <a:lnTo>
                  <a:pt x="2799175" y="1588648"/>
                </a:lnTo>
                <a:cubicBezTo>
                  <a:pt x="2766538" y="1585457"/>
                  <a:pt x="2733693" y="1583942"/>
                  <a:pt x="2700768" y="1584127"/>
                </a:cubicBezTo>
                <a:close/>
                <a:moveTo>
                  <a:pt x="2894149" y="1578983"/>
                </a:moveTo>
                <a:lnTo>
                  <a:pt x="3045691" y="1615669"/>
                </a:lnTo>
                <a:cubicBezTo>
                  <a:pt x="3094677" y="1631530"/>
                  <a:pt x="3141390" y="1653724"/>
                  <a:pt x="3184630" y="1681691"/>
                </a:cubicBezTo>
                <a:cubicBezTo>
                  <a:pt x="3218291" y="1704397"/>
                  <a:pt x="3249489" y="1730536"/>
                  <a:pt x="3277722" y="1759717"/>
                </a:cubicBezTo>
                <a:cubicBezTo>
                  <a:pt x="3334932" y="1817821"/>
                  <a:pt x="3390227" y="1884608"/>
                  <a:pt x="3466593" y="1976809"/>
                </a:cubicBezTo>
                <a:lnTo>
                  <a:pt x="3476426" y="1988812"/>
                </a:lnTo>
                <a:cubicBezTo>
                  <a:pt x="3516907" y="2037595"/>
                  <a:pt x="3559943" y="2096592"/>
                  <a:pt x="3605532" y="2158910"/>
                </a:cubicBezTo>
                <a:cubicBezTo>
                  <a:pt x="3669382" y="2245620"/>
                  <a:pt x="3734510" y="2335267"/>
                  <a:pt x="3801425" y="2409972"/>
                </a:cubicBezTo>
                <a:cubicBezTo>
                  <a:pt x="3829456" y="2441794"/>
                  <a:pt x="3860449" y="2470873"/>
                  <a:pt x="3894009" y="2496809"/>
                </a:cubicBezTo>
                <a:cubicBezTo>
                  <a:pt x="3990552" y="2570365"/>
                  <a:pt x="4084795" y="2600119"/>
                  <a:pt x="4199599" y="2593478"/>
                </a:cubicBezTo>
                <a:cubicBezTo>
                  <a:pt x="4316445" y="2586582"/>
                  <a:pt x="4431759" y="2546357"/>
                  <a:pt x="4552437" y="2470501"/>
                </a:cubicBezTo>
                <a:cubicBezTo>
                  <a:pt x="4579765" y="2453261"/>
                  <a:pt x="4602113" y="2437810"/>
                  <a:pt x="4622545" y="2421975"/>
                </a:cubicBezTo>
                <a:cubicBezTo>
                  <a:pt x="4728282" y="2339481"/>
                  <a:pt x="4843596" y="2217653"/>
                  <a:pt x="4954569" y="2100040"/>
                </a:cubicBezTo>
                <a:lnTo>
                  <a:pt x="4956739" y="2097741"/>
                </a:lnTo>
                <a:cubicBezTo>
                  <a:pt x="5106661" y="1939264"/>
                  <a:pt x="5273566" y="1788705"/>
                  <a:pt x="5477379" y="1758950"/>
                </a:cubicBezTo>
                <a:cubicBezTo>
                  <a:pt x="5665737" y="1731622"/>
                  <a:pt x="5852819" y="1806965"/>
                  <a:pt x="5990609" y="1965826"/>
                </a:cubicBezTo>
                <a:cubicBezTo>
                  <a:pt x="6025485" y="2006486"/>
                  <a:pt x="6056440" y="2050351"/>
                  <a:pt x="6083065" y="2096848"/>
                </a:cubicBezTo>
                <a:lnTo>
                  <a:pt x="6115207" y="2160559"/>
                </a:lnTo>
                <a:lnTo>
                  <a:pt x="6067741" y="2062368"/>
                </a:lnTo>
                <a:cubicBezTo>
                  <a:pt x="6041676" y="2015605"/>
                  <a:pt x="6010914" y="1971611"/>
                  <a:pt x="5975923" y="1931091"/>
                </a:cubicBezTo>
                <a:cubicBezTo>
                  <a:pt x="5842476" y="1778871"/>
                  <a:pt x="5650924" y="1708892"/>
                  <a:pt x="5463585" y="1743626"/>
                </a:cubicBezTo>
                <a:cubicBezTo>
                  <a:pt x="5260668" y="1781937"/>
                  <a:pt x="5097849" y="1935944"/>
                  <a:pt x="4948310" y="2090973"/>
                </a:cubicBezTo>
                <a:cubicBezTo>
                  <a:pt x="4833379" y="2210758"/>
                  <a:pt x="4710403" y="2332073"/>
                  <a:pt x="4596749" y="2407801"/>
                </a:cubicBezTo>
                <a:cubicBezTo>
                  <a:pt x="4572677" y="2423623"/>
                  <a:pt x="4547698" y="2437990"/>
                  <a:pt x="4521916" y="2450836"/>
                </a:cubicBezTo>
                <a:cubicBezTo>
                  <a:pt x="4399961" y="2512260"/>
                  <a:pt x="4286307" y="2535885"/>
                  <a:pt x="4164351" y="2524776"/>
                </a:cubicBezTo>
                <a:cubicBezTo>
                  <a:pt x="4052358" y="2514559"/>
                  <a:pt x="3960796" y="2473695"/>
                  <a:pt x="3867446" y="2393242"/>
                </a:cubicBezTo>
                <a:cubicBezTo>
                  <a:pt x="3834780" y="2364408"/>
                  <a:pt x="3804464" y="2333018"/>
                  <a:pt x="3776779" y="2299382"/>
                </a:cubicBezTo>
                <a:cubicBezTo>
                  <a:pt x="3731956" y="2245365"/>
                  <a:pt x="3685600" y="2184450"/>
                  <a:pt x="3640776" y="2124559"/>
                </a:cubicBezTo>
                <a:cubicBezTo>
                  <a:pt x="3573479" y="2035168"/>
                  <a:pt x="3503880" y="1943350"/>
                  <a:pt x="3441180" y="1879245"/>
                </a:cubicBezTo>
                <a:cubicBezTo>
                  <a:pt x="3376435" y="1810593"/>
                  <a:pt x="3305611" y="1747929"/>
                  <a:pt x="3229579" y="1692034"/>
                </a:cubicBezTo>
                <a:cubicBezTo>
                  <a:pt x="3200400" y="1671079"/>
                  <a:pt x="3169166" y="1653162"/>
                  <a:pt x="3136358" y="1638528"/>
                </a:cubicBezTo>
                <a:cubicBezTo>
                  <a:pt x="3092008" y="1619832"/>
                  <a:pt x="3045894" y="1605671"/>
                  <a:pt x="2998695" y="1596259"/>
                </a:cubicBezTo>
                <a:close/>
                <a:moveTo>
                  <a:pt x="2650964" y="1562035"/>
                </a:moveTo>
                <a:cubicBezTo>
                  <a:pt x="2471417" y="1553351"/>
                  <a:pt x="2410376" y="1596770"/>
                  <a:pt x="2365681" y="1674539"/>
                </a:cubicBezTo>
                <a:cubicBezTo>
                  <a:pt x="2342094" y="1718404"/>
                  <a:pt x="2321355" y="1763752"/>
                  <a:pt x="2303617" y="1810286"/>
                </a:cubicBezTo>
                <a:cubicBezTo>
                  <a:pt x="2276864" y="1879270"/>
                  <a:pt x="2245769" y="1946492"/>
                  <a:pt x="2210524" y="2011544"/>
                </a:cubicBezTo>
                <a:cubicBezTo>
                  <a:pt x="2126981" y="2157506"/>
                  <a:pt x="2018704" y="2287825"/>
                  <a:pt x="1890504" y="2396691"/>
                </a:cubicBezTo>
                <a:cubicBezTo>
                  <a:pt x="1765229" y="2502938"/>
                  <a:pt x="1608028" y="2534225"/>
                  <a:pt x="1489522" y="2477398"/>
                </a:cubicBezTo>
                <a:cubicBezTo>
                  <a:pt x="1426373" y="2447325"/>
                  <a:pt x="1379954" y="2399883"/>
                  <a:pt x="1342202" y="2344286"/>
                </a:cubicBezTo>
                <a:lnTo>
                  <a:pt x="1299215" y="2269999"/>
                </a:lnTo>
                <a:lnTo>
                  <a:pt x="1309079" y="2291081"/>
                </a:lnTo>
                <a:cubicBezTo>
                  <a:pt x="1366543" y="2425678"/>
                  <a:pt x="1426053" y="2564873"/>
                  <a:pt x="1553116" y="2629362"/>
                </a:cubicBezTo>
                <a:cubicBezTo>
                  <a:pt x="1671240" y="2689254"/>
                  <a:pt x="1834059" y="2657711"/>
                  <a:pt x="1957163" y="2550954"/>
                </a:cubicBezTo>
                <a:cubicBezTo>
                  <a:pt x="2085056" y="2439125"/>
                  <a:pt x="2187550" y="2301221"/>
                  <a:pt x="2257773" y="2146524"/>
                </a:cubicBezTo>
                <a:cubicBezTo>
                  <a:pt x="2289416" y="2072508"/>
                  <a:pt x="2316042" y="1996435"/>
                  <a:pt x="2337458" y="1918832"/>
                </a:cubicBezTo>
                <a:cubicBezTo>
                  <a:pt x="2353025" y="1863448"/>
                  <a:pt x="2371733" y="1809009"/>
                  <a:pt x="2393517" y="1755757"/>
                </a:cubicBezTo>
                <a:cubicBezTo>
                  <a:pt x="2432979" y="1665216"/>
                  <a:pt x="2500275" y="1572378"/>
                  <a:pt x="2700001" y="1570335"/>
                </a:cubicBezTo>
                <a:lnTo>
                  <a:pt x="2708430" y="1570335"/>
                </a:lnTo>
                <a:lnTo>
                  <a:pt x="2747842" y="1572510"/>
                </a:lnTo>
                <a:close/>
                <a:moveTo>
                  <a:pt x="3754013" y="1561082"/>
                </a:moveTo>
                <a:lnTo>
                  <a:pt x="3773803" y="1636745"/>
                </a:lnTo>
                <a:lnTo>
                  <a:pt x="3781088" y="1652096"/>
                </a:lnTo>
                <a:lnTo>
                  <a:pt x="3767713" y="1609029"/>
                </a:lnTo>
                <a:lnTo>
                  <a:pt x="3761547" y="1579937"/>
                </a:lnTo>
                <a:close/>
                <a:moveTo>
                  <a:pt x="7352073" y="1529467"/>
                </a:moveTo>
                <a:lnTo>
                  <a:pt x="7352033" y="1529598"/>
                </a:lnTo>
                <a:lnTo>
                  <a:pt x="7352019" y="1529662"/>
                </a:lnTo>
                <a:close/>
                <a:moveTo>
                  <a:pt x="2707954" y="1523172"/>
                </a:moveTo>
                <a:lnTo>
                  <a:pt x="2845582" y="1538665"/>
                </a:lnTo>
                <a:cubicBezTo>
                  <a:pt x="2885810" y="1542241"/>
                  <a:pt x="2923736" y="1545689"/>
                  <a:pt x="2957193" y="1549265"/>
                </a:cubicBezTo>
                <a:cubicBezTo>
                  <a:pt x="3004404" y="1553607"/>
                  <a:pt x="3051322" y="1560822"/>
                  <a:pt x="3097664" y="1570846"/>
                </a:cubicBezTo>
                <a:cubicBezTo>
                  <a:pt x="3131124" y="1578240"/>
                  <a:pt x="3163826" y="1588724"/>
                  <a:pt x="3195357" y="1602134"/>
                </a:cubicBezTo>
                <a:cubicBezTo>
                  <a:pt x="3250778" y="1626140"/>
                  <a:pt x="3321268" y="1662407"/>
                  <a:pt x="3423813" y="1750395"/>
                </a:cubicBezTo>
                <a:cubicBezTo>
                  <a:pt x="3512437" y="1827015"/>
                  <a:pt x="3606425" y="1951652"/>
                  <a:pt x="3697348" y="2072713"/>
                </a:cubicBezTo>
                <a:cubicBezTo>
                  <a:pt x="3722888" y="2107064"/>
                  <a:pt x="3747536" y="2139501"/>
                  <a:pt x="3771798" y="2170787"/>
                </a:cubicBezTo>
                <a:cubicBezTo>
                  <a:pt x="3798055" y="2205305"/>
                  <a:pt x="3826634" y="2237997"/>
                  <a:pt x="3857359" y="2268606"/>
                </a:cubicBezTo>
                <a:cubicBezTo>
                  <a:pt x="3943302" y="2353272"/>
                  <a:pt x="4027457" y="2402566"/>
                  <a:pt x="4130129" y="2428744"/>
                </a:cubicBezTo>
                <a:cubicBezTo>
                  <a:pt x="4245583" y="2460158"/>
                  <a:pt x="4368215" y="2452343"/>
                  <a:pt x="4478753" y="2406523"/>
                </a:cubicBezTo>
                <a:cubicBezTo>
                  <a:pt x="4505097" y="2396307"/>
                  <a:pt x="4530702" y="2384279"/>
                  <a:pt x="4555374" y="2370512"/>
                </a:cubicBezTo>
                <a:cubicBezTo>
                  <a:pt x="4684353" y="2297851"/>
                  <a:pt x="4824824" y="2161337"/>
                  <a:pt x="4919323" y="2064923"/>
                </a:cubicBezTo>
                <a:cubicBezTo>
                  <a:pt x="5088400" y="1892653"/>
                  <a:pt x="5244577" y="1746308"/>
                  <a:pt x="5443664" y="1701229"/>
                </a:cubicBezTo>
                <a:cubicBezTo>
                  <a:pt x="5642751" y="1656150"/>
                  <a:pt x="5842348" y="1722555"/>
                  <a:pt x="5980010" y="1878096"/>
                </a:cubicBezTo>
                <a:cubicBezTo>
                  <a:pt x="6016431" y="1919726"/>
                  <a:pt x="6048087" y="1965303"/>
                  <a:pt x="6074381" y="2013970"/>
                </a:cubicBezTo>
                <a:lnTo>
                  <a:pt x="6077451" y="2020589"/>
                </a:lnTo>
                <a:lnTo>
                  <a:pt x="6058802" y="1978596"/>
                </a:lnTo>
                <a:cubicBezTo>
                  <a:pt x="6033096" y="1929789"/>
                  <a:pt x="6001682" y="1884224"/>
                  <a:pt x="5965196" y="1842849"/>
                </a:cubicBezTo>
                <a:cubicBezTo>
                  <a:pt x="5832095" y="1692316"/>
                  <a:pt x="5624579" y="1631223"/>
                  <a:pt x="5431150" y="1685650"/>
                </a:cubicBezTo>
                <a:cubicBezTo>
                  <a:pt x="5229254" y="1739284"/>
                  <a:pt x="5067584" y="1901464"/>
                  <a:pt x="4911023" y="2058282"/>
                </a:cubicBezTo>
                <a:cubicBezTo>
                  <a:pt x="4760590" y="2208969"/>
                  <a:pt x="4635570" y="2306789"/>
                  <a:pt x="4528684" y="2357359"/>
                </a:cubicBezTo>
                <a:cubicBezTo>
                  <a:pt x="4502110" y="2369707"/>
                  <a:pt x="4474564" y="2379834"/>
                  <a:pt x="4446318" y="2387624"/>
                </a:cubicBezTo>
                <a:cubicBezTo>
                  <a:pt x="4290139" y="2431936"/>
                  <a:pt x="4174313" y="2395669"/>
                  <a:pt x="4090797" y="2359146"/>
                </a:cubicBezTo>
                <a:cubicBezTo>
                  <a:pt x="3993360" y="2316622"/>
                  <a:pt x="3912909" y="2256347"/>
                  <a:pt x="3829775" y="2163764"/>
                </a:cubicBezTo>
                <a:cubicBezTo>
                  <a:pt x="3800239" y="2130471"/>
                  <a:pt x="3772528" y="2095596"/>
                  <a:pt x="3746769" y="2059303"/>
                </a:cubicBezTo>
                <a:lnTo>
                  <a:pt x="3736425" y="2045001"/>
                </a:lnTo>
                <a:cubicBezTo>
                  <a:pt x="3628902" y="1895591"/>
                  <a:pt x="3506563" y="1725747"/>
                  <a:pt x="3390356" y="1642486"/>
                </a:cubicBezTo>
                <a:cubicBezTo>
                  <a:pt x="3286406" y="1567908"/>
                  <a:pt x="3211575" y="1547476"/>
                  <a:pt x="3152196" y="1537260"/>
                </a:cubicBezTo>
                <a:cubicBezTo>
                  <a:pt x="3119822" y="1532267"/>
                  <a:pt x="3087130" y="1529674"/>
                  <a:pt x="3054374" y="1529471"/>
                </a:cubicBezTo>
                <a:cubicBezTo>
                  <a:pt x="3026536" y="1529471"/>
                  <a:pt x="2994610" y="1529471"/>
                  <a:pt x="2957577" y="1529471"/>
                </a:cubicBezTo>
                <a:lnTo>
                  <a:pt x="2913266" y="1529471"/>
                </a:lnTo>
                <a:close/>
                <a:moveTo>
                  <a:pt x="2518149" y="1499719"/>
                </a:moveTo>
                <a:lnTo>
                  <a:pt x="2554041" y="1505846"/>
                </a:lnTo>
                <a:lnTo>
                  <a:pt x="2598735" y="1510878"/>
                </a:lnTo>
                <a:close/>
                <a:moveTo>
                  <a:pt x="5642767" y="1482923"/>
                </a:moveTo>
                <a:cubicBezTo>
                  <a:pt x="5537206" y="1475453"/>
                  <a:pt x="5432426" y="1500355"/>
                  <a:pt x="5349803" y="1538282"/>
                </a:cubicBezTo>
                <a:cubicBezTo>
                  <a:pt x="5194008" y="1609922"/>
                  <a:pt x="5066817" y="1733664"/>
                  <a:pt x="4932221" y="1864686"/>
                </a:cubicBezTo>
                <a:cubicBezTo>
                  <a:pt x="4895059" y="1900826"/>
                  <a:pt x="4856620" y="1938242"/>
                  <a:pt x="4817290" y="1974126"/>
                </a:cubicBezTo>
                <a:cubicBezTo>
                  <a:pt x="4724961" y="2059687"/>
                  <a:pt x="4542348" y="2206415"/>
                  <a:pt x="4357565" y="2228380"/>
                </a:cubicBezTo>
                <a:cubicBezTo>
                  <a:pt x="4324004" y="2232237"/>
                  <a:pt x="4290088" y="2231674"/>
                  <a:pt x="4256680" y="2226720"/>
                </a:cubicBezTo>
                <a:cubicBezTo>
                  <a:pt x="4211059" y="2220047"/>
                  <a:pt x="4170458" y="2205753"/>
                  <a:pt x="4134249" y="2186357"/>
                </a:cubicBezTo>
                <a:lnTo>
                  <a:pt x="4040853" y="2117363"/>
                </a:lnTo>
                <a:lnTo>
                  <a:pt x="4089551" y="2164002"/>
                </a:lnTo>
                <a:cubicBezTo>
                  <a:pt x="4144686" y="2207021"/>
                  <a:pt x="4212177" y="2239107"/>
                  <a:pt x="4296396" y="2245236"/>
                </a:cubicBezTo>
                <a:cubicBezTo>
                  <a:pt x="4327746" y="2247573"/>
                  <a:pt x="4359276" y="2246027"/>
                  <a:pt x="4390257" y="2240639"/>
                </a:cubicBezTo>
                <a:cubicBezTo>
                  <a:pt x="4517957" y="2218164"/>
                  <a:pt x="4672987" y="2125708"/>
                  <a:pt x="4827249" y="1980894"/>
                </a:cubicBezTo>
                <a:cubicBezTo>
                  <a:pt x="4858409" y="1951651"/>
                  <a:pt x="4889440" y="1921513"/>
                  <a:pt x="4919450" y="1892270"/>
                </a:cubicBezTo>
                <a:cubicBezTo>
                  <a:pt x="5061071" y="1754863"/>
                  <a:pt x="5194774" y="1624991"/>
                  <a:pt x="5360914" y="1555138"/>
                </a:cubicBezTo>
                <a:cubicBezTo>
                  <a:pt x="5579282" y="1463066"/>
                  <a:pt x="5812593" y="1502909"/>
                  <a:pt x="5955364" y="1657299"/>
                </a:cubicBezTo>
                <a:lnTo>
                  <a:pt x="6050235" y="1798633"/>
                </a:lnTo>
                <a:lnTo>
                  <a:pt x="6038369" y="1769293"/>
                </a:lnTo>
                <a:cubicBezTo>
                  <a:pt x="6013531" y="1715365"/>
                  <a:pt x="5980495" y="1665613"/>
                  <a:pt x="5940423" y="1621799"/>
                </a:cubicBezTo>
                <a:cubicBezTo>
                  <a:pt x="5854672" y="1530238"/>
                  <a:pt x="5748328" y="1490395"/>
                  <a:pt x="5642767" y="1482923"/>
                </a:cubicBezTo>
                <a:close/>
                <a:moveTo>
                  <a:pt x="7676284" y="1482607"/>
                </a:moveTo>
                <a:cubicBezTo>
                  <a:pt x="7656322" y="1483738"/>
                  <a:pt x="7636680" y="1486563"/>
                  <a:pt x="7617269" y="1491544"/>
                </a:cubicBezTo>
                <a:cubicBezTo>
                  <a:pt x="7538254" y="1511752"/>
                  <a:pt x="7473103" y="1562346"/>
                  <a:pt x="7422677" y="1642301"/>
                </a:cubicBezTo>
                <a:lnTo>
                  <a:pt x="7420706" y="1646189"/>
                </a:lnTo>
                <a:lnTo>
                  <a:pt x="7484035" y="1579359"/>
                </a:lnTo>
                <a:cubicBezTo>
                  <a:pt x="7511648" y="1558053"/>
                  <a:pt x="7543074" y="1541187"/>
                  <a:pt x="7578830" y="1530109"/>
                </a:cubicBezTo>
                <a:cubicBezTo>
                  <a:pt x="7663368" y="1503929"/>
                  <a:pt x="7753909" y="1519764"/>
                  <a:pt x="7834233" y="1533812"/>
                </a:cubicBezTo>
                <a:lnTo>
                  <a:pt x="8703048" y="1685992"/>
                </a:lnTo>
                <a:lnTo>
                  <a:pt x="8497451" y="1644737"/>
                </a:lnTo>
                <a:cubicBezTo>
                  <a:pt x="8389225" y="1621512"/>
                  <a:pt x="8281955" y="1597408"/>
                  <a:pt x="8176473" y="1573911"/>
                </a:cubicBezTo>
                <a:lnTo>
                  <a:pt x="8032937" y="1541985"/>
                </a:lnTo>
                <a:cubicBezTo>
                  <a:pt x="7977642" y="1529854"/>
                  <a:pt x="7922220" y="1517595"/>
                  <a:pt x="7866926" y="1505718"/>
                </a:cubicBezTo>
                <a:cubicBezTo>
                  <a:pt x="7798924" y="1491064"/>
                  <a:pt x="7736168" y="1479212"/>
                  <a:pt x="7676284" y="1482607"/>
                </a:cubicBezTo>
                <a:close/>
                <a:moveTo>
                  <a:pt x="3733863" y="1460330"/>
                </a:moveTo>
                <a:lnTo>
                  <a:pt x="3738225" y="1486873"/>
                </a:lnTo>
                <a:lnTo>
                  <a:pt x="3745888" y="1506057"/>
                </a:lnTo>
                <a:lnTo>
                  <a:pt x="3740308" y="1479730"/>
                </a:lnTo>
                <a:close/>
                <a:moveTo>
                  <a:pt x="3164848" y="1457595"/>
                </a:moveTo>
                <a:cubicBezTo>
                  <a:pt x="3146877" y="1456840"/>
                  <a:pt x="3130133" y="1457447"/>
                  <a:pt x="3114395" y="1458596"/>
                </a:cubicBezTo>
                <a:cubicBezTo>
                  <a:pt x="3084909" y="1461291"/>
                  <a:pt x="3055574" y="1465556"/>
                  <a:pt x="3026536" y="1471366"/>
                </a:cubicBezTo>
                <a:lnTo>
                  <a:pt x="3010189" y="1474431"/>
                </a:lnTo>
                <a:cubicBezTo>
                  <a:pt x="2971114" y="1481454"/>
                  <a:pt x="2926674" y="1489499"/>
                  <a:pt x="2870997" y="1496012"/>
                </a:cubicBezTo>
                <a:cubicBezTo>
                  <a:pt x="2843158" y="1499269"/>
                  <a:pt x="2779784" y="1505463"/>
                  <a:pt x="2702877" y="1505207"/>
                </a:cubicBezTo>
                <a:lnTo>
                  <a:pt x="2625432" y="1501174"/>
                </a:lnTo>
                <a:lnTo>
                  <a:pt x="2682987" y="1509151"/>
                </a:lnTo>
                <a:cubicBezTo>
                  <a:pt x="2750668" y="1514370"/>
                  <a:pt x="2827066" y="1516638"/>
                  <a:pt x="2913010" y="1516062"/>
                </a:cubicBezTo>
                <a:lnTo>
                  <a:pt x="2957321" y="1516062"/>
                </a:lnTo>
                <a:cubicBezTo>
                  <a:pt x="2994484" y="1516062"/>
                  <a:pt x="3026536" y="1515423"/>
                  <a:pt x="3054503" y="1516062"/>
                </a:cubicBezTo>
                <a:cubicBezTo>
                  <a:pt x="3087935" y="1516241"/>
                  <a:pt x="3121317" y="1518885"/>
                  <a:pt x="3154366" y="1523979"/>
                </a:cubicBezTo>
                <a:cubicBezTo>
                  <a:pt x="3215279" y="1534451"/>
                  <a:pt x="3292025" y="1555394"/>
                  <a:pt x="3398018" y="1631504"/>
                </a:cubicBezTo>
                <a:cubicBezTo>
                  <a:pt x="3516524" y="1716553"/>
                  <a:pt x="3638990" y="1886907"/>
                  <a:pt x="3747152" y="2037084"/>
                </a:cubicBezTo>
                <a:lnTo>
                  <a:pt x="3757497" y="2051514"/>
                </a:lnTo>
                <a:cubicBezTo>
                  <a:pt x="3783062" y="2087347"/>
                  <a:pt x="3810480" y="2121827"/>
                  <a:pt x="3839608" y="2154824"/>
                </a:cubicBezTo>
                <a:cubicBezTo>
                  <a:pt x="3921466" y="2245874"/>
                  <a:pt x="4000512" y="2305129"/>
                  <a:pt x="4096032" y="2346376"/>
                </a:cubicBezTo>
                <a:cubicBezTo>
                  <a:pt x="4177506" y="2382005"/>
                  <a:pt x="4290650" y="2417250"/>
                  <a:pt x="4442614" y="2374215"/>
                </a:cubicBezTo>
                <a:cubicBezTo>
                  <a:pt x="4470133" y="2366616"/>
                  <a:pt x="4496963" y="2356707"/>
                  <a:pt x="4522811" y="2344589"/>
                </a:cubicBezTo>
                <a:cubicBezTo>
                  <a:pt x="4628291" y="2294784"/>
                  <a:pt x="4752673" y="2197859"/>
                  <a:pt x="4901445" y="2048194"/>
                </a:cubicBezTo>
                <a:cubicBezTo>
                  <a:pt x="5059156" y="1890099"/>
                  <a:pt x="5222231" y="1726642"/>
                  <a:pt x="5427574" y="1672113"/>
                </a:cubicBezTo>
                <a:cubicBezTo>
                  <a:pt x="5626188" y="1616308"/>
                  <a:pt x="5839207" y="1679201"/>
                  <a:pt x="5975668" y="1833911"/>
                </a:cubicBezTo>
                <a:lnTo>
                  <a:pt x="6068840" y="1968990"/>
                </a:lnTo>
                <a:lnTo>
                  <a:pt x="6055099" y="1936710"/>
                </a:lnTo>
                <a:cubicBezTo>
                  <a:pt x="6029597" y="1886894"/>
                  <a:pt x="5997889" y="1840512"/>
                  <a:pt x="5960728" y="1798665"/>
                </a:cubicBezTo>
                <a:cubicBezTo>
                  <a:pt x="5825492" y="1649127"/>
                  <a:pt x="5615934" y="1594343"/>
                  <a:pt x="5414932" y="1655894"/>
                </a:cubicBezTo>
                <a:cubicBezTo>
                  <a:pt x="5223380" y="1714254"/>
                  <a:pt x="5071926" y="1863920"/>
                  <a:pt x="4911534" y="2022269"/>
                </a:cubicBezTo>
                <a:lnTo>
                  <a:pt x="4892378" y="2041042"/>
                </a:lnTo>
                <a:cubicBezTo>
                  <a:pt x="4741690" y="2189559"/>
                  <a:pt x="4607987" y="2287250"/>
                  <a:pt x="4494716" y="2331306"/>
                </a:cubicBezTo>
                <a:cubicBezTo>
                  <a:pt x="4466839" y="2341957"/>
                  <a:pt x="4438029" y="2349951"/>
                  <a:pt x="4408645" y="2355187"/>
                </a:cubicBezTo>
                <a:cubicBezTo>
                  <a:pt x="4251317" y="2384303"/>
                  <a:pt x="4141239" y="2331179"/>
                  <a:pt x="4054274" y="2275374"/>
                </a:cubicBezTo>
                <a:cubicBezTo>
                  <a:pt x="3967309" y="2219569"/>
                  <a:pt x="3890689" y="2148567"/>
                  <a:pt x="3811641" y="2048320"/>
                </a:cubicBezTo>
                <a:cubicBezTo>
                  <a:pt x="3787379" y="2017672"/>
                  <a:pt x="3761455" y="1981788"/>
                  <a:pt x="3732466" y="1938626"/>
                </a:cubicBezTo>
                <a:cubicBezTo>
                  <a:pt x="3630305" y="1785384"/>
                  <a:pt x="3495453" y="1600473"/>
                  <a:pt x="3365581" y="1523212"/>
                </a:cubicBezTo>
                <a:cubicBezTo>
                  <a:pt x="3283694" y="1474367"/>
                  <a:pt x="3218758" y="1459858"/>
                  <a:pt x="3164848" y="1457595"/>
                </a:cubicBezTo>
                <a:close/>
                <a:moveTo>
                  <a:pt x="3711789" y="1456683"/>
                </a:moveTo>
                <a:lnTo>
                  <a:pt x="3721800" y="1509636"/>
                </a:lnTo>
                <a:lnTo>
                  <a:pt x="3731201" y="1547991"/>
                </a:lnTo>
                <a:lnTo>
                  <a:pt x="3744925" y="1575953"/>
                </a:lnTo>
                <a:lnTo>
                  <a:pt x="3731828" y="1526279"/>
                </a:lnTo>
                <a:lnTo>
                  <a:pt x="3726047" y="1491091"/>
                </a:lnTo>
                <a:lnTo>
                  <a:pt x="3718675" y="1472643"/>
                </a:lnTo>
                <a:close/>
                <a:moveTo>
                  <a:pt x="5632454" y="1442410"/>
                </a:moveTo>
                <a:cubicBezTo>
                  <a:pt x="5524850" y="1437877"/>
                  <a:pt x="5417995" y="1466896"/>
                  <a:pt x="5333712" y="1508782"/>
                </a:cubicBezTo>
                <a:cubicBezTo>
                  <a:pt x="5185324" y="1582466"/>
                  <a:pt x="5063496" y="1701739"/>
                  <a:pt x="4934646" y="1828036"/>
                </a:cubicBezTo>
                <a:cubicBezTo>
                  <a:pt x="4890844" y="1870816"/>
                  <a:pt x="4845255" y="1915256"/>
                  <a:pt x="4799410" y="1957270"/>
                </a:cubicBezTo>
                <a:cubicBezTo>
                  <a:pt x="4704783" y="2043596"/>
                  <a:pt x="4517191" y="2190324"/>
                  <a:pt x="4325000" y="2202456"/>
                </a:cubicBezTo>
                <a:cubicBezTo>
                  <a:pt x="4289933" y="2204525"/>
                  <a:pt x="4254739" y="2201779"/>
                  <a:pt x="4220413" y="2194283"/>
                </a:cubicBezTo>
                <a:cubicBezTo>
                  <a:pt x="4193428" y="2188418"/>
                  <a:pt x="4167525" y="2179785"/>
                  <a:pt x="4142662" y="2168346"/>
                </a:cubicBezTo>
                <a:lnTo>
                  <a:pt x="4084426" y="2133513"/>
                </a:lnTo>
                <a:lnTo>
                  <a:pt x="4139483" y="2174256"/>
                </a:lnTo>
                <a:cubicBezTo>
                  <a:pt x="4174816" y="2193237"/>
                  <a:pt x="4214410" y="2207245"/>
                  <a:pt x="4258850" y="2213821"/>
                </a:cubicBezTo>
                <a:cubicBezTo>
                  <a:pt x="4291083" y="2218547"/>
                  <a:pt x="4323799" y="2219058"/>
                  <a:pt x="4356160" y="2215355"/>
                </a:cubicBezTo>
                <a:cubicBezTo>
                  <a:pt x="4489862" y="2199519"/>
                  <a:pt x="4649873" y="2110384"/>
                  <a:pt x="4807839" y="1964677"/>
                </a:cubicBezTo>
                <a:cubicBezTo>
                  <a:pt x="4846150" y="1928920"/>
                  <a:pt x="4884460" y="1891503"/>
                  <a:pt x="4921876" y="1855492"/>
                </a:cubicBezTo>
                <a:cubicBezTo>
                  <a:pt x="5057366" y="1723577"/>
                  <a:pt x="5185324" y="1598940"/>
                  <a:pt x="5343290" y="1526406"/>
                </a:cubicBezTo>
                <a:cubicBezTo>
                  <a:pt x="5566257" y="1424245"/>
                  <a:pt x="5804165" y="1457958"/>
                  <a:pt x="5949361" y="1612987"/>
                </a:cubicBezTo>
                <a:lnTo>
                  <a:pt x="6047459" y="1760197"/>
                </a:lnTo>
                <a:lnTo>
                  <a:pt x="6034410" y="1726769"/>
                </a:lnTo>
                <a:cubicBezTo>
                  <a:pt x="6009750" y="1671984"/>
                  <a:pt x="5976421" y="1621530"/>
                  <a:pt x="5935697" y="1577358"/>
                </a:cubicBezTo>
                <a:cubicBezTo>
                  <a:pt x="5848414" y="1485031"/>
                  <a:pt x="5740058" y="1446943"/>
                  <a:pt x="5632454" y="1442410"/>
                </a:cubicBezTo>
                <a:close/>
                <a:moveTo>
                  <a:pt x="7323413" y="1438157"/>
                </a:moveTo>
                <a:lnTo>
                  <a:pt x="7295971" y="1540836"/>
                </a:lnTo>
                <a:lnTo>
                  <a:pt x="7289187" y="1575861"/>
                </a:lnTo>
                <a:close/>
                <a:moveTo>
                  <a:pt x="7710753" y="1433615"/>
                </a:moveTo>
                <a:cubicBezTo>
                  <a:pt x="7690251" y="1433829"/>
                  <a:pt x="7669979" y="1435737"/>
                  <a:pt x="7649961" y="1439824"/>
                </a:cubicBezTo>
                <a:cubicBezTo>
                  <a:pt x="7569605" y="1456297"/>
                  <a:pt x="7502035" y="1502940"/>
                  <a:pt x="7447736" y="1578783"/>
                </a:cubicBezTo>
                <a:lnTo>
                  <a:pt x="7425515" y="1616908"/>
                </a:lnTo>
                <a:lnTo>
                  <a:pt x="7468992" y="1562003"/>
                </a:lnTo>
                <a:cubicBezTo>
                  <a:pt x="7510608" y="1520500"/>
                  <a:pt x="7558974" y="1492565"/>
                  <a:pt x="7613821" y="1478518"/>
                </a:cubicBezTo>
                <a:cubicBezTo>
                  <a:pt x="7694274" y="1457831"/>
                  <a:pt x="7777279" y="1472644"/>
                  <a:pt x="7869224" y="1492565"/>
                </a:cubicBezTo>
                <a:cubicBezTo>
                  <a:pt x="7924901" y="1504441"/>
                  <a:pt x="7980452" y="1516701"/>
                  <a:pt x="8035235" y="1528833"/>
                </a:cubicBezTo>
                <a:lnTo>
                  <a:pt x="8179666" y="1561268"/>
                </a:lnTo>
                <a:cubicBezTo>
                  <a:pt x="8285083" y="1585148"/>
                  <a:pt x="8392385" y="1609221"/>
                  <a:pt x="8500627" y="1632334"/>
                </a:cubicBezTo>
                <a:lnTo>
                  <a:pt x="8761705" y="1684546"/>
                </a:lnTo>
                <a:lnTo>
                  <a:pt x="8529440" y="1632206"/>
                </a:lnTo>
                <a:cubicBezTo>
                  <a:pt x="8421149" y="1604751"/>
                  <a:pt x="8314327" y="1575379"/>
                  <a:pt x="8209292" y="1546582"/>
                </a:cubicBezTo>
                <a:cubicBezTo>
                  <a:pt x="8161788" y="1533812"/>
                  <a:pt x="8114410" y="1520404"/>
                  <a:pt x="8066778" y="1507633"/>
                </a:cubicBezTo>
                <a:cubicBezTo>
                  <a:pt x="8002927" y="1490522"/>
                  <a:pt x="7950442" y="1476730"/>
                  <a:pt x="7900766" y="1464215"/>
                </a:cubicBezTo>
                <a:cubicBezTo>
                  <a:pt x="7835830" y="1447550"/>
                  <a:pt x="7772259" y="1432969"/>
                  <a:pt x="7710753" y="1433615"/>
                </a:cubicBezTo>
                <a:close/>
                <a:moveTo>
                  <a:pt x="7340533" y="1426304"/>
                </a:moveTo>
                <a:lnTo>
                  <a:pt x="7296227" y="1604814"/>
                </a:lnTo>
                <a:cubicBezTo>
                  <a:pt x="7291502" y="1630354"/>
                  <a:pt x="7286777" y="1655894"/>
                  <a:pt x="7282180" y="1680796"/>
                </a:cubicBezTo>
                <a:cubicBezTo>
                  <a:pt x="7245274" y="1881670"/>
                  <a:pt x="7207346" y="2089441"/>
                  <a:pt x="7110166" y="2257879"/>
                </a:cubicBezTo>
                <a:cubicBezTo>
                  <a:pt x="7084576" y="2302038"/>
                  <a:pt x="7054629" y="2343542"/>
                  <a:pt x="7020775" y="2381749"/>
                </a:cubicBezTo>
                <a:cubicBezTo>
                  <a:pt x="6916060" y="2502938"/>
                  <a:pt x="6765117" y="2569470"/>
                  <a:pt x="6622603" y="2569470"/>
                </a:cubicBezTo>
                <a:cubicBezTo>
                  <a:pt x="6556529" y="2570159"/>
                  <a:pt x="6491312" y="2554542"/>
                  <a:pt x="6432710" y="2524009"/>
                </a:cubicBezTo>
                <a:lnTo>
                  <a:pt x="6347531" y="2462668"/>
                </a:lnTo>
                <a:lnTo>
                  <a:pt x="6361837" y="2480078"/>
                </a:lnTo>
                <a:cubicBezTo>
                  <a:pt x="6386726" y="2503857"/>
                  <a:pt x="6414590" y="2524340"/>
                  <a:pt x="6444715" y="2540993"/>
                </a:cubicBezTo>
                <a:cubicBezTo>
                  <a:pt x="6616346" y="2636002"/>
                  <a:pt x="6860000" y="2585943"/>
                  <a:pt x="7011326" y="2424529"/>
                </a:cubicBezTo>
                <a:cubicBezTo>
                  <a:pt x="7045064" y="2388708"/>
                  <a:pt x="7075022" y="2349517"/>
                  <a:pt x="7100716" y="2307555"/>
                </a:cubicBezTo>
                <a:cubicBezTo>
                  <a:pt x="7202111" y="2140265"/>
                  <a:pt x="7239145" y="1928154"/>
                  <a:pt x="7274901" y="1723065"/>
                </a:cubicBezTo>
                <a:cubicBezTo>
                  <a:pt x="7277966" y="1705188"/>
                  <a:pt x="7281158" y="1687310"/>
                  <a:pt x="7284352" y="1669431"/>
                </a:cubicBezTo>
                <a:close/>
                <a:moveTo>
                  <a:pt x="5631034" y="1404293"/>
                </a:moveTo>
                <a:cubicBezTo>
                  <a:pt x="5521690" y="1400237"/>
                  <a:pt x="5409951" y="1430439"/>
                  <a:pt x="5317366" y="1480179"/>
                </a:cubicBezTo>
                <a:cubicBezTo>
                  <a:pt x="5175746" y="1555905"/>
                  <a:pt x="5059155" y="1671091"/>
                  <a:pt x="4935667" y="1793046"/>
                </a:cubicBezTo>
                <a:cubicBezTo>
                  <a:pt x="4885609" y="1842467"/>
                  <a:pt x="4833506" y="1893548"/>
                  <a:pt x="4780766" y="1941307"/>
                </a:cubicBezTo>
                <a:cubicBezTo>
                  <a:pt x="4683586" y="2028528"/>
                  <a:pt x="4490884" y="2175256"/>
                  <a:pt x="4290904" y="2177555"/>
                </a:cubicBezTo>
                <a:cubicBezTo>
                  <a:pt x="4254343" y="2177900"/>
                  <a:pt x="4217910" y="2172996"/>
                  <a:pt x="4182740" y="2162997"/>
                </a:cubicBezTo>
                <a:lnTo>
                  <a:pt x="4092820" y="2121794"/>
                </a:lnTo>
                <a:lnTo>
                  <a:pt x="4124098" y="2145330"/>
                </a:lnTo>
                <a:cubicBezTo>
                  <a:pt x="4155405" y="2162653"/>
                  <a:pt x="4188456" y="2175064"/>
                  <a:pt x="4223351" y="2182662"/>
                </a:cubicBezTo>
                <a:cubicBezTo>
                  <a:pt x="4256424" y="2189878"/>
                  <a:pt x="4290317" y="2192547"/>
                  <a:pt x="4324107" y="2190580"/>
                </a:cubicBezTo>
                <a:cubicBezTo>
                  <a:pt x="4512210" y="2178703"/>
                  <a:pt x="4696994" y="2034018"/>
                  <a:pt x="4790471" y="1948841"/>
                </a:cubicBezTo>
                <a:cubicBezTo>
                  <a:pt x="4836317" y="1906955"/>
                  <a:pt x="4881522" y="1862771"/>
                  <a:pt x="4925197" y="1819863"/>
                </a:cubicBezTo>
                <a:cubicBezTo>
                  <a:pt x="5054940" y="1692927"/>
                  <a:pt x="5177406" y="1573017"/>
                  <a:pt x="5327711" y="1498183"/>
                </a:cubicBezTo>
                <a:cubicBezTo>
                  <a:pt x="5500491" y="1412368"/>
                  <a:pt x="5765853" y="1379676"/>
                  <a:pt x="5945402" y="1569696"/>
                </a:cubicBezTo>
                <a:lnTo>
                  <a:pt x="6040639" y="1713811"/>
                </a:lnTo>
                <a:lnTo>
                  <a:pt x="6030069" y="1685777"/>
                </a:lnTo>
                <a:cubicBezTo>
                  <a:pt x="6005486" y="1629984"/>
                  <a:pt x="5971772" y="1578661"/>
                  <a:pt x="5930334" y="1533941"/>
                </a:cubicBezTo>
                <a:cubicBezTo>
                  <a:pt x="5847329" y="1446657"/>
                  <a:pt x="5740379" y="1408347"/>
                  <a:pt x="5631034" y="1404293"/>
                </a:cubicBezTo>
                <a:close/>
                <a:moveTo>
                  <a:pt x="7747045" y="1384856"/>
                </a:moveTo>
                <a:cubicBezTo>
                  <a:pt x="7725982" y="1384122"/>
                  <a:pt x="7705063" y="1385072"/>
                  <a:pt x="7684440" y="1388232"/>
                </a:cubicBezTo>
                <a:cubicBezTo>
                  <a:pt x="7574998" y="1404705"/>
                  <a:pt x="7486118" y="1475325"/>
                  <a:pt x="7419970" y="1596258"/>
                </a:cubicBezTo>
                <a:lnTo>
                  <a:pt x="7412839" y="1612615"/>
                </a:lnTo>
                <a:lnTo>
                  <a:pt x="7437246" y="1570664"/>
                </a:lnTo>
                <a:cubicBezTo>
                  <a:pt x="7493408" y="1492374"/>
                  <a:pt x="7563826" y="1444198"/>
                  <a:pt x="7647534" y="1427054"/>
                </a:cubicBezTo>
                <a:cubicBezTo>
                  <a:pt x="7730285" y="1410070"/>
                  <a:pt x="7816229" y="1428969"/>
                  <a:pt x="7904342" y="1451572"/>
                </a:cubicBezTo>
                <a:cubicBezTo>
                  <a:pt x="7953634" y="1464342"/>
                  <a:pt x="8006503" y="1477879"/>
                  <a:pt x="8070354" y="1494991"/>
                </a:cubicBezTo>
                <a:lnTo>
                  <a:pt x="8212868" y="1533939"/>
                </a:lnTo>
                <a:cubicBezTo>
                  <a:pt x="8317775" y="1562800"/>
                  <a:pt x="8424470" y="1592140"/>
                  <a:pt x="8532600" y="1619548"/>
                </a:cubicBezTo>
                <a:lnTo>
                  <a:pt x="8811595" y="1682440"/>
                </a:lnTo>
                <a:lnTo>
                  <a:pt x="8561060" y="1619803"/>
                </a:lnTo>
                <a:cubicBezTo>
                  <a:pt x="8452690" y="1588118"/>
                  <a:pt x="8346314" y="1553479"/>
                  <a:pt x="8241727" y="1519255"/>
                </a:cubicBezTo>
                <a:cubicBezTo>
                  <a:pt x="8194822" y="1503930"/>
                  <a:pt x="8147995" y="1488771"/>
                  <a:pt x="8101255" y="1473793"/>
                </a:cubicBezTo>
                <a:cubicBezTo>
                  <a:pt x="8038810" y="1454126"/>
                  <a:pt x="7986324" y="1438037"/>
                  <a:pt x="7936394" y="1422712"/>
                </a:cubicBezTo>
                <a:cubicBezTo>
                  <a:pt x="7874715" y="1404419"/>
                  <a:pt x="7810233" y="1387059"/>
                  <a:pt x="7747045" y="1384856"/>
                </a:cubicBezTo>
                <a:close/>
                <a:moveTo>
                  <a:pt x="5620834" y="1363665"/>
                </a:moveTo>
                <a:cubicBezTo>
                  <a:pt x="5509527" y="1362597"/>
                  <a:pt x="5395840" y="1397172"/>
                  <a:pt x="5301533" y="1451445"/>
                </a:cubicBezTo>
                <a:cubicBezTo>
                  <a:pt x="5165786" y="1529087"/>
                  <a:pt x="5048173" y="1646444"/>
                  <a:pt x="4934520" y="1759971"/>
                </a:cubicBezTo>
                <a:cubicBezTo>
                  <a:pt x="4879097" y="1815266"/>
                  <a:pt x="4821887" y="1872476"/>
                  <a:pt x="4762633" y="1925216"/>
                </a:cubicBezTo>
                <a:cubicBezTo>
                  <a:pt x="4662771" y="2013331"/>
                  <a:pt x="4464579" y="2160187"/>
                  <a:pt x="4257447" y="2152270"/>
                </a:cubicBezTo>
                <a:cubicBezTo>
                  <a:pt x="4219418" y="2150814"/>
                  <a:pt x="4181810" y="2143764"/>
                  <a:pt x="4145835" y="2131327"/>
                </a:cubicBezTo>
                <a:lnTo>
                  <a:pt x="4068413" y="2090162"/>
                </a:lnTo>
                <a:lnTo>
                  <a:pt x="4083511" y="2103338"/>
                </a:lnTo>
                <a:cubicBezTo>
                  <a:pt x="4115538" y="2124120"/>
                  <a:pt x="4149730" y="2139628"/>
                  <a:pt x="4186189" y="2149972"/>
                </a:cubicBezTo>
                <a:cubicBezTo>
                  <a:pt x="4220106" y="2159664"/>
                  <a:pt x="4255250" y="2164402"/>
                  <a:pt x="4290520" y="2164018"/>
                </a:cubicBezTo>
                <a:cubicBezTo>
                  <a:pt x="4486159" y="2161848"/>
                  <a:pt x="4675795" y="2017290"/>
                  <a:pt x="4771445" y="1931347"/>
                </a:cubicBezTo>
                <a:cubicBezTo>
                  <a:pt x="4824312" y="1883842"/>
                  <a:pt x="4876031" y="1832762"/>
                  <a:pt x="4925962" y="1783468"/>
                </a:cubicBezTo>
                <a:cubicBezTo>
                  <a:pt x="5044725" y="1666112"/>
                  <a:pt x="5167573" y="1545178"/>
                  <a:pt x="5310855" y="1468558"/>
                </a:cubicBezTo>
                <a:cubicBezTo>
                  <a:pt x="5500618" y="1367162"/>
                  <a:pt x="5768791" y="1345197"/>
                  <a:pt x="5940038" y="1525001"/>
                </a:cubicBezTo>
                <a:cubicBezTo>
                  <a:pt x="5961314" y="1547848"/>
                  <a:pt x="5980585" y="1572408"/>
                  <a:pt x="5997671" y="1598403"/>
                </a:cubicBezTo>
                <a:lnTo>
                  <a:pt x="6032821" y="1663141"/>
                </a:lnTo>
                <a:lnTo>
                  <a:pt x="6025855" y="1644018"/>
                </a:lnTo>
                <a:cubicBezTo>
                  <a:pt x="6001694" y="1587204"/>
                  <a:pt x="5967866" y="1535000"/>
                  <a:pt x="5925864" y="1489755"/>
                </a:cubicBezTo>
                <a:cubicBezTo>
                  <a:pt x="5841071" y="1401450"/>
                  <a:pt x="5732142" y="1364735"/>
                  <a:pt x="5620834" y="1363665"/>
                </a:cubicBezTo>
                <a:close/>
                <a:moveTo>
                  <a:pt x="3187440" y="1363443"/>
                </a:moveTo>
                <a:cubicBezTo>
                  <a:pt x="3143638" y="1362181"/>
                  <a:pt x="3106668" y="1370354"/>
                  <a:pt x="3075701" y="1379676"/>
                </a:cubicBezTo>
                <a:cubicBezTo>
                  <a:pt x="3052331" y="1386700"/>
                  <a:pt x="3029346" y="1395767"/>
                  <a:pt x="3005081" y="1405216"/>
                </a:cubicBezTo>
                <a:lnTo>
                  <a:pt x="2972900" y="1417986"/>
                </a:lnTo>
                <a:cubicBezTo>
                  <a:pt x="2925715" y="1436274"/>
                  <a:pt x="2877279" y="1451126"/>
                  <a:pt x="2827960" y="1462427"/>
                </a:cubicBezTo>
                <a:cubicBezTo>
                  <a:pt x="2770877" y="1475197"/>
                  <a:pt x="2699461" y="1484488"/>
                  <a:pt x="2624996" y="1484870"/>
                </a:cubicBezTo>
                <a:lnTo>
                  <a:pt x="2557090" y="1480778"/>
                </a:lnTo>
                <a:lnTo>
                  <a:pt x="2581320" y="1485204"/>
                </a:lnTo>
                <a:cubicBezTo>
                  <a:pt x="2706900" y="1498582"/>
                  <a:pt x="2827004" y="1487233"/>
                  <a:pt x="2868953" y="1482348"/>
                </a:cubicBezTo>
                <a:cubicBezTo>
                  <a:pt x="2924886" y="1475836"/>
                  <a:pt x="2968303" y="1467791"/>
                  <a:pt x="3007382" y="1460767"/>
                </a:cubicBezTo>
                <a:lnTo>
                  <a:pt x="3023600" y="1457829"/>
                </a:lnTo>
                <a:cubicBezTo>
                  <a:pt x="3053150" y="1451981"/>
                  <a:pt x="3082993" y="1447715"/>
                  <a:pt x="3112990" y="1445059"/>
                </a:cubicBezTo>
                <a:cubicBezTo>
                  <a:pt x="3177989" y="1440335"/>
                  <a:pt x="3259592" y="1445059"/>
                  <a:pt x="3371967" y="1511464"/>
                </a:cubicBezTo>
                <a:cubicBezTo>
                  <a:pt x="3504136" y="1590128"/>
                  <a:pt x="3640139" y="1776955"/>
                  <a:pt x="3743066" y="1930962"/>
                </a:cubicBezTo>
                <a:cubicBezTo>
                  <a:pt x="3771927" y="1973871"/>
                  <a:pt x="3797595" y="2009372"/>
                  <a:pt x="3821730" y="2039765"/>
                </a:cubicBezTo>
                <a:cubicBezTo>
                  <a:pt x="3900267" y="2138860"/>
                  <a:pt x="3974333" y="2207948"/>
                  <a:pt x="4061554" y="2264009"/>
                </a:cubicBezTo>
                <a:cubicBezTo>
                  <a:pt x="4146347" y="2318281"/>
                  <a:pt x="4253106" y="2370000"/>
                  <a:pt x="4406347" y="2341906"/>
                </a:cubicBezTo>
                <a:cubicBezTo>
                  <a:pt x="4434902" y="2336772"/>
                  <a:pt x="4462906" y="2328944"/>
                  <a:pt x="4489991" y="2318536"/>
                </a:cubicBezTo>
                <a:cubicBezTo>
                  <a:pt x="4601475" y="2275246"/>
                  <a:pt x="4733773" y="2178065"/>
                  <a:pt x="4883056" y="2031336"/>
                </a:cubicBezTo>
                <a:lnTo>
                  <a:pt x="4902211" y="2012564"/>
                </a:lnTo>
                <a:cubicBezTo>
                  <a:pt x="5063881" y="1852938"/>
                  <a:pt x="5216612" y="1702250"/>
                  <a:pt x="5411101" y="1642230"/>
                </a:cubicBezTo>
                <a:cubicBezTo>
                  <a:pt x="5617594" y="1579146"/>
                  <a:pt x="5832516" y="1635462"/>
                  <a:pt x="5970815" y="1788960"/>
                </a:cubicBezTo>
                <a:lnTo>
                  <a:pt x="6062310" y="1922438"/>
                </a:lnTo>
                <a:lnTo>
                  <a:pt x="6050884" y="1894440"/>
                </a:lnTo>
                <a:cubicBezTo>
                  <a:pt x="6025485" y="1843577"/>
                  <a:pt x="5993406" y="1796340"/>
                  <a:pt x="5955491" y="1753969"/>
                </a:cubicBezTo>
                <a:cubicBezTo>
                  <a:pt x="5818595" y="1603921"/>
                  <a:pt x="5605207" y="1554755"/>
                  <a:pt x="5398458" y="1626268"/>
                </a:cubicBezTo>
                <a:cubicBezTo>
                  <a:pt x="5217123" y="1688715"/>
                  <a:pt x="5071925" y="1830590"/>
                  <a:pt x="4918429" y="1980639"/>
                </a:cubicBezTo>
                <a:lnTo>
                  <a:pt x="4873605" y="2024185"/>
                </a:lnTo>
                <a:cubicBezTo>
                  <a:pt x="4767996" y="2126346"/>
                  <a:pt x="4610541" y="2258645"/>
                  <a:pt x="4460491" y="2305128"/>
                </a:cubicBezTo>
                <a:cubicBezTo>
                  <a:pt x="4431401" y="2314131"/>
                  <a:pt x="4401429" y="2320031"/>
                  <a:pt x="4371100" y="2322751"/>
                </a:cubicBezTo>
                <a:cubicBezTo>
                  <a:pt x="4210069" y="2337819"/>
                  <a:pt x="4102289" y="2264774"/>
                  <a:pt x="4018262" y="2191602"/>
                </a:cubicBezTo>
                <a:cubicBezTo>
                  <a:pt x="3932817" y="2114840"/>
                  <a:pt x="3857077" y="2027901"/>
                  <a:pt x="3792741" y="1932751"/>
                </a:cubicBezTo>
                <a:cubicBezTo>
                  <a:pt x="3770649" y="1901210"/>
                  <a:pt x="3747407" y="1865835"/>
                  <a:pt x="3717398" y="1817820"/>
                </a:cubicBezTo>
                <a:cubicBezTo>
                  <a:pt x="3581651" y="1600727"/>
                  <a:pt x="3451140" y="1457829"/>
                  <a:pt x="3340168" y="1403813"/>
                </a:cubicBezTo>
                <a:cubicBezTo>
                  <a:pt x="3281873" y="1375399"/>
                  <a:pt x="3231242" y="1364703"/>
                  <a:pt x="3187440" y="1363443"/>
                </a:cubicBezTo>
                <a:close/>
                <a:moveTo>
                  <a:pt x="3698032" y="1353295"/>
                </a:moveTo>
                <a:lnTo>
                  <a:pt x="3704782" y="1408120"/>
                </a:lnTo>
                <a:lnTo>
                  <a:pt x="3717095" y="1436618"/>
                </a:lnTo>
                <a:lnTo>
                  <a:pt x="3708391" y="1383650"/>
                </a:lnTo>
                <a:lnTo>
                  <a:pt x="3700030" y="1358478"/>
                </a:lnTo>
                <a:close/>
                <a:moveTo>
                  <a:pt x="7782881" y="1336260"/>
                </a:moveTo>
                <a:cubicBezTo>
                  <a:pt x="7761252" y="1334558"/>
                  <a:pt x="7739670" y="1334533"/>
                  <a:pt x="7718407" y="1336768"/>
                </a:cubicBezTo>
                <a:cubicBezTo>
                  <a:pt x="7604753" y="1348646"/>
                  <a:pt x="7514085" y="1411602"/>
                  <a:pt x="7442189" y="1529215"/>
                </a:cubicBezTo>
                <a:lnTo>
                  <a:pt x="7422320" y="1569339"/>
                </a:lnTo>
                <a:lnTo>
                  <a:pt x="7463536" y="1506881"/>
                </a:lnTo>
                <a:cubicBezTo>
                  <a:pt x="7523431" y="1432841"/>
                  <a:pt x="7596580" y="1388808"/>
                  <a:pt x="7682013" y="1375590"/>
                </a:cubicBezTo>
                <a:cubicBezTo>
                  <a:pt x="7767189" y="1362819"/>
                  <a:pt x="7856070" y="1385551"/>
                  <a:pt x="7939842" y="1410324"/>
                </a:cubicBezTo>
                <a:cubicBezTo>
                  <a:pt x="7989901" y="1425138"/>
                  <a:pt x="8042003" y="1441229"/>
                  <a:pt x="8104960" y="1461405"/>
                </a:cubicBezTo>
                <a:cubicBezTo>
                  <a:pt x="8151864" y="1476308"/>
                  <a:pt x="8198692" y="1491454"/>
                  <a:pt x="8245431" y="1506867"/>
                </a:cubicBezTo>
                <a:cubicBezTo>
                  <a:pt x="8349827" y="1540836"/>
                  <a:pt x="8456010" y="1575411"/>
                  <a:pt x="8564157" y="1607065"/>
                </a:cubicBezTo>
                <a:lnTo>
                  <a:pt x="8746425" y="1652655"/>
                </a:lnTo>
                <a:lnTo>
                  <a:pt x="8597664" y="1607128"/>
                </a:lnTo>
                <a:cubicBezTo>
                  <a:pt x="8490714" y="1571676"/>
                  <a:pt x="8386350" y="1532407"/>
                  <a:pt x="8283741" y="1494096"/>
                </a:cubicBezTo>
                <a:cubicBezTo>
                  <a:pt x="8234359" y="1475453"/>
                  <a:pt x="8184990" y="1457025"/>
                  <a:pt x="8135608" y="1438802"/>
                </a:cubicBezTo>
                <a:cubicBezTo>
                  <a:pt x="8080185" y="1418497"/>
                  <a:pt x="8024891" y="1399087"/>
                  <a:pt x="7971512" y="1381208"/>
                </a:cubicBezTo>
                <a:cubicBezTo>
                  <a:pt x="7913089" y="1361575"/>
                  <a:pt x="7847770" y="1341367"/>
                  <a:pt x="7782881" y="1336260"/>
                </a:cubicBezTo>
                <a:close/>
                <a:moveTo>
                  <a:pt x="2225520" y="1328528"/>
                </a:moveTo>
                <a:lnTo>
                  <a:pt x="2223541" y="1328772"/>
                </a:lnTo>
                <a:lnTo>
                  <a:pt x="2228155" y="1331883"/>
                </a:lnTo>
                <a:close/>
                <a:moveTo>
                  <a:pt x="5609693" y="1322835"/>
                </a:moveTo>
                <a:cubicBezTo>
                  <a:pt x="5496373" y="1324606"/>
                  <a:pt x="5380708" y="1363267"/>
                  <a:pt x="5284804" y="1421435"/>
                </a:cubicBezTo>
                <a:cubicBezTo>
                  <a:pt x="5155188" y="1500355"/>
                  <a:pt x="5042171" y="1614392"/>
                  <a:pt x="4933626" y="1724598"/>
                </a:cubicBezTo>
                <a:cubicBezTo>
                  <a:pt x="4872712" y="1786278"/>
                  <a:pt x="4809627" y="1850129"/>
                  <a:pt x="4743606" y="1907977"/>
                </a:cubicBezTo>
                <a:cubicBezTo>
                  <a:pt x="4569805" y="2059431"/>
                  <a:pt x="4380167" y="2138861"/>
                  <a:pt x="4223223" y="2125964"/>
                </a:cubicBezTo>
                <a:lnTo>
                  <a:pt x="4117924" y="2100808"/>
                </a:lnTo>
                <a:lnTo>
                  <a:pt x="4149283" y="2117535"/>
                </a:lnTo>
                <a:cubicBezTo>
                  <a:pt x="4184018" y="2129564"/>
                  <a:pt x="4220336" y="2136409"/>
                  <a:pt x="4257063" y="2137838"/>
                </a:cubicBezTo>
                <a:cubicBezTo>
                  <a:pt x="4404943" y="2143330"/>
                  <a:pt x="4585511" y="2061218"/>
                  <a:pt x="4752801" y="1914106"/>
                </a:cubicBezTo>
                <a:cubicBezTo>
                  <a:pt x="4811798" y="1861749"/>
                  <a:pt x="4868881" y="1804666"/>
                  <a:pt x="4924048" y="1749499"/>
                </a:cubicBezTo>
                <a:cubicBezTo>
                  <a:pt x="5038341" y="1635335"/>
                  <a:pt x="5156591" y="1517210"/>
                  <a:pt x="5294382" y="1438675"/>
                </a:cubicBezTo>
                <a:cubicBezTo>
                  <a:pt x="5487593" y="1328341"/>
                  <a:pt x="5760619" y="1298203"/>
                  <a:pt x="5935187" y="1480050"/>
                </a:cubicBezTo>
                <a:cubicBezTo>
                  <a:pt x="5956807" y="1503184"/>
                  <a:pt x="5976345" y="1528101"/>
                  <a:pt x="5993608" y="1554506"/>
                </a:cubicBezTo>
                <a:lnTo>
                  <a:pt x="6027375" y="1617407"/>
                </a:lnTo>
                <a:lnTo>
                  <a:pt x="6021897" y="1601878"/>
                </a:lnTo>
                <a:cubicBezTo>
                  <a:pt x="5997684" y="1544143"/>
                  <a:pt x="5963346" y="1491211"/>
                  <a:pt x="5920501" y="1445571"/>
                </a:cubicBezTo>
                <a:cubicBezTo>
                  <a:pt x="5833984" y="1356180"/>
                  <a:pt x="5723012" y="1321062"/>
                  <a:pt x="5609693" y="1322835"/>
                </a:cubicBezTo>
                <a:close/>
                <a:moveTo>
                  <a:pt x="2176220" y="1311298"/>
                </a:moveTo>
                <a:lnTo>
                  <a:pt x="2172388" y="1312003"/>
                </a:lnTo>
                <a:lnTo>
                  <a:pt x="2176753" y="1317889"/>
                </a:lnTo>
                <a:lnTo>
                  <a:pt x="2182046" y="1317885"/>
                </a:lnTo>
                <a:close/>
                <a:moveTo>
                  <a:pt x="2196907" y="1307492"/>
                </a:moveTo>
                <a:lnTo>
                  <a:pt x="2192513" y="1308300"/>
                </a:lnTo>
                <a:lnTo>
                  <a:pt x="2200044" y="1316847"/>
                </a:lnTo>
                <a:lnTo>
                  <a:pt x="2200308" y="1316847"/>
                </a:lnTo>
                <a:lnTo>
                  <a:pt x="2201842" y="1316847"/>
                </a:lnTo>
                <a:lnTo>
                  <a:pt x="2202204" y="1317129"/>
                </a:lnTo>
                <a:close/>
                <a:moveTo>
                  <a:pt x="7751993" y="1283773"/>
                </a:moveTo>
                <a:cubicBezTo>
                  <a:pt x="7635402" y="1290414"/>
                  <a:pt x="7541031" y="1347624"/>
                  <a:pt x="7463644" y="1460257"/>
                </a:cubicBezTo>
                <a:cubicBezTo>
                  <a:pt x="7441936" y="1491703"/>
                  <a:pt x="7423411" y="1525744"/>
                  <a:pt x="7407606" y="1560961"/>
                </a:cubicBezTo>
                <a:lnTo>
                  <a:pt x="7393681" y="1598739"/>
                </a:lnTo>
                <a:lnTo>
                  <a:pt x="7431590" y="1522191"/>
                </a:lnTo>
                <a:cubicBezTo>
                  <a:pt x="7505018" y="1402408"/>
                  <a:pt x="7601433" y="1335492"/>
                  <a:pt x="7717897" y="1323360"/>
                </a:cubicBezTo>
                <a:cubicBezTo>
                  <a:pt x="7805628" y="1314166"/>
                  <a:pt x="7897445" y="1341876"/>
                  <a:pt x="7976620" y="1368567"/>
                </a:cubicBezTo>
                <a:cubicBezTo>
                  <a:pt x="8030253" y="1386445"/>
                  <a:pt x="8085549" y="1405856"/>
                  <a:pt x="8141098" y="1426159"/>
                </a:cubicBezTo>
                <a:cubicBezTo>
                  <a:pt x="8190646" y="1444294"/>
                  <a:pt x="8239939" y="1462937"/>
                  <a:pt x="8289360" y="1481455"/>
                </a:cubicBezTo>
                <a:cubicBezTo>
                  <a:pt x="8493682" y="1558076"/>
                  <a:pt x="8705794" y="1638272"/>
                  <a:pt x="8929781" y="1684499"/>
                </a:cubicBezTo>
                <a:lnTo>
                  <a:pt x="8932894" y="1684953"/>
                </a:lnTo>
                <a:lnTo>
                  <a:pt x="8791273" y="1648168"/>
                </a:lnTo>
                <a:cubicBezTo>
                  <a:pt x="8625766" y="1597975"/>
                  <a:pt x="8468430" y="1530524"/>
                  <a:pt x="8314902" y="1464726"/>
                </a:cubicBezTo>
                <a:cubicBezTo>
                  <a:pt x="8267395" y="1444294"/>
                  <a:pt x="8218103" y="1423223"/>
                  <a:pt x="8169577" y="1403047"/>
                </a:cubicBezTo>
                <a:cubicBezTo>
                  <a:pt x="8114410" y="1380188"/>
                  <a:pt x="8059371" y="1358351"/>
                  <a:pt x="8006120" y="1338430"/>
                </a:cubicBezTo>
                <a:cubicBezTo>
                  <a:pt x="7923496" y="1307270"/>
                  <a:pt x="7835511" y="1279176"/>
                  <a:pt x="7751993" y="1283773"/>
                </a:cubicBezTo>
                <a:close/>
                <a:moveTo>
                  <a:pt x="5596491" y="1283486"/>
                </a:moveTo>
                <a:cubicBezTo>
                  <a:pt x="5480284" y="1288466"/>
                  <a:pt x="5362510" y="1331214"/>
                  <a:pt x="5268330" y="1392191"/>
                </a:cubicBezTo>
                <a:cubicBezTo>
                  <a:pt x="5144205" y="1472006"/>
                  <a:pt x="5036297" y="1582978"/>
                  <a:pt x="4931837" y="1690374"/>
                </a:cubicBezTo>
                <a:cubicBezTo>
                  <a:pt x="4865688" y="1758439"/>
                  <a:pt x="4797241" y="1828803"/>
                  <a:pt x="4724834" y="1891248"/>
                </a:cubicBezTo>
                <a:cubicBezTo>
                  <a:pt x="4546945" y="2044490"/>
                  <a:pt x="4351818" y="2120472"/>
                  <a:pt x="4189126" y="2100168"/>
                </a:cubicBezTo>
                <a:lnTo>
                  <a:pt x="4081258" y="2069431"/>
                </a:lnTo>
                <a:lnTo>
                  <a:pt x="4112123" y="2085738"/>
                </a:lnTo>
                <a:cubicBezTo>
                  <a:pt x="4147637" y="2100168"/>
                  <a:pt x="4185143" y="2109133"/>
                  <a:pt x="4223351" y="2112300"/>
                </a:cubicBezTo>
                <a:cubicBezTo>
                  <a:pt x="4376593" y="2125070"/>
                  <a:pt x="4562781" y="2046660"/>
                  <a:pt x="4734157" y="1897505"/>
                </a:cubicBezTo>
                <a:cubicBezTo>
                  <a:pt x="4799795" y="1840040"/>
                  <a:pt x="4862751" y="1776444"/>
                  <a:pt x="4923537" y="1714893"/>
                </a:cubicBezTo>
                <a:cubicBezTo>
                  <a:pt x="5033105" y="1604048"/>
                  <a:pt x="5146248" y="1489501"/>
                  <a:pt x="5277270" y="1409686"/>
                </a:cubicBezTo>
                <a:cubicBezTo>
                  <a:pt x="5473674" y="1290158"/>
                  <a:pt x="5751554" y="1251976"/>
                  <a:pt x="5929569" y="1435993"/>
                </a:cubicBezTo>
                <a:cubicBezTo>
                  <a:pt x="5951635" y="1459363"/>
                  <a:pt x="5971512" y="1484619"/>
                  <a:pt x="5988991" y="1511437"/>
                </a:cubicBezTo>
                <a:lnTo>
                  <a:pt x="6022201" y="1573985"/>
                </a:lnTo>
                <a:lnTo>
                  <a:pt x="6017427" y="1559992"/>
                </a:lnTo>
                <a:cubicBezTo>
                  <a:pt x="5993470" y="1501261"/>
                  <a:pt x="5958837" y="1447487"/>
                  <a:pt x="5915266" y="1401386"/>
                </a:cubicBezTo>
                <a:cubicBezTo>
                  <a:pt x="5827343" y="1311294"/>
                  <a:pt x="5712700" y="1278506"/>
                  <a:pt x="5596491" y="1283486"/>
                </a:cubicBezTo>
                <a:close/>
                <a:moveTo>
                  <a:pt x="2080509" y="1280058"/>
                </a:moveTo>
                <a:lnTo>
                  <a:pt x="2101581" y="1300253"/>
                </a:lnTo>
                <a:lnTo>
                  <a:pt x="2103892" y="1300233"/>
                </a:lnTo>
                <a:close/>
                <a:moveTo>
                  <a:pt x="3170829" y="1261184"/>
                </a:moveTo>
                <a:cubicBezTo>
                  <a:pt x="3117016" y="1264863"/>
                  <a:pt x="3072884" y="1282992"/>
                  <a:pt x="3036754" y="1301524"/>
                </a:cubicBezTo>
                <a:cubicBezTo>
                  <a:pt x="3015298" y="1312506"/>
                  <a:pt x="2994737" y="1325021"/>
                  <a:pt x="2972903" y="1338173"/>
                </a:cubicBezTo>
                <a:cubicBezTo>
                  <a:pt x="2959493" y="1346219"/>
                  <a:pt x="2945830" y="1354648"/>
                  <a:pt x="2931398" y="1362821"/>
                </a:cubicBezTo>
                <a:cubicBezTo>
                  <a:pt x="2884838" y="1390060"/>
                  <a:pt x="2835585" y="1412394"/>
                  <a:pt x="2784415" y="1429480"/>
                </a:cubicBezTo>
                <a:cubicBezTo>
                  <a:pt x="2730078" y="1447487"/>
                  <a:pt x="2658437" y="1462109"/>
                  <a:pt x="2582345" y="1465301"/>
                </a:cubicBezTo>
                <a:lnTo>
                  <a:pt x="2495725" y="1461721"/>
                </a:lnTo>
                <a:lnTo>
                  <a:pt x="2514418" y="1465883"/>
                </a:lnTo>
                <a:cubicBezTo>
                  <a:pt x="2624477" y="1480440"/>
                  <a:pt x="2740388" y="1469355"/>
                  <a:pt x="2824768" y="1450296"/>
                </a:cubicBezTo>
                <a:cubicBezTo>
                  <a:pt x="2873485" y="1439186"/>
                  <a:pt x="2921324" y="1424550"/>
                  <a:pt x="2967921" y="1406494"/>
                </a:cubicBezTo>
                <a:lnTo>
                  <a:pt x="2999847" y="1393724"/>
                </a:lnTo>
                <a:cubicBezTo>
                  <a:pt x="3024493" y="1384019"/>
                  <a:pt x="3047606" y="1374824"/>
                  <a:pt x="3071614" y="1368184"/>
                </a:cubicBezTo>
                <a:cubicBezTo>
                  <a:pt x="3135463" y="1348900"/>
                  <a:pt x="3224855" y="1334343"/>
                  <a:pt x="3345786" y="1393724"/>
                </a:cubicBezTo>
                <a:cubicBezTo>
                  <a:pt x="3460718" y="1449785"/>
                  <a:pt x="3589441" y="1590639"/>
                  <a:pt x="3728891" y="1812712"/>
                </a:cubicBezTo>
                <a:cubicBezTo>
                  <a:pt x="3758773" y="1860473"/>
                  <a:pt x="3782014" y="1895718"/>
                  <a:pt x="3803979" y="1927643"/>
                </a:cubicBezTo>
                <a:cubicBezTo>
                  <a:pt x="3867651" y="2021862"/>
                  <a:pt x="3942612" y="2107932"/>
                  <a:pt x="4027201" y="2183940"/>
                </a:cubicBezTo>
                <a:cubicBezTo>
                  <a:pt x="4109186" y="2255325"/>
                  <a:pt x="4213901" y="2326454"/>
                  <a:pt x="4370080" y="2311641"/>
                </a:cubicBezTo>
                <a:cubicBezTo>
                  <a:pt x="4399578" y="2309011"/>
                  <a:pt x="4428719" y="2303327"/>
                  <a:pt x="4457045" y="2294657"/>
                </a:cubicBezTo>
                <a:cubicBezTo>
                  <a:pt x="4604539" y="2248556"/>
                  <a:pt x="4760207" y="2118046"/>
                  <a:pt x="4864795" y="2016523"/>
                </a:cubicBezTo>
                <a:lnTo>
                  <a:pt x="4909490" y="1972977"/>
                </a:lnTo>
                <a:cubicBezTo>
                  <a:pt x="5064263" y="1821906"/>
                  <a:pt x="5210353" y="1679264"/>
                  <a:pt x="5394754" y="1615413"/>
                </a:cubicBezTo>
                <a:cubicBezTo>
                  <a:pt x="5606611" y="1542496"/>
                  <a:pt x="5825492" y="1592938"/>
                  <a:pt x="5966090" y="1747074"/>
                </a:cubicBezTo>
                <a:lnTo>
                  <a:pt x="6058531" y="1883067"/>
                </a:lnTo>
                <a:lnTo>
                  <a:pt x="6046798" y="1853065"/>
                </a:lnTo>
                <a:cubicBezTo>
                  <a:pt x="6021578" y="1801258"/>
                  <a:pt x="5989205" y="1753242"/>
                  <a:pt x="5950639" y="1710423"/>
                </a:cubicBezTo>
                <a:cubicBezTo>
                  <a:pt x="5784627" y="1530109"/>
                  <a:pt x="5548252" y="1533813"/>
                  <a:pt x="5382369" y="1597280"/>
                </a:cubicBezTo>
                <a:cubicBezTo>
                  <a:pt x="5210738" y="1663174"/>
                  <a:pt x="5071287" y="1798154"/>
                  <a:pt x="4924176" y="1941052"/>
                </a:cubicBezTo>
                <a:cubicBezTo>
                  <a:pt x="4901317" y="1963272"/>
                  <a:pt x="4878331" y="1985620"/>
                  <a:pt x="4855089" y="2007841"/>
                </a:cubicBezTo>
                <a:cubicBezTo>
                  <a:pt x="4747182" y="2110894"/>
                  <a:pt x="4585129" y="2241788"/>
                  <a:pt x="4426652" y="2280098"/>
                </a:cubicBezTo>
                <a:cubicBezTo>
                  <a:pt x="4396041" y="2287954"/>
                  <a:pt x="4364512" y="2291694"/>
                  <a:pt x="4332919" y="2291209"/>
                </a:cubicBezTo>
                <a:cubicBezTo>
                  <a:pt x="4160650" y="2286868"/>
                  <a:pt x="4054786" y="2191347"/>
                  <a:pt x="3981868" y="2108724"/>
                </a:cubicBezTo>
                <a:cubicBezTo>
                  <a:pt x="3917251" y="2035424"/>
                  <a:pt x="3853018" y="1945777"/>
                  <a:pt x="3773970" y="1818332"/>
                </a:cubicBezTo>
                <a:cubicBezTo>
                  <a:pt x="3749835" y="1779382"/>
                  <a:pt x="3725571" y="1738007"/>
                  <a:pt x="3702330" y="1698036"/>
                </a:cubicBezTo>
                <a:cubicBezTo>
                  <a:pt x="3642820" y="1595875"/>
                  <a:pt x="3486003" y="1352477"/>
                  <a:pt x="3314756" y="1285433"/>
                </a:cubicBezTo>
                <a:cubicBezTo>
                  <a:pt x="3283694" y="1273301"/>
                  <a:pt x="3254802" y="1266182"/>
                  <a:pt x="3227934" y="1262842"/>
                </a:cubicBezTo>
                <a:cubicBezTo>
                  <a:pt x="3207781" y="1260337"/>
                  <a:pt x="3188768" y="1259957"/>
                  <a:pt x="3170829" y="1261184"/>
                </a:cubicBezTo>
                <a:close/>
                <a:moveTo>
                  <a:pt x="3686682" y="1261110"/>
                </a:moveTo>
                <a:lnTo>
                  <a:pt x="3691121" y="1297166"/>
                </a:lnTo>
                <a:lnTo>
                  <a:pt x="3696463" y="1311061"/>
                </a:lnTo>
                <a:lnTo>
                  <a:pt x="3694539" y="1299352"/>
                </a:lnTo>
                <a:lnTo>
                  <a:pt x="3689949" y="1273076"/>
                </a:lnTo>
                <a:close/>
                <a:moveTo>
                  <a:pt x="2017159" y="1259770"/>
                </a:moveTo>
                <a:lnTo>
                  <a:pt x="2009980" y="1262489"/>
                </a:lnTo>
                <a:lnTo>
                  <a:pt x="2016421" y="1270109"/>
                </a:lnTo>
                <a:lnTo>
                  <a:pt x="2039973" y="1283493"/>
                </a:lnTo>
                <a:close/>
                <a:moveTo>
                  <a:pt x="2033410" y="1253614"/>
                </a:moveTo>
                <a:lnTo>
                  <a:pt x="2027213" y="1255961"/>
                </a:lnTo>
                <a:lnTo>
                  <a:pt x="2065073" y="1291563"/>
                </a:lnTo>
                <a:lnTo>
                  <a:pt x="2079258" y="1299118"/>
                </a:lnTo>
                <a:lnTo>
                  <a:pt x="2082149" y="1299964"/>
                </a:lnTo>
                <a:close/>
                <a:moveTo>
                  <a:pt x="2158679" y="1245829"/>
                </a:moveTo>
                <a:lnTo>
                  <a:pt x="2176811" y="1290477"/>
                </a:lnTo>
                <a:lnTo>
                  <a:pt x="2183349" y="1297898"/>
                </a:lnTo>
                <a:lnTo>
                  <a:pt x="2190552" y="1295936"/>
                </a:lnTo>
                <a:lnTo>
                  <a:pt x="2171726" y="1261695"/>
                </a:lnTo>
                <a:close/>
                <a:moveTo>
                  <a:pt x="2056995" y="1244681"/>
                </a:moveTo>
                <a:lnTo>
                  <a:pt x="2047389" y="1248320"/>
                </a:lnTo>
                <a:lnTo>
                  <a:pt x="2072080" y="1271979"/>
                </a:lnTo>
                <a:close/>
                <a:moveTo>
                  <a:pt x="5585684" y="1243054"/>
                </a:moveTo>
                <a:cubicBezTo>
                  <a:pt x="5467417" y="1250922"/>
                  <a:pt x="5347570" y="1297886"/>
                  <a:pt x="5251857" y="1363077"/>
                </a:cubicBezTo>
                <a:cubicBezTo>
                  <a:pt x="5133222" y="1444039"/>
                  <a:pt x="5029528" y="1552202"/>
                  <a:pt x="4929410" y="1656790"/>
                </a:cubicBezTo>
                <a:cubicBezTo>
                  <a:pt x="4858665" y="1733155"/>
                  <a:pt x="4784125" y="1805906"/>
                  <a:pt x="4706061" y="1874775"/>
                </a:cubicBezTo>
                <a:cubicBezTo>
                  <a:pt x="4503144" y="2047300"/>
                  <a:pt x="4285072" y="2114525"/>
                  <a:pt x="4106683" y="2063446"/>
                </a:cubicBezTo>
                <a:lnTo>
                  <a:pt x="4057085" y="2043857"/>
                </a:lnTo>
                <a:lnTo>
                  <a:pt x="4075344" y="2054579"/>
                </a:lnTo>
                <a:cubicBezTo>
                  <a:pt x="4111726" y="2071371"/>
                  <a:pt x="4150497" y="2082405"/>
                  <a:pt x="4190275" y="2087270"/>
                </a:cubicBezTo>
                <a:cubicBezTo>
                  <a:pt x="4349264" y="2107064"/>
                  <a:pt x="4540560" y="2032103"/>
                  <a:pt x="4715512" y="1881672"/>
                </a:cubicBezTo>
                <a:cubicBezTo>
                  <a:pt x="4787534" y="1819481"/>
                  <a:pt x="4855983" y="1749373"/>
                  <a:pt x="4921621" y="1681563"/>
                </a:cubicBezTo>
                <a:cubicBezTo>
                  <a:pt x="5026591" y="1573655"/>
                  <a:pt x="5135138" y="1462044"/>
                  <a:pt x="5260541" y="1381337"/>
                </a:cubicBezTo>
                <a:cubicBezTo>
                  <a:pt x="5453242" y="1256573"/>
                  <a:pt x="5743252" y="1206896"/>
                  <a:pt x="5924588" y="1392575"/>
                </a:cubicBezTo>
                <a:cubicBezTo>
                  <a:pt x="5946943" y="1416226"/>
                  <a:pt x="5967017" y="1441839"/>
                  <a:pt x="5984587" y="1469070"/>
                </a:cubicBezTo>
                <a:lnTo>
                  <a:pt x="6010127" y="1518023"/>
                </a:lnTo>
                <a:lnTo>
                  <a:pt x="5981211" y="1453280"/>
                </a:lnTo>
                <a:cubicBezTo>
                  <a:pt x="5961374" y="1418276"/>
                  <a:pt x="5938028" y="1386031"/>
                  <a:pt x="5910029" y="1357585"/>
                </a:cubicBezTo>
                <a:cubicBezTo>
                  <a:pt x="5820638" y="1266407"/>
                  <a:pt x="5703952" y="1235184"/>
                  <a:pt x="5585684" y="1243054"/>
                </a:cubicBezTo>
                <a:close/>
                <a:moveTo>
                  <a:pt x="2081651" y="1238184"/>
                </a:moveTo>
                <a:lnTo>
                  <a:pt x="2071748" y="1239738"/>
                </a:lnTo>
                <a:lnTo>
                  <a:pt x="2083455" y="1265072"/>
                </a:lnTo>
                <a:lnTo>
                  <a:pt x="2117850" y="1294975"/>
                </a:lnTo>
                <a:close/>
                <a:moveTo>
                  <a:pt x="2109320" y="1233845"/>
                </a:moveTo>
                <a:lnTo>
                  <a:pt x="2100909" y="1235164"/>
                </a:lnTo>
                <a:lnTo>
                  <a:pt x="2131647" y="1292222"/>
                </a:lnTo>
                <a:lnTo>
                  <a:pt x="2141475" y="1299903"/>
                </a:lnTo>
                <a:lnTo>
                  <a:pt x="2147066" y="1299854"/>
                </a:lnTo>
                <a:lnTo>
                  <a:pt x="2117415" y="1259670"/>
                </a:lnTo>
                <a:close/>
                <a:moveTo>
                  <a:pt x="7785834" y="1233076"/>
                </a:moveTo>
                <a:cubicBezTo>
                  <a:pt x="7666178" y="1234225"/>
                  <a:pt x="7567976" y="1286711"/>
                  <a:pt x="7485480" y="1393596"/>
                </a:cubicBezTo>
                <a:cubicBezTo>
                  <a:pt x="7461920" y="1424085"/>
                  <a:pt x="7441647" y="1457479"/>
                  <a:pt x="7424206" y="1492292"/>
                </a:cubicBezTo>
                <a:lnTo>
                  <a:pt x="7406102" y="1536121"/>
                </a:lnTo>
                <a:lnTo>
                  <a:pt x="7452407" y="1453105"/>
                </a:lnTo>
                <a:cubicBezTo>
                  <a:pt x="7531325" y="1338940"/>
                  <a:pt x="7631188" y="1277644"/>
                  <a:pt x="7751100" y="1270876"/>
                </a:cubicBezTo>
                <a:cubicBezTo>
                  <a:pt x="7837043" y="1266023"/>
                  <a:pt x="7926689" y="1294628"/>
                  <a:pt x="8010717" y="1326426"/>
                </a:cubicBezTo>
                <a:cubicBezTo>
                  <a:pt x="8064095" y="1346346"/>
                  <a:pt x="8119264" y="1368184"/>
                  <a:pt x="8174685" y="1391170"/>
                </a:cubicBezTo>
                <a:cubicBezTo>
                  <a:pt x="8223212" y="1411347"/>
                  <a:pt x="8272505" y="1432545"/>
                  <a:pt x="8320137" y="1452977"/>
                </a:cubicBezTo>
                <a:cubicBezTo>
                  <a:pt x="8473379" y="1518488"/>
                  <a:pt x="8630140" y="1585795"/>
                  <a:pt x="8794839" y="1635772"/>
                </a:cubicBezTo>
                <a:lnTo>
                  <a:pt x="8922635" y="1668953"/>
                </a:lnTo>
                <a:lnTo>
                  <a:pt x="8823177" y="1641530"/>
                </a:lnTo>
                <a:cubicBezTo>
                  <a:pt x="8656486" y="1586824"/>
                  <a:pt x="8499652" y="1511306"/>
                  <a:pt x="8346698" y="1437653"/>
                </a:cubicBezTo>
                <a:cubicBezTo>
                  <a:pt x="8299958" y="1415179"/>
                  <a:pt x="8251561" y="1391809"/>
                  <a:pt x="8203928" y="1369589"/>
                </a:cubicBezTo>
                <a:cubicBezTo>
                  <a:pt x="8149272" y="1344048"/>
                  <a:pt x="8094489" y="1320041"/>
                  <a:pt x="8041236" y="1297949"/>
                </a:cubicBezTo>
                <a:cubicBezTo>
                  <a:pt x="7959508" y="1263852"/>
                  <a:pt x="7871905" y="1232182"/>
                  <a:pt x="7785834" y="1233076"/>
                </a:cubicBezTo>
                <a:close/>
                <a:moveTo>
                  <a:pt x="2122787" y="1232929"/>
                </a:moveTo>
                <a:lnTo>
                  <a:pt x="2129322" y="1253923"/>
                </a:lnTo>
                <a:lnTo>
                  <a:pt x="2163275" y="1299712"/>
                </a:lnTo>
                <a:lnTo>
                  <a:pt x="2165951" y="1299687"/>
                </a:lnTo>
                <a:lnTo>
                  <a:pt x="2165908" y="1299639"/>
                </a:lnTo>
                <a:lnTo>
                  <a:pt x="2140851" y="1237774"/>
                </a:lnTo>
                <a:close/>
                <a:moveTo>
                  <a:pt x="2146290" y="1215315"/>
                </a:moveTo>
                <a:lnTo>
                  <a:pt x="2151514" y="1228186"/>
                </a:lnTo>
                <a:lnTo>
                  <a:pt x="2153665" y="1228824"/>
                </a:lnTo>
                <a:close/>
                <a:moveTo>
                  <a:pt x="7818527" y="1181485"/>
                </a:moveTo>
                <a:cubicBezTo>
                  <a:pt x="7695805" y="1176760"/>
                  <a:pt x="7593389" y="1224136"/>
                  <a:pt x="7505912" y="1325915"/>
                </a:cubicBezTo>
                <a:cubicBezTo>
                  <a:pt x="7454832" y="1385042"/>
                  <a:pt x="7417607" y="1456969"/>
                  <a:pt x="7390407" y="1529232"/>
                </a:cubicBezTo>
                <a:lnTo>
                  <a:pt x="7376850" y="1572232"/>
                </a:lnTo>
                <a:lnTo>
                  <a:pt x="7412286" y="1486598"/>
                </a:lnTo>
                <a:cubicBezTo>
                  <a:pt x="7430026" y="1451222"/>
                  <a:pt x="7450650" y="1417254"/>
                  <a:pt x="7474626" y="1386190"/>
                </a:cubicBezTo>
                <a:cubicBezTo>
                  <a:pt x="7559930" y="1275857"/>
                  <a:pt x="7661581" y="1221582"/>
                  <a:pt x="7785579" y="1220179"/>
                </a:cubicBezTo>
                <a:cubicBezTo>
                  <a:pt x="7874970" y="1219157"/>
                  <a:pt x="7963211" y="1251338"/>
                  <a:pt x="8046344" y="1286073"/>
                </a:cubicBezTo>
                <a:cubicBezTo>
                  <a:pt x="8099724" y="1308165"/>
                  <a:pt x="8154636" y="1332427"/>
                  <a:pt x="8209547" y="1357967"/>
                </a:cubicBezTo>
                <a:cubicBezTo>
                  <a:pt x="8257179" y="1380188"/>
                  <a:pt x="8305579" y="1403429"/>
                  <a:pt x="8352445" y="1426033"/>
                </a:cubicBezTo>
                <a:cubicBezTo>
                  <a:pt x="8555617" y="1523852"/>
                  <a:pt x="8765814" y="1625119"/>
                  <a:pt x="8996187" y="1675817"/>
                </a:cubicBezTo>
                <a:lnTo>
                  <a:pt x="9000396" y="1676546"/>
                </a:lnTo>
                <a:lnTo>
                  <a:pt x="8854187" y="1633851"/>
                </a:lnTo>
                <a:cubicBezTo>
                  <a:pt x="8686233" y="1574518"/>
                  <a:pt x="8529951" y="1490906"/>
                  <a:pt x="8377475" y="1409304"/>
                </a:cubicBezTo>
                <a:cubicBezTo>
                  <a:pt x="8331630" y="1384785"/>
                  <a:pt x="8284252" y="1359373"/>
                  <a:pt x="8237003" y="1335110"/>
                </a:cubicBezTo>
                <a:cubicBezTo>
                  <a:pt x="8182729" y="1307143"/>
                  <a:pt x="8128329" y="1280581"/>
                  <a:pt x="8075078" y="1256446"/>
                </a:cubicBezTo>
                <a:cubicBezTo>
                  <a:pt x="7998457" y="1221200"/>
                  <a:pt x="7907405" y="1184677"/>
                  <a:pt x="7818527" y="1181485"/>
                </a:cubicBezTo>
                <a:close/>
                <a:moveTo>
                  <a:pt x="3196022" y="1152927"/>
                </a:moveTo>
                <a:cubicBezTo>
                  <a:pt x="3109469" y="1152832"/>
                  <a:pt x="3043552" y="1191094"/>
                  <a:pt x="2997675" y="1223753"/>
                </a:cubicBezTo>
                <a:cubicBezTo>
                  <a:pt x="2976987" y="1238439"/>
                  <a:pt x="2957321" y="1254401"/>
                  <a:pt x="2936634" y="1271258"/>
                </a:cubicBezTo>
                <a:cubicBezTo>
                  <a:pt x="2921692" y="1284028"/>
                  <a:pt x="2906370" y="1295904"/>
                  <a:pt x="2890151" y="1308163"/>
                </a:cubicBezTo>
                <a:cubicBezTo>
                  <a:pt x="2844550" y="1343639"/>
                  <a:pt x="2794809" y="1373444"/>
                  <a:pt x="2742018" y="1396916"/>
                </a:cubicBezTo>
                <a:cubicBezTo>
                  <a:pt x="2683212" y="1422456"/>
                  <a:pt x="2608602" y="1441388"/>
                  <a:pt x="2531326" y="1446337"/>
                </a:cubicBezTo>
                <a:lnTo>
                  <a:pt x="2456028" y="1443755"/>
                </a:lnTo>
                <a:lnTo>
                  <a:pt x="2463045" y="1445503"/>
                </a:lnTo>
                <a:cubicBezTo>
                  <a:pt x="2573165" y="1460649"/>
                  <a:pt x="2692980" y="1444582"/>
                  <a:pt x="2779179" y="1415945"/>
                </a:cubicBezTo>
                <a:cubicBezTo>
                  <a:pt x="2829852" y="1399433"/>
                  <a:pt x="2878672" y="1377736"/>
                  <a:pt x="2924886" y="1351200"/>
                </a:cubicBezTo>
                <a:cubicBezTo>
                  <a:pt x="2939188" y="1343027"/>
                  <a:pt x="2952725" y="1334727"/>
                  <a:pt x="2966006" y="1326681"/>
                </a:cubicBezTo>
                <a:cubicBezTo>
                  <a:pt x="2987971" y="1313911"/>
                  <a:pt x="3008787" y="1301141"/>
                  <a:pt x="3030623" y="1289520"/>
                </a:cubicBezTo>
                <a:cubicBezTo>
                  <a:pt x="3097283" y="1255296"/>
                  <a:pt x="3190377" y="1222477"/>
                  <a:pt x="3319608" y="1272919"/>
                </a:cubicBezTo>
                <a:cubicBezTo>
                  <a:pt x="3488558" y="1338940"/>
                  <a:pt x="3638862" y="1563439"/>
                  <a:pt x="3713950" y="1691269"/>
                </a:cubicBezTo>
                <a:cubicBezTo>
                  <a:pt x="3737192" y="1731111"/>
                  <a:pt x="3761328" y="1772359"/>
                  <a:pt x="3785335" y="1811179"/>
                </a:cubicBezTo>
                <a:cubicBezTo>
                  <a:pt x="3864127" y="1937988"/>
                  <a:pt x="3927850" y="2027122"/>
                  <a:pt x="3991957" y="2099785"/>
                </a:cubicBezTo>
                <a:cubicBezTo>
                  <a:pt x="4063086" y="2180364"/>
                  <a:pt x="4166141" y="2273459"/>
                  <a:pt x="4333302" y="2277800"/>
                </a:cubicBezTo>
                <a:cubicBezTo>
                  <a:pt x="4363708" y="2278247"/>
                  <a:pt x="4394023" y="2274595"/>
                  <a:pt x="4423458" y="2266946"/>
                </a:cubicBezTo>
                <a:cubicBezTo>
                  <a:pt x="4579127" y="2229401"/>
                  <a:pt x="4739009" y="2100040"/>
                  <a:pt x="4845894" y="1998773"/>
                </a:cubicBezTo>
                <a:lnTo>
                  <a:pt x="4914853" y="1932113"/>
                </a:lnTo>
                <a:cubicBezTo>
                  <a:pt x="5062859" y="1788194"/>
                  <a:pt x="5202693" y="1652320"/>
                  <a:pt x="5377515" y="1585403"/>
                </a:cubicBezTo>
                <a:cubicBezTo>
                  <a:pt x="5594608" y="1502271"/>
                  <a:pt x="5817830" y="1547093"/>
                  <a:pt x="5960472" y="1701996"/>
                </a:cubicBezTo>
                <a:lnTo>
                  <a:pt x="6055914" y="1843300"/>
                </a:lnTo>
                <a:lnTo>
                  <a:pt x="6042584" y="1811435"/>
                </a:lnTo>
                <a:cubicBezTo>
                  <a:pt x="6017529" y="1758617"/>
                  <a:pt x="5984824" y="1709785"/>
                  <a:pt x="5945531" y="1666494"/>
                </a:cubicBezTo>
                <a:cubicBezTo>
                  <a:pt x="5806591" y="1517083"/>
                  <a:pt x="5579155" y="1478518"/>
                  <a:pt x="5366022" y="1568292"/>
                </a:cubicBezTo>
                <a:cubicBezTo>
                  <a:pt x="5202437" y="1637251"/>
                  <a:pt x="5069498" y="1766228"/>
                  <a:pt x="4928900" y="1902741"/>
                </a:cubicBezTo>
                <a:cubicBezTo>
                  <a:pt x="4898763" y="1931985"/>
                  <a:pt x="4867603" y="1962121"/>
                  <a:pt x="4836444" y="1991366"/>
                </a:cubicBezTo>
                <a:cubicBezTo>
                  <a:pt x="4680265" y="2138222"/>
                  <a:pt x="4522683" y="2231699"/>
                  <a:pt x="4392681" y="2254686"/>
                </a:cubicBezTo>
                <a:cubicBezTo>
                  <a:pt x="4360616" y="2260304"/>
                  <a:pt x="4327963" y="2261901"/>
                  <a:pt x="4295501" y="2259410"/>
                </a:cubicBezTo>
                <a:cubicBezTo>
                  <a:pt x="4121316" y="2246640"/>
                  <a:pt x="4017112" y="2127878"/>
                  <a:pt x="3945856" y="2025590"/>
                </a:cubicBezTo>
                <a:cubicBezTo>
                  <a:pt x="3884813" y="1937986"/>
                  <a:pt x="3828370" y="1836847"/>
                  <a:pt x="3755453" y="1703527"/>
                </a:cubicBezTo>
                <a:cubicBezTo>
                  <a:pt x="3743959" y="1682584"/>
                  <a:pt x="3732339" y="1661002"/>
                  <a:pt x="3720462" y="1639676"/>
                </a:cubicBezTo>
                <a:cubicBezTo>
                  <a:pt x="3709735" y="1619755"/>
                  <a:pt x="3698753" y="1599322"/>
                  <a:pt x="3687515" y="1578763"/>
                </a:cubicBezTo>
                <a:cubicBezTo>
                  <a:pt x="3568625" y="1360905"/>
                  <a:pt x="3419343" y="1207280"/>
                  <a:pt x="3289471" y="1167437"/>
                </a:cubicBezTo>
                <a:cubicBezTo>
                  <a:pt x="3256016" y="1157253"/>
                  <a:pt x="3224872" y="1152959"/>
                  <a:pt x="3196022" y="1152927"/>
                </a:cubicBezTo>
                <a:close/>
                <a:moveTo>
                  <a:pt x="1911040" y="1150186"/>
                </a:moveTo>
                <a:lnTo>
                  <a:pt x="1893881" y="1156106"/>
                </a:lnTo>
                <a:lnTo>
                  <a:pt x="1906490" y="1182090"/>
                </a:lnTo>
                <a:cubicBezTo>
                  <a:pt x="1923000" y="1206913"/>
                  <a:pt x="1943182" y="1229381"/>
                  <a:pt x="1967893" y="1249039"/>
                </a:cubicBezTo>
                <a:lnTo>
                  <a:pt x="1985488" y="1259690"/>
                </a:lnTo>
                <a:lnTo>
                  <a:pt x="1988444" y="1258193"/>
                </a:lnTo>
                <a:lnTo>
                  <a:pt x="1928065" y="1190026"/>
                </a:lnTo>
                <a:close/>
                <a:moveTo>
                  <a:pt x="2094871" y="1143259"/>
                </a:moveTo>
                <a:lnTo>
                  <a:pt x="2118925" y="1220526"/>
                </a:lnTo>
                <a:lnTo>
                  <a:pt x="2123652" y="1219903"/>
                </a:lnTo>
                <a:lnTo>
                  <a:pt x="2134977" y="1223269"/>
                </a:lnTo>
                <a:lnTo>
                  <a:pt x="2113088" y="1169224"/>
                </a:lnTo>
                <a:lnTo>
                  <a:pt x="2105334" y="1149532"/>
                </a:lnTo>
                <a:close/>
                <a:moveTo>
                  <a:pt x="1939801" y="1140265"/>
                </a:moveTo>
                <a:lnTo>
                  <a:pt x="1924155" y="1145663"/>
                </a:lnTo>
                <a:lnTo>
                  <a:pt x="1932411" y="1170724"/>
                </a:lnTo>
                <a:lnTo>
                  <a:pt x="2001233" y="1252144"/>
                </a:lnTo>
                <a:lnTo>
                  <a:pt x="2007581" y="1249808"/>
                </a:lnTo>
                <a:lnTo>
                  <a:pt x="1976498" y="1217480"/>
                </a:lnTo>
                <a:cubicBezTo>
                  <a:pt x="1961168" y="1193500"/>
                  <a:pt x="1949230" y="1167644"/>
                  <a:pt x="1939844" y="1140430"/>
                </a:cubicBezTo>
                <a:close/>
                <a:moveTo>
                  <a:pt x="1975811" y="1133198"/>
                </a:moveTo>
                <a:lnTo>
                  <a:pt x="1955568" y="1136763"/>
                </a:lnTo>
                <a:lnTo>
                  <a:pt x="1961504" y="1162544"/>
                </a:lnTo>
                <a:cubicBezTo>
                  <a:pt x="1972243" y="1187692"/>
                  <a:pt x="1985697" y="1211267"/>
                  <a:pt x="2002685" y="1232895"/>
                </a:cubicBezTo>
                <a:lnTo>
                  <a:pt x="2016992" y="1246349"/>
                </a:lnTo>
                <a:lnTo>
                  <a:pt x="2024435" y="1243611"/>
                </a:lnTo>
                <a:lnTo>
                  <a:pt x="1988195" y="1175645"/>
                </a:lnTo>
                <a:close/>
                <a:moveTo>
                  <a:pt x="7853645" y="1129894"/>
                </a:moveTo>
                <a:cubicBezTo>
                  <a:pt x="7727220" y="1119549"/>
                  <a:pt x="7621100" y="1161563"/>
                  <a:pt x="7528900" y="1258360"/>
                </a:cubicBezTo>
                <a:cubicBezTo>
                  <a:pt x="7474500" y="1315827"/>
                  <a:pt x="7433987" y="1387083"/>
                  <a:pt x="7403881" y="1459426"/>
                </a:cubicBezTo>
                <a:lnTo>
                  <a:pt x="7390232" y="1498345"/>
                </a:lnTo>
                <a:lnTo>
                  <a:pt x="7428136" y="1415777"/>
                </a:lnTo>
                <a:cubicBezTo>
                  <a:pt x="7447555" y="1380796"/>
                  <a:pt x="7469966" y="1347464"/>
                  <a:pt x="7495825" y="1317359"/>
                </a:cubicBezTo>
                <a:cubicBezTo>
                  <a:pt x="7586238" y="1212261"/>
                  <a:pt x="7691974" y="1163352"/>
                  <a:pt x="7819165" y="1168077"/>
                </a:cubicBezTo>
                <a:cubicBezTo>
                  <a:pt x="7910344" y="1171525"/>
                  <a:pt x="8002544" y="1208558"/>
                  <a:pt x="8080824" y="1244698"/>
                </a:cubicBezTo>
                <a:cubicBezTo>
                  <a:pt x="8134203" y="1268960"/>
                  <a:pt x="8188860" y="1295778"/>
                  <a:pt x="8243388" y="1323745"/>
                </a:cubicBezTo>
                <a:cubicBezTo>
                  <a:pt x="8290254" y="1348007"/>
                  <a:pt x="8337632" y="1373292"/>
                  <a:pt x="8383859" y="1397939"/>
                </a:cubicBezTo>
                <a:cubicBezTo>
                  <a:pt x="8586267" y="1506230"/>
                  <a:pt x="8795568" y="1618351"/>
                  <a:pt x="9029262" y="1671475"/>
                </a:cubicBezTo>
                <a:lnTo>
                  <a:pt x="9040890" y="1673467"/>
                </a:lnTo>
                <a:lnTo>
                  <a:pt x="8887419" y="1626368"/>
                </a:lnTo>
                <a:cubicBezTo>
                  <a:pt x="8718206" y="1562594"/>
                  <a:pt x="8562354" y="1470983"/>
                  <a:pt x="8410166" y="1380954"/>
                </a:cubicBezTo>
                <a:cubicBezTo>
                  <a:pt x="8365088" y="1354392"/>
                  <a:pt x="8318476" y="1326936"/>
                  <a:pt x="8272505" y="1300757"/>
                </a:cubicBezTo>
                <a:cubicBezTo>
                  <a:pt x="8218614" y="1270109"/>
                  <a:pt x="8164342" y="1241249"/>
                  <a:pt x="8111345" y="1214942"/>
                </a:cubicBezTo>
                <a:cubicBezTo>
                  <a:pt x="8039705" y="1179313"/>
                  <a:pt x="7945334" y="1137427"/>
                  <a:pt x="7853645" y="1129894"/>
                </a:cubicBezTo>
                <a:close/>
                <a:moveTo>
                  <a:pt x="2058934" y="1129521"/>
                </a:moveTo>
                <a:lnTo>
                  <a:pt x="2068123" y="1174299"/>
                </a:lnTo>
                <a:lnTo>
                  <a:pt x="2094741" y="1223713"/>
                </a:lnTo>
                <a:lnTo>
                  <a:pt x="2105691" y="1222270"/>
                </a:lnTo>
                <a:lnTo>
                  <a:pt x="2077694" y="1132962"/>
                </a:lnTo>
                <a:lnTo>
                  <a:pt x="2074244" y="1130893"/>
                </a:lnTo>
                <a:close/>
                <a:moveTo>
                  <a:pt x="2013113" y="1126630"/>
                </a:moveTo>
                <a:lnTo>
                  <a:pt x="1988331" y="1130993"/>
                </a:lnTo>
                <a:lnTo>
                  <a:pt x="1998942" y="1167760"/>
                </a:lnTo>
                <a:cubicBezTo>
                  <a:pt x="2008409" y="1192133"/>
                  <a:pt x="2020270" y="1215285"/>
                  <a:pt x="2035317" y="1236749"/>
                </a:cubicBezTo>
                <a:lnTo>
                  <a:pt x="2037473" y="1238817"/>
                </a:lnTo>
                <a:lnTo>
                  <a:pt x="2051007" y="1233841"/>
                </a:lnTo>
                <a:lnTo>
                  <a:pt x="2024510" y="1185891"/>
                </a:lnTo>
                <a:close/>
                <a:moveTo>
                  <a:pt x="2021416" y="1126156"/>
                </a:moveTo>
                <a:lnTo>
                  <a:pt x="2022534" y="1133231"/>
                </a:lnTo>
                <a:lnTo>
                  <a:pt x="2066408" y="1228177"/>
                </a:lnTo>
                <a:lnTo>
                  <a:pt x="2069495" y="1227042"/>
                </a:lnTo>
                <a:lnTo>
                  <a:pt x="2074157" y="1226427"/>
                </a:lnTo>
                <a:lnTo>
                  <a:pt x="2072240" y="1223418"/>
                </a:lnTo>
                <a:lnTo>
                  <a:pt x="2048947" y="1128625"/>
                </a:lnTo>
                <a:close/>
                <a:moveTo>
                  <a:pt x="7794948" y="1074121"/>
                </a:moveTo>
                <a:cubicBezTo>
                  <a:pt x="7704625" y="1081885"/>
                  <a:pt x="7624485" y="1119837"/>
                  <a:pt x="7551886" y="1188891"/>
                </a:cubicBezTo>
                <a:cubicBezTo>
                  <a:pt x="7508308" y="1230266"/>
                  <a:pt x="7472757" y="1280297"/>
                  <a:pt x="7443813" y="1333253"/>
                </a:cubicBezTo>
                <a:lnTo>
                  <a:pt x="7397958" y="1441741"/>
                </a:lnTo>
                <a:lnTo>
                  <a:pt x="7391909" y="1453680"/>
                </a:lnTo>
                <a:lnTo>
                  <a:pt x="7386920" y="1467854"/>
                </a:lnTo>
                <a:lnTo>
                  <a:pt x="7375377" y="1495165"/>
                </a:lnTo>
                <a:lnTo>
                  <a:pt x="7368340" y="1520649"/>
                </a:lnTo>
                <a:lnTo>
                  <a:pt x="7386920" y="1467854"/>
                </a:lnTo>
                <a:lnTo>
                  <a:pt x="7397958" y="1441741"/>
                </a:lnTo>
                <a:lnTo>
                  <a:pt x="7446537" y="1345853"/>
                </a:lnTo>
                <a:cubicBezTo>
                  <a:pt x="7467732" y="1311262"/>
                  <a:pt x="7492059" y="1278570"/>
                  <a:pt x="7519962" y="1249422"/>
                </a:cubicBezTo>
                <a:cubicBezTo>
                  <a:pt x="7615099" y="1149559"/>
                  <a:pt x="7724284" y="1106013"/>
                  <a:pt x="7855432" y="1116867"/>
                </a:cubicBezTo>
                <a:cubicBezTo>
                  <a:pt x="7949804" y="1124530"/>
                  <a:pt x="8045324" y="1167054"/>
                  <a:pt x="8118113" y="1203321"/>
                </a:cubicBezTo>
                <a:cubicBezTo>
                  <a:pt x="8171238" y="1229628"/>
                  <a:pt x="8225766" y="1258617"/>
                  <a:pt x="8280038" y="1289520"/>
                </a:cubicBezTo>
                <a:cubicBezTo>
                  <a:pt x="8326011" y="1315698"/>
                  <a:pt x="8372621" y="1343154"/>
                  <a:pt x="8417701" y="1369716"/>
                </a:cubicBezTo>
                <a:cubicBezTo>
                  <a:pt x="8619340" y="1488606"/>
                  <a:pt x="8827750" y="1611583"/>
                  <a:pt x="9064763" y="1667005"/>
                </a:cubicBezTo>
                <a:lnTo>
                  <a:pt x="9088119" y="1671000"/>
                </a:lnTo>
                <a:lnTo>
                  <a:pt x="8919934" y="1616717"/>
                </a:lnTo>
                <a:cubicBezTo>
                  <a:pt x="8749501" y="1548147"/>
                  <a:pt x="8594440" y="1448061"/>
                  <a:pt x="8443114" y="1350560"/>
                </a:cubicBezTo>
                <a:cubicBezTo>
                  <a:pt x="8398929" y="1321955"/>
                  <a:pt x="8353723" y="1292585"/>
                  <a:pt x="8308133" y="1264490"/>
                </a:cubicBezTo>
                <a:cubicBezTo>
                  <a:pt x="8254498" y="1231160"/>
                  <a:pt x="8200481" y="1200640"/>
                  <a:pt x="8147613" y="1171651"/>
                </a:cubicBezTo>
                <a:cubicBezTo>
                  <a:pt x="8076738" y="1133341"/>
                  <a:pt x="7983389" y="1088262"/>
                  <a:pt x="7888763" y="1076385"/>
                </a:cubicBezTo>
                <a:cubicBezTo>
                  <a:pt x="7856295" y="1072299"/>
                  <a:pt x="7825056" y="1071533"/>
                  <a:pt x="7794948" y="1074121"/>
                </a:cubicBezTo>
                <a:close/>
                <a:moveTo>
                  <a:pt x="2071005" y="1065366"/>
                </a:moveTo>
                <a:lnTo>
                  <a:pt x="2082441" y="1103330"/>
                </a:lnTo>
                <a:lnTo>
                  <a:pt x="2088848" y="1123912"/>
                </a:lnTo>
                <a:lnTo>
                  <a:pt x="2097265" y="1129037"/>
                </a:lnTo>
                <a:lnTo>
                  <a:pt x="2072863" y="1067063"/>
                </a:lnTo>
                <a:close/>
                <a:moveTo>
                  <a:pt x="3185071" y="1039875"/>
                </a:moveTo>
                <a:cubicBezTo>
                  <a:pt x="3107156" y="1042641"/>
                  <a:pt x="3032188" y="1077121"/>
                  <a:pt x="2957577" y="1144067"/>
                </a:cubicBezTo>
                <a:cubicBezTo>
                  <a:pt x="2936889" y="1162840"/>
                  <a:pt x="2917351" y="1182378"/>
                  <a:pt x="2896792" y="1203193"/>
                </a:cubicBezTo>
                <a:cubicBezTo>
                  <a:pt x="2881084" y="1219156"/>
                  <a:pt x="2864738" y="1235629"/>
                  <a:pt x="2847754" y="1251720"/>
                </a:cubicBezTo>
                <a:cubicBezTo>
                  <a:pt x="2803212" y="1295330"/>
                  <a:pt x="2752897" y="1332619"/>
                  <a:pt x="2698216" y="1362565"/>
                </a:cubicBezTo>
                <a:cubicBezTo>
                  <a:pt x="2640751" y="1393405"/>
                  <a:pt x="2565182" y="1417477"/>
                  <a:pt x="2486278" y="1425139"/>
                </a:cubicBezTo>
                <a:lnTo>
                  <a:pt x="2400952" y="1423691"/>
                </a:lnTo>
                <a:lnTo>
                  <a:pt x="2417629" y="1428296"/>
                </a:lnTo>
                <a:cubicBezTo>
                  <a:pt x="2529753" y="1444189"/>
                  <a:pt x="2650551" y="1421275"/>
                  <a:pt x="2736653" y="1383635"/>
                </a:cubicBezTo>
                <a:cubicBezTo>
                  <a:pt x="2788528" y="1360764"/>
                  <a:pt x="2837346" y="1331507"/>
                  <a:pt x="2881978" y="1296543"/>
                </a:cubicBezTo>
                <a:cubicBezTo>
                  <a:pt x="2897941" y="1284412"/>
                  <a:pt x="2913264" y="1271896"/>
                  <a:pt x="2928077" y="1259893"/>
                </a:cubicBezTo>
                <a:cubicBezTo>
                  <a:pt x="2949020" y="1242909"/>
                  <a:pt x="2968816" y="1226818"/>
                  <a:pt x="2989885" y="1211877"/>
                </a:cubicBezTo>
                <a:cubicBezTo>
                  <a:pt x="3053736" y="1166543"/>
                  <a:pt x="3153854" y="1111120"/>
                  <a:pt x="3293429" y="1153773"/>
                </a:cubicBezTo>
                <a:cubicBezTo>
                  <a:pt x="3491494" y="1214048"/>
                  <a:pt x="3654184" y="1488606"/>
                  <a:pt x="3699264" y="1571357"/>
                </a:cubicBezTo>
                <a:cubicBezTo>
                  <a:pt x="3710502" y="1592044"/>
                  <a:pt x="3721612" y="1612476"/>
                  <a:pt x="3732339" y="1632525"/>
                </a:cubicBezTo>
                <a:lnTo>
                  <a:pt x="3764663" y="1691727"/>
                </a:lnTo>
                <a:lnTo>
                  <a:pt x="3718011" y="1551224"/>
                </a:lnTo>
                <a:lnTo>
                  <a:pt x="3717547" y="1548943"/>
                </a:lnTo>
                <a:lnTo>
                  <a:pt x="3672702" y="1457575"/>
                </a:lnTo>
                <a:cubicBezTo>
                  <a:pt x="3584333" y="1284284"/>
                  <a:pt x="3430069" y="1085453"/>
                  <a:pt x="3264062" y="1047653"/>
                </a:cubicBezTo>
                <a:cubicBezTo>
                  <a:pt x="3237339" y="1041555"/>
                  <a:pt x="3211041" y="1038954"/>
                  <a:pt x="3185071" y="1039875"/>
                </a:cubicBezTo>
                <a:close/>
                <a:moveTo>
                  <a:pt x="2039691" y="1036722"/>
                </a:moveTo>
                <a:lnTo>
                  <a:pt x="2041193" y="1043055"/>
                </a:lnTo>
                <a:lnTo>
                  <a:pt x="2056167" y="1116030"/>
                </a:lnTo>
                <a:lnTo>
                  <a:pt x="2072947" y="1117814"/>
                </a:lnTo>
                <a:lnTo>
                  <a:pt x="2069288" y="1106141"/>
                </a:lnTo>
                <a:lnTo>
                  <a:pt x="2051779" y="1047777"/>
                </a:lnTo>
                <a:close/>
                <a:moveTo>
                  <a:pt x="2004789" y="1021052"/>
                </a:moveTo>
                <a:lnTo>
                  <a:pt x="2019221" y="1112289"/>
                </a:lnTo>
                <a:lnTo>
                  <a:pt x="2019916" y="1112175"/>
                </a:lnTo>
                <a:lnTo>
                  <a:pt x="2045578" y="1114903"/>
                </a:lnTo>
                <a:lnTo>
                  <a:pt x="2028551" y="1045609"/>
                </a:lnTo>
                <a:lnTo>
                  <a:pt x="2024167" y="1027050"/>
                </a:lnTo>
                <a:close/>
                <a:moveTo>
                  <a:pt x="7825646" y="1020268"/>
                </a:moveTo>
                <a:cubicBezTo>
                  <a:pt x="7732479" y="1023757"/>
                  <a:pt x="7649226" y="1057902"/>
                  <a:pt x="7573084" y="1123508"/>
                </a:cubicBezTo>
                <a:cubicBezTo>
                  <a:pt x="7480565" y="1203385"/>
                  <a:pt x="7420872" y="1320687"/>
                  <a:pt x="7383016" y="1427735"/>
                </a:cubicBezTo>
                <a:lnTo>
                  <a:pt x="7367703" y="1478079"/>
                </a:lnTo>
                <a:lnTo>
                  <a:pt x="7405014" y="1381225"/>
                </a:lnTo>
                <a:cubicBezTo>
                  <a:pt x="7438520" y="1307685"/>
                  <a:pt x="7483182" y="1235885"/>
                  <a:pt x="7542563" y="1179568"/>
                </a:cubicBezTo>
                <a:cubicBezTo>
                  <a:pt x="7642553" y="1084558"/>
                  <a:pt x="7756336" y="1046631"/>
                  <a:pt x="7890423" y="1063488"/>
                </a:cubicBezTo>
                <a:cubicBezTo>
                  <a:pt x="7987220" y="1076258"/>
                  <a:pt x="8081975" y="1121592"/>
                  <a:pt x="8153997" y="1160286"/>
                </a:cubicBezTo>
                <a:cubicBezTo>
                  <a:pt x="8207122" y="1188762"/>
                  <a:pt x="8261395" y="1220178"/>
                  <a:pt x="8315156" y="1253636"/>
                </a:cubicBezTo>
                <a:cubicBezTo>
                  <a:pt x="8360363" y="1281729"/>
                  <a:pt x="8406207" y="1311228"/>
                  <a:pt x="8450393" y="1339706"/>
                </a:cubicBezTo>
                <a:cubicBezTo>
                  <a:pt x="8600953" y="1436823"/>
                  <a:pt x="8755535" y="1536454"/>
                  <a:pt x="8924645" y="1604605"/>
                </a:cubicBezTo>
                <a:lnTo>
                  <a:pt x="9079691" y="1654761"/>
                </a:lnTo>
                <a:lnTo>
                  <a:pt x="8951403" y="1611386"/>
                </a:lnTo>
                <a:cubicBezTo>
                  <a:pt x="8779838" y="1538195"/>
                  <a:pt x="8625280" y="1429896"/>
                  <a:pt x="8474528" y="1324254"/>
                </a:cubicBezTo>
                <a:cubicBezTo>
                  <a:pt x="8431109" y="1293862"/>
                  <a:pt x="8386286" y="1262320"/>
                  <a:pt x="8341973" y="1232437"/>
                </a:cubicBezTo>
                <a:cubicBezTo>
                  <a:pt x="8288977" y="1196680"/>
                  <a:pt x="8235216" y="1162967"/>
                  <a:pt x="8182220" y="1132575"/>
                </a:cubicBezTo>
                <a:cubicBezTo>
                  <a:pt x="8080059" y="1073193"/>
                  <a:pt x="7997052" y="1039736"/>
                  <a:pt x="7922220" y="1026966"/>
                </a:cubicBezTo>
                <a:cubicBezTo>
                  <a:pt x="7888858" y="1021347"/>
                  <a:pt x="7856702" y="1019104"/>
                  <a:pt x="7825646" y="1020268"/>
                </a:cubicBezTo>
                <a:close/>
                <a:moveTo>
                  <a:pt x="1872644" y="1014443"/>
                </a:moveTo>
                <a:lnTo>
                  <a:pt x="1847427" y="1019564"/>
                </a:lnTo>
                <a:lnTo>
                  <a:pt x="1867142" y="1101008"/>
                </a:lnTo>
                <a:lnTo>
                  <a:pt x="1887817" y="1143610"/>
                </a:lnTo>
                <a:lnTo>
                  <a:pt x="1905635" y="1137538"/>
                </a:lnTo>
                <a:lnTo>
                  <a:pt x="1892596" y="1107028"/>
                </a:lnTo>
                <a:cubicBezTo>
                  <a:pt x="1883655" y="1077678"/>
                  <a:pt x="1877306" y="1046833"/>
                  <a:pt x="1872688" y="1015064"/>
                </a:cubicBezTo>
                <a:close/>
                <a:moveTo>
                  <a:pt x="1914293" y="1010580"/>
                </a:moveTo>
                <a:lnTo>
                  <a:pt x="1891469" y="1010622"/>
                </a:lnTo>
                <a:lnTo>
                  <a:pt x="1886724" y="1011585"/>
                </a:lnTo>
                <a:lnTo>
                  <a:pt x="1891040" y="1045144"/>
                </a:lnTo>
                <a:lnTo>
                  <a:pt x="1919881" y="1132684"/>
                </a:lnTo>
                <a:lnTo>
                  <a:pt x="1936483" y="1127026"/>
                </a:lnTo>
                <a:lnTo>
                  <a:pt x="1918483" y="1055230"/>
                </a:lnTo>
                <a:close/>
                <a:moveTo>
                  <a:pt x="1954668" y="1010506"/>
                </a:moveTo>
                <a:lnTo>
                  <a:pt x="1926505" y="1010557"/>
                </a:lnTo>
                <a:lnTo>
                  <a:pt x="1952476" y="1123330"/>
                </a:lnTo>
                <a:lnTo>
                  <a:pt x="1971990" y="1120101"/>
                </a:lnTo>
                <a:lnTo>
                  <a:pt x="1965360" y="1097375"/>
                </a:lnTo>
                <a:close/>
                <a:moveTo>
                  <a:pt x="1970621" y="1010476"/>
                </a:moveTo>
                <a:lnTo>
                  <a:pt x="1967009" y="1010483"/>
                </a:lnTo>
                <a:lnTo>
                  <a:pt x="1976921" y="1091444"/>
                </a:lnTo>
                <a:lnTo>
                  <a:pt x="1984588" y="1118018"/>
                </a:lnTo>
                <a:lnTo>
                  <a:pt x="2010629" y="1113711"/>
                </a:lnTo>
                <a:lnTo>
                  <a:pt x="1992048" y="1017107"/>
                </a:lnTo>
                <a:close/>
                <a:moveTo>
                  <a:pt x="2023845" y="969879"/>
                </a:moveTo>
                <a:lnTo>
                  <a:pt x="2034814" y="1016149"/>
                </a:lnTo>
                <a:lnTo>
                  <a:pt x="2039574" y="1017694"/>
                </a:lnTo>
                <a:lnTo>
                  <a:pt x="2043984" y="1021793"/>
                </a:lnTo>
                <a:lnTo>
                  <a:pt x="2030977" y="978439"/>
                </a:lnTo>
                <a:close/>
                <a:moveTo>
                  <a:pt x="7857023" y="964099"/>
                </a:moveTo>
                <a:cubicBezTo>
                  <a:pt x="7760942" y="963220"/>
                  <a:pt x="7674576" y="993604"/>
                  <a:pt x="7595176" y="1055954"/>
                </a:cubicBezTo>
                <a:cubicBezTo>
                  <a:pt x="7491739" y="1137045"/>
                  <a:pt x="7409499" y="1277133"/>
                  <a:pt x="7357269" y="1460895"/>
                </a:cubicBezTo>
                <a:lnTo>
                  <a:pt x="7351959" y="1485787"/>
                </a:lnTo>
                <a:lnTo>
                  <a:pt x="7370873" y="1423692"/>
                </a:lnTo>
                <a:cubicBezTo>
                  <a:pt x="7409363" y="1315029"/>
                  <a:pt x="7470157" y="1195788"/>
                  <a:pt x="7564784" y="1114186"/>
                </a:cubicBezTo>
                <a:cubicBezTo>
                  <a:pt x="7669371" y="1023901"/>
                  <a:pt x="7787239" y="991337"/>
                  <a:pt x="7924774" y="1014706"/>
                </a:cubicBezTo>
                <a:cubicBezTo>
                  <a:pt x="8001395" y="1027476"/>
                  <a:pt x="8085294" y="1061573"/>
                  <a:pt x="8189242" y="1121719"/>
                </a:cubicBezTo>
                <a:cubicBezTo>
                  <a:pt x="8242493" y="1152368"/>
                  <a:pt x="8296511" y="1186210"/>
                  <a:pt x="8349891" y="1222221"/>
                </a:cubicBezTo>
                <a:cubicBezTo>
                  <a:pt x="8394331" y="1252103"/>
                  <a:pt x="8439282" y="1283645"/>
                  <a:pt x="8482701" y="1314038"/>
                </a:cubicBezTo>
                <a:cubicBezTo>
                  <a:pt x="8682553" y="1454510"/>
                  <a:pt x="8889302" y="1599195"/>
                  <a:pt x="9132828" y="1658832"/>
                </a:cubicBezTo>
                <a:lnTo>
                  <a:pt x="9146714" y="1661281"/>
                </a:lnTo>
                <a:lnTo>
                  <a:pt x="8983566" y="1603446"/>
                </a:lnTo>
                <a:cubicBezTo>
                  <a:pt x="8810750" y="1525473"/>
                  <a:pt x="8656790" y="1409177"/>
                  <a:pt x="8506708" y="1295395"/>
                </a:cubicBezTo>
                <a:cubicBezTo>
                  <a:pt x="8464184" y="1263214"/>
                  <a:pt x="8420128" y="1229755"/>
                  <a:pt x="8376709" y="1198085"/>
                </a:cubicBezTo>
                <a:cubicBezTo>
                  <a:pt x="8323840" y="1159775"/>
                  <a:pt x="8270334" y="1123637"/>
                  <a:pt x="8217593" y="1091072"/>
                </a:cubicBezTo>
                <a:cubicBezTo>
                  <a:pt x="8116326" y="1028371"/>
                  <a:pt x="8033321" y="991720"/>
                  <a:pt x="7956444" y="975374"/>
                </a:cubicBezTo>
                <a:cubicBezTo>
                  <a:pt x="7922157" y="968160"/>
                  <a:pt x="7889050" y="964393"/>
                  <a:pt x="7857023" y="964099"/>
                </a:cubicBezTo>
                <a:close/>
                <a:moveTo>
                  <a:pt x="1992001" y="931652"/>
                </a:moveTo>
                <a:lnTo>
                  <a:pt x="1999178" y="985591"/>
                </a:lnTo>
                <a:lnTo>
                  <a:pt x="2002346" y="1005617"/>
                </a:lnTo>
                <a:lnTo>
                  <a:pt x="2020495" y="1011503"/>
                </a:lnTo>
                <a:lnTo>
                  <a:pt x="2005448" y="947795"/>
                </a:lnTo>
                <a:close/>
                <a:moveTo>
                  <a:pt x="3155701" y="926365"/>
                </a:moveTo>
                <a:cubicBezTo>
                  <a:pt x="3073585" y="936553"/>
                  <a:pt x="2995601" y="982334"/>
                  <a:pt x="2919267" y="1064893"/>
                </a:cubicBezTo>
                <a:cubicBezTo>
                  <a:pt x="2898069" y="1087752"/>
                  <a:pt x="2878274" y="1111503"/>
                  <a:pt x="2857458" y="1136533"/>
                </a:cubicBezTo>
                <a:cubicBezTo>
                  <a:pt x="2841241" y="1155943"/>
                  <a:pt x="2824512" y="1175992"/>
                  <a:pt x="2807146" y="1195531"/>
                </a:cubicBezTo>
                <a:cubicBezTo>
                  <a:pt x="2763624" y="1246994"/>
                  <a:pt x="2712964" y="1291984"/>
                  <a:pt x="2656713" y="1329106"/>
                </a:cubicBezTo>
                <a:cubicBezTo>
                  <a:pt x="2606430" y="1361343"/>
                  <a:pt x="2541679" y="1387787"/>
                  <a:pt x="2472614" y="1400738"/>
                </a:cubicBezTo>
                <a:lnTo>
                  <a:pt x="2367072" y="1409082"/>
                </a:lnTo>
                <a:lnTo>
                  <a:pt x="2369915" y="1409932"/>
                </a:lnTo>
                <a:cubicBezTo>
                  <a:pt x="2484476" y="1426064"/>
                  <a:pt x="2608122" y="1395703"/>
                  <a:pt x="2691831" y="1350689"/>
                </a:cubicBezTo>
                <a:cubicBezTo>
                  <a:pt x="2745401" y="1321279"/>
                  <a:pt x="2794719" y="1284719"/>
                  <a:pt x="2838432" y="1242015"/>
                </a:cubicBezTo>
                <a:cubicBezTo>
                  <a:pt x="2855416" y="1225925"/>
                  <a:pt x="2871635" y="1209579"/>
                  <a:pt x="2887213" y="1193743"/>
                </a:cubicBezTo>
                <a:cubicBezTo>
                  <a:pt x="2908029" y="1172800"/>
                  <a:pt x="2927567" y="1153007"/>
                  <a:pt x="2948510" y="1134107"/>
                </a:cubicBezTo>
                <a:cubicBezTo>
                  <a:pt x="3050671" y="1041652"/>
                  <a:pt x="3154877" y="1009087"/>
                  <a:pt x="3266356" y="1034500"/>
                </a:cubicBezTo>
                <a:cubicBezTo>
                  <a:pt x="3437221" y="1073449"/>
                  <a:pt x="3594038" y="1275344"/>
                  <a:pt x="3683812" y="1451445"/>
                </a:cubicBezTo>
                <a:lnTo>
                  <a:pt x="3707548" y="1499804"/>
                </a:lnTo>
                <a:lnTo>
                  <a:pt x="3696072" y="1443401"/>
                </a:lnTo>
                <a:lnTo>
                  <a:pt x="3692083" y="1411015"/>
                </a:lnTo>
                <a:lnTo>
                  <a:pt x="3691378" y="1409382"/>
                </a:lnTo>
                <a:cubicBezTo>
                  <a:pt x="3681162" y="1386252"/>
                  <a:pt x="3669956" y="1361543"/>
                  <a:pt x="3658144" y="1336641"/>
                </a:cubicBezTo>
                <a:cubicBezTo>
                  <a:pt x="3576798" y="1165776"/>
                  <a:pt x="3418321" y="956218"/>
                  <a:pt x="3239287" y="927997"/>
                </a:cubicBezTo>
                <a:cubicBezTo>
                  <a:pt x="3210906" y="923527"/>
                  <a:pt x="3183074" y="922969"/>
                  <a:pt x="3155701" y="926365"/>
                </a:cubicBezTo>
                <a:close/>
                <a:moveTo>
                  <a:pt x="1955130" y="910009"/>
                </a:moveTo>
                <a:lnTo>
                  <a:pt x="1956911" y="927997"/>
                </a:lnTo>
                <a:lnTo>
                  <a:pt x="1965320" y="996682"/>
                </a:lnTo>
                <a:lnTo>
                  <a:pt x="1975010" y="996748"/>
                </a:lnTo>
                <a:lnTo>
                  <a:pt x="1989005" y="1001289"/>
                </a:lnTo>
                <a:lnTo>
                  <a:pt x="1986280" y="987123"/>
                </a:lnTo>
                <a:lnTo>
                  <a:pt x="1973401" y="919171"/>
                </a:lnTo>
                <a:close/>
                <a:moveTo>
                  <a:pt x="7888083" y="906954"/>
                </a:moveTo>
                <a:cubicBezTo>
                  <a:pt x="7789193" y="901555"/>
                  <a:pt x="7699572" y="928156"/>
                  <a:pt x="7616630" y="986867"/>
                </a:cubicBezTo>
                <a:cubicBezTo>
                  <a:pt x="7506040" y="1065149"/>
                  <a:pt x="7419970" y="1205108"/>
                  <a:pt x="7361994" y="1391935"/>
                </a:cubicBezTo>
                <a:lnTo>
                  <a:pt x="7352963" y="1431048"/>
                </a:lnTo>
                <a:lnTo>
                  <a:pt x="7389316" y="1325659"/>
                </a:lnTo>
                <a:cubicBezTo>
                  <a:pt x="7440179" y="1203018"/>
                  <a:pt x="7507224" y="1107386"/>
                  <a:pt x="7586621" y="1045227"/>
                </a:cubicBezTo>
                <a:cubicBezTo>
                  <a:pt x="7694401" y="960690"/>
                  <a:pt x="7819676" y="932723"/>
                  <a:pt x="7958871" y="962093"/>
                </a:cubicBezTo>
                <a:cubicBezTo>
                  <a:pt x="8037406" y="978695"/>
                  <a:pt x="8121690" y="1015984"/>
                  <a:pt x="8224360" y="1079579"/>
                </a:cubicBezTo>
                <a:cubicBezTo>
                  <a:pt x="8277486" y="1112143"/>
                  <a:pt x="8331248" y="1148410"/>
                  <a:pt x="8384371" y="1187104"/>
                </a:cubicBezTo>
                <a:cubicBezTo>
                  <a:pt x="8427917" y="1218901"/>
                  <a:pt x="8471974" y="1252231"/>
                  <a:pt x="8514625" y="1284540"/>
                </a:cubicBezTo>
                <a:cubicBezTo>
                  <a:pt x="8713712" y="1435483"/>
                  <a:pt x="8919439" y="1591023"/>
                  <a:pt x="9165902" y="1653980"/>
                </a:cubicBezTo>
                <a:lnTo>
                  <a:pt x="9185059" y="1657318"/>
                </a:lnTo>
                <a:lnTo>
                  <a:pt x="9015255" y="1594830"/>
                </a:lnTo>
                <a:cubicBezTo>
                  <a:pt x="8841254" y="1512223"/>
                  <a:pt x="8688012" y="1387307"/>
                  <a:pt x="8538506" y="1265766"/>
                </a:cubicBezTo>
                <a:cubicBezTo>
                  <a:pt x="8496747" y="1231670"/>
                  <a:pt x="8453583" y="1196426"/>
                  <a:pt x="8410804" y="1162967"/>
                </a:cubicBezTo>
                <a:cubicBezTo>
                  <a:pt x="8358446" y="1121848"/>
                  <a:pt x="8305068" y="1083409"/>
                  <a:pt x="8252455" y="1048930"/>
                </a:cubicBezTo>
                <a:cubicBezTo>
                  <a:pt x="8153742" y="983802"/>
                  <a:pt x="8067926" y="942683"/>
                  <a:pt x="7990156" y="923016"/>
                </a:cubicBezTo>
                <a:cubicBezTo>
                  <a:pt x="7955038" y="914110"/>
                  <a:pt x="7921046" y="908754"/>
                  <a:pt x="7888083" y="906954"/>
                </a:cubicBezTo>
                <a:close/>
                <a:moveTo>
                  <a:pt x="1915693" y="892437"/>
                </a:moveTo>
                <a:lnTo>
                  <a:pt x="1923097" y="995760"/>
                </a:lnTo>
                <a:lnTo>
                  <a:pt x="1923244" y="996394"/>
                </a:lnTo>
                <a:lnTo>
                  <a:pt x="1952957" y="996598"/>
                </a:lnTo>
                <a:lnTo>
                  <a:pt x="1944781" y="930167"/>
                </a:lnTo>
                <a:lnTo>
                  <a:pt x="1942143" y="903494"/>
                </a:lnTo>
                <a:lnTo>
                  <a:pt x="1921967" y="893375"/>
                </a:lnTo>
                <a:close/>
                <a:moveTo>
                  <a:pt x="1875702" y="886471"/>
                </a:moveTo>
                <a:lnTo>
                  <a:pt x="1878934" y="950996"/>
                </a:lnTo>
                <a:lnTo>
                  <a:pt x="1884922" y="997563"/>
                </a:lnTo>
                <a:lnTo>
                  <a:pt x="1891818" y="996179"/>
                </a:lnTo>
                <a:lnTo>
                  <a:pt x="1912954" y="996324"/>
                </a:lnTo>
                <a:lnTo>
                  <a:pt x="1903026" y="890549"/>
                </a:lnTo>
                <a:close/>
                <a:moveTo>
                  <a:pt x="1819715" y="882109"/>
                </a:moveTo>
                <a:lnTo>
                  <a:pt x="1735093" y="889048"/>
                </a:lnTo>
                <a:cubicBezTo>
                  <a:pt x="1589130" y="914588"/>
                  <a:pt x="1426566" y="983293"/>
                  <a:pt x="1286095" y="1082005"/>
                </a:cubicBezTo>
                <a:cubicBezTo>
                  <a:pt x="1199640" y="1142408"/>
                  <a:pt x="1107312" y="1174078"/>
                  <a:pt x="1034141" y="1168715"/>
                </a:cubicBezTo>
                <a:cubicBezTo>
                  <a:pt x="952283" y="1162840"/>
                  <a:pt x="901202" y="1131170"/>
                  <a:pt x="851654" y="1100649"/>
                </a:cubicBezTo>
                <a:cubicBezTo>
                  <a:pt x="833316" y="1088812"/>
                  <a:pt x="814392" y="1077893"/>
                  <a:pt x="794955" y="1067957"/>
                </a:cubicBezTo>
                <a:cubicBezTo>
                  <a:pt x="680024" y="1011514"/>
                  <a:pt x="476723" y="1010364"/>
                  <a:pt x="300368" y="1141386"/>
                </a:cubicBezTo>
                <a:cubicBezTo>
                  <a:pt x="171357" y="1238216"/>
                  <a:pt x="67776" y="1398113"/>
                  <a:pt x="16990" y="1569415"/>
                </a:cubicBezTo>
                <a:lnTo>
                  <a:pt x="8776" y="1613636"/>
                </a:lnTo>
                <a:lnTo>
                  <a:pt x="57974" y="1489212"/>
                </a:lnTo>
                <a:cubicBezTo>
                  <a:pt x="117914" y="1374345"/>
                  <a:pt x="200697" y="1274131"/>
                  <a:pt x="296409" y="1207535"/>
                </a:cubicBezTo>
                <a:cubicBezTo>
                  <a:pt x="492813" y="1072300"/>
                  <a:pt x="723315" y="1089028"/>
                  <a:pt x="849358" y="1175483"/>
                </a:cubicBezTo>
                <a:cubicBezTo>
                  <a:pt x="869803" y="1189963"/>
                  <a:pt x="889496" y="1205466"/>
                  <a:pt x="908355" y="1221966"/>
                </a:cubicBezTo>
                <a:cubicBezTo>
                  <a:pt x="957647" y="1263723"/>
                  <a:pt x="1008599" y="1306760"/>
                  <a:pt x="1092881" y="1319146"/>
                </a:cubicBezTo>
                <a:cubicBezTo>
                  <a:pt x="1168226" y="1330128"/>
                  <a:pt x="1265663" y="1298841"/>
                  <a:pt x="1353776" y="1235374"/>
                </a:cubicBezTo>
                <a:cubicBezTo>
                  <a:pt x="1492460" y="1135511"/>
                  <a:pt x="1652085" y="1055571"/>
                  <a:pt x="1791791" y="1016239"/>
                </a:cubicBezTo>
                <a:lnTo>
                  <a:pt x="1830961" y="1008384"/>
                </a:lnTo>
                <a:lnTo>
                  <a:pt x="1820590" y="910289"/>
                </a:lnTo>
                <a:close/>
                <a:moveTo>
                  <a:pt x="1836975" y="880694"/>
                </a:moveTo>
                <a:lnTo>
                  <a:pt x="1833426" y="880985"/>
                </a:lnTo>
                <a:lnTo>
                  <a:pt x="1834232" y="907388"/>
                </a:lnTo>
                <a:lnTo>
                  <a:pt x="1844459" y="1005677"/>
                </a:lnTo>
                <a:lnTo>
                  <a:pt x="1871645" y="1000224"/>
                </a:lnTo>
                <a:lnTo>
                  <a:pt x="1863525" y="884655"/>
                </a:lnTo>
                <a:close/>
                <a:moveTo>
                  <a:pt x="1983571" y="878497"/>
                </a:moveTo>
                <a:lnTo>
                  <a:pt x="1986456" y="889991"/>
                </a:lnTo>
                <a:lnTo>
                  <a:pt x="1989497" y="912840"/>
                </a:lnTo>
                <a:lnTo>
                  <a:pt x="1996940" y="916651"/>
                </a:lnTo>
                <a:lnTo>
                  <a:pt x="1998554" y="918601"/>
                </a:lnTo>
                <a:lnTo>
                  <a:pt x="1992027" y="890963"/>
                </a:lnTo>
                <a:close/>
                <a:moveTo>
                  <a:pt x="7843937" y="847760"/>
                </a:moveTo>
                <a:cubicBezTo>
                  <a:pt x="7770913" y="852669"/>
                  <a:pt x="7702677" y="876127"/>
                  <a:pt x="7637956" y="918291"/>
                </a:cubicBezTo>
                <a:cubicBezTo>
                  <a:pt x="7522896" y="993253"/>
                  <a:pt x="7429164" y="1132446"/>
                  <a:pt x="7366591" y="1321317"/>
                </a:cubicBezTo>
                <a:lnTo>
                  <a:pt x="7351472" y="1382234"/>
                </a:lnTo>
                <a:lnTo>
                  <a:pt x="7398915" y="1254639"/>
                </a:lnTo>
                <a:cubicBezTo>
                  <a:pt x="7453963" y="1130938"/>
                  <a:pt x="7525387" y="1035809"/>
                  <a:pt x="7609095" y="976523"/>
                </a:cubicBezTo>
                <a:cubicBezTo>
                  <a:pt x="7720707" y="897476"/>
                  <a:pt x="7850962" y="874362"/>
                  <a:pt x="7993731" y="909991"/>
                </a:cubicBezTo>
                <a:cubicBezTo>
                  <a:pt x="8072906" y="930040"/>
                  <a:pt x="8159743" y="971799"/>
                  <a:pt x="8260117" y="1037693"/>
                </a:cubicBezTo>
                <a:cubicBezTo>
                  <a:pt x="8313112" y="1072427"/>
                  <a:pt x="8366619" y="1110993"/>
                  <a:pt x="8419361" y="1152624"/>
                </a:cubicBezTo>
                <a:cubicBezTo>
                  <a:pt x="8462140" y="1186210"/>
                  <a:pt x="8505431" y="1221454"/>
                  <a:pt x="8547062" y="1255679"/>
                </a:cubicBezTo>
                <a:cubicBezTo>
                  <a:pt x="8695610" y="1377027"/>
                  <a:pt x="8847965" y="1500745"/>
                  <a:pt x="9020398" y="1582657"/>
                </a:cubicBezTo>
                <a:lnTo>
                  <a:pt x="9127176" y="1622071"/>
                </a:lnTo>
                <a:lnTo>
                  <a:pt x="9046725" y="1586488"/>
                </a:lnTo>
                <a:cubicBezTo>
                  <a:pt x="8871527" y="1499109"/>
                  <a:pt x="8718884" y="1365597"/>
                  <a:pt x="8570047" y="1235247"/>
                </a:cubicBezTo>
                <a:cubicBezTo>
                  <a:pt x="8529055" y="1199362"/>
                  <a:pt x="8486658" y="1162202"/>
                  <a:pt x="8444772" y="1127083"/>
                </a:cubicBezTo>
                <a:cubicBezTo>
                  <a:pt x="8392798" y="1083282"/>
                  <a:pt x="8339675" y="1042546"/>
                  <a:pt x="8287062" y="1005895"/>
                </a:cubicBezTo>
                <a:cubicBezTo>
                  <a:pt x="8189498" y="937702"/>
                  <a:pt x="8103427" y="893262"/>
                  <a:pt x="8023614" y="869892"/>
                </a:cubicBezTo>
                <a:cubicBezTo>
                  <a:pt x="7987507" y="859294"/>
                  <a:pt x="7952541" y="852335"/>
                  <a:pt x="7918604" y="849028"/>
                </a:cubicBezTo>
                <a:cubicBezTo>
                  <a:pt x="7893151" y="846548"/>
                  <a:pt x="7868278" y="846123"/>
                  <a:pt x="7843937" y="847760"/>
                </a:cubicBezTo>
                <a:close/>
                <a:moveTo>
                  <a:pt x="1946629" y="824042"/>
                </a:moveTo>
                <a:lnTo>
                  <a:pt x="1953594" y="894462"/>
                </a:lnTo>
                <a:lnTo>
                  <a:pt x="1970342" y="903036"/>
                </a:lnTo>
                <a:lnTo>
                  <a:pt x="1958757" y="841921"/>
                </a:lnTo>
                <a:close/>
                <a:moveTo>
                  <a:pt x="3213872" y="809746"/>
                </a:moveTo>
                <a:cubicBezTo>
                  <a:pt x="3095496" y="798508"/>
                  <a:pt x="2982736" y="858145"/>
                  <a:pt x="2879552" y="987123"/>
                </a:cubicBezTo>
                <a:cubicBezTo>
                  <a:pt x="2857843" y="1014068"/>
                  <a:pt x="2836899" y="1043057"/>
                  <a:pt x="2816722" y="1071151"/>
                </a:cubicBezTo>
                <a:cubicBezTo>
                  <a:pt x="2800121" y="1094010"/>
                  <a:pt x="2783009" y="1117762"/>
                  <a:pt x="2765643" y="1140875"/>
                </a:cubicBezTo>
                <a:cubicBezTo>
                  <a:pt x="2722709" y="1199643"/>
                  <a:pt x="2671437" y="1251835"/>
                  <a:pt x="2613423" y="1295778"/>
                </a:cubicBezTo>
                <a:cubicBezTo>
                  <a:pt x="2560849" y="1334496"/>
                  <a:pt x="2493879" y="1365025"/>
                  <a:pt x="2423368" y="1380082"/>
                </a:cubicBezTo>
                <a:lnTo>
                  <a:pt x="2317215" y="1390070"/>
                </a:lnTo>
                <a:lnTo>
                  <a:pt x="2323900" y="1391607"/>
                </a:lnTo>
                <a:cubicBezTo>
                  <a:pt x="2440171" y="1408457"/>
                  <a:pt x="2564705" y="1370770"/>
                  <a:pt x="2648795" y="1316847"/>
                </a:cubicBezTo>
                <a:cubicBezTo>
                  <a:pt x="2704205" y="1281104"/>
                  <a:pt x="2754176" y="1237582"/>
                  <a:pt x="2797186" y="1187613"/>
                </a:cubicBezTo>
                <a:cubicBezTo>
                  <a:pt x="2814552" y="1168203"/>
                  <a:pt x="2831152" y="1148281"/>
                  <a:pt x="2847245" y="1128998"/>
                </a:cubicBezTo>
                <a:cubicBezTo>
                  <a:pt x="2867292" y="1104863"/>
                  <a:pt x="2888108" y="1079833"/>
                  <a:pt x="2909433" y="1056720"/>
                </a:cubicBezTo>
                <a:cubicBezTo>
                  <a:pt x="3014532" y="943194"/>
                  <a:pt x="3123206" y="897092"/>
                  <a:pt x="3241458" y="916248"/>
                </a:cubicBezTo>
                <a:cubicBezTo>
                  <a:pt x="3425600" y="945364"/>
                  <a:pt x="3587525" y="1158881"/>
                  <a:pt x="3670275" y="1332427"/>
                </a:cubicBezTo>
                <a:lnTo>
                  <a:pt x="3686880" y="1368782"/>
                </a:lnTo>
                <a:lnTo>
                  <a:pt x="3678839" y="1303508"/>
                </a:lnTo>
                <a:lnTo>
                  <a:pt x="3671089" y="1283406"/>
                </a:lnTo>
                <a:cubicBezTo>
                  <a:pt x="3661688" y="1260149"/>
                  <a:pt x="3652462" y="1238376"/>
                  <a:pt x="3643203" y="1217241"/>
                </a:cubicBezTo>
                <a:cubicBezTo>
                  <a:pt x="3564666" y="1040503"/>
                  <a:pt x="3405040" y="827752"/>
                  <a:pt x="3213872" y="809746"/>
                </a:cubicBezTo>
                <a:close/>
                <a:moveTo>
                  <a:pt x="1908867" y="798382"/>
                </a:moveTo>
                <a:lnTo>
                  <a:pt x="1914258" y="872448"/>
                </a:lnTo>
                <a:lnTo>
                  <a:pt x="1914750" y="879295"/>
                </a:lnTo>
                <a:lnTo>
                  <a:pt x="1928079" y="881402"/>
                </a:lnTo>
                <a:lnTo>
                  <a:pt x="1940592" y="887807"/>
                </a:lnTo>
                <a:lnTo>
                  <a:pt x="1933973" y="820840"/>
                </a:lnTo>
                <a:lnTo>
                  <a:pt x="1932623" y="814479"/>
                </a:lnTo>
                <a:close/>
                <a:moveTo>
                  <a:pt x="7849111" y="791436"/>
                </a:moveTo>
                <a:cubicBezTo>
                  <a:pt x="7782642" y="796847"/>
                  <a:pt x="7719685" y="817088"/>
                  <a:pt x="7660686" y="852141"/>
                </a:cubicBezTo>
                <a:cubicBezTo>
                  <a:pt x="7538221" y="924932"/>
                  <a:pt x="7441295" y="1060168"/>
                  <a:pt x="7372592" y="1254145"/>
                </a:cubicBezTo>
                <a:lnTo>
                  <a:pt x="7360093" y="1300916"/>
                </a:lnTo>
                <a:lnTo>
                  <a:pt x="7406968" y="1183745"/>
                </a:lnTo>
                <a:cubicBezTo>
                  <a:pt x="7466247" y="1059411"/>
                  <a:pt x="7541957" y="965190"/>
                  <a:pt x="7630167" y="907821"/>
                </a:cubicBezTo>
                <a:cubicBezTo>
                  <a:pt x="7747779" y="831327"/>
                  <a:pt x="7880589" y="814854"/>
                  <a:pt x="8026934" y="857762"/>
                </a:cubicBezTo>
                <a:cubicBezTo>
                  <a:pt x="8108024" y="881513"/>
                  <a:pt x="8195499" y="926592"/>
                  <a:pt x="8294213" y="995679"/>
                </a:cubicBezTo>
                <a:cubicBezTo>
                  <a:pt x="8347208" y="1032585"/>
                  <a:pt x="8400588" y="1073576"/>
                  <a:pt x="8452945" y="1117506"/>
                </a:cubicBezTo>
                <a:cubicBezTo>
                  <a:pt x="8494959" y="1152751"/>
                  <a:pt x="8537355" y="1189913"/>
                  <a:pt x="8578476" y="1225796"/>
                </a:cubicBezTo>
                <a:cubicBezTo>
                  <a:pt x="8775647" y="1398321"/>
                  <a:pt x="8979714" y="1576720"/>
                  <a:pt x="9233072" y="1644018"/>
                </a:cubicBezTo>
                <a:lnTo>
                  <a:pt x="9241551" y="1645476"/>
                </a:lnTo>
                <a:lnTo>
                  <a:pt x="9168827" y="1621080"/>
                </a:lnTo>
                <a:cubicBezTo>
                  <a:pt x="8951896" y="1534327"/>
                  <a:pt x="8773156" y="1367082"/>
                  <a:pt x="8600184" y="1204726"/>
                </a:cubicBezTo>
                <a:cubicBezTo>
                  <a:pt x="8560852" y="1167948"/>
                  <a:pt x="8520243" y="1129892"/>
                  <a:pt x="8480018" y="1093753"/>
                </a:cubicBezTo>
                <a:cubicBezTo>
                  <a:pt x="8427532" y="1046758"/>
                  <a:pt x="8374665" y="1003723"/>
                  <a:pt x="8323072" y="966051"/>
                </a:cubicBezTo>
                <a:cubicBezTo>
                  <a:pt x="8226658" y="894795"/>
                  <a:pt x="8140205" y="846906"/>
                  <a:pt x="8058604" y="819706"/>
                </a:cubicBezTo>
                <a:cubicBezTo>
                  <a:pt x="7985559" y="795444"/>
                  <a:pt x="7915578" y="786025"/>
                  <a:pt x="7849111" y="791436"/>
                </a:cubicBezTo>
                <a:close/>
                <a:moveTo>
                  <a:pt x="1938117" y="780658"/>
                </a:moveTo>
                <a:lnTo>
                  <a:pt x="1943481" y="805767"/>
                </a:lnTo>
                <a:lnTo>
                  <a:pt x="1953165" y="812414"/>
                </a:lnTo>
                <a:lnTo>
                  <a:pt x="1951545" y="803871"/>
                </a:lnTo>
                <a:close/>
                <a:moveTo>
                  <a:pt x="1870006" y="774817"/>
                </a:moveTo>
                <a:lnTo>
                  <a:pt x="1872245" y="817408"/>
                </a:lnTo>
                <a:lnTo>
                  <a:pt x="1875028" y="873016"/>
                </a:lnTo>
                <a:lnTo>
                  <a:pt x="1901776" y="877245"/>
                </a:lnTo>
                <a:lnTo>
                  <a:pt x="1901362" y="872830"/>
                </a:lnTo>
                <a:lnTo>
                  <a:pt x="1895244" y="789150"/>
                </a:lnTo>
                <a:lnTo>
                  <a:pt x="1877063" y="776831"/>
                </a:lnTo>
                <a:close/>
                <a:moveTo>
                  <a:pt x="1829833" y="763359"/>
                </a:moveTo>
                <a:lnTo>
                  <a:pt x="1829848" y="763773"/>
                </a:lnTo>
                <a:lnTo>
                  <a:pt x="1833024" y="867802"/>
                </a:lnTo>
                <a:lnTo>
                  <a:pt x="1839156" y="867345"/>
                </a:lnTo>
                <a:lnTo>
                  <a:pt x="1862569" y="871047"/>
                </a:lnTo>
                <a:lnTo>
                  <a:pt x="1858835" y="817919"/>
                </a:lnTo>
                <a:lnTo>
                  <a:pt x="1856433" y="770945"/>
                </a:lnTo>
                <a:close/>
                <a:moveTo>
                  <a:pt x="1677243" y="747555"/>
                </a:moveTo>
                <a:cubicBezTo>
                  <a:pt x="1524002" y="758410"/>
                  <a:pt x="1354670" y="820217"/>
                  <a:pt x="1211261" y="917525"/>
                </a:cubicBezTo>
                <a:cubicBezTo>
                  <a:pt x="1130681" y="972054"/>
                  <a:pt x="1045251" y="1003979"/>
                  <a:pt x="978207" y="1004872"/>
                </a:cubicBezTo>
                <a:lnTo>
                  <a:pt x="971054" y="1004872"/>
                </a:lnTo>
                <a:cubicBezTo>
                  <a:pt x="899415" y="1004872"/>
                  <a:pt x="851398" y="986612"/>
                  <a:pt x="805042" y="968861"/>
                </a:cubicBezTo>
                <a:cubicBezTo>
                  <a:pt x="785760" y="961583"/>
                  <a:pt x="767626" y="954686"/>
                  <a:pt x="747961" y="949067"/>
                </a:cubicBezTo>
                <a:cubicBezTo>
                  <a:pt x="641842" y="918930"/>
                  <a:pt x="459867" y="930934"/>
                  <a:pt x="296409" y="1063998"/>
                </a:cubicBezTo>
                <a:cubicBezTo>
                  <a:pt x="179849" y="1158913"/>
                  <a:pt x="85127" y="1306768"/>
                  <a:pt x="34383" y="1465324"/>
                </a:cubicBezTo>
                <a:lnTo>
                  <a:pt x="21920" y="1522071"/>
                </a:lnTo>
                <a:lnTo>
                  <a:pt x="72628" y="1397491"/>
                </a:lnTo>
                <a:cubicBezTo>
                  <a:pt x="128865" y="1290414"/>
                  <a:pt x="204847" y="1196234"/>
                  <a:pt x="292322" y="1130659"/>
                </a:cubicBezTo>
                <a:cubicBezTo>
                  <a:pt x="473022" y="996063"/>
                  <a:pt x="682706" y="997594"/>
                  <a:pt x="800830" y="1055954"/>
                </a:cubicBezTo>
                <a:cubicBezTo>
                  <a:pt x="821133" y="1065914"/>
                  <a:pt x="840289" y="1077790"/>
                  <a:pt x="858806" y="1089157"/>
                </a:cubicBezTo>
                <a:cubicBezTo>
                  <a:pt x="907205" y="1118911"/>
                  <a:pt x="956497" y="1149304"/>
                  <a:pt x="1034906" y="1155305"/>
                </a:cubicBezTo>
                <a:cubicBezTo>
                  <a:pt x="1105397" y="1160286"/>
                  <a:pt x="1194150" y="1129765"/>
                  <a:pt x="1277539" y="1070895"/>
                </a:cubicBezTo>
                <a:cubicBezTo>
                  <a:pt x="1419543" y="971544"/>
                  <a:pt x="1585427" y="900286"/>
                  <a:pt x="1732921" y="875257"/>
                </a:cubicBezTo>
                <a:lnTo>
                  <a:pt x="1819303" y="868824"/>
                </a:lnTo>
                <a:lnTo>
                  <a:pt x="1816056" y="764284"/>
                </a:lnTo>
                <a:lnTo>
                  <a:pt x="1815894" y="759383"/>
                </a:lnTo>
                <a:lnTo>
                  <a:pt x="1786373" y="750963"/>
                </a:lnTo>
                <a:cubicBezTo>
                  <a:pt x="1752915" y="746015"/>
                  <a:pt x="1716383" y="744810"/>
                  <a:pt x="1677243" y="747555"/>
                </a:cubicBezTo>
                <a:close/>
                <a:moveTo>
                  <a:pt x="7876821" y="730380"/>
                </a:moveTo>
                <a:cubicBezTo>
                  <a:pt x="7808309" y="733093"/>
                  <a:pt x="7743182" y="751068"/>
                  <a:pt x="7681886" y="784333"/>
                </a:cubicBezTo>
                <a:cubicBezTo>
                  <a:pt x="7554184" y="853803"/>
                  <a:pt x="7451129" y="988655"/>
                  <a:pt x="7377062" y="1185444"/>
                </a:cubicBezTo>
                <a:cubicBezTo>
                  <a:pt x="7342545" y="1279828"/>
                  <a:pt x="7315216" y="1376689"/>
                  <a:pt x="7295333" y="1475198"/>
                </a:cubicBezTo>
                <a:cubicBezTo>
                  <a:pt x="7287033" y="1515041"/>
                  <a:pt x="7279115" y="1555266"/>
                  <a:pt x="7271069" y="1595492"/>
                </a:cubicBezTo>
                <a:cubicBezTo>
                  <a:pt x="7232759" y="1786151"/>
                  <a:pt x="7194449" y="1983193"/>
                  <a:pt x="7108122" y="2149334"/>
                </a:cubicBezTo>
                <a:cubicBezTo>
                  <a:pt x="7083694" y="2196123"/>
                  <a:pt x="7055101" y="2240614"/>
                  <a:pt x="7022691" y="2282270"/>
                </a:cubicBezTo>
                <a:cubicBezTo>
                  <a:pt x="6911846" y="2424018"/>
                  <a:pt x="6747110" y="2505109"/>
                  <a:pt x="6593358" y="2505109"/>
                </a:cubicBezTo>
                <a:cubicBezTo>
                  <a:pt x="6533965" y="2505671"/>
                  <a:pt x="6475248" y="2492568"/>
                  <a:pt x="6421727" y="2466798"/>
                </a:cubicBezTo>
                <a:lnTo>
                  <a:pt x="6331814" y="2404975"/>
                </a:lnTo>
                <a:lnTo>
                  <a:pt x="6347150" y="2423635"/>
                </a:lnTo>
                <a:cubicBezTo>
                  <a:pt x="6372921" y="2447950"/>
                  <a:pt x="6402037" y="2468470"/>
                  <a:pt x="6433605" y="2484548"/>
                </a:cubicBezTo>
                <a:cubicBezTo>
                  <a:pt x="6612387" y="2575982"/>
                  <a:pt x="6861149" y="2507407"/>
                  <a:pt x="7012091" y="2325049"/>
                </a:cubicBezTo>
                <a:cubicBezTo>
                  <a:pt x="7044540" y="2285717"/>
                  <a:pt x="7073221" y="2243434"/>
                  <a:pt x="7097779" y="2198753"/>
                </a:cubicBezTo>
                <a:cubicBezTo>
                  <a:pt x="7188319" y="2032741"/>
                  <a:pt x="7226885" y="1831101"/>
                  <a:pt x="7263791" y="1635973"/>
                </a:cubicBezTo>
                <a:cubicBezTo>
                  <a:pt x="7270048" y="1603536"/>
                  <a:pt x="7276561" y="1571101"/>
                  <a:pt x="7282690" y="1538920"/>
                </a:cubicBezTo>
                <a:cubicBezTo>
                  <a:pt x="7301462" y="1441088"/>
                  <a:pt x="7327066" y="1344699"/>
                  <a:pt x="7359311" y="1250442"/>
                </a:cubicBezTo>
                <a:cubicBezTo>
                  <a:pt x="7429163" y="1053399"/>
                  <a:pt x="7528132" y="915737"/>
                  <a:pt x="7653024" y="841798"/>
                </a:cubicBezTo>
                <a:cubicBezTo>
                  <a:pt x="7774469" y="769647"/>
                  <a:pt x="7912130" y="758410"/>
                  <a:pt x="8061669" y="808212"/>
                </a:cubicBezTo>
                <a:cubicBezTo>
                  <a:pt x="8144674" y="835925"/>
                  <a:pt x="8232405" y="884833"/>
                  <a:pt x="8329841" y="956475"/>
                </a:cubicBezTo>
                <a:cubicBezTo>
                  <a:pt x="8381687" y="994785"/>
                  <a:pt x="8434940" y="1038075"/>
                  <a:pt x="8487807" y="1085452"/>
                </a:cubicBezTo>
                <a:cubicBezTo>
                  <a:pt x="8528034" y="1121719"/>
                  <a:pt x="8568771" y="1159775"/>
                  <a:pt x="8608103" y="1196553"/>
                </a:cubicBezTo>
                <a:cubicBezTo>
                  <a:pt x="8806039" y="1379165"/>
                  <a:pt x="9009850" y="1570717"/>
                  <a:pt x="9267807" y="1640187"/>
                </a:cubicBezTo>
                <a:lnTo>
                  <a:pt x="9279757" y="1642246"/>
                </a:lnTo>
                <a:lnTo>
                  <a:pt x="9201751" y="1615309"/>
                </a:lnTo>
                <a:cubicBezTo>
                  <a:pt x="8982821" y="1524635"/>
                  <a:pt x="8805003" y="1347640"/>
                  <a:pt x="8632365" y="1176121"/>
                </a:cubicBezTo>
                <a:cubicBezTo>
                  <a:pt x="8594055" y="1137811"/>
                  <a:pt x="8553574" y="1097585"/>
                  <a:pt x="8513986" y="1059657"/>
                </a:cubicBezTo>
                <a:cubicBezTo>
                  <a:pt x="8464222" y="1012038"/>
                  <a:pt x="8412093" y="966947"/>
                  <a:pt x="8357808" y="924550"/>
                </a:cubicBezTo>
                <a:cubicBezTo>
                  <a:pt x="8263820" y="851249"/>
                  <a:pt x="8174429" y="798636"/>
                  <a:pt x="8092062" y="767987"/>
                </a:cubicBezTo>
                <a:cubicBezTo>
                  <a:pt x="8017229" y="740212"/>
                  <a:pt x="7945332" y="727666"/>
                  <a:pt x="7876821" y="730380"/>
                </a:cubicBezTo>
                <a:close/>
                <a:moveTo>
                  <a:pt x="1899995" y="718561"/>
                </a:moveTo>
                <a:lnTo>
                  <a:pt x="1905081" y="746342"/>
                </a:lnTo>
                <a:lnTo>
                  <a:pt x="1907613" y="781144"/>
                </a:lnTo>
                <a:lnTo>
                  <a:pt x="1928604" y="795553"/>
                </a:lnTo>
                <a:lnTo>
                  <a:pt x="1918094" y="746051"/>
                </a:lnTo>
                <a:lnTo>
                  <a:pt x="1904239" y="722105"/>
                </a:lnTo>
                <a:close/>
                <a:moveTo>
                  <a:pt x="3189102" y="691238"/>
                </a:moveTo>
                <a:cubicBezTo>
                  <a:pt x="3063954" y="686513"/>
                  <a:pt x="2946471" y="759942"/>
                  <a:pt x="2840350" y="909097"/>
                </a:cubicBezTo>
                <a:cubicBezTo>
                  <a:pt x="2818002" y="940767"/>
                  <a:pt x="2796419" y="974480"/>
                  <a:pt x="2775476" y="1007044"/>
                </a:cubicBezTo>
                <a:cubicBezTo>
                  <a:pt x="2758875" y="1032585"/>
                  <a:pt x="2741635" y="1059912"/>
                  <a:pt x="2724397" y="1085963"/>
                </a:cubicBezTo>
                <a:cubicBezTo>
                  <a:pt x="2682009" y="1151921"/>
                  <a:pt x="2630407" y="1211480"/>
                  <a:pt x="2571154" y="1262829"/>
                </a:cubicBezTo>
                <a:cubicBezTo>
                  <a:pt x="2517911" y="1306966"/>
                  <a:pt x="2450148" y="1342084"/>
                  <a:pt x="2378742" y="1359873"/>
                </a:cubicBezTo>
                <a:lnTo>
                  <a:pt x="2285753" y="1370715"/>
                </a:lnTo>
                <a:lnTo>
                  <a:pt x="2289858" y="1373482"/>
                </a:lnTo>
                <a:lnTo>
                  <a:pt x="2361761" y="1375700"/>
                </a:lnTo>
                <a:cubicBezTo>
                  <a:pt x="2450879" y="1368517"/>
                  <a:pt x="2539410" y="1333266"/>
                  <a:pt x="2604994" y="1284922"/>
                </a:cubicBezTo>
                <a:cubicBezTo>
                  <a:pt x="2661910" y="1241696"/>
                  <a:pt x="2712251" y="1190423"/>
                  <a:pt x="2754404" y="1132702"/>
                </a:cubicBezTo>
                <a:cubicBezTo>
                  <a:pt x="2772155" y="1109716"/>
                  <a:pt x="2789139" y="1086092"/>
                  <a:pt x="2805485" y="1063233"/>
                </a:cubicBezTo>
                <a:cubicBezTo>
                  <a:pt x="2825790" y="1035011"/>
                  <a:pt x="2846734" y="1005895"/>
                  <a:pt x="2869335" y="978695"/>
                </a:cubicBezTo>
                <a:cubicBezTo>
                  <a:pt x="2975457" y="846013"/>
                  <a:pt x="3092047" y="784717"/>
                  <a:pt x="3215405" y="796338"/>
                </a:cubicBezTo>
                <a:cubicBezTo>
                  <a:pt x="3412446" y="814981"/>
                  <a:pt x="3575777" y="1031690"/>
                  <a:pt x="3655717" y="1211750"/>
                </a:cubicBezTo>
                <a:lnTo>
                  <a:pt x="3672392" y="1251174"/>
                </a:lnTo>
                <a:lnTo>
                  <a:pt x="3666102" y="1200113"/>
                </a:lnTo>
                <a:lnTo>
                  <a:pt x="3628902" y="1097457"/>
                </a:lnTo>
                <a:cubicBezTo>
                  <a:pt x="3547044" y="900286"/>
                  <a:pt x="3379373" y="698134"/>
                  <a:pt x="3189102" y="691238"/>
                </a:cubicBezTo>
                <a:close/>
                <a:moveTo>
                  <a:pt x="1865541" y="689799"/>
                </a:moveTo>
                <a:lnTo>
                  <a:pt x="1869255" y="760522"/>
                </a:lnTo>
                <a:lnTo>
                  <a:pt x="1883657" y="764699"/>
                </a:lnTo>
                <a:lnTo>
                  <a:pt x="1893975" y="771781"/>
                </a:lnTo>
                <a:lnTo>
                  <a:pt x="1892230" y="747906"/>
                </a:lnTo>
                <a:lnTo>
                  <a:pt x="1884493" y="705621"/>
                </a:lnTo>
                <a:close/>
                <a:moveTo>
                  <a:pt x="1892999" y="680357"/>
                </a:moveTo>
                <a:lnTo>
                  <a:pt x="1896338" y="698594"/>
                </a:lnTo>
                <a:lnTo>
                  <a:pt x="1907017" y="707570"/>
                </a:lnTo>
                <a:close/>
                <a:moveTo>
                  <a:pt x="7904996" y="668301"/>
                </a:moveTo>
                <a:cubicBezTo>
                  <a:pt x="7834425" y="668316"/>
                  <a:pt x="7767127" y="684023"/>
                  <a:pt x="7703595" y="715374"/>
                </a:cubicBezTo>
                <a:cubicBezTo>
                  <a:pt x="7570148" y="781523"/>
                  <a:pt x="7461857" y="916121"/>
                  <a:pt x="7382043" y="1115590"/>
                </a:cubicBezTo>
                <a:cubicBezTo>
                  <a:pt x="7345265" y="1210791"/>
                  <a:pt x="7316059" y="1308739"/>
                  <a:pt x="7294695" y="1408537"/>
                </a:cubicBezTo>
                <a:cubicBezTo>
                  <a:pt x="7284096" y="1456169"/>
                  <a:pt x="7274136" y="1505207"/>
                  <a:pt x="7264558" y="1552584"/>
                </a:cubicBezTo>
                <a:cubicBezTo>
                  <a:pt x="7226247" y="1737751"/>
                  <a:pt x="7187937" y="1929175"/>
                  <a:pt x="7106719" y="2093144"/>
                </a:cubicBezTo>
                <a:cubicBezTo>
                  <a:pt x="7082891" y="2141338"/>
                  <a:pt x="7054912" y="2187361"/>
                  <a:pt x="7023074" y="2230678"/>
                </a:cubicBezTo>
                <a:cubicBezTo>
                  <a:pt x="6911591" y="2383025"/>
                  <a:pt x="6736514" y="2472161"/>
                  <a:pt x="6576248" y="2472161"/>
                </a:cubicBezTo>
                <a:cubicBezTo>
                  <a:pt x="6505852" y="2473455"/>
                  <a:pt x="6437139" y="2454232"/>
                  <a:pt x="6378175" y="2417581"/>
                </a:cubicBezTo>
                <a:lnTo>
                  <a:pt x="6325385" y="2377241"/>
                </a:lnTo>
                <a:lnTo>
                  <a:pt x="6339360" y="2394264"/>
                </a:lnTo>
                <a:cubicBezTo>
                  <a:pt x="6365680" y="2418745"/>
                  <a:pt x="6395461" y="2439227"/>
                  <a:pt x="6427730" y="2455050"/>
                </a:cubicBezTo>
                <a:cubicBezTo>
                  <a:pt x="6610471" y="2544441"/>
                  <a:pt x="6861914" y="2466798"/>
                  <a:pt x="7012091" y="2273970"/>
                </a:cubicBezTo>
                <a:cubicBezTo>
                  <a:pt x="7044004" y="2232977"/>
                  <a:pt x="7072137" y="2189163"/>
                  <a:pt x="7096119" y="2143075"/>
                </a:cubicBezTo>
                <a:cubicBezTo>
                  <a:pt x="7181551" y="1978725"/>
                  <a:pt x="7220372" y="1782575"/>
                  <a:pt x="7257916" y="1592938"/>
                </a:cubicBezTo>
                <a:cubicBezTo>
                  <a:pt x="7265834" y="1552584"/>
                  <a:pt x="7273917" y="1512397"/>
                  <a:pt x="7282180" y="1472388"/>
                </a:cubicBezTo>
                <a:cubicBezTo>
                  <a:pt x="7302254" y="1373203"/>
                  <a:pt x="7329749" y="1275665"/>
                  <a:pt x="7364419" y="1180591"/>
                </a:cubicBezTo>
                <a:cubicBezTo>
                  <a:pt x="7439762" y="980993"/>
                  <a:pt x="7544350" y="843587"/>
                  <a:pt x="7675500" y="771947"/>
                </a:cubicBezTo>
                <a:cubicBezTo>
                  <a:pt x="7801541" y="703626"/>
                  <a:pt x="7943673" y="697880"/>
                  <a:pt x="8096914" y="754835"/>
                </a:cubicBezTo>
                <a:cubicBezTo>
                  <a:pt x="8180430" y="785994"/>
                  <a:pt x="8271099" y="839245"/>
                  <a:pt x="8366108" y="913312"/>
                </a:cubicBezTo>
                <a:cubicBezTo>
                  <a:pt x="8418210" y="953793"/>
                  <a:pt x="8471078" y="999638"/>
                  <a:pt x="8523436" y="1049441"/>
                </a:cubicBezTo>
                <a:cubicBezTo>
                  <a:pt x="8563152" y="1087752"/>
                  <a:pt x="8603249" y="1127467"/>
                  <a:pt x="8642071" y="1166033"/>
                </a:cubicBezTo>
                <a:cubicBezTo>
                  <a:pt x="8838092" y="1361288"/>
                  <a:pt x="9040882" y="1563184"/>
                  <a:pt x="9301904" y="1635591"/>
                </a:cubicBezTo>
                <a:lnTo>
                  <a:pt x="9313340" y="1637595"/>
                </a:lnTo>
                <a:lnTo>
                  <a:pt x="9234193" y="1609489"/>
                </a:lnTo>
                <a:cubicBezTo>
                  <a:pt x="9013139" y="1514793"/>
                  <a:pt x="8836816" y="1327910"/>
                  <a:pt x="8665185" y="1146111"/>
                </a:cubicBezTo>
                <a:cubicBezTo>
                  <a:pt x="8626875" y="1105757"/>
                  <a:pt x="8587416" y="1063998"/>
                  <a:pt x="8548338" y="1024283"/>
                </a:cubicBezTo>
                <a:cubicBezTo>
                  <a:pt x="8499034" y="974161"/>
                  <a:pt x="8447110" y="926668"/>
                  <a:pt x="8392799" y="882024"/>
                </a:cubicBezTo>
                <a:cubicBezTo>
                  <a:pt x="8299832" y="805403"/>
                  <a:pt x="8210058" y="749726"/>
                  <a:pt x="8126031" y="715374"/>
                </a:cubicBezTo>
                <a:cubicBezTo>
                  <a:pt x="8049411" y="683960"/>
                  <a:pt x="7975568" y="668285"/>
                  <a:pt x="7904996" y="668301"/>
                </a:cubicBezTo>
                <a:close/>
                <a:moveTo>
                  <a:pt x="1826552" y="659134"/>
                </a:moveTo>
                <a:lnTo>
                  <a:pt x="1829381" y="748959"/>
                </a:lnTo>
                <a:lnTo>
                  <a:pt x="1855698" y="756590"/>
                </a:lnTo>
                <a:lnTo>
                  <a:pt x="1851688" y="678234"/>
                </a:lnTo>
                <a:lnTo>
                  <a:pt x="1830916" y="660894"/>
                </a:lnTo>
                <a:close/>
                <a:moveTo>
                  <a:pt x="1854962" y="613361"/>
                </a:moveTo>
                <a:lnTo>
                  <a:pt x="1864199" y="671582"/>
                </a:lnTo>
                <a:lnTo>
                  <a:pt x="1880819" y="685552"/>
                </a:lnTo>
                <a:lnTo>
                  <a:pt x="1872635" y="640830"/>
                </a:lnTo>
                <a:lnTo>
                  <a:pt x="1862043" y="620271"/>
                </a:lnTo>
                <a:close/>
                <a:moveTo>
                  <a:pt x="7933825" y="607467"/>
                </a:moveTo>
                <a:cubicBezTo>
                  <a:pt x="7861275" y="604818"/>
                  <a:pt x="7791965" y="618386"/>
                  <a:pt x="7726454" y="648204"/>
                </a:cubicBezTo>
                <a:cubicBezTo>
                  <a:pt x="7587132" y="710777"/>
                  <a:pt x="7473222" y="845119"/>
                  <a:pt x="7388045" y="1047398"/>
                </a:cubicBezTo>
                <a:cubicBezTo>
                  <a:pt x="7348917" y="1143366"/>
                  <a:pt x="7317822" y="1242424"/>
                  <a:pt x="7295079" y="1343538"/>
                </a:cubicBezTo>
                <a:cubicBezTo>
                  <a:pt x="7282308" y="1399088"/>
                  <a:pt x="7270305" y="1456298"/>
                  <a:pt x="7258811" y="1511720"/>
                </a:cubicBezTo>
                <a:cubicBezTo>
                  <a:pt x="7221395" y="1691269"/>
                  <a:pt x="7182191" y="1877073"/>
                  <a:pt x="7106464" y="2038744"/>
                </a:cubicBezTo>
                <a:cubicBezTo>
                  <a:pt x="7083018" y="2088343"/>
                  <a:pt x="7055472" y="2135885"/>
                  <a:pt x="7024097" y="2180875"/>
                </a:cubicBezTo>
                <a:cubicBezTo>
                  <a:pt x="6922574" y="2326710"/>
                  <a:pt x="6741366" y="2441642"/>
                  <a:pt x="6564372" y="2441769"/>
                </a:cubicBezTo>
                <a:cubicBezTo>
                  <a:pt x="6511580" y="2441998"/>
                  <a:pt x="6459338" y="2430991"/>
                  <a:pt x="6411131" y="2409461"/>
                </a:cubicBezTo>
                <a:lnTo>
                  <a:pt x="6319225" y="2348844"/>
                </a:lnTo>
                <a:lnTo>
                  <a:pt x="6332083" y="2364509"/>
                </a:lnTo>
                <a:cubicBezTo>
                  <a:pt x="6358823" y="2389283"/>
                  <a:pt x="6389242" y="2409792"/>
                  <a:pt x="6422240" y="2425295"/>
                </a:cubicBezTo>
                <a:cubicBezTo>
                  <a:pt x="6606002" y="2511621"/>
                  <a:pt x="6865364" y="2422740"/>
                  <a:pt x="7012731" y="2222761"/>
                </a:cubicBezTo>
                <a:cubicBezTo>
                  <a:pt x="7043992" y="2179981"/>
                  <a:pt x="7071550" y="2134609"/>
                  <a:pt x="7095098" y="2087141"/>
                </a:cubicBezTo>
                <a:cubicBezTo>
                  <a:pt x="7175421" y="1924705"/>
                  <a:pt x="7214244" y="1734175"/>
                  <a:pt x="7251660" y="1549902"/>
                </a:cubicBezTo>
                <a:cubicBezTo>
                  <a:pt x="7261365" y="1502525"/>
                  <a:pt x="7271325" y="1453359"/>
                  <a:pt x="7281925" y="1405600"/>
                </a:cubicBezTo>
                <a:cubicBezTo>
                  <a:pt x="7303443" y="1305112"/>
                  <a:pt x="7332866" y="1206475"/>
                  <a:pt x="7369912" y="1110609"/>
                </a:cubicBezTo>
                <a:cubicBezTo>
                  <a:pt x="7451002" y="907948"/>
                  <a:pt x="7561464" y="771052"/>
                  <a:pt x="7698104" y="703370"/>
                </a:cubicBezTo>
                <a:cubicBezTo>
                  <a:pt x="7828743" y="638625"/>
                  <a:pt x="7974577" y="638497"/>
                  <a:pt x="8131394" y="703370"/>
                </a:cubicBezTo>
                <a:cubicBezTo>
                  <a:pt x="8216827" y="738361"/>
                  <a:pt x="8307750" y="795188"/>
                  <a:pt x="8401739" y="872192"/>
                </a:cubicBezTo>
                <a:cubicBezTo>
                  <a:pt x="8456393" y="917143"/>
                  <a:pt x="8508650" y="964916"/>
                  <a:pt x="8558300" y="1015345"/>
                </a:cubicBezTo>
                <a:cubicBezTo>
                  <a:pt x="8597504" y="1055187"/>
                  <a:pt x="8637091" y="1096946"/>
                  <a:pt x="8675274" y="1137427"/>
                </a:cubicBezTo>
                <a:cubicBezTo>
                  <a:pt x="8870274" y="1343409"/>
                  <a:pt x="9071786" y="1556542"/>
                  <a:pt x="9335873" y="1631248"/>
                </a:cubicBezTo>
                <a:lnTo>
                  <a:pt x="9350389" y="1633804"/>
                </a:lnTo>
                <a:lnTo>
                  <a:pt x="9266285" y="1603114"/>
                </a:lnTo>
                <a:cubicBezTo>
                  <a:pt x="9043572" y="1504557"/>
                  <a:pt x="8867849" y="1307813"/>
                  <a:pt x="8697111" y="1116740"/>
                </a:cubicBezTo>
                <a:cubicBezTo>
                  <a:pt x="8658801" y="1074598"/>
                  <a:pt x="8620491" y="1030925"/>
                  <a:pt x="8582180" y="989039"/>
                </a:cubicBezTo>
                <a:cubicBezTo>
                  <a:pt x="8533820" y="936923"/>
                  <a:pt x="8482612" y="887516"/>
                  <a:pt x="8428811" y="841032"/>
                </a:cubicBezTo>
                <a:cubicBezTo>
                  <a:pt x="8348345" y="769520"/>
                  <a:pt x="8258036" y="709908"/>
                  <a:pt x="8160639" y="664039"/>
                </a:cubicBezTo>
                <a:cubicBezTo>
                  <a:pt x="8082166" y="628985"/>
                  <a:pt x="8006376" y="610116"/>
                  <a:pt x="7933825" y="607467"/>
                </a:cubicBezTo>
                <a:close/>
                <a:moveTo>
                  <a:pt x="1617864" y="607084"/>
                </a:moveTo>
                <a:cubicBezTo>
                  <a:pt x="1460278" y="604146"/>
                  <a:pt x="1279965" y="658802"/>
                  <a:pt x="1135536" y="753430"/>
                </a:cubicBezTo>
                <a:cubicBezTo>
                  <a:pt x="1059680" y="803106"/>
                  <a:pt x="983697" y="834392"/>
                  <a:pt x="921507" y="841416"/>
                </a:cubicBezTo>
                <a:cubicBezTo>
                  <a:pt x="868851" y="847035"/>
                  <a:pt x="815679" y="845579"/>
                  <a:pt x="763413" y="837075"/>
                </a:cubicBezTo>
                <a:cubicBezTo>
                  <a:pt x="742853" y="834392"/>
                  <a:pt x="723443" y="831838"/>
                  <a:pt x="702627" y="830689"/>
                </a:cubicBezTo>
                <a:cubicBezTo>
                  <a:pt x="595996" y="824559"/>
                  <a:pt x="432411" y="862615"/>
                  <a:pt x="293982" y="987123"/>
                </a:cubicBezTo>
                <a:cubicBezTo>
                  <a:pt x="191789" y="1078973"/>
                  <a:pt x="104610" y="1217441"/>
                  <a:pt x="53400" y="1363523"/>
                </a:cubicBezTo>
                <a:lnTo>
                  <a:pt x="37428" y="1424664"/>
                </a:lnTo>
                <a:lnTo>
                  <a:pt x="87760" y="1305115"/>
                </a:lnTo>
                <a:cubicBezTo>
                  <a:pt x="140357" y="1205715"/>
                  <a:pt x="209508" y="1117506"/>
                  <a:pt x="288491" y="1053144"/>
                </a:cubicBezTo>
                <a:cubicBezTo>
                  <a:pt x="455908" y="916887"/>
                  <a:pt x="642862" y="904754"/>
                  <a:pt x="752176" y="935786"/>
                </a:cubicBezTo>
                <a:cubicBezTo>
                  <a:pt x="772349" y="941532"/>
                  <a:pt x="791633" y="948556"/>
                  <a:pt x="810279" y="955964"/>
                </a:cubicBezTo>
                <a:cubicBezTo>
                  <a:pt x="856888" y="973713"/>
                  <a:pt x="905160" y="992102"/>
                  <a:pt x="977440" y="990953"/>
                </a:cubicBezTo>
                <a:cubicBezTo>
                  <a:pt x="1042439" y="990059"/>
                  <a:pt x="1124679" y="959028"/>
                  <a:pt x="1203216" y="905776"/>
                </a:cubicBezTo>
                <a:cubicBezTo>
                  <a:pt x="1348412" y="807319"/>
                  <a:pt x="1520682" y="744618"/>
                  <a:pt x="1675712" y="733635"/>
                </a:cubicBezTo>
                <a:cubicBezTo>
                  <a:pt x="1716416" y="730762"/>
                  <a:pt x="1754415" y="732063"/>
                  <a:pt x="1789233" y="737315"/>
                </a:cubicBezTo>
                <a:lnTo>
                  <a:pt x="1815417" y="744909"/>
                </a:lnTo>
                <a:lnTo>
                  <a:pt x="1812393" y="653418"/>
                </a:lnTo>
                <a:lnTo>
                  <a:pt x="1734488" y="621975"/>
                </a:lnTo>
                <a:cubicBezTo>
                  <a:pt x="1698819" y="612910"/>
                  <a:pt x="1659781" y="607851"/>
                  <a:pt x="1617864" y="607084"/>
                </a:cubicBezTo>
                <a:close/>
                <a:moveTo>
                  <a:pt x="1850521" y="585375"/>
                </a:moveTo>
                <a:lnTo>
                  <a:pt x="1851449" y="591206"/>
                </a:lnTo>
                <a:lnTo>
                  <a:pt x="1854610" y="594308"/>
                </a:lnTo>
                <a:close/>
                <a:moveTo>
                  <a:pt x="1821388" y="580601"/>
                </a:moveTo>
                <a:lnTo>
                  <a:pt x="1824852" y="605137"/>
                </a:lnTo>
                <a:lnTo>
                  <a:pt x="1826103" y="644828"/>
                </a:lnTo>
                <a:lnTo>
                  <a:pt x="1838242" y="649769"/>
                </a:lnTo>
                <a:lnTo>
                  <a:pt x="1848706" y="658563"/>
                </a:lnTo>
                <a:lnTo>
                  <a:pt x="1839078" y="597862"/>
                </a:lnTo>
                <a:close/>
                <a:moveTo>
                  <a:pt x="3163689" y="571073"/>
                </a:moveTo>
                <a:cubicBezTo>
                  <a:pt x="3031647" y="573371"/>
                  <a:pt x="2909564" y="660463"/>
                  <a:pt x="2800507" y="829540"/>
                </a:cubicBezTo>
                <a:cubicBezTo>
                  <a:pt x="2776881" y="866573"/>
                  <a:pt x="2754278" y="906161"/>
                  <a:pt x="2732442" y="943705"/>
                </a:cubicBezTo>
                <a:cubicBezTo>
                  <a:pt x="2716097" y="971926"/>
                  <a:pt x="2699112" y="1001171"/>
                  <a:pt x="2681362" y="1029647"/>
                </a:cubicBezTo>
                <a:cubicBezTo>
                  <a:pt x="2639169" y="1102655"/>
                  <a:pt x="2587130" y="1169519"/>
                  <a:pt x="2526715" y="1228350"/>
                </a:cubicBezTo>
                <a:cubicBezTo>
                  <a:pt x="2467821" y="1282907"/>
                  <a:pt x="2388232" y="1325987"/>
                  <a:pt x="2305412" y="1343688"/>
                </a:cubicBezTo>
                <a:lnTo>
                  <a:pt x="2257235" y="1348737"/>
                </a:lnTo>
                <a:lnTo>
                  <a:pt x="2261808" y="1354571"/>
                </a:lnTo>
                <a:lnTo>
                  <a:pt x="2262767" y="1355218"/>
                </a:lnTo>
                <a:lnTo>
                  <a:pt x="2315311" y="1356355"/>
                </a:lnTo>
                <a:cubicBezTo>
                  <a:pt x="2405487" y="1347144"/>
                  <a:pt x="2495021" y="1306415"/>
                  <a:pt x="2561321" y="1251464"/>
                </a:cubicBezTo>
                <a:cubicBezTo>
                  <a:pt x="2619680" y="1200945"/>
                  <a:pt x="2670520" y="1142330"/>
                  <a:pt x="2712265" y="1077407"/>
                </a:cubicBezTo>
                <a:cubicBezTo>
                  <a:pt x="2729887" y="1051866"/>
                  <a:pt x="2747126" y="1024666"/>
                  <a:pt x="2763345" y="998743"/>
                </a:cubicBezTo>
                <a:cubicBezTo>
                  <a:pt x="2784288" y="966051"/>
                  <a:pt x="2805868" y="932211"/>
                  <a:pt x="2828474" y="900286"/>
                </a:cubicBezTo>
                <a:cubicBezTo>
                  <a:pt x="2937657" y="747044"/>
                  <a:pt x="3058335" y="671956"/>
                  <a:pt x="3188719" y="676681"/>
                </a:cubicBezTo>
                <a:cubicBezTo>
                  <a:pt x="3384864" y="683832"/>
                  <a:pt x="3557005" y="890070"/>
                  <a:pt x="3640521" y="1091327"/>
                </a:cubicBezTo>
                <a:lnTo>
                  <a:pt x="3659136" y="1142681"/>
                </a:lnTo>
                <a:lnTo>
                  <a:pt x="3653729" y="1098055"/>
                </a:lnTo>
                <a:lnTo>
                  <a:pt x="3614088" y="976268"/>
                </a:lnTo>
                <a:cubicBezTo>
                  <a:pt x="3537467" y="778842"/>
                  <a:pt x="3363794" y="567624"/>
                  <a:pt x="3163689" y="571073"/>
                </a:cubicBezTo>
                <a:close/>
                <a:moveTo>
                  <a:pt x="7961982" y="546714"/>
                </a:moveTo>
                <a:cubicBezTo>
                  <a:pt x="7887326" y="541382"/>
                  <a:pt x="7815589" y="552811"/>
                  <a:pt x="7747269" y="581033"/>
                </a:cubicBezTo>
                <a:cubicBezTo>
                  <a:pt x="7601944" y="640670"/>
                  <a:pt x="7482417" y="774628"/>
                  <a:pt x="7392003" y="979206"/>
                </a:cubicBezTo>
                <a:cubicBezTo>
                  <a:pt x="7350526" y="1075940"/>
                  <a:pt x="7317541" y="1176095"/>
                  <a:pt x="7293419" y="1278538"/>
                </a:cubicBezTo>
                <a:cubicBezTo>
                  <a:pt x="7278222" y="1342389"/>
                  <a:pt x="7264174" y="1407643"/>
                  <a:pt x="7250766" y="1471112"/>
                </a:cubicBezTo>
                <a:cubicBezTo>
                  <a:pt x="7213732" y="1645169"/>
                  <a:pt x="7175550" y="1825227"/>
                  <a:pt x="7104165" y="1984215"/>
                </a:cubicBezTo>
                <a:cubicBezTo>
                  <a:pt x="7081510" y="2035015"/>
                  <a:pt x="7054732" y="2083873"/>
                  <a:pt x="7024096" y="2130305"/>
                </a:cubicBezTo>
                <a:cubicBezTo>
                  <a:pt x="6921935" y="2285846"/>
                  <a:pt x="6734852" y="2410482"/>
                  <a:pt x="6552239" y="2410482"/>
                </a:cubicBezTo>
                <a:cubicBezTo>
                  <a:pt x="6501759" y="2410788"/>
                  <a:pt x="6451764" y="2400662"/>
                  <a:pt x="6405383" y="2380727"/>
                </a:cubicBezTo>
                <a:lnTo>
                  <a:pt x="6310743" y="2319658"/>
                </a:lnTo>
                <a:lnTo>
                  <a:pt x="6324294" y="2336160"/>
                </a:lnTo>
                <a:cubicBezTo>
                  <a:pt x="6351570" y="2361176"/>
                  <a:pt x="6382653" y="2381686"/>
                  <a:pt x="6416366" y="2396945"/>
                </a:cubicBezTo>
                <a:cubicBezTo>
                  <a:pt x="6626562" y="2491572"/>
                  <a:pt x="6884647" y="2357359"/>
                  <a:pt x="7012731" y="2172829"/>
                </a:cubicBezTo>
                <a:cubicBezTo>
                  <a:pt x="7043520" y="2128352"/>
                  <a:pt x="7070516" y="2081358"/>
                  <a:pt x="7093438" y="2032358"/>
                </a:cubicBezTo>
                <a:cubicBezTo>
                  <a:pt x="7168910" y="1872094"/>
                  <a:pt x="7207476" y="1687564"/>
                  <a:pt x="7244765" y="1508782"/>
                </a:cubicBezTo>
                <a:cubicBezTo>
                  <a:pt x="7256257" y="1453361"/>
                  <a:pt x="7268262" y="1396023"/>
                  <a:pt x="7281159" y="1340473"/>
                </a:cubicBezTo>
                <a:cubicBezTo>
                  <a:pt x="7303915" y="1238541"/>
                  <a:pt x="7335228" y="1138705"/>
                  <a:pt x="7374764" y="1042035"/>
                </a:cubicBezTo>
                <a:cubicBezTo>
                  <a:pt x="7461346" y="836563"/>
                  <a:pt x="7577554" y="699923"/>
                  <a:pt x="7719558" y="635816"/>
                </a:cubicBezTo>
                <a:cubicBezTo>
                  <a:pt x="7854539" y="574520"/>
                  <a:pt x="8004460" y="579884"/>
                  <a:pt x="8165107" y="651651"/>
                </a:cubicBezTo>
                <a:cubicBezTo>
                  <a:pt x="8263604" y="697968"/>
                  <a:pt x="8354948" y="758180"/>
                  <a:pt x="8436346" y="830433"/>
                </a:cubicBezTo>
                <a:cubicBezTo>
                  <a:pt x="8491040" y="877632"/>
                  <a:pt x="8543104" y="927805"/>
                  <a:pt x="8592269" y="980738"/>
                </a:cubicBezTo>
                <a:cubicBezTo>
                  <a:pt x="8630579" y="1022241"/>
                  <a:pt x="8669911" y="1065914"/>
                  <a:pt x="8707200" y="1108440"/>
                </a:cubicBezTo>
                <a:cubicBezTo>
                  <a:pt x="8900923" y="1325532"/>
                  <a:pt x="9101286" y="1549647"/>
                  <a:pt x="9368566" y="1626778"/>
                </a:cubicBezTo>
                <a:lnTo>
                  <a:pt x="9383216" y="1629300"/>
                </a:lnTo>
                <a:lnTo>
                  <a:pt x="9299848" y="1598100"/>
                </a:lnTo>
                <a:cubicBezTo>
                  <a:pt x="9075148" y="1495594"/>
                  <a:pt x="8900443" y="1288961"/>
                  <a:pt x="8730825" y="1088390"/>
                </a:cubicBezTo>
                <a:cubicBezTo>
                  <a:pt x="8693663" y="1044461"/>
                  <a:pt x="8655224" y="998999"/>
                  <a:pt x="8617170" y="955836"/>
                </a:cubicBezTo>
                <a:cubicBezTo>
                  <a:pt x="8568923" y="900771"/>
                  <a:pt x="8517549" y="848542"/>
                  <a:pt x="8463290" y="799402"/>
                </a:cubicBezTo>
                <a:cubicBezTo>
                  <a:pt x="8382761" y="724978"/>
                  <a:pt x="8292196" y="662213"/>
                  <a:pt x="8194223" y="612959"/>
                </a:cubicBezTo>
                <a:cubicBezTo>
                  <a:pt x="8114219" y="574138"/>
                  <a:pt x="8036640" y="552045"/>
                  <a:pt x="7961982" y="546714"/>
                </a:cubicBezTo>
                <a:close/>
                <a:moveTo>
                  <a:pt x="1811252" y="508844"/>
                </a:moveTo>
                <a:lnTo>
                  <a:pt x="1818294" y="558711"/>
                </a:lnTo>
                <a:lnTo>
                  <a:pt x="1835551" y="575626"/>
                </a:lnTo>
                <a:lnTo>
                  <a:pt x="1830231" y="542084"/>
                </a:lnTo>
                <a:lnTo>
                  <a:pt x="1825092" y="529822"/>
                </a:lnTo>
                <a:lnTo>
                  <a:pt x="1819811" y="518288"/>
                </a:lnTo>
                <a:close/>
                <a:moveTo>
                  <a:pt x="7907649" y="483339"/>
                </a:moveTo>
                <a:cubicBezTo>
                  <a:pt x="7861677" y="486017"/>
                  <a:pt x="7815222" y="495378"/>
                  <a:pt x="7768722" y="512841"/>
                </a:cubicBezTo>
                <a:cubicBezTo>
                  <a:pt x="7494675" y="615640"/>
                  <a:pt x="7358546" y="950217"/>
                  <a:pt x="7292524" y="1212771"/>
                </a:cubicBezTo>
                <a:cubicBezTo>
                  <a:pt x="7274518" y="1284284"/>
                  <a:pt x="7258555" y="1358351"/>
                  <a:pt x="7243104" y="1429864"/>
                </a:cubicBezTo>
                <a:cubicBezTo>
                  <a:pt x="7194577" y="1655001"/>
                  <a:pt x="7144391" y="1887929"/>
                  <a:pt x="7024224" y="2079864"/>
                </a:cubicBezTo>
                <a:cubicBezTo>
                  <a:pt x="6926532" y="2235914"/>
                  <a:pt x="6758733" y="2351613"/>
                  <a:pt x="6596808" y="2374599"/>
                </a:cubicBezTo>
                <a:cubicBezTo>
                  <a:pt x="6577217" y="2377306"/>
                  <a:pt x="6557462" y="2378672"/>
                  <a:pt x="6537682" y="2378685"/>
                </a:cubicBezTo>
                <a:cubicBezTo>
                  <a:pt x="6472009" y="2379547"/>
                  <a:pt x="6407908" y="2361804"/>
                  <a:pt x="6352513" y="2328152"/>
                </a:cubicBezTo>
                <a:lnTo>
                  <a:pt x="6302786" y="2291155"/>
                </a:lnTo>
                <a:lnTo>
                  <a:pt x="6316503" y="2307811"/>
                </a:lnTo>
                <a:cubicBezTo>
                  <a:pt x="6344239" y="2333057"/>
                  <a:pt x="6375948" y="2353553"/>
                  <a:pt x="6410364" y="2368469"/>
                </a:cubicBezTo>
                <a:cubicBezTo>
                  <a:pt x="6625157" y="2461180"/>
                  <a:pt x="6885285" y="2316494"/>
                  <a:pt x="7012858" y="2123026"/>
                </a:cubicBezTo>
                <a:cubicBezTo>
                  <a:pt x="7043021" y="2076952"/>
                  <a:pt x="7069404" y="2028528"/>
                  <a:pt x="7091778" y="1978214"/>
                </a:cubicBezTo>
                <a:cubicBezTo>
                  <a:pt x="7162524" y="1820502"/>
                  <a:pt x="7200707" y="1641210"/>
                  <a:pt x="7237485" y="1467409"/>
                </a:cubicBezTo>
                <a:cubicBezTo>
                  <a:pt x="7251022" y="1403558"/>
                  <a:pt x="7264941" y="1338173"/>
                  <a:pt x="7280265" y="1274579"/>
                </a:cubicBezTo>
                <a:cubicBezTo>
                  <a:pt x="7304489" y="1171320"/>
                  <a:pt x="7337730" y="1070384"/>
                  <a:pt x="7379616" y="972949"/>
                </a:cubicBezTo>
                <a:cubicBezTo>
                  <a:pt x="7471434" y="765050"/>
                  <a:pt x="7593389" y="628154"/>
                  <a:pt x="7742032" y="567624"/>
                </a:cubicBezTo>
                <a:cubicBezTo>
                  <a:pt x="7882503" y="509776"/>
                  <a:pt x="8035745" y="520630"/>
                  <a:pt x="8199842" y="599932"/>
                </a:cubicBezTo>
                <a:cubicBezTo>
                  <a:pt x="8299002" y="649915"/>
                  <a:pt x="8390601" y="713625"/>
                  <a:pt x="8471974" y="789187"/>
                </a:cubicBezTo>
                <a:cubicBezTo>
                  <a:pt x="8526732" y="838631"/>
                  <a:pt x="8578579" y="891207"/>
                  <a:pt x="8627257" y="946642"/>
                </a:cubicBezTo>
                <a:cubicBezTo>
                  <a:pt x="8665568" y="989933"/>
                  <a:pt x="8703878" y="1035395"/>
                  <a:pt x="8741041" y="1079451"/>
                </a:cubicBezTo>
                <a:cubicBezTo>
                  <a:pt x="8933740" y="1307143"/>
                  <a:pt x="9132828" y="1542752"/>
                  <a:pt x="9403172" y="1622181"/>
                </a:cubicBezTo>
                <a:lnTo>
                  <a:pt x="9420372" y="1626176"/>
                </a:lnTo>
                <a:lnTo>
                  <a:pt x="9332431" y="1592427"/>
                </a:lnTo>
                <a:cubicBezTo>
                  <a:pt x="9105827" y="1485879"/>
                  <a:pt x="8932129" y="1269008"/>
                  <a:pt x="8763516" y="1059275"/>
                </a:cubicBezTo>
                <a:cubicBezTo>
                  <a:pt x="8726866" y="1013557"/>
                  <a:pt x="8688937" y="966308"/>
                  <a:pt x="8651521" y="921485"/>
                </a:cubicBezTo>
                <a:cubicBezTo>
                  <a:pt x="8527603" y="773208"/>
                  <a:pt x="8229456" y="464586"/>
                  <a:pt x="7907649" y="483339"/>
                </a:cubicBezTo>
                <a:close/>
                <a:moveTo>
                  <a:pt x="3138020" y="452437"/>
                </a:moveTo>
                <a:cubicBezTo>
                  <a:pt x="2964986" y="463420"/>
                  <a:pt x="2837155" y="621131"/>
                  <a:pt x="2760407" y="751514"/>
                </a:cubicBezTo>
                <a:cubicBezTo>
                  <a:pt x="2734868" y="794166"/>
                  <a:pt x="2711755" y="839118"/>
                  <a:pt x="2688768" y="882664"/>
                </a:cubicBezTo>
                <a:cubicBezTo>
                  <a:pt x="2672804" y="912929"/>
                  <a:pt x="2656331" y="944342"/>
                  <a:pt x="2639476" y="974736"/>
                </a:cubicBezTo>
                <a:cubicBezTo>
                  <a:pt x="2602952" y="1040503"/>
                  <a:pt x="2552255" y="1125040"/>
                  <a:pt x="2483550" y="1195277"/>
                </a:cubicBezTo>
                <a:cubicBezTo>
                  <a:pt x="2424092" y="1255867"/>
                  <a:pt x="2343630" y="1304053"/>
                  <a:pt x="2259745" y="1324317"/>
                </a:cubicBezTo>
                <a:lnTo>
                  <a:pt x="2240002" y="1326747"/>
                </a:lnTo>
                <a:lnTo>
                  <a:pt x="2247666" y="1336526"/>
                </a:lnTo>
                <a:lnTo>
                  <a:pt x="2268927" y="1336696"/>
                </a:lnTo>
                <a:cubicBezTo>
                  <a:pt x="2360791" y="1325194"/>
                  <a:pt x="2451914" y="1279240"/>
                  <a:pt x="2517137" y="1218901"/>
                </a:cubicBezTo>
                <a:cubicBezTo>
                  <a:pt x="2576596" y="1160835"/>
                  <a:pt x="2627841" y="1094928"/>
                  <a:pt x="2669486" y="1023007"/>
                </a:cubicBezTo>
                <a:cubicBezTo>
                  <a:pt x="2686853" y="994785"/>
                  <a:pt x="2703709" y="965542"/>
                  <a:pt x="2719927" y="937320"/>
                </a:cubicBezTo>
                <a:cubicBezTo>
                  <a:pt x="2741892" y="899010"/>
                  <a:pt x="2764622" y="859932"/>
                  <a:pt x="2788503" y="822389"/>
                </a:cubicBezTo>
                <a:cubicBezTo>
                  <a:pt x="2899986" y="648970"/>
                  <a:pt x="3025899" y="559962"/>
                  <a:pt x="3162668" y="557663"/>
                </a:cubicBezTo>
                <a:lnTo>
                  <a:pt x="3167521" y="557663"/>
                </a:lnTo>
                <a:cubicBezTo>
                  <a:pt x="3371839" y="557663"/>
                  <a:pt x="3548321" y="771308"/>
                  <a:pt x="3625837" y="971415"/>
                </a:cubicBezTo>
                <a:lnTo>
                  <a:pt x="3645843" y="1032971"/>
                </a:lnTo>
                <a:lnTo>
                  <a:pt x="3642692" y="1006974"/>
                </a:lnTo>
                <a:lnTo>
                  <a:pt x="3598891" y="856485"/>
                </a:lnTo>
                <a:cubicBezTo>
                  <a:pt x="3525335" y="652163"/>
                  <a:pt x="3349746" y="438390"/>
                  <a:pt x="3138020" y="452437"/>
                </a:cubicBezTo>
                <a:close/>
                <a:moveTo>
                  <a:pt x="3112480" y="334059"/>
                </a:moveTo>
                <a:cubicBezTo>
                  <a:pt x="2930632" y="354108"/>
                  <a:pt x="2798973" y="529953"/>
                  <a:pt x="2720565" y="673872"/>
                </a:cubicBezTo>
                <a:cubicBezTo>
                  <a:pt x="2694131" y="722398"/>
                  <a:pt x="2669486" y="773479"/>
                  <a:pt x="2645349" y="822900"/>
                </a:cubicBezTo>
                <a:cubicBezTo>
                  <a:pt x="2587499" y="942173"/>
                  <a:pt x="2527608" y="1065532"/>
                  <a:pt x="2440133" y="1162585"/>
                </a:cubicBezTo>
                <a:cubicBezTo>
                  <a:pt x="2382908" y="1226217"/>
                  <a:pt x="2306376" y="1277670"/>
                  <a:pt x="2225861" y="1302162"/>
                </a:cubicBezTo>
                <a:lnTo>
                  <a:pt x="2221381" y="1302987"/>
                </a:lnTo>
                <a:lnTo>
                  <a:pt x="2231427" y="1315807"/>
                </a:lnTo>
                <a:lnTo>
                  <a:pt x="2292234" y="1300934"/>
                </a:lnTo>
                <a:cubicBezTo>
                  <a:pt x="2360438" y="1277605"/>
                  <a:pt x="2424550" y="1236092"/>
                  <a:pt x="2473846" y="1185826"/>
                </a:cubicBezTo>
                <a:cubicBezTo>
                  <a:pt x="2541400" y="1116740"/>
                  <a:pt x="2591458" y="1032585"/>
                  <a:pt x="2627086" y="968734"/>
                </a:cubicBezTo>
                <a:cubicBezTo>
                  <a:pt x="2643817" y="938342"/>
                  <a:pt x="2660290" y="907183"/>
                  <a:pt x="2676251" y="876916"/>
                </a:cubicBezTo>
                <a:cubicBezTo>
                  <a:pt x="2699239" y="833243"/>
                  <a:pt x="2722992" y="787525"/>
                  <a:pt x="2748149" y="745257"/>
                </a:cubicBezTo>
                <a:cubicBezTo>
                  <a:pt x="2826558" y="612064"/>
                  <a:pt x="2957577" y="451544"/>
                  <a:pt x="3136489" y="439539"/>
                </a:cubicBezTo>
                <a:cubicBezTo>
                  <a:pt x="3354981" y="424982"/>
                  <a:pt x="3535679" y="643862"/>
                  <a:pt x="3610895" y="852398"/>
                </a:cubicBezTo>
                <a:lnTo>
                  <a:pt x="3612681" y="858522"/>
                </a:lnTo>
                <a:lnTo>
                  <a:pt x="3584078" y="736957"/>
                </a:lnTo>
                <a:cubicBezTo>
                  <a:pt x="3510649" y="518971"/>
                  <a:pt x="3325227" y="310689"/>
                  <a:pt x="3112480" y="334059"/>
                </a:cubicBezTo>
                <a:close/>
                <a:moveTo>
                  <a:pt x="1147215" y="407"/>
                </a:moveTo>
                <a:cubicBezTo>
                  <a:pt x="1257601" y="-3242"/>
                  <a:pt x="1368796" y="17641"/>
                  <a:pt x="1472413" y="63332"/>
                </a:cubicBezTo>
                <a:cubicBezTo>
                  <a:pt x="1601328" y="120798"/>
                  <a:pt x="1699641" y="213101"/>
                  <a:pt x="1758249" y="329039"/>
                </a:cubicBezTo>
                <a:lnTo>
                  <a:pt x="1786700" y="406996"/>
                </a:lnTo>
                <a:lnTo>
                  <a:pt x="1789358" y="410240"/>
                </a:lnTo>
                <a:lnTo>
                  <a:pt x="1842218" y="536587"/>
                </a:lnTo>
                <a:lnTo>
                  <a:pt x="1882973" y="625600"/>
                </a:lnTo>
                <a:lnTo>
                  <a:pt x="1884893" y="636086"/>
                </a:lnTo>
                <a:lnTo>
                  <a:pt x="1923453" y="712053"/>
                </a:lnTo>
                <a:lnTo>
                  <a:pt x="1929377" y="739773"/>
                </a:lnTo>
                <a:lnTo>
                  <a:pt x="1963678" y="799274"/>
                </a:lnTo>
                <a:lnTo>
                  <a:pt x="1974245" y="841358"/>
                </a:lnTo>
                <a:lnTo>
                  <a:pt x="2003775" y="885217"/>
                </a:lnTo>
                <a:lnTo>
                  <a:pt x="2016966" y="940861"/>
                </a:lnTo>
                <a:lnTo>
                  <a:pt x="2042980" y="972309"/>
                </a:lnTo>
                <a:lnTo>
                  <a:pt x="2063295" y="1039763"/>
                </a:lnTo>
                <a:lnTo>
                  <a:pt x="2083717" y="1058763"/>
                </a:lnTo>
                <a:lnTo>
                  <a:pt x="2116151" y="1140539"/>
                </a:lnTo>
                <a:lnTo>
                  <a:pt x="2122156" y="1144196"/>
                </a:lnTo>
                <a:cubicBezTo>
                  <a:pt x="2141809" y="1168664"/>
                  <a:pt x="2157057" y="1196361"/>
                  <a:pt x="2167234" y="1226052"/>
                </a:cubicBezTo>
                <a:lnTo>
                  <a:pt x="2178688" y="1246975"/>
                </a:lnTo>
                <a:lnTo>
                  <a:pt x="2189549" y="1257339"/>
                </a:lnTo>
                <a:lnTo>
                  <a:pt x="2211472" y="1290240"/>
                </a:lnTo>
                <a:lnTo>
                  <a:pt x="2247094" y="1280540"/>
                </a:lnTo>
                <a:cubicBezTo>
                  <a:pt x="2316058" y="1254489"/>
                  <a:pt x="2380830" y="1208592"/>
                  <a:pt x="2430555" y="1153263"/>
                </a:cubicBezTo>
                <a:cubicBezTo>
                  <a:pt x="2516752" y="1057359"/>
                  <a:pt x="2576135" y="935022"/>
                  <a:pt x="2633601" y="816643"/>
                </a:cubicBezTo>
                <a:cubicBezTo>
                  <a:pt x="2656714" y="766200"/>
                  <a:pt x="2682255" y="715120"/>
                  <a:pt x="2708689" y="666721"/>
                </a:cubicBezTo>
                <a:cubicBezTo>
                  <a:pt x="2788628" y="519992"/>
                  <a:pt x="2923356" y="340699"/>
                  <a:pt x="3110948" y="319884"/>
                </a:cubicBezTo>
                <a:cubicBezTo>
                  <a:pt x="3330463" y="295621"/>
                  <a:pt x="3521631" y="508882"/>
                  <a:pt x="3596209" y="731976"/>
                </a:cubicBezTo>
                <a:cubicBezTo>
                  <a:pt x="3621238" y="806107"/>
                  <a:pt x="3637840" y="883207"/>
                  <a:pt x="3650178" y="961136"/>
                </a:cubicBezTo>
                <a:lnTo>
                  <a:pt x="3655588" y="1005734"/>
                </a:lnTo>
                <a:lnTo>
                  <a:pt x="3657123" y="1011003"/>
                </a:lnTo>
                <a:lnTo>
                  <a:pt x="3681868" y="1152846"/>
                </a:lnTo>
                <a:lnTo>
                  <a:pt x="3730277" y="1371927"/>
                </a:lnTo>
                <a:lnTo>
                  <a:pt x="3762222" y="1489116"/>
                </a:lnTo>
                <a:lnTo>
                  <a:pt x="3780191" y="1556250"/>
                </a:lnTo>
                <a:lnTo>
                  <a:pt x="3787121" y="1577103"/>
                </a:lnTo>
                <a:lnTo>
                  <a:pt x="3843492" y="1748247"/>
                </a:lnTo>
                <a:lnTo>
                  <a:pt x="3868027" y="1808305"/>
                </a:lnTo>
                <a:lnTo>
                  <a:pt x="3900174" y="1878706"/>
                </a:lnTo>
                <a:lnTo>
                  <a:pt x="3929799" y="1932955"/>
                </a:lnTo>
                <a:lnTo>
                  <a:pt x="3954380" y="1964143"/>
                </a:lnTo>
                <a:lnTo>
                  <a:pt x="3961539" y="1971292"/>
                </a:lnTo>
                <a:cubicBezTo>
                  <a:pt x="3985059" y="1990717"/>
                  <a:pt x="4010633" y="2007873"/>
                  <a:pt x="4038439" y="2022143"/>
                </a:cubicBezTo>
                <a:cubicBezTo>
                  <a:pt x="4223095" y="2116897"/>
                  <a:pt x="4469175" y="2057900"/>
                  <a:pt x="4696867" y="1864432"/>
                </a:cubicBezTo>
                <a:cubicBezTo>
                  <a:pt x="4774585" y="1795856"/>
                  <a:pt x="4848794" y="1723410"/>
                  <a:pt x="4919194" y="1647339"/>
                </a:cubicBezTo>
                <a:cubicBezTo>
                  <a:pt x="5019823" y="1542113"/>
                  <a:pt x="5123516" y="1433439"/>
                  <a:pt x="5243812" y="1351710"/>
                </a:cubicBezTo>
                <a:cubicBezTo>
                  <a:pt x="5439705" y="1218263"/>
                  <a:pt x="5734568" y="1160159"/>
                  <a:pt x="5919224" y="1347880"/>
                </a:cubicBezTo>
                <a:cubicBezTo>
                  <a:pt x="6034155" y="1464471"/>
                  <a:pt x="6072465" y="1640955"/>
                  <a:pt x="6108605" y="1811563"/>
                </a:cubicBezTo>
                <a:cubicBezTo>
                  <a:pt x="6146916" y="1987152"/>
                  <a:pt x="6185226" y="2169126"/>
                  <a:pt x="6308713" y="2279078"/>
                </a:cubicBezTo>
                <a:cubicBezTo>
                  <a:pt x="6386100" y="2348292"/>
                  <a:pt x="6485069" y="2376642"/>
                  <a:pt x="6594892" y="2361189"/>
                </a:cubicBezTo>
                <a:cubicBezTo>
                  <a:pt x="6753114" y="2338715"/>
                  <a:pt x="6917210" y="2225444"/>
                  <a:pt x="7012858" y="2072584"/>
                </a:cubicBezTo>
                <a:cubicBezTo>
                  <a:pt x="7131748" y="1882693"/>
                  <a:pt x="7181680" y="1651171"/>
                  <a:pt x="7229950" y="1426799"/>
                </a:cubicBezTo>
                <a:cubicBezTo>
                  <a:pt x="7245403" y="1355031"/>
                  <a:pt x="7261493" y="1280837"/>
                  <a:pt x="7279498" y="1209707"/>
                </a:cubicBezTo>
                <a:cubicBezTo>
                  <a:pt x="7346286" y="943961"/>
                  <a:pt x="7484459" y="605296"/>
                  <a:pt x="7763998" y="500454"/>
                </a:cubicBezTo>
                <a:cubicBezTo>
                  <a:pt x="8143653" y="358067"/>
                  <a:pt x="8518330" y="741809"/>
                  <a:pt x="8661737" y="913312"/>
                </a:cubicBezTo>
                <a:cubicBezTo>
                  <a:pt x="8700048" y="958263"/>
                  <a:pt x="8737336" y="1005641"/>
                  <a:pt x="8773987" y="1051357"/>
                </a:cubicBezTo>
                <a:cubicBezTo>
                  <a:pt x="8965539" y="1290032"/>
                  <a:pt x="9163348" y="1536622"/>
                  <a:pt x="9436756" y="1618607"/>
                </a:cubicBezTo>
                <a:cubicBezTo>
                  <a:pt x="9491396" y="1634969"/>
                  <a:pt x="9545806" y="1644107"/>
                  <a:pt x="9599881" y="1646906"/>
                </a:cubicBezTo>
                <a:lnTo>
                  <a:pt x="9715584" y="1639912"/>
                </a:lnTo>
                <a:lnTo>
                  <a:pt x="9717818" y="1639506"/>
                </a:lnTo>
                <a:lnTo>
                  <a:pt x="9729150" y="1636906"/>
                </a:lnTo>
                <a:lnTo>
                  <a:pt x="9815759" y="1612900"/>
                </a:lnTo>
                <a:lnTo>
                  <a:pt x="9857819" y="1599141"/>
                </a:lnTo>
                <a:lnTo>
                  <a:pt x="9944271" y="1565899"/>
                </a:lnTo>
                <a:lnTo>
                  <a:pt x="10052007" y="1517282"/>
                </a:lnTo>
                <a:lnTo>
                  <a:pt x="10150780" y="1462551"/>
                </a:lnTo>
                <a:lnTo>
                  <a:pt x="10279553" y="1382788"/>
                </a:lnTo>
                <a:lnTo>
                  <a:pt x="10301188" y="1367881"/>
                </a:lnTo>
                <a:lnTo>
                  <a:pt x="10416260" y="1282501"/>
                </a:lnTo>
                <a:lnTo>
                  <a:pt x="10473350" y="1237108"/>
                </a:lnTo>
                <a:lnTo>
                  <a:pt x="10563267" y="1158822"/>
                </a:lnTo>
                <a:lnTo>
                  <a:pt x="10651707" y="1076642"/>
                </a:lnTo>
                <a:cubicBezTo>
                  <a:pt x="11038514" y="705160"/>
                  <a:pt x="11422129" y="378243"/>
                  <a:pt x="11861549" y="455120"/>
                </a:cubicBezTo>
                <a:lnTo>
                  <a:pt x="11859122" y="467890"/>
                </a:lnTo>
                <a:cubicBezTo>
                  <a:pt x="11479994" y="401517"/>
                  <a:pt x="11141146" y="641951"/>
                  <a:pt x="10805024" y="950251"/>
                </a:cubicBezTo>
                <a:lnTo>
                  <a:pt x="10802255" y="952857"/>
                </a:lnTo>
                <a:lnTo>
                  <a:pt x="10981553" y="807130"/>
                </a:lnTo>
                <a:cubicBezTo>
                  <a:pt x="11238718" y="617835"/>
                  <a:pt x="11513786" y="487173"/>
                  <a:pt x="11809830" y="538892"/>
                </a:cubicBezTo>
                <a:lnTo>
                  <a:pt x="11807532" y="551662"/>
                </a:lnTo>
                <a:cubicBezTo>
                  <a:pt x="11418426" y="483469"/>
                  <a:pt x="11064055" y="736828"/>
                  <a:pt x="10739055" y="1020836"/>
                </a:cubicBezTo>
                <a:lnTo>
                  <a:pt x="10731040" y="1027950"/>
                </a:lnTo>
                <a:lnTo>
                  <a:pt x="10937615" y="870687"/>
                </a:lnTo>
                <a:cubicBezTo>
                  <a:pt x="11193577" y="694207"/>
                  <a:pt x="11466347" y="573147"/>
                  <a:pt x="11757219" y="624196"/>
                </a:cubicBezTo>
                <a:lnTo>
                  <a:pt x="11754919" y="636967"/>
                </a:lnTo>
                <a:cubicBezTo>
                  <a:pt x="11371815" y="569922"/>
                  <a:pt x="11019743" y="806170"/>
                  <a:pt x="10695765" y="1071151"/>
                </a:cubicBezTo>
                <a:lnTo>
                  <a:pt x="10653670" y="1106052"/>
                </a:lnTo>
                <a:lnTo>
                  <a:pt x="10895766" y="934293"/>
                </a:lnTo>
                <a:cubicBezTo>
                  <a:pt x="11150453" y="770630"/>
                  <a:pt x="11420853" y="659026"/>
                  <a:pt x="11706266" y="709116"/>
                </a:cubicBezTo>
                <a:lnTo>
                  <a:pt x="11703966" y="721886"/>
                </a:lnTo>
                <a:cubicBezTo>
                  <a:pt x="11328141" y="655992"/>
                  <a:pt x="10977218" y="875128"/>
                  <a:pt x="10654134" y="1121465"/>
                </a:cubicBezTo>
                <a:lnTo>
                  <a:pt x="10587595" y="1172622"/>
                </a:lnTo>
                <a:lnTo>
                  <a:pt x="10604074" y="1160925"/>
                </a:lnTo>
                <a:cubicBezTo>
                  <a:pt x="10907619" y="947409"/>
                  <a:pt x="11264289" y="725336"/>
                  <a:pt x="11654673" y="793911"/>
                </a:cubicBezTo>
                <a:lnTo>
                  <a:pt x="11652374" y="806681"/>
                </a:lnTo>
                <a:cubicBezTo>
                  <a:pt x="11266972" y="739255"/>
                  <a:pt x="10913238" y="959923"/>
                  <a:pt x="10611736" y="1171524"/>
                </a:cubicBezTo>
                <a:lnTo>
                  <a:pt x="10499046" y="1251676"/>
                </a:lnTo>
                <a:lnTo>
                  <a:pt x="10561806" y="1210856"/>
                </a:lnTo>
                <a:cubicBezTo>
                  <a:pt x="10864840" y="1015088"/>
                  <a:pt x="11219978" y="811788"/>
                  <a:pt x="11602698" y="878832"/>
                </a:cubicBezTo>
                <a:lnTo>
                  <a:pt x="11600399" y="891602"/>
                </a:lnTo>
                <a:cubicBezTo>
                  <a:pt x="11222659" y="825452"/>
                  <a:pt x="10869947" y="1027220"/>
                  <a:pt x="10569083" y="1221582"/>
                </a:cubicBezTo>
                <a:cubicBezTo>
                  <a:pt x="10528475" y="1247761"/>
                  <a:pt x="10488250" y="1274067"/>
                  <a:pt x="10448662" y="1299991"/>
                </a:cubicBezTo>
                <a:lnTo>
                  <a:pt x="10403185" y="1328465"/>
                </a:lnTo>
                <a:lnTo>
                  <a:pt x="10518769" y="1260020"/>
                </a:lnTo>
                <a:cubicBezTo>
                  <a:pt x="10821167" y="1082005"/>
                  <a:pt x="11175283" y="897476"/>
                  <a:pt x="11549958" y="963242"/>
                </a:cubicBezTo>
                <a:lnTo>
                  <a:pt x="11547658" y="976013"/>
                </a:lnTo>
                <a:cubicBezTo>
                  <a:pt x="11177326" y="911140"/>
                  <a:pt x="10825892" y="1094392"/>
                  <a:pt x="10526049" y="1271258"/>
                </a:cubicBezTo>
                <a:cubicBezTo>
                  <a:pt x="10485440" y="1295177"/>
                  <a:pt x="10445303" y="1318929"/>
                  <a:pt x="10405627" y="1342516"/>
                </a:cubicBezTo>
                <a:lnTo>
                  <a:pt x="10270112" y="1418335"/>
                </a:lnTo>
                <a:lnTo>
                  <a:pt x="10356973" y="1374568"/>
                </a:lnTo>
                <a:lnTo>
                  <a:pt x="10475607" y="1311357"/>
                </a:lnTo>
                <a:lnTo>
                  <a:pt x="10477523" y="1310335"/>
                </a:lnTo>
                <a:cubicBezTo>
                  <a:pt x="10793200" y="1142662"/>
                  <a:pt x="11131992" y="984313"/>
                  <a:pt x="11499132" y="1048547"/>
                </a:cubicBezTo>
                <a:lnTo>
                  <a:pt x="11496834" y="1061317"/>
                </a:lnTo>
                <a:cubicBezTo>
                  <a:pt x="11134162" y="997466"/>
                  <a:pt x="10797542" y="1155049"/>
                  <a:pt x="10483907" y="1321700"/>
                </a:cubicBezTo>
                <a:lnTo>
                  <a:pt x="10482120" y="1322722"/>
                </a:lnTo>
                <a:lnTo>
                  <a:pt x="10363484" y="1385934"/>
                </a:lnTo>
                <a:lnTo>
                  <a:pt x="10206061" y="1466589"/>
                </a:lnTo>
                <a:lnTo>
                  <a:pt x="10315214" y="1417860"/>
                </a:lnTo>
                <a:lnTo>
                  <a:pt x="10394901" y="1380188"/>
                </a:lnTo>
                <a:lnTo>
                  <a:pt x="10435764" y="1360778"/>
                </a:lnTo>
                <a:cubicBezTo>
                  <a:pt x="10750805" y="1211622"/>
                  <a:pt x="11088447" y="1071151"/>
                  <a:pt x="11447542" y="1134107"/>
                </a:cubicBezTo>
                <a:lnTo>
                  <a:pt x="11445244" y="1146878"/>
                </a:lnTo>
                <a:cubicBezTo>
                  <a:pt x="11089980" y="1084559"/>
                  <a:pt x="10754635" y="1223498"/>
                  <a:pt x="10441512" y="1372399"/>
                </a:cubicBezTo>
                <a:lnTo>
                  <a:pt x="10400647" y="1391809"/>
                </a:lnTo>
                <a:lnTo>
                  <a:pt x="10321089" y="1430120"/>
                </a:lnTo>
                <a:lnTo>
                  <a:pt x="10104580" y="1526890"/>
                </a:lnTo>
                <a:lnTo>
                  <a:pt x="10273328" y="1460894"/>
                </a:lnTo>
                <a:lnTo>
                  <a:pt x="10393878" y="1410964"/>
                </a:lnTo>
                <a:cubicBezTo>
                  <a:pt x="10708151" y="1280198"/>
                  <a:pt x="11044517" y="1157732"/>
                  <a:pt x="11395823" y="1219412"/>
                </a:cubicBezTo>
                <a:lnTo>
                  <a:pt x="11393524" y="1232182"/>
                </a:lnTo>
                <a:cubicBezTo>
                  <a:pt x="11045793" y="1171267"/>
                  <a:pt x="10711599" y="1293095"/>
                  <a:pt x="10398987" y="1422967"/>
                </a:cubicBezTo>
                <a:lnTo>
                  <a:pt x="10278437" y="1472899"/>
                </a:lnTo>
                <a:lnTo>
                  <a:pt x="10033185" y="1568834"/>
                </a:lnTo>
                <a:lnTo>
                  <a:pt x="10231316" y="1501248"/>
                </a:lnTo>
                <a:lnTo>
                  <a:pt x="10281119" y="1483626"/>
                </a:lnTo>
                <a:lnTo>
                  <a:pt x="10351992" y="1458085"/>
                </a:lnTo>
                <a:cubicBezTo>
                  <a:pt x="10678653" y="1341238"/>
                  <a:pt x="11000333" y="1240993"/>
                  <a:pt x="11344103" y="1301523"/>
                </a:cubicBezTo>
                <a:lnTo>
                  <a:pt x="11341805" y="1314293"/>
                </a:lnTo>
                <a:cubicBezTo>
                  <a:pt x="11001227" y="1254529"/>
                  <a:pt x="10681463" y="1354008"/>
                  <a:pt x="10356462" y="1470217"/>
                </a:cubicBezTo>
                <a:lnTo>
                  <a:pt x="10285589" y="1495758"/>
                </a:lnTo>
                <a:lnTo>
                  <a:pt x="10235912" y="1513507"/>
                </a:lnTo>
                <a:cubicBezTo>
                  <a:pt x="10159291" y="1540868"/>
                  <a:pt x="10075543" y="1570765"/>
                  <a:pt x="9986568" y="1598668"/>
                </a:cubicBezTo>
                <a:lnTo>
                  <a:pt x="9812354" y="1644091"/>
                </a:lnTo>
                <a:lnTo>
                  <a:pt x="9933392" y="1618249"/>
                </a:lnTo>
                <a:cubicBezTo>
                  <a:pt x="10022555" y="1595054"/>
                  <a:pt x="10108019" y="1569633"/>
                  <a:pt x="10188534" y="1545689"/>
                </a:cubicBezTo>
                <a:lnTo>
                  <a:pt x="10232081" y="1532919"/>
                </a:lnTo>
                <a:lnTo>
                  <a:pt x="10308702" y="1510060"/>
                </a:lnTo>
                <a:cubicBezTo>
                  <a:pt x="10634723" y="1412496"/>
                  <a:pt x="10955127" y="1329746"/>
                  <a:pt x="11291108" y="1388616"/>
                </a:cubicBezTo>
                <a:lnTo>
                  <a:pt x="11288810" y="1401386"/>
                </a:lnTo>
                <a:cubicBezTo>
                  <a:pt x="10955765" y="1343027"/>
                  <a:pt x="10637533" y="1425394"/>
                  <a:pt x="10312661" y="1522574"/>
                </a:cubicBezTo>
                <a:lnTo>
                  <a:pt x="10236040" y="1545433"/>
                </a:lnTo>
                <a:lnTo>
                  <a:pt x="10192493" y="1558203"/>
                </a:lnTo>
                <a:cubicBezTo>
                  <a:pt x="10111531" y="1582275"/>
                  <a:pt x="10025611" y="1607824"/>
                  <a:pt x="9935962" y="1631128"/>
                </a:cubicBezTo>
                <a:lnTo>
                  <a:pt x="9776304" y="1665160"/>
                </a:lnTo>
                <a:lnTo>
                  <a:pt x="9890024" y="1646280"/>
                </a:lnTo>
                <a:cubicBezTo>
                  <a:pt x="9979152" y="1627906"/>
                  <a:pt x="10064729" y="1607529"/>
                  <a:pt x="10145372" y="1588342"/>
                </a:cubicBezTo>
                <a:lnTo>
                  <a:pt x="10182915" y="1579530"/>
                </a:lnTo>
                <a:lnTo>
                  <a:pt x="10265922" y="1559736"/>
                </a:lnTo>
                <a:cubicBezTo>
                  <a:pt x="10603692" y="1478390"/>
                  <a:pt x="10909919" y="1415688"/>
                  <a:pt x="11238495" y="1473282"/>
                </a:cubicBezTo>
                <a:lnTo>
                  <a:pt x="11236069" y="1486052"/>
                </a:lnTo>
                <a:cubicBezTo>
                  <a:pt x="10910302" y="1428969"/>
                  <a:pt x="10605351" y="1491288"/>
                  <a:pt x="10269114" y="1572251"/>
                </a:cubicBezTo>
                <a:cubicBezTo>
                  <a:pt x="10241275" y="1579019"/>
                  <a:pt x="10213564" y="1585021"/>
                  <a:pt x="10185980" y="1592045"/>
                </a:cubicBezTo>
                <a:lnTo>
                  <a:pt x="10148437" y="1600983"/>
                </a:lnTo>
                <a:cubicBezTo>
                  <a:pt x="10067441" y="1620139"/>
                  <a:pt x="9981499" y="1640531"/>
                  <a:pt x="9891972" y="1658940"/>
                </a:cubicBezTo>
                <a:lnTo>
                  <a:pt x="9668652" y="1695942"/>
                </a:lnTo>
                <a:lnTo>
                  <a:pt x="9841578" y="1675601"/>
                </a:lnTo>
                <a:cubicBezTo>
                  <a:pt x="9931440" y="1661953"/>
                  <a:pt x="10019203" y="1646286"/>
                  <a:pt x="10104124" y="1631121"/>
                </a:cubicBezTo>
                <a:lnTo>
                  <a:pt x="10137326" y="1625247"/>
                </a:lnTo>
                <a:cubicBezTo>
                  <a:pt x="10166314" y="1620011"/>
                  <a:pt x="10195558" y="1614904"/>
                  <a:pt x="10224674" y="1609540"/>
                </a:cubicBezTo>
                <a:cubicBezTo>
                  <a:pt x="10561678" y="1548243"/>
                  <a:pt x="10866755" y="1502015"/>
                  <a:pt x="11187286" y="1558459"/>
                </a:cubicBezTo>
                <a:lnTo>
                  <a:pt x="11184988" y="1571229"/>
                </a:lnTo>
                <a:cubicBezTo>
                  <a:pt x="10866629" y="1515552"/>
                  <a:pt x="10562827" y="1561524"/>
                  <a:pt x="10227228" y="1622310"/>
                </a:cubicBezTo>
                <a:cubicBezTo>
                  <a:pt x="10197983" y="1627674"/>
                  <a:pt x="10168869" y="1632781"/>
                  <a:pt x="10139880" y="1637889"/>
                </a:cubicBezTo>
                <a:lnTo>
                  <a:pt x="10106551" y="1643891"/>
                </a:lnTo>
                <a:cubicBezTo>
                  <a:pt x="10021341" y="1659088"/>
                  <a:pt x="9933291" y="1674795"/>
                  <a:pt x="9843115" y="1688477"/>
                </a:cubicBezTo>
                <a:lnTo>
                  <a:pt x="9612741" y="1715530"/>
                </a:lnTo>
                <a:lnTo>
                  <a:pt x="9791576" y="1703131"/>
                </a:lnTo>
                <a:cubicBezTo>
                  <a:pt x="9881940" y="1694301"/>
                  <a:pt x="9971634" y="1683607"/>
                  <a:pt x="10060578" y="1673007"/>
                </a:cubicBezTo>
                <a:lnTo>
                  <a:pt x="10091865" y="1669304"/>
                </a:lnTo>
                <a:lnTo>
                  <a:pt x="10182915" y="1658450"/>
                </a:lnTo>
                <a:cubicBezTo>
                  <a:pt x="10470882" y="1622948"/>
                  <a:pt x="10797414" y="1582722"/>
                  <a:pt x="11135567" y="1641975"/>
                </a:cubicBezTo>
                <a:lnTo>
                  <a:pt x="11133269" y="1654745"/>
                </a:lnTo>
                <a:cubicBezTo>
                  <a:pt x="10797159" y="1595875"/>
                  <a:pt x="10471648" y="1635846"/>
                  <a:pt x="10184448" y="1671220"/>
                </a:cubicBezTo>
                <a:cubicBezTo>
                  <a:pt x="10154056" y="1675050"/>
                  <a:pt x="10123662" y="1678626"/>
                  <a:pt x="10093397" y="1682202"/>
                </a:cubicBezTo>
                <a:lnTo>
                  <a:pt x="10062111" y="1685905"/>
                </a:lnTo>
                <a:cubicBezTo>
                  <a:pt x="9883775" y="1707168"/>
                  <a:pt x="9702407" y="1728813"/>
                  <a:pt x="9518502" y="1735071"/>
                </a:cubicBezTo>
                <a:lnTo>
                  <a:pt x="9392532" y="1733199"/>
                </a:lnTo>
                <a:lnTo>
                  <a:pt x="9475274" y="1737048"/>
                </a:lnTo>
                <a:cubicBezTo>
                  <a:pt x="9655413" y="1738421"/>
                  <a:pt x="9833525" y="1727726"/>
                  <a:pt x="10008603" y="1717191"/>
                </a:cubicBezTo>
                <a:lnTo>
                  <a:pt x="10045636" y="1714893"/>
                </a:lnTo>
                <a:cubicBezTo>
                  <a:pt x="10077651" y="1713105"/>
                  <a:pt x="10109833" y="1711151"/>
                  <a:pt x="10142178" y="1709018"/>
                </a:cubicBezTo>
                <a:cubicBezTo>
                  <a:pt x="10429634" y="1690756"/>
                  <a:pt x="10755145" y="1669813"/>
                  <a:pt x="11084998" y="1727663"/>
                </a:cubicBezTo>
                <a:lnTo>
                  <a:pt x="11082698" y="1740433"/>
                </a:lnTo>
                <a:cubicBezTo>
                  <a:pt x="10754634" y="1682967"/>
                  <a:pt x="10429762" y="1703783"/>
                  <a:pt x="10143073" y="1722172"/>
                </a:cubicBezTo>
                <a:lnTo>
                  <a:pt x="10046402" y="1728045"/>
                </a:lnTo>
                <a:lnTo>
                  <a:pt x="10009498" y="1730217"/>
                </a:lnTo>
                <a:cubicBezTo>
                  <a:pt x="9833908" y="1740752"/>
                  <a:pt x="9655349" y="1751479"/>
                  <a:pt x="9474668" y="1750090"/>
                </a:cubicBezTo>
                <a:lnTo>
                  <a:pt x="9308949" y="1742363"/>
                </a:lnTo>
                <a:lnTo>
                  <a:pt x="9429413" y="1751831"/>
                </a:lnTo>
                <a:cubicBezTo>
                  <a:pt x="9606600" y="1760577"/>
                  <a:pt x="9782189" y="1760355"/>
                  <a:pt x="9954585" y="1760099"/>
                </a:cubicBezTo>
                <a:lnTo>
                  <a:pt x="10001452" y="1760099"/>
                </a:lnTo>
                <a:lnTo>
                  <a:pt x="10099143" y="1760099"/>
                </a:lnTo>
                <a:cubicBezTo>
                  <a:pt x="10399879" y="1758694"/>
                  <a:pt x="10710961" y="1757417"/>
                  <a:pt x="11032129" y="1813606"/>
                </a:cubicBezTo>
                <a:lnTo>
                  <a:pt x="11029831" y="1826376"/>
                </a:lnTo>
                <a:cubicBezTo>
                  <a:pt x="10709810" y="1770315"/>
                  <a:pt x="10399497" y="1771720"/>
                  <a:pt x="10099271" y="1773125"/>
                </a:cubicBezTo>
                <a:lnTo>
                  <a:pt x="9954713" y="1773125"/>
                </a:lnTo>
                <a:cubicBezTo>
                  <a:pt x="9781805" y="1773125"/>
                  <a:pt x="9606216" y="1773349"/>
                  <a:pt x="9428854" y="1764649"/>
                </a:cubicBezTo>
                <a:lnTo>
                  <a:pt x="9280081" y="1753022"/>
                </a:lnTo>
                <a:lnTo>
                  <a:pt x="9385245" y="1764649"/>
                </a:lnTo>
                <a:cubicBezTo>
                  <a:pt x="9559223" y="1780500"/>
                  <a:pt x="9731876" y="1790429"/>
                  <a:pt x="9901590" y="1800198"/>
                </a:cubicBezTo>
                <a:lnTo>
                  <a:pt x="9957650" y="1803517"/>
                </a:lnTo>
                <a:lnTo>
                  <a:pt x="10057259" y="1809136"/>
                </a:lnTo>
                <a:cubicBezTo>
                  <a:pt x="10357356" y="1825738"/>
                  <a:pt x="10667671" y="1842849"/>
                  <a:pt x="10980282" y="1897634"/>
                </a:cubicBezTo>
                <a:lnTo>
                  <a:pt x="10977985" y="1910404"/>
                </a:lnTo>
                <a:cubicBezTo>
                  <a:pt x="10666139" y="1855875"/>
                  <a:pt x="10356207" y="1838763"/>
                  <a:pt x="10056492" y="1822162"/>
                </a:cubicBezTo>
                <a:lnTo>
                  <a:pt x="9956885" y="1816543"/>
                </a:lnTo>
                <a:lnTo>
                  <a:pt x="9900824" y="1813222"/>
                </a:lnTo>
                <a:cubicBezTo>
                  <a:pt x="9730853" y="1803454"/>
                  <a:pt x="9558010" y="1793525"/>
                  <a:pt x="9383777" y="1777642"/>
                </a:cubicBezTo>
                <a:lnTo>
                  <a:pt x="9239442" y="1761671"/>
                </a:lnTo>
                <a:lnTo>
                  <a:pt x="9341253" y="1777483"/>
                </a:lnTo>
                <a:cubicBezTo>
                  <a:pt x="9512165" y="1800230"/>
                  <a:pt x="9682008" y="1819992"/>
                  <a:pt x="9848850" y="1839402"/>
                </a:cubicBezTo>
                <a:lnTo>
                  <a:pt x="10014862" y="1858684"/>
                </a:lnTo>
                <a:cubicBezTo>
                  <a:pt x="10294910" y="1890610"/>
                  <a:pt x="10612375" y="1926750"/>
                  <a:pt x="10928054" y="1982044"/>
                </a:cubicBezTo>
                <a:lnTo>
                  <a:pt x="10925755" y="1994814"/>
                </a:lnTo>
                <a:cubicBezTo>
                  <a:pt x="10610461" y="1939647"/>
                  <a:pt x="10293251" y="1903508"/>
                  <a:pt x="10013329" y="1871583"/>
                </a:cubicBezTo>
                <a:lnTo>
                  <a:pt x="9847318" y="1852300"/>
                </a:lnTo>
                <a:cubicBezTo>
                  <a:pt x="9680093" y="1833145"/>
                  <a:pt x="9509994" y="1813351"/>
                  <a:pt x="9338859" y="1790492"/>
                </a:cubicBezTo>
                <a:lnTo>
                  <a:pt x="8983861" y="1735178"/>
                </a:lnTo>
                <a:lnTo>
                  <a:pt x="10877355" y="2066837"/>
                </a:lnTo>
                <a:lnTo>
                  <a:pt x="10875057" y="2079607"/>
                </a:lnTo>
                <a:lnTo>
                  <a:pt x="7831934" y="1546582"/>
                </a:lnTo>
                <a:cubicBezTo>
                  <a:pt x="7753526" y="1532790"/>
                  <a:pt x="7664773" y="1517210"/>
                  <a:pt x="7583427" y="1542496"/>
                </a:cubicBezTo>
                <a:cubicBezTo>
                  <a:pt x="7479510" y="1574676"/>
                  <a:pt x="7413378" y="1658145"/>
                  <a:pt x="7371545" y="1757124"/>
                </a:cubicBezTo>
                <a:lnTo>
                  <a:pt x="7367697" y="1768680"/>
                </a:lnTo>
                <a:lnTo>
                  <a:pt x="7323075" y="1941077"/>
                </a:lnTo>
                <a:lnTo>
                  <a:pt x="7322366" y="1946198"/>
                </a:lnTo>
                <a:lnTo>
                  <a:pt x="7316148" y="2009628"/>
                </a:lnTo>
                <a:cubicBezTo>
                  <a:pt x="7313594" y="2047938"/>
                  <a:pt x="7311552" y="2088930"/>
                  <a:pt x="7309507" y="2128389"/>
                </a:cubicBezTo>
                <a:lnTo>
                  <a:pt x="7309070" y="2136252"/>
                </a:lnTo>
                <a:lnTo>
                  <a:pt x="7308232" y="2164274"/>
                </a:lnTo>
                <a:lnTo>
                  <a:pt x="7306784" y="2204545"/>
                </a:lnTo>
                <a:lnTo>
                  <a:pt x="7304593" y="2369196"/>
                </a:lnTo>
                <a:lnTo>
                  <a:pt x="7305614" y="2437341"/>
                </a:lnTo>
                <a:cubicBezTo>
                  <a:pt x="7302573" y="2647456"/>
                  <a:pt x="7271517" y="2852489"/>
                  <a:pt x="7126895" y="2975561"/>
                </a:cubicBezTo>
                <a:cubicBezTo>
                  <a:pt x="6943516" y="3131611"/>
                  <a:pt x="6675088" y="3053585"/>
                  <a:pt x="6504734" y="2895746"/>
                </a:cubicBezTo>
                <a:cubicBezTo>
                  <a:pt x="6382395" y="2782347"/>
                  <a:pt x="6291473" y="2632810"/>
                  <a:pt x="6203614" y="2488124"/>
                </a:cubicBezTo>
                <a:cubicBezTo>
                  <a:pt x="6168368" y="2430020"/>
                  <a:pt x="6131846" y="2369873"/>
                  <a:pt x="6093790" y="2313045"/>
                </a:cubicBezTo>
                <a:cubicBezTo>
                  <a:pt x="5926502" y="2062750"/>
                  <a:pt x="5747464" y="1929941"/>
                  <a:pt x="5561787" y="1918576"/>
                </a:cubicBezTo>
                <a:cubicBezTo>
                  <a:pt x="5242534" y="1898782"/>
                  <a:pt x="5011267" y="2225059"/>
                  <a:pt x="4801198" y="2559509"/>
                </a:cubicBezTo>
                <a:cubicBezTo>
                  <a:pt x="4665579" y="2775834"/>
                  <a:pt x="4410305" y="3105560"/>
                  <a:pt x="4115314" y="3105687"/>
                </a:cubicBezTo>
                <a:cubicBezTo>
                  <a:pt x="4069291" y="3105636"/>
                  <a:pt x="4023612" y="3097591"/>
                  <a:pt x="3980334" y="3081935"/>
                </a:cubicBezTo>
                <a:cubicBezTo>
                  <a:pt x="3772053" y="3007869"/>
                  <a:pt x="3655462" y="2773920"/>
                  <a:pt x="3594293" y="2590668"/>
                </a:cubicBezTo>
                <a:cubicBezTo>
                  <a:pt x="3570668" y="2520177"/>
                  <a:pt x="3550620" y="2446876"/>
                  <a:pt x="3531209" y="2376002"/>
                </a:cubicBezTo>
                <a:lnTo>
                  <a:pt x="3522029" y="2344657"/>
                </a:lnTo>
                <a:lnTo>
                  <a:pt x="3492389" y="2262860"/>
                </a:lnTo>
                <a:lnTo>
                  <a:pt x="3453513" y="2154552"/>
                </a:lnTo>
                <a:lnTo>
                  <a:pt x="3386396" y="2002093"/>
                </a:lnTo>
                <a:lnTo>
                  <a:pt x="3315680" y="1880788"/>
                </a:lnTo>
                <a:lnTo>
                  <a:pt x="3284420" y="1836815"/>
                </a:lnTo>
                <a:lnTo>
                  <a:pt x="3245004" y="1791332"/>
                </a:lnTo>
                <a:lnTo>
                  <a:pt x="3236599" y="1783037"/>
                </a:lnTo>
                <a:lnTo>
                  <a:pt x="3189395" y="1743642"/>
                </a:lnTo>
                <a:lnTo>
                  <a:pt x="3143264" y="1711811"/>
                </a:lnTo>
                <a:lnTo>
                  <a:pt x="3114523" y="1695008"/>
                </a:lnTo>
                <a:lnTo>
                  <a:pt x="3093444" y="1685963"/>
                </a:lnTo>
                <a:lnTo>
                  <a:pt x="3046611" y="1669407"/>
                </a:lnTo>
                <a:cubicBezTo>
                  <a:pt x="2999029" y="1657881"/>
                  <a:pt x="2949592" y="1656756"/>
                  <a:pt x="2899725" y="1669303"/>
                </a:cubicBezTo>
                <a:cubicBezTo>
                  <a:pt x="2714303" y="1715913"/>
                  <a:pt x="2607162" y="1926238"/>
                  <a:pt x="2568723" y="2107319"/>
                </a:cubicBezTo>
                <a:cubicBezTo>
                  <a:pt x="2545482" y="2216502"/>
                  <a:pt x="2538331" y="2330796"/>
                  <a:pt x="2531563" y="2441258"/>
                </a:cubicBezTo>
                <a:cubicBezTo>
                  <a:pt x="2525944" y="2530649"/>
                  <a:pt x="2520197" y="2623360"/>
                  <a:pt x="2506023" y="2713134"/>
                </a:cubicBezTo>
                <a:cubicBezTo>
                  <a:pt x="2481886" y="2864843"/>
                  <a:pt x="2421100" y="3075550"/>
                  <a:pt x="2268370" y="3217937"/>
                </a:cubicBezTo>
                <a:cubicBezTo>
                  <a:pt x="2184981" y="3298108"/>
                  <a:pt x="2074353" y="3343773"/>
                  <a:pt x="1958694" y="3345766"/>
                </a:cubicBezTo>
                <a:cubicBezTo>
                  <a:pt x="1894243" y="3346264"/>
                  <a:pt x="1830891" y="3329037"/>
                  <a:pt x="1775571" y="3295963"/>
                </a:cubicBezTo>
                <a:cubicBezTo>
                  <a:pt x="1622330" y="3203124"/>
                  <a:pt x="1558479" y="3015020"/>
                  <a:pt x="1496161" y="2832534"/>
                </a:cubicBezTo>
                <a:lnTo>
                  <a:pt x="1495594" y="2830910"/>
                </a:lnTo>
                <a:lnTo>
                  <a:pt x="1493538" y="2826479"/>
                </a:lnTo>
                <a:cubicBezTo>
                  <a:pt x="1476695" y="2784568"/>
                  <a:pt x="1461268" y="2741517"/>
                  <a:pt x="1445974" y="2698831"/>
                </a:cubicBezTo>
                <a:lnTo>
                  <a:pt x="1409017" y="2605771"/>
                </a:lnTo>
                <a:lnTo>
                  <a:pt x="1328299" y="2466473"/>
                </a:lnTo>
                <a:cubicBezTo>
                  <a:pt x="1103373" y="2150188"/>
                  <a:pt x="695345" y="2006115"/>
                  <a:pt x="349403" y="2143330"/>
                </a:cubicBezTo>
                <a:cubicBezTo>
                  <a:pt x="252126" y="2181865"/>
                  <a:pt x="163254" y="2242571"/>
                  <a:pt x="86037" y="2318954"/>
                </a:cubicBezTo>
                <a:lnTo>
                  <a:pt x="0" y="2420186"/>
                </a:lnTo>
                <a:lnTo>
                  <a:pt x="0" y="2396547"/>
                </a:lnTo>
                <a:lnTo>
                  <a:pt x="79489" y="2304346"/>
                </a:lnTo>
                <a:cubicBezTo>
                  <a:pt x="158074" y="2228060"/>
                  <a:pt x="247369" y="2168998"/>
                  <a:pt x="343784" y="2130816"/>
                </a:cubicBezTo>
                <a:cubicBezTo>
                  <a:pt x="536612" y="2054450"/>
                  <a:pt x="756131" y="2062239"/>
                  <a:pt x="961602" y="2152781"/>
                </a:cubicBezTo>
                <a:cubicBezTo>
                  <a:pt x="1115010" y="2219976"/>
                  <a:pt x="1245952" y="2327607"/>
                  <a:pt x="1341286" y="2462770"/>
                </a:cubicBezTo>
                <a:lnTo>
                  <a:pt x="1376408" y="2523661"/>
                </a:lnTo>
                <a:lnTo>
                  <a:pt x="1364374" y="2493360"/>
                </a:lnTo>
                <a:cubicBezTo>
                  <a:pt x="1224924" y="2201531"/>
                  <a:pt x="932831" y="2020825"/>
                  <a:pt x="636948" y="2013522"/>
                </a:cubicBezTo>
                <a:cubicBezTo>
                  <a:pt x="538322" y="2011088"/>
                  <a:pt x="439274" y="2027922"/>
                  <a:pt x="345316" y="2066327"/>
                </a:cubicBezTo>
                <a:cubicBezTo>
                  <a:pt x="251360" y="2104734"/>
                  <a:pt x="165745" y="2163628"/>
                  <a:pt x="91437" y="2237192"/>
                </a:cubicBezTo>
                <a:lnTo>
                  <a:pt x="0" y="2344677"/>
                </a:lnTo>
                <a:lnTo>
                  <a:pt x="0" y="2323298"/>
                </a:lnTo>
                <a:lnTo>
                  <a:pt x="81630" y="2227406"/>
                </a:lnTo>
                <a:cubicBezTo>
                  <a:pt x="157094" y="2152773"/>
                  <a:pt x="244146" y="2092953"/>
                  <a:pt x="339826" y="2053812"/>
                </a:cubicBezTo>
                <a:cubicBezTo>
                  <a:pt x="524227" y="1978596"/>
                  <a:pt x="734295" y="1982682"/>
                  <a:pt x="931467" y="2065560"/>
                </a:cubicBezTo>
                <a:cubicBezTo>
                  <a:pt x="1077700" y="2126455"/>
                  <a:pt x="1203342" y="2226031"/>
                  <a:pt x="1295705" y="2352280"/>
                </a:cubicBezTo>
                <a:lnTo>
                  <a:pt x="1334073" y="2416241"/>
                </a:lnTo>
                <a:lnTo>
                  <a:pt x="1316613" y="2374343"/>
                </a:lnTo>
                <a:cubicBezTo>
                  <a:pt x="1180995" y="2102146"/>
                  <a:pt x="900922" y="1937053"/>
                  <a:pt x="618783" y="1934982"/>
                </a:cubicBezTo>
                <a:cubicBezTo>
                  <a:pt x="524738" y="1934291"/>
                  <a:pt x="430461" y="1951715"/>
                  <a:pt x="341230" y="1989323"/>
                </a:cubicBezTo>
                <a:cubicBezTo>
                  <a:pt x="207384" y="2045736"/>
                  <a:pt x="90777" y="2146271"/>
                  <a:pt x="1120" y="2271944"/>
                </a:cubicBezTo>
                <a:lnTo>
                  <a:pt x="0" y="2273803"/>
                </a:lnTo>
                <a:lnTo>
                  <a:pt x="0" y="2251780"/>
                </a:lnTo>
                <a:lnTo>
                  <a:pt x="89494" y="2145745"/>
                </a:lnTo>
                <a:cubicBezTo>
                  <a:pt x="161691" y="2073494"/>
                  <a:pt x="244720" y="2015374"/>
                  <a:pt x="335740" y="1977064"/>
                </a:cubicBezTo>
                <a:cubicBezTo>
                  <a:pt x="654306" y="1842978"/>
                  <a:pt x="1034763" y="1960456"/>
                  <a:pt x="1248090" y="2239246"/>
                </a:cubicBezTo>
                <a:lnTo>
                  <a:pt x="1295675" y="2315532"/>
                </a:lnTo>
                <a:lnTo>
                  <a:pt x="1269364" y="2255452"/>
                </a:lnTo>
                <a:cubicBezTo>
                  <a:pt x="1136713" y="2003178"/>
                  <a:pt x="868444" y="1853552"/>
                  <a:pt x="600266" y="1856515"/>
                </a:cubicBezTo>
                <a:cubicBezTo>
                  <a:pt x="510874" y="1857503"/>
                  <a:pt x="421489" y="1875445"/>
                  <a:pt x="337143" y="1912191"/>
                </a:cubicBezTo>
                <a:cubicBezTo>
                  <a:pt x="209665" y="1968029"/>
                  <a:pt x="98440" y="2065583"/>
                  <a:pt x="12584" y="2186745"/>
                </a:cubicBezTo>
                <a:lnTo>
                  <a:pt x="0" y="2207706"/>
                </a:lnTo>
                <a:lnTo>
                  <a:pt x="0" y="2182732"/>
                </a:lnTo>
                <a:lnTo>
                  <a:pt x="2572" y="2178456"/>
                </a:lnTo>
                <a:cubicBezTo>
                  <a:pt x="89837" y="2055544"/>
                  <a:pt x="202913" y="1956583"/>
                  <a:pt x="332546" y="1899932"/>
                </a:cubicBezTo>
                <a:cubicBezTo>
                  <a:pt x="632788" y="1768750"/>
                  <a:pt x="996289" y="1872319"/>
                  <a:pt x="1203097" y="2129706"/>
                </a:cubicBezTo>
                <a:lnTo>
                  <a:pt x="1256259" y="2210733"/>
                </a:lnTo>
                <a:lnTo>
                  <a:pt x="1221603" y="2136562"/>
                </a:lnTo>
                <a:cubicBezTo>
                  <a:pt x="1092307" y="1903730"/>
                  <a:pt x="836010" y="1769741"/>
                  <a:pt x="582064" y="1777959"/>
                </a:cubicBezTo>
                <a:cubicBezTo>
                  <a:pt x="497417" y="1780698"/>
                  <a:pt x="413031" y="1799239"/>
                  <a:pt x="333696" y="1835187"/>
                </a:cubicBezTo>
                <a:cubicBezTo>
                  <a:pt x="211103" y="1890881"/>
                  <a:pt x="104725" y="1984628"/>
                  <a:pt x="22638" y="2100428"/>
                </a:cubicBezTo>
                <a:lnTo>
                  <a:pt x="0" y="2138078"/>
                </a:lnTo>
                <a:lnTo>
                  <a:pt x="0" y="2113221"/>
                </a:lnTo>
                <a:lnTo>
                  <a:pt x="12626" y="2092244"/>
                </a:lnTo>
                <a:cubicBezTo>
                  <a:pt x="96020" y="1974709"/>
                  <a:pt x="204080" y="1879532"/>
                  <a:pt x="328588" y="1822928"/>
                </a:cubicBezTo>
                <a:cubicBezTo>
                  <a:pt x="611734" y="1694653"/>
                  <a:pt x="957942" y="1784113"/>
                  <a:pt x="1157701" y="2020132"/>
                </a:cubicBezTo>
                <a:lnTo>
                  <a:pt x="1222205" y="2113380"/>
                </a:lnTo>
                <a:lnTo>
                  <a:pt x="1173844" y="2017673"/>
                </a:lnTo>
                <a:cubicBezTo>
                  <a:pt x="1048091" y="1805146"/>
                  <a:pt x="803742" y="1686504"/>
                  <a:pt x="563847" y="1699673"/>
                </a:cubicBezTo>
                <a:cubicBezTo>
                  <a:pt x="483881" y="1704063"/>
                  <a:pt x="404412" y="1723098"/>
                  <a:pt x="329993" y="1758184"/>
                </a:cubicBezTo>
                <a:cubicBezTo>
                  <a:pt x="214440" y="1812824"/>
                  <a:pt x="113593" y="1903470"/>
                  <a:pt x="35226" y="2014795"/>
                </a:cubicBezTo>
                <a:lnTo>
                  <a:pt x="0" y="2073509"/>
                </a:lnTo>
                <a:lnTo>
                  <a:pt x="0" y="2048591"/>
                </a:lnTo>
                <a:lnTo>
                  <a:pt x="25216" y="2006599"/>
                </a:lnTo>
                <a:cubicBezTo>
                  <a:pt x="104856" y="1893552"/>
                  <a:pt x="207336" y="1801475"/>
                  <a:pt x="324758" y="1745925"/>
                </a:cubicBezTo>
                <a:cubicBezTo>
                  <a:pt x="628561" y="1602899"/>
                  <a:pt x="1014345" y="1721661"/>
                  <a:pt x="1185848" y="2010777"/>
                </a:cubicBezTo>
                <a:cubicBezTo>
                  <a:pt x="1212725" y="2058231"/>
                  <a:pt x="1237148" y="2107039"/>
                  <a:pt x="1259021" y="2156996"/>
                </a:cubicBezTo>
                <a:cubicBezTo>
                  <a:pt x="1315593" y="2280227"/>
                  <a:pt x="1373951" y="2407545"/>
                  <a:pt x="1495779" y="2465649"/>
                </a:cubicBezTo>
                <a:cubicBezTo>
                  <a:pt x="1609561" y="2519795"/>
                  <a:pt x="1761015" y="2488763"/>
                  <a:pt x="1881820" y="2386475"/>
                </a:cubicBezTo>
                <a:cubicBezTo>
                  <a:pt x="2008870" y="2278656"/>
                  <a:pt x="2116164" y="2149537"/>
                  <a:pt x="2198903" y="2004903"/>
                </a:cubicBezTo>
                <a:cubicBezTo>
                  <a:pt x="2233906" y="1940350"/>
                  <a:pt x="2264783" y="1873638"/>
                  <a:pt x="2291359" y="1805178"/>
                </a:cubicBezTo>
                <a:cubicBezTo>
                  <a:pt x="2309327" y="1758094"/>
                  <a:pt x="2330270" y="1712198"/>
                  <a:pt x="2354060" y="1667772"/>
                </a:cubicBezTo>
                <a:cubicBezTo>
                  <a:pt x="2400160" y="1587575"/>
                  <a:pt x="2466053" y="1540070"/>
                  <a:pt x="2651732" y="1548627"/>
                </a:cubicBezTo>
                <a:lnTo>
                  <a:pt x="2822159" y="1567085"/>
                </a:lnTo>
                <a:lnTo>
                  <a:pt x="2803185" y="1563951"/>
                </a:lnTo>
                <a:cubicBezTo>
                  <a:pt x="2732949" y="1554979"/>
                  <a:pt x="2661692" y="1547605"/>
                  <a:pt x="2601545" y="1541219"/>
                </a:cubicBezTo>
                <a:cubicBezTo>
                  <a:pt x="2555318" y="1536303"/>
                  <a:pt x="2517621" y="1533565"/>
                  <a:pt x="2486403" y="1533045"/>
                </a:cubicBezTo>
                <a:cubicBezTo>
                  <a:pt x="2392745" y="1531482"/>
                  <a:pt x="2357380" y="1549871"/>
                  <a:pt x="2324815" y="1589235"/>
                </a:cubicBezTo>
                <a:cubicBezTo>
                  <a:pt x="2296619" y="1626754"/>
                  <a:pt x="2271756" y="1666660"/>
                  <a:pt x="2250494" y="1708509"/>
                </a:cubicBezTo>
                <a:cubicBezTo>
                  <a:pt x="2220445" y="1764723"/>
                  <a:pt x="2187409" y="1819289"/>
                  <a:pt x="2151525" y="1871966"/>
                </a:cubicBezTo>
                <a:cubicBezTo>
                  <a:pt x="2055417" y="2006449"/>
                  <a:pt x="1942120" y="2127778"/>
                  <a:pt x="1814522" y="2232850"/>
                </a:cubicBezTo>
                <a:cubicBezTo>
                  <a:pt x="1694738" y="2332329"/>
                  <a:pt x="1544816" y="2364383"/>
                  <a:pt x="1432439" y="2314707"/>
                </a:cubicBezTo>
                <a:cubicBezTo>
                  <a:pt x="1311505" y="2261071"/>
                  <a:pt x="1253657" y="2143331"/>
                  <a:pt x="1196447" y="2029549"/>
                </a:cubicBezTo>
                <a:cubicBezTo>
                  <a:pt x="1175304" y="1984943"/>
                  <a:pt x="1151860" y="1941473"/>
                  <a:pt x="1126211" y="1899294"/>
                </a:cubicBezTo>
                <a:cubicBezTo>
                  <a:pt x="963265" y="1642104"/>
                  <a:pt x="604296" y="1544411"/>
                  <a:pt x="326162" y="1681053"/>
                </a:cubicBezTo>
                <a:cubicBezTo>
                  <a:pt x="217648" y="1734640"/>
                  <a:pt x="122278" y="1822203"/>
                  <a:pt x="47597" y="1929075"/>
                </a:cubicBezTo>
                <a:lnTo>
                  <a:pt x="0" y="2008583"/>
                </a:lnTo>
                <a:lnTo>
                  <a:pt x="0" y="1983062"/>
                </a:lnTo>
                <a:lnTo>
                  <a:pt x="37116" y="1920984"/>
                </a:lnTo>
                <a:cubicBezTo>
                  <a:pt x="112871" y="1812443"/>
                  <a:pt x="209634" y="1723497"/>
                  <a:pt x="319777" y="1669048"/>
                </a:cubicBezTo>
                <a:cubicBezTo>
                  <a:pt x="603912" y="1529471"/>
                  <a:pt x="971054" y="1629334"/>
                  <a:pt x="1137066" y="1891632"/>
                </a:cubicBezTo>
                <a:cubicBezTo>
                  <a:pt x="1162992" y="1934169"/>
                  <a:pt x="1186690" y="1978034"/>
                  <a:pt x="1208068" y="2023037"/>
                </a:cubicBezTo>
                <a:cubicBezTo>
                  <a:pt x="1263491" y="2134775"/>
                  <a:pt x="1320957" y="2250217"/>
                  <a:pt x="1437930" y="2301808"/>
                </a:cubicBezTo>
                <a:cubicBezTo>
                  <a:pt x="1545710" y="2349697"/>
                  <a:pt x="1690012" y="2318154"/>
                  <a:pt x="1805839" y="2221995"/>
                </a:cubicBezTo>
                <a:cubicBezTo>
                  <a:pt x="1932531" y="2117957"/>
                  <a:pt x="2045011" y="1997738"/>
                  <a:pt x="2140415" y="1864432"/>
                </a:cubicBezTo>
                <a:cubicBezTo>
                  <a:pt x="2176096" y="1812138"/>
                  <a:pt x="2208914" y="1757954"/>
                  <a:pt x="2238746" y="1702123"/>
                </a:cubicBezTo>
                <a:cubicBezTo>
                  <a:pt x="2260327" y="1659509"/>
                  <a:pt x="2285674" y="1618913"/>
                  <a:pt x="2314474" y="1580807"/>
                </a:cubicBezTo>
                <a:cubicBezTo>
                  <a:pt x="2359166" y="1526789"/>
                  <a:pt x="2409226" y="1507506"/>
                  <a:pt x="2602948" y="1527938"/>
                </a:cubicBezTo>
                <a:cubicBezTo>
                  <a:pt x="2723627" y="1540708"/>
                  <a:pt x="2888745" y="1558203"/>
                  <a:pt x="3001633" y="1583233"/>
                </a:cubicBezTo>
                <a:cubicBezTo>
                  <a:pt x="3049800" y="1593028"/>
                  <a:pt x="3096873" y="1607663"/>
                  <a:pt x="3142105" y="1626907"/>
                </a:cubicBezTo>
                <a:cubicBezTo>
                  <a:pt x="3175715" y="1641887"/>
                  <a:pt x="3207718" y="1660237"/>
                  <a:pt x="3237625" y="1681691"/>
                </a:cubicBezTo>
                <a:cubicBezTo>
                  <a:pt x="3314309" y="1738084"/>
                  <a:pt x="3385731" y="1801296"/>
                  <a:pt x="3451012" y="1870561"/>
                </a:cubicBezTo>
                <a:cubicBezTo>
                  <a:pt x="3514863" y="1935179"/>
                  <a:pt x="3584205" y="2027633"/>
                  <a:pt x="3651759" y="2117024"/>
                </a:cubicBezTo>
                <a:cubicBezTo>
                  <a:pt x="3696454" y="2176406"/>
                  <a:pt x="3742810" y="2237574"/>
                  <a:pt x="3787506" y="2291337"/>
                </a:cubicBezTo>
                <a:cubicBezTo>
                  <a:pt x="3814718" y="2324514"/>
                  <a:pt x="3844626" y="2355392"/>
                  <a:pt x="3876897" y="2383665"/>
                </a:cubicBezTo>
                <a:cubicBezTo>
                  <a:pt x="3967947" y="2462585"/>
                  <a:pt x="4057082" y="2502171"/>
                  <a:pt x="4166140" y="2512005"/>
                </a:cubicBezTo>
                <a:cubicBezTo>
                  <a:pt x="4285796" y="2522732"/>
                  <a:pt x="4397279" y="2499235"/>
                  <a:pt x="4516807" y="2439342"/>
                </a:cubicBezTo>
                <a:cubicBezTo>
                  <a:pt x="4542169" y="2426815"/>
                  <a:pt x="4566727" y="2412743"/>
                  <a:pt x="4590363" y="2397202"/>
                </a:cubicBezTo>
                <a:cubicBezTo>
                  <a:pt x="4702869" y="2322241"/>
                  <a:pt x="4824823" y="2201563"/>
                  <a:pt x="4939754" y="2082289"/>
                </a:cubicBezTo>
                <a:cubicBezTo>
                  <a:pt x="5090698" y="1925728"/>
                  <a:pt x="5255304" y="1769549"/>
                  <a:pt x="5462180" y="1731111"/>
                </a:cubicBezTo>
                <a:cubicBezTo>
                  <a:pt x="5653732" y="1695355"/>
                  <a:pt x="5850392" y="1767123"/>
                  <a:pt x="5987033" y="1922663"/>
                </a:cubicBezTo>
                <a:cubicBezTo>
                  <a:pt x="6022189" y="1963847"/>
                  <a:pt x="6053043" y="2008516"/>
                  <a:pt x="6079106" y="2055984"/>
                </a:cubicBezTo>
                <a:lnTo>
                  <a:pt x="6099211" y="2097565"/>
                </a:lnTo>
                <a:lnTo>
                  <a:pt x="6063527" y="2020483"/>
                </a:lnTo>
                <a:cubicBezTo>
                  <a:pt x="6037668" y="1972697"/>
                  <a:pt x="6006571" y="1927938"/>
                  <a:pt x="5970815" y="1887034"/>
                </a:cubicBezTo>
                <a:cubicBezTo>
                  <a:pt x="5836346" y="1735198"/>
                  <a:pt x="5640707" y="1670709"/>
                  <a:pt x="5447240" y="1714382"/>
                </a:cubicBezTo>
                <a:cubicBezTo>
                  <a:pt x="5251729" y="1758568"/>
                  <a:pt x="5097083" y="1903508"/>
                  <a:pt x="4929539" y="2074373"/>
                </a:cubicBezTo>
                <a:cubicBezTo>
                  <a:pt x="4834529" y="2171298"/>
                  <a:pt x="4693036" y="2308705"/>
                  <a:pt x="4562652" y="2382261"/>
                </a:cubicBezTo>
                <a:cubicBezTo>
                  <a:pt x="4537343" y="2396397"/>
                  <a:pt x="4511061" y="2408682"/>
                  <a:pt x="4483988" y="2419039"/>
                </a:cubicBezTo>
                <a:cubicBezTo>
                  <a:pt x="4370744" y="2465420"/>
                  <a:pt x="4245405" y="2473401"/>
                  <a:pt x="4127191" y="2441769"/>
                </a:cubicBezTo>
                <a:cubicBezTo>
                  <a:pt x="4022093" y="2415080"/>
                  <a:pt x="3935640" y="2365148"/>
                  <a:pt x="3848292" y="2278184"/>
                </a:cubicBezTo>
                <a:cubicBezTo>
                  <a:pt x="3817170" y="2247115"/>
                  <a:pt x="3788170" y="2214014"/>
                  <a:pt x="3761455" y="2179088"/>
                </a:cubicBezTo>
                <a:cubicBezTo>
                  <a:pt x="3737191" y="2147672"/>
                  <a:pt x="3712801" y="2115237"/>
                  <a:pt x="3687005" y="2080758"/>
                </a:cubicBezTo>
                <a:cubicBezTo>
                  <a:pt x="3596465" y="1960336"/>
                  <a:pt x="3502860" y="1835827"/>
                  <a:pt x="3415384" y="1760611"/>
                </a:cubicBezTo>
                <a:cubicBezTo>
                  <a:pt x="3314244" y="1673774"/>
                  <a:pt x="3244905" y="1638018"/>
                  <a:pt x="3190376" y="1614520"/>
                </a:cubicBezTo>
                <a:cubicBezTo>
                  <a:pt x="3159600" y="1601353"/>
                  <a:pt x="3127663" y="1591100"/>
                  <a:pt x="3094983" y="1583872"/>
                </a:cubicBezTo>
                <a:cubicBezTo>
                  <a:pt x="3049061" y="1573962"/>
                  <a:pt x="3002578" y="1566887"/>
                  <a:pt x="2955790" y="1562673"/>
                </a:cubicBezTo>
                <a:cubicBezTo>
                  <a:pt x="2922458" y="1559097"/>
                  <a:pt x="2884531" y="1555650"/>
                  <a:pt x="2844433" y="1552074"/>
                </a:cubicBezTo>
                <a:cubicBezTo>
                  <a:pt x="2751338" y="1543773"/>
                  <a:pt x="2645730" y="1534451"/>
                  <a:pt x="2551868" y="1519127"/>
                </a:cubicBezTo>
                <a:cubicBezTo>
                  <a:pt x="2515092" y="1513125"/>
                  <a:pt x="2483932" y="1507633"/>
                  <a:pt x="2457370" y="1503036"/>
                </a:cubicBezTo>
                <a:cubicBezTo>
                  <a:pt x="2402395" y="1493395"/>
                  <a:pt x="2367532" y="1487266"/>
                  <a:pt x="2342072" y="1486611"/>
                </a:cubicBezTo>
                <a:cubicBezTo>
                  <a:pt x="2316612" y="1485957"/>
                  <a:pt x="2300553" y="1490777"/>
                  <a:pt x="2283186" y="1503036"/>
                </a:cubicBezTo>
                <a:cubicBezTo>
                  <a:pt x="2253048" y="1524235"/>
                  <a:pt x="2223676" y="1563184"/>
                  <a:pt x="2186517" y="1612605"/>
                </a:cubicBezTo>
                <a:cubicBezTo>
                  <a:pt x="2159954" y="1647850"/>
                  <a:pt x="2129944" y="1687820"/>
                  <a:pt x="2092272" y="1731366"/>
                </a:cubicBezTo>
                <a:cubicBezTo>
                  <a:pt x="1983995" y="1853181"/>
                  <a:pt x="1865807" y="1965814"/>
                  <a:pt x="1738922" y="2068116"/>
                </a:cubicBezTo>
                <a:cubicBezTo>
                  <a:pt x="1623991" y="2161337"/>
                  <a:pt x="1481476" y="2193774"/>
                  <a:pt x="1375229" y="2150610"/>
                </a:cubicBezTo>
                <a:cubicBezTo>
                  <a:pt x="1260297" y="2103743"/>
                  <a:pt x="1202194" y="1998007"/>
                  <a:pt x="1146516" y="1895207"/>
                </a:cubicBezTo>
                <a:cubicBezTo>
                  <a:pt x="1125848" y="1855761"/>
                  <a:pt x="1103174" y="1817399"/>
                  <a:pt x="1078579" y="1780276"/>
                </a:cubicBezTo>
                <a:cubicBezTo>
                  <a:pt x="917547" y="1546200"/>
                  <a:pt x="585396" y="1468558"/>
                  <a:pt x="322459" y="1604048"/>
                </a:cubicBezTo>
                <a:cubicBezTo>
                  <a:pt x="219213" y="1657396"/>
                  <a:pt x="128914" y="1741290"/>
                  <a:pt x="58082" y="1842948"/>
                </a:cubicBezTo>
                <a:lnTo>
                  <a:pt x="0" y="1939996"/>
                </a:lnTo>
                <a:lnTo>
                  <a:pt x="0" y="1913969"/>
                </a:lnTo>
                <a:lnTo>
                  <a:pt x="47382" y="1834866"/>
                </a:lnTo>
                <a:cubicBezTo>
                  <a:pt x="119414" y="1731572"/>
                  <a:pt x="211263" y="1646302"/>
                  <a:pt x="316329" y="1592045"/>
                </a:cubicBezTo>
                <a:cubicBezTo>
                  <a:pt x="585143" y="1453872"/>
                  <a:pt x="924827" y="1533046"/>
                  <a:pt x="1089690" y="1772359"/>
                </a:cubicBezTo>
                <a:cubicBezTo>
                  <a:pt x="1114633" y="1810057"/>
                  <a:pt x="1137607" y="1849006"/>
                  <a:pt x="1158520" y="1889078"/>
                </a:cubicBezTo>
                <a:cubicBezTo>
                  <a:pt x="1213050" y="1989323"/>
                  <a:pt x="1269364" y="2093400"/>
                  <a:pt x="1380467" y="2138096"/>
                </a:cubicBezTo>
                <a:cubicBezTo>
                  <a:pt x="1482626" y="2179344"/>
                  <a:pt x="1619650" y="2147672"/>
                  <a:pt x="1730494" y="2057643"/>
                </a:cubicBezTo>
                <a:cubicBezTo>
                  <a:pt x="1856714" y="1955789"/>
                  <a:pt x="1974301" y="1843667"/>
                  <a:pt x="2082056" y="1722428"/>
                </a:cubicBezTo>
                <a:cubicBezTo>
                  <a:pt x="2119472" y="1679137"/>
                  <a:pt x="2149355" y="1639423"/>
                  <a:pt x="2175791" y="1604304"/>
                </a:cubicBezTo>
                <a:cubicBezTo>
                  <a:pt x="2214100" y="1553989"/>
                  <a:pt x="2243598" y="1514913"/>
                  <a:pt x="2275396" y="1491927"/>
                </a:cubicBezTo>
                <a:cubicBezTo>
                  <a:pt x="2314730" y="1464344"/>
                  <a:pt x="2348313" y="1470217"/>
                  <a:pt x="2459798" y="1489757"/>
                </a:cubicBezTo>
                <a:lnTo>
                  <a:pt x="2496468" y="1496018"/>
                </a:lnTo>
                <a:lnTo>
                  <a:pt x="2400467" y="1471499"/>
                </a:lnTo>
                <a:cubicBezTo>
                  <a:pt x="2366964" y="1461076"/>
                  <a:pt x="2333998" y="1448930"/>
                  <a:pt x="2301703" y="1435099"/>
                </a:cubicBezTo>
                <a:cubicBezTo>
                  <a:pt x="2282726" y="1425202"/>
                  <a:pt x="2261988" y="1419123"/>
                  <a:pt x="2240661" y="1417221"/>
                </a:cubicBezTo>
                <a:cubicBezTo>
                  <a:pt x="2197626" y="1439186"/>
                  <a:pt x="2137606" y="1494609"/>
                  <a:pt x="2047194" y="1577997"/>
                </a:cubicBezTo>
                <a:lnTo>
                  <a:pt x="2033147" y="1590767"/>
                </a:lnTo>
                <a:cubicBezTo>
                  <a:pt x="1936859" y="1679520"/>
                  <a:pt x="1805583" y="1790620"/>
                  <a:pt x="1663579" y="1903508"/>
                </a:cubicBezTo>
                <a:cubicBezTo>
                  <a:pt x="1552352" y="1992004"/>
                  <a:pt x="1420053" y="2023803"/>
                  <a:pt x="1318785" y="1986769"/>
                </a:cubicBezTo>
                <a:cubicBezTo>
                  <a:pt x="1208196" y="1946671"/>
                  <a:pt x="1151626" y="1852938"/>
                  <a:pt x="1096968" y="1762271"/>
                </a:cubicBezTo>
                <a:cubicBezTo>
                  <a:pt x="1076736" y="1727459"/>
                  <a:pt x="1054743" y="1693707"/>
                  <a:pt x="1031074" y="1661131"/>
                </a:cubicBezTo>
                <a:cubicBezTo>
                  <a:pt x="874641" y="1454766"/>
                  <a:pt x="562411" y="1395767"/>
                  <a:pt x="318756" y="1527044"/>
                </a:cubicBezTo>
                <a:cubicBezTo>
                  <a:pt x="190544" y="1596642"/>
                  <a:pt x="82604" y="1717096"/>
                  <a:pt x="9735" y="1859562"/>
                </a:cubicBezTo>
                <a:lnTo>
                  <a:pt x="0" y="1886744"/>
                </a:lnTo>
                <a:lnTo>
                  <a:pt x="0" y="1849699"/>
                </a:lnTo>
                <a:lnTo>
                  <a:pt x="60014" y="1749248"/>
                </a:lnTo>
                <a:cubicBezTo>
                  <a:pt x="128326" y="1650422"/>
                  <a:pt x="214584" y="1568276"/>
                  <a:pt x="312371" y="1515168"/>
                </a:cubicBezTo>
                <a:cubicBezTo>
                  <a:pt x="561008" y="1380954"/>
                  <a:pt x="881537" y="1441485"/>
                  <a:pt x="1041803" y="1653086"/>
                </a:cubicBezTo>
                <a:cubicBezTo>
                  <a:pt x="1065824" y="1685930"/>
                  <a:pt x="1088078" y="1720027"/>
                  <a:pt x="1108461" y="1755247"/>
                </a:cubicBezTo>
                <a:cubicBezTo>
                  <a:pt x="1161968" y="1843872"/>
                  <a:pt x="1217262" y="1935561"/>
                  <a:pt x="1322999" y="1974126"/>
                </a:cubicBezTo>
                <a:cubicBezTo>
                  <a:pt x="1420435" y="2009628"/>
                  <a:pt x="1547626" y="1978596"/>
                  <a:pt x="1655024" y="1893037"/>
                </a:cubicBezTo>
                <a:cubicBezTo>
                  <a:pt x="1796899" y="1780276"/>
                  <a:pt x="1927794" y="1669431"/>
                  <a:pt x="2023824" y="1580935"/>
                </a:cubicBezTo>
                <a:lnTo>
                  <a:pt x="2037872" y="1568165"/>
                </a:lnTo>
                <a:cubicBezTo>
                  <a:pt x="2130200" y="1483115"/>
                  <a:pt x="2191113" y="1426926"/>
                  <a:pt x="2236064" y="1404578"/>
                </a:cubicBezTo>
                <a:lnTo>
                  <a:pt x="2237471" y="1403813"/>
                </a:lnTo>
                <a:lnTo>
                  <a:pt x="2239129" y="1403813"/>
                </a:lnTo>
                <a:cubicBezTo>
                  <a:pt x="2262767" y="1405408"/>
                  <a:pt x="2285805" y="1411884"/>
                  <a:pt x="2306811" y="1422840"/>
                </a:cubicBezTo>
                <a:cubicBezTo>
                  <a:pt x="2338731" y="1436523"/>
                  <a:pt x="2371316" y="1448533"/>
                  <a:pt x="2404435" y="1458828"/>
                </a:cubicBezTo>
                <a:lnTo>
                  <a:pt x="2424117" y="1463844"/>
                </a:lnTo>
                <a:lnTo>
                  <a:pt x="2307466" y="1416805"/>
                </a:lnTo>
                <a:lnTo>
                  <a:pt x="2290091" y="1403038"/>
                </a:lnTo>
                <a:lnTo>
                  <a:pt x="2280103" y="1396983"/>
                </a:lnTo>
                <a:lnTo>
                  <a:pt x="2254326" y="1389254"/>
                </a:lnTo>
                <a:lnTo>
                  <a:pt x="2249145" y="1385649"/>
                </a:lnTo>
                <a:lnTo>
                  <a:pt x="2219086" y="1372817"/>
                </a:lnTo>
                <a:lnTo>
                  <a:pt x="2212055" y="1371562"/>
                </a:lnTo>
                <a:lnTo>
                  <a:pt x="2176885" y="1355242"/>
                </a:lnTo>
                <a:lnTo>
                  <a:pt x="2164470" y="1352945"/>
                </a:lnTo>
                <a:lnTo>
                  <a:pt x="2147494" y="1344457"/>
                </a:lnTo>
                <a:lnTo>
                  <a:pt x="2112291" y="1360554"/>
                </a:lnTo>
                <a:cubicBezTo>
                  <a:pt x="2075671" y="1380251"/>
                  <a:pt x="2030337" y="1409878"/>
                  <a:pt x="1974276" y="1450551"/>
                </a:cubicBezTo>
                <a:cubicBezTo>
                  <a:pt x="1836616" y="1550158"/>
                  <a:pt x="1706870" y="1647211"/>
                  <a:pt x="1588490" y="1739156"/>
                </a:cubicBezTo>
                <a:cubicBezTo>
                  <a:pt x="1482755" y="1821523"/>
                  <a:pt x="1357606" y="1854087"/>
                  <a:pt x="1261958" y="1823182"/>
                </a:cubicBezTo>
                <a:cubicBezTo>
                  <a:pt x="1157117" y="1789725"/>
                  <a:pt x="1101567" y="1708253"/>
                  <a:pt x="1047805" y="1629078"/>
                </a:cubicBezTo>
                <a:cubicBezTo>
                  <a:pt x="1028015" y="1599105"/>
                  <a:pt x="1006704" y="1570155"/>
                  <a:pt x="983954" y="1542368"/>
                </a:cubicBezTo>
                <a:cubicBezTo>
                  <a:pt x="850889" y="1385551"/>
                  <a:pt x="564454" y="1308036"/>
                  <a:pt x="315436" y="1449785"/>
                </a:cubicBezTo>
                <a:cubicBezTo>
                  <a:pt x="196291" y="1517914"/>
                  <a:pt x="94928" y="1633419"/>
                  <a:pt x="25331" y="1768863"/>
                </a:cubicBezTo>
                <a:lnTo>
                  <a:pt x="0" y="1837855"/>
                </a:lnTo>
                <a:lnTo>
                  <a:pt x="0" y="1801440"/>
                </a:lnTo>
                <a:lnTo>
                  <a:pt x="14301" y="1762525"/>
                </a:lnTo>
                <a:cubicBezTo>
                  <a:pt x="85063" y="1624863"/>
                  <a:pt x="188054" y="1507442"/>
                  <a:pt x="308923" y="1438164"/>
                </a:cubicBezTo>
                <a:cubicBezTo>
                  <a:pt x="564326" y="1293095"/>
                  <a:pt x="858040" y="1372781"/>
                  <a:pt x="994425" y="1533685"/>
                </a:cubicBezTo>
                <a:cubicBezTo>
                  <a:pt x="1017238" y="1561945"/>
                  <a:pt x="1038594" y="1591355"/>
                  <a:pt x="1058402" y="1621798"/>
                </a:cubicBezTo>
                <a:cubicBezTo>
                  <a:pt x="1110889" y="1698419"/>
                  <a:pt x="1165160" y="1778488"/>
                  <a:pt x="1265534" y="1810541"/>
                </a:cubicBezTo>
                <a:cubicBezTo>
                  <a:pt x="1356968" y="1839784"/>
                  <a:pt x="1477392" y="1808369"/>
                  <a:pt x="1579808" y="1728812"/>
                </a:cubicBezTo>
                <a:cubicBezTo>
                  <a:pt x="1698186" y="1636867"/>
                  <a:pt x="1828058" y="1539558"/>
                  <a:pt x="1965849" y="1439824"/>
                </a:cubicBezTo>
                <a:cubicBezTo>
                  <a:pt x="2024592" y="1397299"/>
                  <a:pt x="2071393" y="1366843"/>
                  <a:pt x="2109225" y="1346873"/>
                </a:cubicBezTo>
                <a:lnTo>
                  <a:pt x="2131277" y="1337121"/>
                </a:lnTo>
                <a:lnTo>
                  <a:pt x="2114515" y="1332392"/>
                </a:lnTo>
                <a:lnTo>
                  <a:pt x="2096050" y="1322529"/>
                </a:lnTo>
                <a:lnTo>
                  <a:pt x="2066085" y="1313631"/>
                </a:lnTo>
                <a:lnTo>
                  <a:pt x="2052206" y="1305726"/>
                </a:lnTo>
                <a:lnTo>
                  <a:pt x="2017532" y="1295464"/>
                </a:lnTo>
                <a:lnTo>
                  <a:pt x="1983446" y="1274795"/>
                </a:lnTo>
                <a:lnTo>
                  <a:pt x="1914640" y="1309825"/>
                </a:lnTo>
                <a:cubicBezTo>
                  <a:pt x="1774768" y="1389011"/>
                  <a:pt x="1640414" y="1477586"/>
                  <a:pt x="1512509" y="1574932"/>
                </a:cubicBezTo>
                <a:cubicBezTo>
                  <a:pt x="1412137" y="1651553"/>
                  <a:pt x="1294010" y="1683605"/>
                  <a:pt x="1204494" y="1659599"/>
                </a:cubicBezTo>
                <a:cubicBezTo>
                  <a:pt x="1105143" y="1633035"/>
                  <a:pt x="1050486" y="1563566"/>
                  <a:pt x="997743" y="1496523"/>
                </a:cubicBezTo>
                <a:cubicBezTo>
                  <a:pt x="978476" y="1471225"/>
                  <a:pt x="957933" y="1446937"/>
                  <a:pt x="936192" y="1423734"/>
                </a:cubicBezTo>
                <a:cubicBezTo>
                  <a:pt x="808492" y="1293223"/>
                  <a:pt x="546704" y="1230904"/>
                  <a:pt x="311351" y="1372653"/>
                </a:cubicBezTo>
                <a:cubicBezTo>
                  <a:pt x="199994" y="1440271"/>
                  <a:pt x="105336" y="1549615"/>
                  <a:pt x="39554" y="1677189"/>
                </a:cubicBezTo>
                <a:lnTo>
                  <a:pt x="0" y="1783074"/>
                </a:lnTo>
                <a:lnTo>
                  <a:pt x="0" y="1746016"/>
                </a:lnTo>
                <a:lnTo>
                  <a:pt x="28315" y="1670437"/>
                </a:lnTo>
                <a:cubicBezTo>
                  <a:pt x="95311" y="1540741"/>
                  <a:pt x="191629" y="1429545"/>
                  <a:pt x="304965" y="1360776"/>
                </a:cubicBezTo>
                <a:cubicBezTo>
                  <a:pt x="546193" y="1215326"/>
                  <a:pt x="815771" y="1279558"/>
                  <a:pt x="946408" y="1413900"/>
                </a:cubicBezTo>
                <a:cubicBezTo>
                  <a:pt x="968488" y="1437410"/>
                  <a:pt x="989333" y="1462044"/>
                  <a:pt x="1008854" y="1487712"/>
                </a:cubicBezTo>
                <a:cubicBezTo>
                  <a:pt x="1060445" y="1553606"/>
                  <a:pt x="1112932" y="1621798"/>
                  <a:pt x="1208069" y="1647338"/>
                </a:cubicBezTo>
                <a:cubicBezTo>
                  <a:pt x="1293630" y="1670324"/>
                  <a:pt x="1407156" y="1638656"/>
                  <a:pt x="1504462" y="1564844"/>
                </a:cubicBezTo>
                <a:cubicBezTo>
                  <a:pt x="1632740" y="1467254"/>
                  <a:pt x="1767477" y="1378476"/>
                  <a:pt x="1907744" y="1299098"/>
                </a:cubicBezTo>
                <a:lnTo>
                  <a:pt x="1970807" y="1267133"/>
                </a:lnTo>
                <a:lnTo>
                  <a:pt x="1959081" y="1260022"/>
                </a:lnTo>
                <a:cubicBezTo>
                  <a:pt x="1933462" y="1239573"/>
                  <a:pt x="1912538" y="1216355"/>
                  <a:pt x="1895427" y="1190814"/>
                </a:cubicBezTo>
                <a:lnTo>
                  <a:pt x="1880648" y="1160671"/>
                </a:lnTo>
                <a:lnTo>
                  <a:pt x="1854366" y="1169737"/>
                </a:lnTo>
                <a:cubicBezTo>
                  <a:pt x="1706079" y="1233268"/>
                  <a:pt x="1565829" y="1314116"/>
                  <a:pt x="1436526" y="1410580"/>
                </a:cubicBezTo>
                <a:cubicBezTo>
                  <a:pt x="1340113" y="1481966"/>
                  <a:pt x="1232207" y="1513892"/>
                  <a:pt x="1147156" y="1496012"/>
                </a:cubicBezTo>
                <a:cubicBezTo>
                  <a:pt x="1053295" y="1476220"/>
                  <a:pt x="999789" y="1419391"/>
                  <a:pt x="947942" y="1364226"/>
                </a:cubicBezTo>
                <a:cubicBezTo>
                  <a:pt x="929139" y="1343499"/>
                  <a:pt x="909276" y="1323769"/>
                  <a:pt x="888434" y="1305100"/>
                </a:cubicBezTo>
                <a:cubicBezTo>
                  <a:pt x="765072" y="1198852"/>
                  <a:pt x="519504" y="1159392"/>
                  <a:pt x="307137" y="1295649"/>
                </a:cubicBezTo>
                <a:cubicBezTo>
                  <a:pt x="204976" y="1361607"/>
                  <a:pt x="116957" y="1466034"/>
                  <a:pt x="54447" y="1586681"/>
                </a:cubicBezTo>
                <a:lnTo>
                  <a:pt x="0" y="1728239"/>
                </a:lnTo>
                <a:lnTo>
                  <a:pt x="0" y="1688171"/>
                </a:lnTo>
                <a:lnTo>
                  <a:pt x="41614" y="1579530"/>
                </a:lnTo>
                <a:cubicBezTo>
                  <a:pt x="104889" y="1457702"/>
                  <a:pt x="194504" y="1352605"/>
                  <a:pt x="299857" y="1284412"/>
                </a:cubicBezTo>
                <a:cubicBezTo>
                  <a:pt x="520014" y="1143046"/>
                  <a:pt x="766989" y="1182251"/>
                  <a:pt x="897245" y="1294884"/>
                </a:cubicBezTo>
                <a:cubicBezTo>
                  <a:pt x="918699" y="1313400"/>
                  <a:pt x="938493" y="1334599"/>
                  <a:pt x="957774" y="1354903"/>
                </a:cubicBezTo>
                <a:cubicBezTo>
                  <a:pt x="1008089" y="1408537"/>
                  <a:pt x="1059936" y="1463960"/>
                  <a:pt x="1149325" y="1482604"/>
                </a:cubicBezTo>
                <a:cubicBezTo>
                  <a:pt x="1230417" y="1499717"/>
                  <a:pt x="1334494" y="1468685"/>
                  <a:pt x="1427970" y="1399599"/>
                </a:cubicBezTo>
                <a:cubicBezTo>
                  <a:pt x="1558133" y="1302418"/>
                  <a:pt x="1699324" y="1220983"/>
                  <a:pt x="1848619" y="1156966"/>
                </a:cubicBezTo>
                <a:lnTo>
                  <a:pt x="1874505" y="1148146"/>
                </a:lnTo>
                <a:lnTo>
                  <a:pt x="1854656" y="1107667"/>
                </a:lnTo>
                <a:lnTo>
                  <a:pt x="1833705" y="1022350"/>
                </a:lnTo>
                <a:lnTo>
                  <a:pt x="1795877" y="1030031"/>
                </a:lnTo>
                <a:cubicBezTo>
                  <a:pt x="1658216" y="1068852"/>
                  <a:pt x="1499484" y="1148154"/>
                  <a:pt x="1361693" y="1247123"/>
                </a:cubicBezTo>
                <a:cubicBezTo>
                  <a:pt x="1270897" y="1312633"/>
                  <a:pt x="1170141" y="1344814"/>
                  <a:pt x="1090965" y="1333321"/>
                </a:cubicBezTo>
                <a:cubicBezTo>
                  <a:pt x="1002981" y="1320551"/>
                  <a:pt x="950495" y="1276110"/>
                  <a:pt x="899415" y="1233075"/>
                </a:cubicBezTo>
                <a:cubicBezTo>
                  <a:pt x="880003" y="1216729"/>
                  <a:pt x="861743" y="1201278"/>
                  <a:pt x="841564" y="1187359"/>
                </a:cubicBezTo>
                <a:cubicBezTo>
                  <a:pt x="719228" y="1103586"/>
                  <a:pt x="495240" y="1087752"/>
                  <a:pt x="303815" y="1219539"/>
                </a:cubicBezTo>
                <a:cubicBezTo>
                  <a:pt x="197863" y="1292448"/>
                  <a:pt x="108195" y="1407662"/>
                  <a:pt x="48514" y="1538362"/>
                </a:cubicBezTo>
                <a:lnTo>
                  <a:pt x="0" y="1671412"/>
                </a:lnTo>
                <a:lnTo>
                  <a:pt x="0" y="1561947"/>
                </a:lnTo>
                <a:lnTo>
                  <a:pt x="11374" y="1510053"/>
                </a:lnTo>
                <a:lnTo>
                  <a:pt x="2185" y="1508400"/>
                </a:lnTo>
                <a:cubicBezTo>
                  <a:pt x="36280" y="1307016"/>
                  <a:pt x="144827" y="1103459"/>
                  <a:pt x="285426" y="977290"/>
                </a:cubicBezTo>
                <a:cubicBezTo>
                  <a:pt x="426025" y="851121"/>
                  <a:pt x="593570" y="811022"/>
                  <a:pt x="702881" y="817281"/>
                </a:cubicBezTo>
                <a:cubicBezTo>
                  <a:pt x="724208" y="818430"/>
                  <a:pt x="743874" y="820984"/>
                  <a:pt x="764690" y="823792"/>
                </a:cubicBezTo>
                <a:cubicBezTo>
                  <a:pt x="815861" y="832106"/>
                  <a:pt x="867916" y="833525"/>
                  <a:pt x="919464" y="828008"/>
                </a:cubicBezTo>
                <a:cubicBezTo>
                  <a:pt x="979612" y="821240"/>
                  <a:pt x="1053551" y="790719"/>
                  <a:pt x="1127745" y="742192"/>
                </a:cubicBezTo>
                <a:cubicBezTo>
                  <a:pt x="1274346" y="646161"/>
                  <a:pt x="1458108" y="590483"/>
                  <a:pt x="1617606" y="593548"/>
                </a:cubicBezTo>
                <a:cubicBezTo>
                  <a:pt x="1660962" y="594346"/>
                  <a:pt x="1701364" y="599630"/>
                  <a:pt x="1738305" y="609100"/>
                </a:cubicBezTo>
                <a:lnTo>
                  <a:pt x="1811919" y="639057"/>
                </a:lnTo>
                <a:lnTo>
                  <a:pt x="1810853" y="606766"/>
                </a:lnTo>
                <a:lnTo>
                  <a:pt x="1804955" y="564570"/>
                </a:lnTo>
                <a:lnTo>
                  <a:pt x="1784641" y="544749"/>
                </a:lnTo>
                <a:cubicBezTo>
                  <a:pt x="1724493" y="501985"/>
                  <a:pt x="1647874" y="474850"/>
                  <a:pt x="1558483" y="466102"/>
                </a:cubicBezTo>
                <a:cubicBezTo>
                  <a:pt x="1394130" y="449883"/>
                  <a:pt x="1207686" y="495856"/>
                  <a:pt x="1060446" y="588950"/>
                </a:cubicBezTo>
                <a:cubicBezTo>
                  <a:pt x="1010900" y="620236"/>
                  <a:pt x="936831" y="660846"/>
                  <a:pt x="865447" y="677446"/>
                </a:cubicBezTo>
                <a:cubicBezTo>
                  <a:pt x="821792" y="687343"/>
                  <a:pt x="777627" y="694852"/>
                  <a:pt x="733150" y="699922"/>
                </a:cubicBezTo>
                <a:cubicBezTo>
                  <a:pt x="707607" y="703242"/>
                  <a:pt x="682835" y="706435"/>
                  <a:pt x="656528" y="711415"/>
                </a:cubicBezTo>
                <a:cubicBezTo>
                  <a:pt x="517484" y="740263"/>
                  <a:pt x="389939" y="809209"/>
                  <a:pt x="289641" y="909735"/>
                </a:cubicBezTo>
                <a:cubicBezTo>
                  <a:pt x="168580" y="1031945"/>
                  <a:pt x="71144" y="1213026"/>
                  <a:pt x="28876" y="1394362"/>
                </a:cubicBezTo>
                <a:lnTo>
                  <a:pt x="16106" y="1391297"/>
                </a:lnTo>
                <a:cubicBezTo>
                  <a:pt x="58885" y="1207662"/>
                  <a:pt x="157599" y="1024156"/>
                  <a:pt x="280447" y="900286"/>
                </a:cubicBezTo>
                <a:cubicBezTo>
                  <a:pt x="382086" y="797422"/>
                  <a:pt x="512016" y="727098"/>
                  <a:pt x="653719" y="698262"/>
                </a:cubicBezTo>
                <a:cubicBezTo>
                  <a:pt x="680025" y="693154"/>
                  <a:pt x="704798" y="689962"/>
                  <a:pt x="730340" y="686641"/>
                </a:cubicBezTo>
                <a:cubicBezTo>
                  <a:pt x="774430" y="681456"/>
                  <a:pt x="818208" y="673909"/>
                  <a:pt x="861488" y="664038"/>
                </a:cubicBezTo>
                <a:cubicBezTo>
                  <a:pt x="930958" y="647820"/>
                  <a:pt x="1003620" y="607849"/>
                  <a:pt x="1052401" y="577201"/>
                </a:cubicBezTo>
                <a:cubicBezTo>
                  <a:pt x="1202579" y="482575"/>
                  <a:pt x="1392089" y="435835"/>
                  <a:pt x="1559377" y="452310"/>
                </a:cubicBezTo>
                <a:cubicBezTo>
                  <a:pt x="1651577" y="461377"/>
                  <a:pt x="1730847" y="489566"/>
                  <a:pt x="1792941" y="533863"/>
                </a:cubicBezTo>
                <a:lnTo>
                  <a:pt x="1801890" y="542632"/>
                </a:lnTo>
                <a:lnTo>
                  <a:pt x="1794601" y="490474"/>
                </a:lnTo>
                <a:lnTo>
                  <a:pt x="1738829" y="428941"/>
                </a:lnTo>
                <a:cubicBezTo>
                  <a:pt x="1675457" y="377062"/>
                  <a:pt x="1594049" y="341146"/>
                  <a:pt x="1498973" y="324736"/>
                </a:cubicBezTo>
                <a:cubicBezTo>
                  <a:pt x="1320874" y="297229"/>
                  <a:pt x="1138750" y="332539"/>
                  <a:pt x="983826" y="424599"/>
                </a:cubicBezTo>
                <a:cubicBezTo>
                  <a:pt x="928030" y="459639"/>
                  <a:pt x="869176" y="489561"/>
                  <a:pt x="807982" y="513990"/>
                </a:cubicBezTo>
                <a:lnTo>
                  <a:pt x="765202" y="529952"/>
                </a:lnTo>
                <a:cubicBezTo>
                  <a:pt x="706332" y="551662"/>
                  <a:pt x="659849" y="568263"/>
                  <a:pt x="609790" y="592398"/>
                </a:cubicBezTo>
                <a:cubicBezTo>
                  <a:pt x="486400" y="649046"/>
                  <a:pt x="376187" y="730814"/>
                  <a:pt x="286195" y="832476"/>
                </a:cubicBezTo>
                <a:cubicBezTo>
                  <a:pt x="183012" y="950983"/>
                  <a:pt x="94642" y="1113419"/>
                  <a:pt x="43562" y="1278409"/>
                </a:cubicBezTo>
                <a:lnTo>
                  <a:pt x="30792" y="1274451"/>
                </a:lnTo>
                <a:cubicBezTo>
                  <a:pt x="82510" y="1107800"/>
                  <a:pt x="171902" y="943450"/>
                  <a:pt x="276105" y="823665"/>
                </a:cubicBezTo>
                <a:cubicBezTo>
                  <a:pt x="367360" y="720406"/>
                  <a:pt x="479134" y="637285"/>
                  <a:pt x="604299" y="579627"/>
                </a:cubicBezTo>
                <a:cubicBezTo>
                  <a:pt x="655379" y="556003"/>
                  <a:pt x="701608" y="538636"/>
                  <a:pt x="760732" y="516798"/>
                </a:cubicBezTo>
                <a:lnTo>
                  <a:pt x="803513" y="500964"/>
                </a:lnTo>
                <a:cubicBezTo>
                  <a:pt x="863891" y="476879"/>
                  <a:pt x="922010" y="447470"/>
                  <a:pt x="977185" y="413105"/>
                </a:cubicBezTo>
                <a:cubicBezTo>
                  <a:pt x="1134752" y="319819"/>
                  <a:pt x="1319777" y="284038"/>
                  <a:pt x="1500763" y="311838"/>
                </a:cubicBezTo>
                <a:cubicBezTo>
                  <a:pt x="1598519" y="328695"/>
                  <a:pt x="1682194" y="365729"/>
                  <a:pt x="1747371" y="419251"/>
                </a:cubicBezTo>
                <a:lnTo>
                  <a:pt x="1791466" y="468032"/>
                </a:lnTo>
                <a:lnTo>
                  <a:pt x="1789752" y="455758"/>
                </a:lnTo>
                <a:lnTo>
                  <a:pt x="1774216" y="412664"/>
                </a:lnTo>
                <a:lnTo>
                  <a:pt x="1693031" y="313691"/>
                </a:lnTo>
                <a:cubicBezTo>
                  <a:pt x="1626451" y="252681"/>
                  <a:pt x="1540542" y="208209"/>
                  <a:pt x="1439849" y="184520"/>
                </a:cubicBezTo>
                <a:cubicBezTo>
                  <a:pt x="1259458" y="143439"/>
                  <a:pt x="1070248" y="170499"/>
                  <a:pt x="908612" y="260503"/>
                </a:cubicBezTo>
                <a:lnTo>
                  <a:pt x="868129" y="283744"/>
                </a:lnTo>
                <a:cubicBezTo>
                  <a:pt x="829817" y="306219"/>
                  <a:pt x="788825" y="329462"/>
                  <a:pt x="751921" y="349638"/>
                </a:cubicBezTo>
                <a:cubicBezTo>
                  <a:pt x="685832" y="385357"/>
                  <a:pt x="622789" y="426438"/>
                  <a:pt x="563434" y="472487"/>
                </a:cubicBezTo>
                <a:cubicBezTo>
                  <a:pt x="457472" y="553731"/>
                  <a:pt x="362971" y="648932"/>
                  <a:pt x="282491" y="755473"/>
                </a:cubicBezTo>
                <a:cubicBezTo>
                  <a:pt x="191046" y="881132"/>
                  <a:pt x="115672" y="1017720"/>
                  <a:pt x="58120" y="1162074"/>
                </a:cubicBezTo>
                <a:lnTo>
                  <a:pt x="45350" y="1157094"/>
                </a:lnTo>
                <a:cubicBezTo>
                  <a:pt x="103433" y="1011475"/>
                  <a:pt x="179541" y="873724"/>
                  <a:pt x="271892" y="747044"/>
                </a:cubicBezTo>
                <a:cubicBezTo>
                  <a:pt x="353036" y="639521"/>
                  <a:pt x="448307" y="543438"/>
                  <a:pt x="555134" y="461377"/>
                </a:cubicBezTo>
                <a:cubicBezTo>
                  <a:pt x="615078" y="415009"/>
                  <a:pt x="678715" y="373620"/>
                  <a:pt x="745408" y="337635"/>
                </a:cubicBezTo>
                <a:cubicBezTo>
                  <a:pt x="782186" y="317457"/>
                  <a:pt x="820624" y="295365"/>
                  <a:pt x="861361" y="271868"/>
                </a:cubicBezTo>
                <a:lnTo>
                  <a:pt x="901843" y="248626"/>
                </a:lnTo>
                <a:cubicBezTo>
                  <a:pt x="1066411" y="156911"/>
                  <a:pt x="1259084" y="129302"/>
                  <a:pt x="1442786" y="171112"/>
                </a:cubicBezTo>
                <a:cubicBezTo>
                  <a:pt x="1546032" y="195566"/>
                  <a:pt x="1634114" y="241284"/>
                  <a:pt x="1702385" y="303985"/>
                </a:cubicBezTo>
                <a:lnTo>
                  <a:pt x="1760742" y="375280"/>
                </a:lnTo>
                <a:lnTo>
                  <a:pt x="1746199" y="334933"/>
                </a:lnTo>
                <a:cubicBezTo>
                  <a:pt x="1689218" y="221522"/>
                  <a:pt x="1592963" y="131493"/>
                  <a:pt x="1466537" y="75081"/>
                </a:cubicBezTo>
                <a:cubicBezTo>
                  <a:pt x="1263109" y="-14579"/>
                  <a:pt x="1029950" y="-6866"/>
                  <a:pt x="832885" y="96023"/>
                </a:cubicBezTo>
                <a:cubicBezTo>
                  <a:pt x="473022" y="290002"/>
                  <a:pt x="250821" y="709501"/>
                  <a:pt x="72550" y="1047143"/>
                </a:cubicBezTo>
                <a:lnTo>
                  <a:pt x="60674" y="1040886"/>
                </a:lnTo>
                <a:cubicBezTo>
                  <a:pt x="239456" y="702093"/>
                  <a:pt x="462804" y="280552"/>
                  <a:pt x="826882" y="84659"/>
                </a:cubicBezTo>
                <a:cubicBezTo>
                  <a:pt x="927256" y="32230"/>
                  <a:pt x="1036831" y="4053"/>
                  <a:pt x="1147215" y="407"/>
                </a:cubicBezTo>
                <a:close/>
              </a:path>
            </a:pathLst>
          </a:custGeom>
          <a:gradFill>
            <a:gsLst>
              <a:gs pos="84000">
                <a:schemeClr val="accent1"/>
              </a:gs>
              <a:gs pos="18000">
                <a:schemeClr val="accent1">
                  <a:alpha val="0"/>
                </a:schemeClr>
              </a:gs>
            </a:gsLst>
            <a:lin ang="1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3" name="任意多边形: 形状 152"/>
          <p:cNvSpPr/>
          <p:nvPr/>
        </p:nvSpPr>
        <p:spPr>
          <a:xfrm>
            <a:off x="0" y="2108913"/>
            <a:ext cx="12192000" cy="2800590"/>
          </a:xfrm>
          <a:custGeom>
            <a:avLst/>
            <a:gdLst>
              <a:gd name="connsiteX0" fmla="*/ 7415159 w 12192000"/>
              <a:gd name="connsiteY0" fmla="*/ 2052768 h 2800590"/>
              <a:gd name="connsiteX1" fmla="*/ 7424315 w 12192000"/>
              <a:gd name="connsiteY1" fmla="*/ 2055211 h 2800590"/>
              <a:gd name="connsiteX2" fmla="*/ 7416996 w 12192000"/>
              <a:gd name="connsiteY2" fmla="*/ 2052826 h 2800590"/>
              <a:gd name="connsiteX3" fmla="*/ 7361715 w 12192000"/>
              <a:gd name="connsiteY3" fmla="*/ 2034807 h 2800590"/>
              <a:gd name="connsiteX4" fmla="*/ 7348238 w 12192000"/>
              <a:gd name="connsiteY4" fmla="*/ 2034908 h 2800590"/>
              <a:gd name="connsiteX5" fmla="*/ 7363068 w 12192000"/>
              <a:gd name="connsiteY5" fmla="*/ 2038866 h 2800590"/>
              <a:gd name="connsiteX6" fmla="*/ 7375662 w 12192000"/>
              <a:gd name="connsiteY6" fmla="*/ 2039353 h 2800590"/>
              <a:gd name="connsiteX7" fmla="*/ 7237931 w 12192000"/>
              <a:gd name="connsiteY7" fmla="*/ 2014458 h 2800590"/>
              <a:gd name="connsiteX8" fmla="*/ 7223641 w 12192000"/>
              <a:gd name="connsiteY8" fmla="*/ 2014745 h 2800590"/>
              <a:gd name="connsiteX9" fmla="*/ 7228966 w 12192000"/>
              <a:gd name="connsiteY9" fmla="*/ 2016203 h 2800590"/>
              <a:gd name="connsiteX10" fmla="*/ 7245653 w 12192000"/>
              <a:gd name="connsiteY10" fmla="*/ 2016990 h 2800590"/>
              <a:gd name="connsiteX11" fmla="*/ 7295722 w 12192000"/>
              <a:gd name="connsiteY11" fmla="*/ 2013298 h 2800590"/>
              <a:gd name="connsiteX12" fmla="*/ 7272588 w 12192000"/>
              <a:gd name="connsiteY12" fmla="*/ 2013762 h 2800590"/>
              <a:gd name="connsiteX13" fmla="*/ 7288337 w 12192000"/>
              <a:gd name="connsiteY13" fmla="*/ 2018922 h 2800590"/>
              <a:gd name="connsiteX14" fmla="*/ 7288716 w 12192000"/>
              <a:gd name="connsiteY14" fmla="*/ 2019023 h 2800590"/>
              <a:gd name="connsiteX15" fmla="*/ 7317448 w 12192000"/>
              <a:gd name="connsiteY15" fmla="*/ 2020379 h 2800590"/>
              <a:gd name="connsiteX16" fmla="*/ 7098054 w 12192000"/>
              <a:gd name="connsiteY16" fmla="*/ 1994842 h 2800590"/>
              <a:gd name="connsiteX17" fmla="*/ 7099479 w 12192000"/>
              <a:gd name="connsiteY17" fmla="*/ 1995240 h 2800590"/>
              <a:gd name="connsiteX18" fmla="*/ 7111340 w 12192000"/>
              <a:gd name="connsiteY18" fmla="*/ 1996028 h 2800590"/>
              <a:gd name="connsiteX19" fmla="*/ 7109934 w 12192000"/>
              <a:gd name="connsiteY19" fmla="*/ 1995564 h 2800590"/>
              <a:gd name="connsiteX20" fmla="*/ 7174474 w 12192000"/>
              <a:gd name="connsiteY20" fmla="*/ 1993648 h 2800590"/>
              <a:gd name="connsiteX21" fmla="*/ 7149951 w 12192000"/>
              <a:gd name="connsiteY21" fmla="*/ 1994574 h 2800590"/>
              <a:gd name="connsiteX22" fmla="*/ 7169338 w 12192000"/>
              <a:gd name="connsiteY22" fmla="*/ 1999881 h 2800590"/>
              <a:gd name="connsiteX23" fmla="*/ 7199611 w 12192000"/>
              <a:gd name="connsiteY23" fmla="*/ 2001892 h 2800590"/>
              <a:gd name="connsiteX24" fmla="*/ 7234740 w 12192000"/>
              <a:gd name="connsiteY24" fmla="*/ 1991372 h 2800590"/>
              <a:gd name="connsiteX25" fmla="*/ 7207393 w 12192000"/>
              <a:gd name="connsiteY25" fmla="*/ 1992405 h 2800590"/>
              <a:gd name="connsiteX26" fmla="*/ 7238611 w 12192000"/>
              <a:gd name="connsiteY26" fmla="*/ 2002631 h 2800590"/>
              <a:gd name="connsiteX27" fmla="*/ 7262422 w 12192000"/>
              <a:gd name="connsiteY27" fmla="*/ 2002000 h 2800590"/>
              <a:gd name="connsiteX28" fmla="*/ 7021930 w 12192000"/>
              <a:gd name="connsiteY28" fmla="*/ 1973533 h 2800590"/>
              <a:gd name="connsiteX29" fmla="*/ 7049243 w 12192000"/>
              <a:gd name="connsiteY29" fmla="*/ 1981178 h 2800590"/>
              <a:gd name="connsiteX30" fmla="*/ 7054758 w 12192000"/>
              <a:gd name="connsiteY30" fmla="*/ 1981634 h 2800590"/>
              <a:gd name="connsiteX31" fmla="*/ 7067412 w 12192000"/>
              <a:gd name="connsiteY31" fmla="*/ 1981538 h 2800590"/>
              <a:gd name="connsiteX32" fmla="*/ 7043232 w 12192000"/>
              <a:gd name="connsiteY32" fmla="*/ 1973561 h 2800590"/>
              <a:gd name="connsiteX33" fmla="*/ 7038786 w 12192000"/>
              <a:gd name="connsiteY33" fmla="*/ 1973835 h 2800590"/>
              <a:gd name="connsiteX34" fmla="*/ 6966981 w 12192000"/>
              <a:gd name="connsiteY34" fmla="*/ 1972548 h 2800590"/>
              <a:gd name="connsiteX35" fmla="*/ 6975007 w 12192000"/>
              <a:gd name="connsiteY35" fmla="*/ 1975048 h 2800590"/>
              <a:gd name="connsiteX36" fmla="*/ 6989026 w 12192000"/>
              <a:gd name="connsiteY36" fmla="*/ 1976206 h 2800590"/>
              <a:gd name="connsiteX37" fmla="*/ 6978656 w 12192000"/>
              <a:gd name="connsiteY37" fmla="*/ 1972757 h 2800590"/>
              <a:gd name="connsiteX38" fmla="*/ 7107011 w 12192000"/>
              <a:gd name="connsiteY38" fmla="*/ 1969633 h 2800590"/>
              <a:gd name="connsiteX39" fmla="*/ 7078271 w 12192000"/>
              <a:gd name="connsiteY39" fmla="*/ 1971403 h 2800590"/>
              <a:gd name="connsiteX40" fmla="*/ 7108040 w 12192000"/>
              <a:gd name="connsiteY40" fmla="*/ 1981231 h 2800590"/>
              <a:gd name="connsiteX41" fmla="*/ 7135966 w 12192000"/>
              <a:gd name="connsiteY41" fmla="*/ 1981020 h 2800590"/>
              <a:gd name="connsiteX42" fmla="*/ 7131740 w 12192000"/>
              <a:gd name="connsiteY42" fmla="*/ 1979634 h 2800590"/>
              <a:gd name="connsiteX43" fmla="*/ 7167573 w 12192000"/>
              <a:gd name="connsiteY43" fmla="*/ 1965584 h 2800590"/>
              <a:gd name="connsiteX44" fmla="*/ 7164379 w 12192000"/>
              <a:gd name="connsiteY44" fmla="*/ 1966100 h 2800590"/>
              <a:gd name="connsiteX45" fmla="*/ 7133340 w 12192000"/>
              <a:gd name="connsiteY45" fmla="*/ 1968012 h 2800590"/>
              <a:gd name="connsiteX46" fmla="*/ 7135083 w 12192000"/>
              <a:gd name="connsiteY46" fmla="*/ 1968716 h 2800590"/>
              <a:gd name="connsiteX47" fmla="*/ 7171815 w 12192000"/>
              <a:gd name="connsiteY47" fmla="*/ 1980749 h 2800590"/>
              <a:gd name="connsiteX48" fmla="*/ 7202940 w 12192000"/>
              <a:gd name="connsiteY48" fmla="*/ 1980514 h 2800590"/>
              <a:gd name="connsiteX49" fmla="*/ 7205833 w 12192000"/>
              <a:gd name="connsiteY49" fmla="*/ 1980273 h 2800590"/>
              <a:gd name="connsiteX50" fmla="*/ 6856581 w 12192000"/>
              <a:gd name="connsiteY50" fmla="*/ 1956712 h 2800590"/>
              <a:gd name="connsiteX51" fmla="*/ 6859953 w 12192000"/>
              <a:gd name="connsiteY51" fmla="*/ 1957523 h 2800590"/>
              <a:gd name="connsiteX52" fmla="*/ 6885749 w 12192000"/>
              <a:gd name="connsiteY52" fmla="*/ 1960086 h 2800590"/>
              <a:gd name="connsiteX53" fmla="*/ 6877435 w 12192000"/>
              <a:gd name="connsiteY53" fmla="*/ 1957495 h 2800590"/>
              <a:gd name="connsiteX54" fmla="*/ 6876599 w 12192000"/>
              <a:gd name="connsiteY54" fmla="*/ 1957526 h 2800590"/>
              <a:gd name="connsiteX55" fmla="*/ 6927221 w 12192000"/>
              <a:gd name="connsiteY55" fmla="*/ 1955654 h 2800590"/>
              <a:gd name="connsiteX56" fmla="*/ 6914298 w 12192000"/>
              <a:gd name="connsiteY56" fmla="*/ 1956132 h 2800590"/>
              <a:gd name="connsiteX57" fmla="*/ 6930103 w 12192000"/>
              <a:gd name="connsiteY57" fmla="*/ 1961056 h 2800590"/>
              <a:gd name="connsiteX58" fmla="*/ 6943965 w 12192000"/>
              <a:gd name="connsiteY58" fmla="*/ 1961221 h 2800590"/>
              <a:gd name="connsiteX59" fmla="*/ 6984313 w 12192000"/>
              <a:gd name="connsiteY59" fmla="*/ 1953543 h 2800590"/>
              <a:gd name="connsiteX60" fmla="*/ 6960200 w 12192000"/>
              <a:gd name="connsiteY60" fmla="*/ 1954435 h 2800590"/>
              <a:gd name="connsiteX61" fmla="*/ 6981991 w 12192000"/>
              <a:gd name="connsiteY61" fmla="*/ 1961675 h 2800590"/>
              <a:gd name="connsiteX62" fmla="*/ 7008140 w 12192000"/>
              <a:gd name="connsiteY62" fmla="*/ 1961986 h 2800590"/>
              <a:gd name="connsiteX63" fmla="*/ 6992586 w 12192000"/>
              <a:gd name="connsiteY63" fmla="*/ 1956856 h 2800590"/>
              <a:gd name="connsiteX64" fmla="*/ 7049421 w 12192000"/>
              <a:gd name="connsiteY64" fmla="*/ 1946341 h 2800590"/>
              <a:gd name="connsiteX65" fmla="*/ 7015999 w 12192000"/>
              <a:gd name="connsiteY65" fmla="*/ 1950845 h 2800590"/>
              <a:gd name="connsiteX66" fmla="*/ 7048674 w 12192000"/>
              <a:gd name="connsiteY66" fmla="*/ 1961632 h 2800590"/>
              <a:gd name="connsiteX67" fmla="*/ 7082166 w 12192000"/>
              <a:gd name="connsiteY67" fmla="*/ 1959584 h 2800590"/>
              <a:gd name="connsiteX68" fmla="*/ 7100787 w 12192000"/>
              <a:gd name="connsiteY68" fmla="*/ 1939419 h 2800590"/>
              <a:gd name="connsiteX69" fmla="*/ 7072127 w 12192000"/>
              <a:gd name="connsiteY69" fmla="*/ 1943281 h 2800590"/>
              <a:gd name="connsiteX70" fmla="*/ 7108496 w 12192000"/>
              <a:gd name="connsiteY70" fmla="*/ 1957974 h 2800590"/>
              <a:gd name="connsiteX71" fmla="*/ 7142362 w 12192000"/>
              <a:gd name="connsiteY71" fmla="*/ 1955903 h 2800590"/>
              <a:gd name="connsiteX72" fmla="*/ 7111279 w 12192000"/>
              <a:gd name="connsiteY72" fmla="*/ 1943969 h 2800590"/>
              <a:gd name="connsiteX73" fmla="*/ 6748535 w 12192000"/>
              <a:gd name="connsiteY73" fmla="*/ 1938183 h 2800590"/>
              <a:gd name="connsiteX74" fmla="*/ 6739575 w 12192000"/>
              <a:gd name="connsiteY74" fmla="*/ 1938349 h 2800590"/>
              <a:gd name="connsiteX75" fmla="*/ 6747984 w 12192000"/>
              <a:gd name="connsiteY75" fmla="*/ 1940460 h 2800590"/>
              <a:gd name="connsiteX76" fmla="*/ 6756671 w 12192000"/>
              <a:gd name="connsiteY76" fmla="*/ 1940762 h 2800590"/>
              <a:gd name="connsiteX77" fmla="*/ 6811685 w 12192000"/>
              <a:gd name="connsiteY77" fmla="*/ 1937007 h 2800590"/>
              <a:gd name="connsiteX78" fmla="*/ 6788060 w 12192000"/>
              <a:gd name="connsiteY78" fmla="*/ 1937447 h 2800590"/>
              <a:gd name="connsiteX79" fmla="*/ 6803665 w 12192000"/>
              <a:gd name="connsiteY79" fmla="*/ 1942396 h 2800590"/>
              <a:gd name="connsiteX80" fmla="*/ 6832158 w 12192000"/>
              <a:gd name="connsiteY80" fmla="*/ 1943387 h 2800590"/>
              <a:gd name="connsiteX81" fmla="*/ 6864466 w 12192000"/>
              <a:gd name="connsiteY81" fmla="*/ 1934786 h 2800590"/>
              <a:gd name="connsiteX82" fmla="*/ 6851828 w 12192000"/>
              <a:gd name="connsiteY82" fmla="*/ 1936260 h 2800590"/>
              <a:gd name="connsiteX83" fmla="*/ 6850598 w 12192000"/>
              <a:gd name="connsiteY83" fmla="*/ 1936283 h 2800590"/>
              <a:gd name="connsiteX84" fmla="*/ 6877950 w 12192000"/>
              <a:gd name="connsiteY84" fmla="*/ 1944805 h 2800590"/>
              <a:gd name="connsiteX85" fmla="*/ 6892947 w 12192000"/>
              <a:gd name="connsiteY85" fmla="*/ 1944257 h 2800590"/>
              <a:gd name="connsiteX86" fmla="*/ 6920996 w 12192000"/>
              <a:gd name="connsiteY86" fmla="*/ 1928191 h 2800590"/>
              <a:gd name="connsiteX87" fmla="*/ 6891555 w 12192000"/>
              <a:gd name="connsiteY87" fmla="*/ 1931626 h 2800590"/>
              <a:gd name="connsiteX88" fmla="*/ 6925938 w 12192000"/>
              <a:gd name="connsiteY88" fmla="*/ 1943050 h 2800590"/>
              <a:gd name="connsiteX89" fmla="*/ 6955413 w 12192000"/>
              <a:gd name="connsiteY89" fmla="*/ 1941971 h 2800590"/>
              <a:gd name="connsiteX90" fmla="*/ 6630313 w 12192000"/>
              <a:gd name="connsiteY90" fmla="*/ 1922045 h 2800590"/>
              <a:gd name="connsiteX91" fmla="*/ 6634137 w 12192000"/>
              <a:gd name="connsiteY91" fmla="*/ 1922204 h 2800590"/>
              <a:gd name="connsiteX92" fmla="*/ 6633699 w 12192000"/>
              <a:gd name="connsiteY92" fmla="*/ 1922063 h 2800590"/>
              <a:gd name="connsiteX93" fmla="*/ 6696031 w 12192000"/>
              <a:gd name="connsiteY93" fmla="*/ 1921538 h 2800590"/>
              <a:gd name="connsiteX94" fmla="*/ 6687005 w 12192000"/>
              <a:gd name="connsiteY94" fmla="*/ 1922340 h 2800590"/>
              <a:gd name="connsiteX95" fmla="*/ 6675542 w 12192000"/>
              <a:gd name="connsiteY95" fmla="*/ 1922280 h 2800590"/>
              <a:gd name="connsiteX96" fmla="*/ 6683408 w 12192000"/>
              <a:gd name="connsiteY96" fmla="*/ 1924255 h 2800590"/>
              <a:gd name="connsiteX97" fmla="*/ 6707803 w 12192000"/>
              <a:gd name="connsiteY97" fmla="*/ 1925270 h 2800590"/>
              <a:gd name="connsiteX98" fmla="*/ 6985839 w 12192000"/>
              <a:gd name="connsiteY98" fmla="*/ 1920626 h 2800590"/>
              <a:gd name="connsiteX99" fmla="*/ 6948030 w 12192000"/>
              <a:gd name="connsiteY99" fmla="*/ 1925037 h 2800590"/>
              <a:gd name="connsiteX100" fmla="*/ 6987373 w 12192000"/>
              <a:gd name="connsiteY100" fmla="*/ 1940802 h 2800590"/>
              <a:gd name="connsiteX101" fmla="*/ 6998391 w 12192000"/>
              <a:gd name="connsiteY101" fmla="*/ 1940399 h 2800590"/>
              <a:gd name="connsiteX102" fmla="*/ 7025671 w 12192000"/>
              <a:gd name="connsiteY102" fmla="*/ 1936736 h 2800590"/>
              <a:gd name="connsiteX103" fmla="*/ 6747394 w 12192000"/>
              <a:gd name="connsiteY103" fmla="*/ 1916974 h 2800590"/>
              <a:gd name="connsiteX104" fmla="*/ 6728730 w 12192000"/>
              <a:gd name="connsiteY104" fmla="*/ 1918632 h 2800590"/>
              <a:gd name="connsiteX105" fmla="*/ 6755981 w 12192000"/>
              <a:gd name="connsiteY105" fmla="*/ 1927274 h 2800590"/>
              <a:gd name="connsiteX106" fmla="*/ 6758842 w 12192000"/>
              <a:gd name="connsiteY106" fmla="*/ 1927393 h 2800590"/>
              <a:gd name="connsiteX107" fmla="*/ 6776771 w 12192000"/>
              <a:gd name="connsiteY107" fmla="*/ 1926128 h 2800590"/>
              <a:gd name="connsiteX108" fmla="*/ 7042274 w 12192000"/>
              <a:gd name="connsiteY108" fmla="*/ 1914042 h 2800590"/>
              <a:gd name="connsiteX109" fmla="*/ 7009283 w 12192000"/>
              <a:gd name="connsiteY109" fmla="*/ 1917891 h 2800590"/>
              <a:gd name="connsiteX110" fmla="*/ 7048379 w 12192000"/>
              <a:gd name="connsiteY110" fmla="*/ 1933686 h 2800590"/>
              <a:gd name="connsiteX111" fmla="*/ 7078302 w 12192000"/>
              <a:gd name="connsiteY111" fmla="*/ 1929667 h 2800590"/>
              <a:gd name="connsiteX112" fmla="*/ 6804942 w 12192000"/>
              <a:gd name="connsiteY112" fmla="*/ 1911860 h 2800590"/>
              <a:gd name="connsiteX113" fmla="*/ 6779480 w 12192000"/>
              <a:gd name="connsiteY113" fmla="*/ 1914123 h 2800590"/>
              <a:gd name="connsiteX114" fmla="*/ 6810390 w 12192000"/>
              <a:gd name="connsiteY114" fmla="*/ 1923754 h 2800590"/>
              <a:gd name="connsiteX115" fmla="*/ 6831187 w 12192000"/>
              <a:gd name="connsiteY115" fmla="*/ 1922286 h 2800590"/>
              <a:gd name="connsiteX116" fmla="*/ 6866542 w 12192000"/>
              <a:gd name="connsiteY116" fmla="*/ 1906387 h 2800590"/>
              <a:gd name="connsiteX117" fmla="*/ 6830487 w 12192000"/>
              <a:gd name="connsiteY117" fmla="*/ 1909591 h 2800590"/>
              <a:gd name="connsiteX118" fmla="*/ 6857217 w 12192000"/>
              <a:gd name="connsiteY118" fmla="*/ 1920216 h 2800590"/>
              <a:gd name="connsiteX119" fmla="*/ 6857793 w 12192000"/>
              <a:gd name="connsiteY119" fmla="*/ 1920408 h 2800590"/>
              <a:gd name="connsiteX120" fmla="*/ 6894998 w 12192000"/>
              <a:gd name="connsiteY120" fmla="*/ 1917781 h 2800590"/>
              <a:gd name="connsiteX121" fmla="*/ 6583364 w 12192000"/>
              <a:gd name="connsiteY121" fmla="*/ 1905804 h 2800590"/>
              <a:gd name="connsiteX122" fmla="*/ 6565962 w 12192000"/>
              <a:gd name="connsiteY122" fmla="*/ 1906530 h 2800590"/>
              <a:gd name="connsiteX123" fmla="*/ 6569529 w 12192000"/>
              <a:gd name="connsiteY123" fmla="*/ 1907465 h 2800590"/>
              <a:gd name="connsiteX124" fmla="*/ 6593302 w 12192000"/>
              <a:gd name="connsiteY124" fmla="*/ 1909014 h 2800590"/>
              <a:gd name="connsiteX125" fmla="*/ 6639067 w 12192000"/>
              <a:gd name="connsiteY125" fmla="*/ 1903479 h 2800590"/>
              <a:gd name="connsiteX126" fmla="*/ 6618866 w 12192000"/>
              <a:gd name="connsiteY126" fmla="*/ 1904322 h 2800590"/>
              <a:gd name="connsiteX127" fmla="*/ 6629093 w 12192000"/>
              <a:gd name="connsiteY127" fmla="*/ 1907624 h 2800590"/>
              <a:gd name="connsiteX128" fmla="*/ 6649374 w 12192000"/>
              <a:gd name="connsiteY128" fmla="*/ 1906747 h 2800590"/>
              <a:gd name="connsiteX129" fmla="*/ 6692817 w 12192000"/>
              <a:gd name="connsiteY129" fmla="*/ 1898120 h 2800590"/>
              <a:gd name="connsiteX130" fmla="*/ 6672415 w 12192000"/>
              <a:gd name="connsiteY130" fmla="*/ 1900773 h 2800590"/>
              <a:gd name="connsiteX131" fmla="*/ 6686224 w 12192000"/>
              <a:gd name="connsiteY131" fmla="*/ 1905152 h 2800590"/>
              <a:gd name="connsiteX132" fmla="*/ 6708224 w 12192000"/>
              <a:gd name="connsiteY132" fmla="*/ 1904200 h 2800590"/>
              <a:gd name="connsiteX133" fmla="*/ 6926685 w 12192000"/>
              <a:gd name="connsiteY133" fmla="*/ 1896701 h 2800590"/>
              <a:gd name="connsiteX134" fmla="*/ 6893603 w 12192000"/>
              <a:gd name="connsiteY134" fmla="*/ 1903228 h 2800590"/>
              <a:gd name="connsiteX135" fmla="*/ 6924692 w 12192000"/>
              <a:gd name="connsiteY135" fmla="*/ 1915685 h 2800590"/>
              <a:gd name="connsiteX136" fmla="*/ 6966351 w 12192000"/>
              <a:gd name="connsiteY136" fmla="*/ 1912744 h 2800590"/>
              <a:gd name="connsiteX137" fmla="*/ 6458122 w 12192000"/>
              <a:gd name="connsiteY137" fmla="*/ 1892721 h 2800590"/>
              <a:gd name="connsiteX138" fmla="*/ 6462148 w 12192000"/>
              <a:gd name="connsiteY138" fmla="*/ 1893827 h 2800590"/>
              <a:gd name="connsiteX139" fmla="*/ 6474796 w 12192000"/>
              <a:gd name="connsiteY139" fmla="*/ 1893617 h 2800590"/>
              <a:gd name="connsiteX140" fmla="*/ 6472505 w 12192000"/>
              <a:gd name="connsiteY140" fmla="*/ 1892863 h 2800590"/>
              <a:gd name="connsiteX141" fmla="*/ 6751236 w 12192000"/>
              <a:gd name="connsiteY141" fmla="*/ 1890525 h 2800590"/>
              <a:gd name="connsiteX142" fmla="*/ 6717791 w 12192000"/>
              <a:gd name="connsiteY142" fmla="*/ 1894873 h 2800590"/>
              <a:gd name="connsiteX143" fmla="*/ 6718121 w 12192000"/>
              <a:gd name="connsiteY143" fmla="*/ 1895003 h 2800590"/>
              <a:gd name="connsiteX144" fmla="*/ 6742831 w 12192000"/>
              <a:gd name="connsiteY144" fmla="*/ 1902703 h 2800590"/>
              <a:gd name="connsiteX145" fmla="*/ 6778055 w 12192000"/>
              <a:gd name="connsiteY145" fmla="*/ 1901179 h 2800590"/>
              <a:gd name="connsiteX146" fmla="*/ 6531981 w 12192000"/>
              <a:gd name="connsiteY146" fmla="*/ 1889205 h 2800590"/>
              <a:gd name="connsiteX147" fmla="*/ 6509721 w 12192000"/>
              <a:gd name="connsiteY147" fmla="*/ 1891396 h 2800590"/>
              <a:gd name="connsiteX148" fmla="*/ 6514470 w 12192000"/>
              <a:gd name="connsiteY148" fmla="*/ 1892960 h 2800590"/>
              <a:gd name="connsiteX149" fmla="*/ 6542182 w 12192000"/>
              <a:gd name="connsiteY149" fmla="*/ 1892500 h 2800590"/>
              <a:gd name="connsiteX150" fmla="*/ 6978650 w 12192000"/>
              <a:gd name="connsiteY150" fmla="*/ 1886448 h 2800590"/>
              <a:gd name="connsiteX151" fmla="*/ 6946941 w 12192000"/>
              <a:gd name="connsiteY151" fmla="*/ 1892704 h 2800590"/>
              <a:gd name="connsiteX152" fmla="*/ 6990660 w 12192000"/>
              <a:gd name="connsiteY152" fmla="*/ 1910367 h 2800590"/>
              <a:gd name="connsiteX153" fmla="*/ 7020604 w 12192000"/>
              <a:gd name="connsiteY153" fmla="*/ 1904644 h 2800590"/>
              <a:gd name="connsiteX154" fmla="*/ 6579341 w 12192000"/>
              <a:gd name="connsiteY154" fmla="*/ 1884544 h 2800590"/>
              <a:gd name="connsiteX155" fmla="*/ 6562681 w 12192000"/>
              <a:gd name="connsiteY155" fmla="*/ 1886184 h 2800590"/>
              <a:gd name="connsiteX156" fmla="*/ 6580291 w 12192000"/>
              <a:gd name="connsiteY156" fmla="*/ 1891869 h 2800590"/>
              <a:gd name="connsiteX157" fmla="*/ 6601344 w 12192000"/>
              <a:gd name="connsiteY157" fmla="*/ 1891520 h 2800590"/>
              <a:gd name="connsiteX158" fmla="*/ 6808377 w 12192000"/>
              <a:gd name="connsiteY158" fmla="*/ 1883097 h 2800590"/>
              <a:gd name="connsiteX159" fmla="*/ 6774813 w 12192000"/>
              <a:gd name="connsiteY159" fmla="*/ 1887460 h 2800590"/>
              <a:gd name="connsiteX160" fmla="*/ 6806255 w 12192000"/>
              <a:gd name="connsiteY160" fmla="*/ 1899959 h 2800590"/>
              <a:gd name="connsiteX161" fmla="*/ 6819421 w 12192000"/>
              <a:gd name="connsiteY161" fmla="*/ 1899389 h 2800590"/>
              <a:gd name="connsiteX162" fmla="*/ 6840638 w 12192000"/>
              <a:gd name="connsiteY162" fmla="*/ 1896014 h 2800590"/>
              <a:gd name="connsiteX163" fmla="*/ 6364858 w 12192000"/>
              <a:gd name="connsiteY163" fmla="*/ 1878813 h 2800590"/>
              <a:gd name="connsiteX164" fmla="*/ 6359872 w 12192000"/>
              <a:gd name="connsiteY164" fmla="*/ 1879224 h 2800590"/>
              <a:gd name="connsiteX165" fmla="*/ 6361688 w 12192000"/>
              <a:gd name="connsiteY165" fmla="*/ 1879612 h 2800590"/>
              <a:gd name="connsiteX166" fmla="*/ 6368291 w 12192000"/>
              <a:gd name="connsiteY166" fmla="*/ 1879757 h 2800590"/>
              <a:gd name="connsiteX167" fmla="*/ 6642628 w 12192000"/>
              <a:gd name="connsiteY167" fmla="*/ 1878316 h 2800590"/>
              <a:gd name="connsiteX168" fmla="*/ 6611318 w 12192000"/>
              <a:gd name="connsiteY168" fmla="*/ 1881397 h 2800590"/>
              <a:gd name="connsiteX169" fmla="*/ 6641158 w 12192000"/>
              <a:gd name="connsiteY169" fmla="*/ 1890860 h 2800590"/>
              <a:gd name="connsiteX170" fmla="*/ 6655815 w 12192000"/>
              <a:gd name="connsiteY170" fmla="*/ 1890617 h 2800590"/>
              <a:gd name="connsiteX171" fmla="*/ 6669351 w 12192000"/>
              <a:gd name="connsiteY171" fmla="*/ 1888860 h 2800590"/>
              <a:gd name="connsiteX172" fmla="*/ 6416800 w 12192000"/>
              <a:gd name="connsiteY172" fmla="*/ 1874533 h 2800590"/>
              <a:gd name="connsiteX173" fmla="*/ 6397638 w 12192000"/>
              <a:gd name="connsiteY173" fmla="*/ 1876112 h 2800590"/>
              <a:gd name="connsiteX174" fmla="*/ 6414636 w 12192000"/>
              <a:gd name="connsiteY174" fmla="*/ 1880780 h 2800590"/>
              <a:gd name="connsiteX175" fmla="*/ 6437303 w 12192000"/>
              <a:gd name="connsiteY175" fmla="*/ 1881280 h 2800590"/>
              <a:gd name="connsiteX176" fmla="*/ 6864079 w 12192000"/>
              <a:gd name="connsiteY176" fmla="*/ 1871380 h 2800590"/>
              <a:gd name="connsiteX177" fmla="*/ 6832035 w 12192000"/>
              <a:gd name="connsiteY177" fmla="*/ 1878556 h 2800590"/>
              <a:gd name="connsiteX178" fmla="*/ 6865667 w 12192000"/>
              <a:gd name="connsiteY178" fmla="*/ 1892033 h 2800590"/>
              <a:gd name="connsiteX179" fmla="*/ 6901176 w 12192000"/>
              <a:gd name="connsiteY179" fmla="*/ 1886384 h 2800590"/>
              <a:gd name="connsiteX180" fmla="*/ 6472380 w 12192000"/>
              <a:gd name="connsiteY180" fmla="*/ 1869953 h 2800590"/>
              <a:gd name="connsiteX181" fmla="*/ 6450158 w 12192000"/>
              <a:gd name="connsiteY181" fmla="*/ 1871784 h 2800590"/>
              <a:gd name="connsiteX182" fmla="*/ 6473792 w 12192000"/>
              <a:gd name="connsiteY182" fmla="*/ 1879566 h 2800590"/>
              <a:gd name="connsiteX183" fmla="*/ 6496777 w 12192000"/>
              <a:gd name="connsiteY183" fmla="*/ 1877834 h 2800590"/>
              <a:gd name="connsiteX184" fmla="*/ 6271827 w 12192000"/>
              <a:gd name="connsiteY184" fmla="*/ 1869237 h 2800590"/>
              <a:gd name="connsiteX185" fmla="*/ 6269073 w 12192000"/>
              <a:gd name="connsiteY185" fmla="*/ 1869425 h 2800590"/>
              <a:gd name="connsiteX186" fmla="*/ 6270053 w 12192000"/>
              <a:gd name="connsiteY186" fmla="*/ 1869646 h 2800590"/>
              <a:gd name="connsiteX187" fmla="*/ 6273907 w 12192000"/>
              <a:gd name="connsiteY187" fmla="*/ 1869834 h 2800590"/>
              <a:gd name="connsiteX188" fmla="*/ 6696740 w 12192000"/>
              <a:gd name="connsiteY188" fmla="*/ 1868877 h 2800590"/>
              <a:gd name="connsiteX189" fmla="*/ 6666392 w 12192000"/>
              <a:gd name="connsiteY189" fmla="*/ 1874585 h 2800590"/>
              <a:gd name="connsiteX190" fmla="*/ 6694338 w 12192000"/>
              <a:gd name="connsiteY190" fmla="*/ 1885616 h 2800590"/>
              <a:gd name="connsiteX191" fmla="*/ 6727907 w 12192000"/>
              <a:gd name="connsiteY191" fmla="*/ 1881258 h 2800590"/>
              <a:gd name="connsiteX192" fmla="*/ 6324241 w 12192000"/>
              <a:gd name="connsiteY192" fmla="*/ 1865662 h 2800590"/>
              <a:gd name="connsiteX193" fmla="*/ 6308720 w 12192000"/>
              <a:gd name="connsiteY193" fmla="*/ 1866721 h 2800590"/>
              <a:gd name="connsiteX194" fmla="*/ 6316126 w 12192000"/>
              <a:gd name="connsiteY194" fmla="*/ 1868854 h 2800590"/>
              <a:gd name="connsiteX195" fmla="*/ 6331693 w 12192000"/>
              <a:gd name="connsiteY195" fmla="*/ 1868160 h 2800590"/>
              <a:gd name="connsiteX196" fmla="*/ 6529313 w 12192000"/>
              <a:gd name="connsiteY196" fmla="*/ 1865262 h 2800590"/>
              <a:gd name="connsiteX197" fmla="*/ 6504266 w 12192000"/>
              <a:gd name="connsiteY197" fmla="*/ 1867326 h 2800590"/>
              <a:gd name="connsiteX198" fmla="*/ 6529237 w 12192000"/>
              <a:gd name="connsiteY198" fmla="*/ 1875387 h 2800590"/>
              <a:gd name="connsiteX199" fmla="*/ 6550938 w 12192000"/>
              <a:gd name="connsiteY199" fmla="*/ 1873751 h 2800590"/>
              <a:gd name="connsiteX200" fmla="*/ 6378581 w 12192000"/>
              <a:gd name="connsiteY200" fmla="*/ 1861957 h 2800590"/>
              <a:gd name="connsiteX201" fmla="*/ 6353685 w 12192000"/>
              <a:gd name="connsiteY201" fmla="*/ 1863655 h 2800590"/>
              <a:gd name="connsiteX202" fmla="*/ 6360010 w 12192000"/>
              <a:gd name="connsiteY202" fmla="*/ 1865779 h 2800590"/>
              <a:gd name="connsiteX203" fmla="*/ 6363512 w 12192000"/>
              <a:gd name="connsiteY203" fmla="*/ 1866741 h 2800590"/>
              <a:gd name="connsiteX204" fmla="*/ 6389587 w 12192000"/>
              <a:gd name="connsiteY204" fmla="*/ 1865578 h 2800590"/>
              <a:gd name="connsiteX205" fmla="*/ 6748536 w 12192000"/>
              <a:gd name="connsiteY205" fmla="*/ 1859136 h 2800590"/>
              <a:gd name="connsiteX206" fmla="*/ 6718002 w 12192000"/>
              <a:gd name="connsiteY206" fmla="*/ 1864879 h 2800590"/>
              <a:gd name="connsiteX207" fmla="*/ 6751503 w 12192000"/>
              <a:gd name="connsiteY207" fmla="*/ 1878195 h 2800590"/>
              <a:gd name="connsiteX208" fmla="*/ 6785204 w 12192000"/>
              <a:gd name="connsiteY208" fmla="*/ 1873819 h 2800590"/>
              <a:gd name="connsiteX209" fmla="*/ 6919745 w 12192000"/>
              <a:gd name="connsiteY209" fmla="*/ 1858914 h 2800590"/>
              <a:gd name="connsiteX210" fmla="*/ 6883433 w 12192000"/>
              <a:gd name="connsiteY210" fmla="*/ 1867046 h 2800590"/>
              <a:gd name="connsiteX211" fmla="*/ 6922789 w 12192000"/>
              <a:gd name="connsiteY211" fmla="*/ 1882946 h 2800590"/>
              <a:gd name="connsiteX212" fmla="*/ 6957751 w 12192000"/>
              <a:gd name="connsiteY212" fmla="*/ 1877385 h 2800590"/>
              <a:gd name="connsiteX213" fmla="*/ 6955011 w 12192000"/>
              <a:gd name="connsiteY213" fmla="*/ 1876197 h 2800590"/>
              <a:gd name="connsiteX214" fmla="*/ 6229522 w 12192000"/>
              <a:gd name="connsiteY214" fmla="*/ 1857083 h 2800590"/>
              <a:gd name="connsiteX215" fmla="*/ 6218498 w 12192000"/>
              <a:gd name="connsiteY215" fmla="*/ 1858003 h 2800590"/>
              <a:gd name="connsiteX216" fmla="*/ 6226424 w 12192000"/>
              <a:gd name="connsiteY216" fmla="*/ 1859793 h 2800590"/>
              <a:gd name="connsiteX217" fmla="*/ 6236985 w 12192000"/>
              <a:gd name="connsiteY217" fmla="*/ 1859227 h 2800590"/>
              <a:gd name="connsiteX218" fmla="*/ 6582428 w 12192000"/>
              <a:gd name="connsiteY218" fmla="*/ 1854560 h 2800590"/>
              <a:gd name="connsiteX219" fmla="*/ 6553040 w 12192000"/>
              <a:gd name="connsiteY219" fmla="*/ 1860999 h 2800590"/>
              <a:gd name="connsiteX220" fmla="*/ 6578458 w 12192000"/>
              <a:gd name="connsiteY220" fmla="*/ 1870977 h 2800590"/>
              <a:gd name="connsiteX221" fmla="*/ 6580241 w 12192000"/>
              <a:gd name="connsiteY221" fmla="*/ 1871542 h 2800590"/>
              <a:gd name="connsiteX222" fmla="*/ 6617143 w 12192000"/>
              <a:gd name="connsiteY222" fmla="*/ 1868761 h 2800590"/>
              <a:gd name="connsiteX223" fmla="*/ 6618032 w 12192000"/>
              <a:gd name="connsiteY223" fmla="*/ 1868610 h 2800590"/>
              <a:gd name="connsiteX224" fmla="*/ 6425457 w 12192000"/>
              <a:gd name="connsiteY224" fmla="*/ 1853979 h 2800590"/>
              <a:gd name="connsiteX225" fmla="*/ 6406882 w 12192000"/>
              <a:gd name="connsiteY225" fmla="*/ 1857534 h 2800590"/>
              <a:gd name="connsiteX226" fmla="*/ 6426332 w 12192000"/>
              <a:gd name="connsiteY226" fmla="*/ 1863939 h 2800590"/>
              <a:gd name="connsiteX227" fmla="*/ 6450435 w 12192000"/>
              <a:gd name="connsiteY227" fmla="*/ 1862864 h 2800590"/>
              <a:gd name="connsiteX228" fmla="*/ 6437447 w 12192000"/>
              <a:gd name="connsiteY228" fmla="*/ 1858669 h 2800590"/>
              <a:gd name="connsiteX229" fmla="*/ 6284670 w 12192000"/>
              <a:gd name="connsiteY229" fmla="*/ 1852402 h 2800590"/>
              <a:gd name="connsiteX230" fmla="*/ 6283946 w 12192000"/>
              <a:gd name="connsiteY230" fmla="*/ 1852541 h 2800590"/>
              <a:gd name="connsiteX231" fmla="*/ 6264978 w 12192000"/>
              <a:gd name="connsiteY231" fmla="*/ 1854124 h 2800590"/>
              <a:gd name="connsiteX232" fmla="*/ 6275521 w 12192000"/>
              <a:gd name="connsiteY232" fmla="*/ 1857160 h 2800590"/>
              <a:gd name="connsiteX233" fmla="*/ 6295647 w 12192000"/>
              <a:gd name="connsiteY233" fmla="*/ 1856080 h 2800590"/>
              <a:gd name="connsiteX234" fmla="*/ 6803258 w 12192000"/>
              <a:gd name="connsiteY234" fmla="*/ 1844669 h 2800590"/>
              <a:gd name="connsiteX235" fmla="*/ 6771131 w 12192000"/>
              <a:gd name="connsiteY235" fmla="*/ 1854151 h 2800590"/>
              <a:gd name="connsiteX236" fmla="*/ 6811646 w 12192000"/>
              <a:gd name="connsiteY236" fmla="*/ 1870386 h 2800590"/>
              <a:gd name="connsiteX237" fmla="*/ 6813582 w 12192000"/>
              <a:gd name="connsiteY237" fmla="*/ 1870135 h 2800590"/>
              <a:gd name="connsiteX238" fmla="*/ 6844100 w 12192000"/>
              <a:gd name="connsiteY238" fmla="*/ 1863300 h 2800590"/>
              <a:gd name="connsiteX239" fmla="*/ 6831368 w 12192000"/>
              <a:gd name="connsiteY239" fmla="*/ 1858151 h 2800590"/>
              <a:gd name="connsiteX240" fmla="*/ 6325642 w 12192000"/>
              <a:gd name="connsiteY240" fmla="*/ 1844536 h 2800590"/>
              <a:gd name="connsiteX241" fmla="*/ 6307271 w 12192000"/>
              <a:gd name="connsiteY241" fmla="*/ 1848063 h 2800590"/>
              <a:gd name="connsiteX242" fmla="*/ 6326250 w 12192000"/>
              <a:gd name="connsiteY242" fmla="*/ 1854439 h 2800590"/>
              <a:gd name="connsiteX243" fmla="*/ 6339937 w 12192000"/>
              <a:gd name="connsiteY243" fmla="*/ 1853705 h 2800590"/>
              <a:gd name="connsiteX244" fmla="*/ 6349664 w 12192000"/>
              <a:gd name="connsiteY244" fmla="*/ 1852441 h 2800590"/>
              <a:gd name="connsiteX245" fmla="*/ 6475953 w 12192000"/>
              <a:gd name="connsiteY245" fmla="*/ 1844315 h 2800590"/>
              <a:gd name="connsiteX246" fmla="*/ 6448980 w 12192000"/>
              <a:gd name="connsiteY246" fmla="*/ 1849478 h 2800590"/>
              <a:gd name="connsiteX247" fmla="*/ 6478960 w 12192000"/>
              <a:gd name="connsiteY247" fmla="*/ 1859156 h 2800590"/>
              <a:gd name="connsiteX248" fmla="*/ 6504899 w 12192000"/>
              <a:gd name="connsiteY248" fmla="*/ 1855678 h 2800590"/>
              <a:gd name="connsiteX249" fmla="*/ 6186873 w 12192000"/>
              <a:gd name="connsiteY249" fmla="*/ 1843959 h 2800590"/>
              <a:gd name="connsiteX250" fmla="*/ 6167813 w 12192000"/>
              <a:gd name="connsiteY250" fmla="*/ 1846088 h 2800590"/>
              <a:gd name="connsiteX251" fmla="*/ 6173842 w 12192000"/>
              <a:gd name="connsiteY251" fmla="*/ 1847918 h 2800590"/>
              <a:gd name="connsiteX252" fmla="*/ 6179271 w 12192000"/>
              <a:gd name="connsiteY252" fmla="*/ 1849144 h 2800590"/>
              <a:gd name="connsiteX253" fmla="*/ 6198133 w 12192000"/>
              <a:gd name="connsiteY253" fmla="*/ 1847827 h 2800590"/>
              <a:gd name="connsiteX254" fmla="*/ 6632876 w 12192000"/>
              <a:gd name="connsiteY254" fmla="*/ 1843507 h 2800590"/>
              <a:gd name="connsiteX255" fmla="*/ 6603798 w 12192000"/>
              <a:gd name="connsiteY255" fmla="*/ 1849878 h 2800590"/>
              <a:gd name="connsiteX256" fmla="*/ 6641295 w 12192000"/>
              <a:gd name="connsiteY256" fmla="*/ 1864679 h 2800590"/>
              <a:gd name="connsiteX257" fmla="*/ 6672781 w 12192000"/>
              <a:gd name="connsiteY257" fmla="*/ 1859359 h 2800590"/>
              <a:gd name="connsiteX258" fmla="*/ 6056940 w 12192000"/>
              <a:gd name="connsiteY258" fmla="*/ 1842726 h 2800590"/>
              <a:gd name="connsiteX259" fmla="*/ 6054961 w 12192000"/>
              <a:gd name="connsiteY259" fmla="*/ 1843039 h 2800590"/>
              <a:gd name="connsiteX260" fmla="*/ 6055994 w 12192000"/>
              <a:gd name="connsiteY260" fmla="*/ 1843309 h 2800590"/>
              <a:gd name="connsiteX261" fmla="*/ 6058785 w 12192000"/>
              <a:gd name="connsiteY261" fmla="*/ 1843178 h 2800590"/>
              <a:gd name="connsiteX262" fmla="*/ 6098158 w 12192000"/>
              <a:gd name="connsiteY262" fmla="*/ 1836223 h 2800590"/>
              <a:gd name="connsiteX263" fmla="*/ 6092719 w 12192000"/>
              <a:gd name="connsiteY263" fmla="*/ 1837081 h 2800590"/>
              <a:gd name="connsiteX264" fmla="*/ 6108127 w 12192000"/>
              <a:gd name="connsiteY264" fmla="*/ 1840848 h 2800590"/>
              <a:gd name="connsiteX265" fmla="*/ 6112744 w 12192000"/>
              <a:gd name="connsiteY265" fmla="*/ 1840630 h 2800590"/>
              <a:gd name="connsiteX266" fmla="*/ 6234223 w 12192000"/>
              <a:gd name="connsiteY266" fmla="*/ 1835496 h 2800590"/>
              <a:gd name="connsiteX267" fmla="*/ 6213965 w 12192000"/>
              <a:gd name="connsiteY267" fmla="*/ 1839432 h 2800590"/>
              <a:gd name="connsiteX268" fmla="*/ 6234339 w 12192000"/>
              <a:gd name="connsiteY268" fmla="*/ 1845299 h 2800590"/>
              <a:gd name="connsiteX269" fmla="*/ 6243385 w 12192000"/>
              <a:gd name="connsiteY269" fmla="*/ 1844668 h 2800590"/>
              <a:gd name="connsiteX270" fmla="*/ 6255459 w 12192000"/>
              <a:gd name="connsiteY270" fmla="*/ 1842613 h 2800590"/>
              <a:gd name="connsiteX271" fmla="*/ 6376400 w 12192000"/>
              <a:gd name="connsiteY271" fmla="*/ 1834792 h 2800590"/>
              <a:gd name="connsiteX272" fmla="*/ 6352026 w 12192000"/>
              <a:gd name="connsiteY272" fmla="*/ 1839472 h 2800590"/>
              <a:gd name="connsiteX273" fmla="*/ 6379602 w 12192000"/>
              <a:gd name="connsiteY273" fmla="*/ 1848552 h 2800590"/>
              <a:gd name="connsiteX274" fmla="*/ 6403608 w 12192000"/>
              <a:gd name="connsiteY274" fmla="*/ 1845434 h 2800590"/>
              <a:gd name="connsiteX275" fmla="*/ 6530171 w 12192000"/>
              <a:gd name="connsiteY275" fmla="*/ 1833939 h 2800590"/>
              <a:gd name="connsiteX276" fmla="*/ 6499199 w 12192000"/>
              <a:gd name="connsiteY276" fmla="*/ 1839867 h 2800590"/>
              <a:gd name="connsiteX277" fmla="*/ 6530675 w 12192000"/>
              <a:gd name="connsiteY277" fmla="*/ 1852222 h 2800590"/>
              <a:gd name="connsiteX278" fmla="*/ 6564878 w 12192000"/>
              <a:gd name="connsiteY278" fmla="*/ 1847635 h 2800590"/>
              <a:gd name="connsiteX279" fmla="*/ 6684861 w 12192000"/>
              <a:gd name="connsiteY279" fmla="*/ 1832118 h 2800590"/>
              <a:gd name="connsiteX280" fmla="*/ 6653094 w 12192000"/>
              <a:gd name="connsiteY280" fmla="*/ 1839078 h 2800590"/>
              <a:gd name="connsiteX281" fmla="*/ 6694769 w 12192000"/>
              <a:gd name="connsiteY281" fmla="*/ 1855644 h 2800590"/>
              <a:gd name="connsiteX282" fmla="*/ 6726445 w 12192000"/>
              <a:gd name="connsiteY282" fmla="*/ 1850291 h 2800590"/>
              <a:gd name="connsiteX283" fmla="*/ 6706968 w 12192000"/>
              <a:gd name="connsiteY283" fmla="*/ 1842492 h 2800590"/>
              <a:gd name="connsiteX284" fmla="*/ 6008018 w 12192000"/>
              <a:gd name="connsiteY284" fmla="*/ 1830379 h 2800590"/>
              <a:gd name="connsiteX285" fmla="*/ 6007223 w 12192000"/>
              <a:gd name="connsiteY285" fmla="*/ 1830529 h 2800590"/>
              <a:gd name="connsiteX286" fmla="*/ 6019621 w 12192000"/>
              <a:gd name="connsiteY286" fmla="*/ 1833779 h 2800590"/>
              <a:gd name="connsiteX287" fmla="*/ 6020093 w 12192000"/>
              <a:gd name="connsiteY287" fmla="*/ 1833724 h 2800590"/>
              <a:gd name="connsiteX288" fmla="*/ 6013719 w 12192000"/>
              <a:gd name="connsiteY288" fmla="*/ 1832167 h 2800590"/>
              <a:gd name="connsiteX289" fmla="*/ 5638107 w 12192000"/>
              <a:gd name="connsiteY289" fmla="*/ 1830330 h 2800590"/>
              <a:gd name="connsiteX290" fmla="*/ 5642142 w 12192000"/>
              <a:gd name="connsiteY290" fmla="*/ 1830989 h 2800590"/>
              <a:gd name="connsiteX291" fmla="*/ 5644341 w 12192000"/>
              <a:gd name="connsiteY291" fmla="*/ 1831161 h 2800590"/>
              <a:gd name="connsiteX292" fmla="*/ 6142760 w 12192000"/>
              <a:gd name="connsiteY292" fmla="*/ 1828802 h 2800590"/>
              <a:gd name="connsiteX293" fmla="*/ 6138285 w 12192000"/>
              <a:gd name="connsiteY293" fmla="*/ 1829892 h 2800590"/>
              <a:gd name="connsiteX294" fmla="*/ 6122616 w 12192000"/>
              <a:gd name="connsiteY294" fmla="*/ 1832364 h 2800590"/>
              <a:gd name="connsiteX295" fmla="*/ 6138947 w 12192000"/>
              <a:gd name="connsiteY295" fmla="*/ 1837323 h 2800590"/>
              <a:gd name="connsiteX296" fmla="*/ 6158791 w 12192000"/>
              <a:gd name="connsiteY296" fmla="*/ 1834310 h 2800590"/>
              <a:gd name="connsiteX297" fmla="*/ 6857815 w 12192000"/>
              <a:gd name="connsiteY297" fmla="*/ 1828566 h 2800590"/>
              <a:gd name="connsiteX298" fmla="*/ 6819324 w 12192000"/>
              <a:gd name="connsiteY298" fmla="*/ 1839927 h 2800590"/>
              <a:gd name="connsiteX299" fmla="*/ 6835478 w 12192000"/>
              <a:gd name="connsiteY299" fmla="*/ 1847671 h 2800590"/>
              <a:gd name="connsiteX300" fmla="*/ 6863442 w 12192000"/>
              <a:gd name="connsiteY300" fmla="*/ 1858969 h 2800590"/>
              <a:gd name="connsiteX301" fmla="*/ 6902160 w 12192000"/>
              <a:gd name="connsiteY301" fmla="*/ 1850297 h 2800590"/>
              <a:gd name="connsiteX302" fmla="*/ 6276738 w 12192000"/>
              <a:gd name="connsiteY302" fmla="*/ 1827234 h 2800590"/>
              <a:gd name="connsiteX303" fmla="*/ 6256797 w 12192000"/>
              <a:gd name="connsiteY303" fmla="*/ 1831109 h 2800590"/>
              <a:gd name="connsiteX304" fmla="*/ 6279080 w 12192000"/>
              <a:gd name="connsiteY304" fmla="*/ 1838594 h 2800590"/>
              <a:gd name="connsiteX305" fmla="*/ 6297868 w 12192000"/>
              <a:gd name="connsiteY305" fmla="*/ 1835397 h 2800590"/>
              <a:gd name="connsiteX306" fmla="*/ 6296550 w 12192000"/>
              <a:gd name="connsiteY306" fmla="*/ 1834963 h 2800590"/>
              <a:gd name="connsiteX307" fmla="*/ 6426966 w 12192000"/>
              <a:gd name="connsiteY307" fmla="*/ 1825085 h 2800590"/>
              <a:gd name="connsiteX308" fmla="*/ 6398867 w 12192000"/>
              <a:gd name="connsiteY308" fmla="*/ 1830479 h 2800590"/>
              <a:gd name="connsiteX309" fmla="*/ 6428756 w 12192000"/>
              <a:gd name="connsiteY309" fmla="*/ 1842167 h 2800590"/>
              <a:gd name="connsiteX310" fmla="*/ 6440464 w 12192000"/>
              <a:gd name="connsiteY310" fmla="*/ 1840646 h 2800590"/>
              <a:gd name="connsiteX311" fmla="*/ 6457132 w 12192000"/>
              <a:gd name="connsiteY311" fmla="*/ 1836927 h 2800590"/>
              <a:gd name="connsiteX312" fmla="*/ 5815218 w 12192000"/>
              <a:gd name="connsiteY312" fmla="*/ 1825071 h 2800590"/>
              <a:gd name="connsiteX313" fmla="*/ 5814887 w 12192000"/>
              <a:gd name="connsiteY313" fmla="*/ 1825150 h 2800590"/>
              <a:gd name="connsiteX314" fmla="*/ 5823401 w 12192000"/>
              <a:gd name="connsiteY314" fmla="*/ 1826846 h 2800590"/>
              <a:gd name="connsiteX315" fmla="*/ 5932651 w 12192000"/>
              <a:gd name="connsiteY315" fmla="*/ 1823580 h 2800590"/>
              <a:gd name="connsiteX316" fmla="*/ 5926436 w 12192000"/>
              <a:gd name="connsiteY316" fmla="*/ 1825289 h 2800590"/>
              <a:gd name="connsiteX317" fmla="*/ 5948148 w 12192000"/>
              <a:gd name="connsiteY317" fmla="*/ 1829569 h 2800590"/>
              <a:gd name="connsiteX318" fmla="*/ 5952421 w 12192000"/>
              <a:gd name="connsiteY318" fmla="*/ 1828758 h 2800590"/>
              <a:gd name="connsiteX319" fmla="*/ 6579921 w 12192000"/>
              <a:gd name="connsiteY319" fmla="*/ 1822314 h 2800590"/>
              <a:gd name="connsiteX320" fmla="*/ 6565810 w 12192000"/>
              <a:gd name="connsiteY320" fmla="*/ 1827118 h 2800590"/>
              <a:gd name="connsiteX321" fmla="*/ 6552559 w 12192000"/>
              <a:gd name="connsiteY321" fmla="*/ 1829654 h 2800590"/>
              <a:gd name="connsiteX322" fmla="*/ 6586771 w 12192000"/>
              <a:gd name="connsiteY322" fmla="*/ 1843158 h 2800590"/>
              <a:gd name="connsiteX323" fmla="*/ 6614921 w 12192000"/>
              <a:gd name="connsiteY323" fmla="*/ 1836374 h 2800590"/>
              <a:gd name="connsiteX324" fmla="*/ 6582394 w 12192000"/>
              <a:gd name="connsiteY324" fmla="*/ 1823453 h 2800590"/>
              <a:gd name="connsiteX325" fmla="*/ 6051519 w 12192000"/>
              <a:gd name="connsiteY325" fmla="*/ 1822132 h 2800590"/>
              <a:gd name="connsiteX326" fmla="*/ 6040282 w 12192000"/>
              <a:gd name="connsiteY326" fmla="*/ 1824262 h 2800590"/>
              <a:gd name="connsiteX327" fmla="*/ 6059954 w 12192000"/>
              <a:gd name="connsiteY327" fmla="*/ 1829071 h 2800590"/>
              <a:gd name="connsiteX328" fmla="*/ 6070438 w 12192000"/>
              <a:gd name="connsiteY328" fmla="*/ 1827848 h 2800590"/>
              <a:gd name="connsiteX329" fmla="*/ 6184169 w 12192000"/>
              <a:gd name="connsiteY329" fmla="*/ 1818722 h 2800590"/>
              <a:gd name="connsiteX330" fmla="*/ 6165596 w 12192000"/>
              <a:gd name="connsiteY330" fmla="*/ 1823243 h 2800590"/>
              <a:gd name="connsiteX331" fmla="*/ 6185834 w 12192000"/>
              <a:gd name="connsiteY331" fmla="*/ 1830204 h 2800590"/>
              <a:gd name="connsiteX332" fmla="*/ 6208269 w 12192000"/>
              <a:gd name="connsiteY332" fmla="*/ 1826798 h 2800590"/>
              <a:gd name="connsiteX333" fmla="*/ 5843797 w 12192000"/>
              <a:gd name="connsiteY333" fmla="*/ 1818286 h 2800590"/>
              <a:gd name="connsiteX334" fmla="*/ 5841640 w 12192000"/>
              <a:gd name="connsiteY334" fmla="*/ 1818798 h 2800590"/>
              <a:gd name="connsiteX335" fmla="*/ 5859783 w 12192000"/>
              <a:gd name="connsiteY335" fmla="*/ 1822738 h 2800590"/>
              <a:gd name="connsiteX336" fmla="*/ 6744697 w 12192000"/>
              <a:gd name="connsiteY336" fmla="*/ 1816585 h 2800590"/>
              <a:gd name="connsiteX337" fmla="*/ 6729815 w 12192000"/>
              <a:gd name="connsiteY337" fmla="*/ 1822269 h 2800590"/>
              <a:gd name="connsiteX338" fmla="*/ 6705667 w 12192000"/>
              <a:gd name="connsiteY338" fmla="*/ 1827559 h 2800590"/>
              <a:gd name="connsiteX339" fmla="*/ 6710889 w 12192000"/>
              <a:gd name="connsiteY339" fmla="*/ 1830012 h 2800590"/>
              <a:gd name="connsiteX340" fmla="*/ 6749004 w 12192000"/>
              <a:gd name="connsiteY340" fmla="*/ 1845285 h 2800590"/>
              <a:gd name="connsiteX341" fmla="*/ 6784018 w 12192000"/>
              <a:gd name="connsiteY341" fmla="*/ 1835443 h 2800590"/>
              <a:gd name="connsiteX342" fmla="*/ 5961250 w 12192000"/>
              <a:gd name="connsiteY342" fmla="*/ 1815713 h 2800590"/>
              <a:gd name="connsiteX343" fmla="*/ 5956094 w 12192000"/>
              <a:gd name="connsiteY343" fmla="*/ 1817132 h 2800590"/>
              <a:gd name="connsiteX344" fmla="*/ 5980301 w 12192000"/>
              <a:gd name="connsiteY344" fmla="*/ 1823475 h 2800590"/>
              <a:gd name="connsiteX345" fmla="*/ 5983853 w 12192000"/>
              <a:gd name="connsiteY345" fmla="*/ 1822802 h 2800590"/>
              <a:gd name="connsiteX346" fmla="*/ 6327000 w 12192000"/>
              <a:gd name="connsiteY346" fmla="*/ 1815470 h 2800590"/>
              <a:gd name="connsiteX347" fmla="*/ 6304757 w 12192000"/>
              <a:gd name="connsiteY347" fmla="*/ 1821789 h 2800590"/>
              <a:gd name="connsiteX348" fmla="*/ 6300710 w 12192000"/>
              <a:gd name="connsiteY348" fmla="*/ 1822575 h 2800590"/>
              <a:gd name="connsiteX349" fmla="*/ 6325416 w 12192000"/>
              <a:gd name="connsiteY349" fmla="*/ 1830710 h 2800590"/>
              <a:gd name="connsiteX350" fmla="*/ 6353671 w 12192000"/>
              <a:gd name="connsiteY350" fmla="*/ 1825902 h 2800590"/>
              <a:gd name="connsiteX351" fmla="*/ 6093874 w 12192000"/>
              <a:gd name="connsiteY351" fmla="*/ 1812005 h 2800590"/>
              <a:gd name="connsiteX352" fmla="*/ 6077100 w 12192000"/>
              <a:gd name="connsiteY352" fmla="*/ 1817283 h 2800590"/>
              <a:gd name="connsiteX353" fmla="*/ 6074545 w 12192000"/>
              <a:gd name="connsiteY353" fmla="*/ 1817767 h 2800590"/>
              <a:gd name="connsiteX354" fmla="*/ 6097386 w 12192000"/>
              <a:gd name="connsiteY354" fmla="*/ 1824703 h 2800590"/>
              <a:gd name="connsiteX355" fmla="*/ 6100651 w 12192000"/>
              <a:gd name="connsiteY355" fmla="*/ 1824321 h 2800590"/>
              <a:gd name="connsiteX356" fmla="*/ 6118108 w 12192000"/>
              <a:gd name="connsiteY356" fmla="*/ 1820332 h 2800590"/>
              <a:gd name="connsiteX357" fmla="*/ 6473141 w 12192000"/>
              <a:gd name="connsiteY357" fmla="*/ 1811435 h 2800590"/>
              <a:gd name="connsiteX358" fmla="*/ 6447321 w 12192000"/>
              <a:gd name="connsiteY358" fmla="*/ 1819504 h 2800590"/>
              <a:gd name="connsiteX359" fmla="*/ 6479179 w 12192000"/>
              <a:gd name="connsiteY359" fmla="*/ 1832008 h 2800590"/>
              <a:gd name="connsiteX360" fmla="*/ 6508627 w 12192000"/>
              <a:gd name="connsiteY360" fmla="*/ 1825438 h 2800590"/>
              <a:gd name="connsiteX361" fmla="*/ 5879803 w 12192000"/>
              <a:gd name="connsiteY361" fmla="*/ 1809739 h 2800590"/>
              <a:gd name="connsiteX362" fmla="*/ 5870399 w 12192000"/>
              <a:gd name="connsiteY362" fmla="*/ 1811971 h 2800590"/>
              <a:gd name="connsiteX363" fmla="*/ 5896870 w 12192000"/>
              <a:gd name="connsiteY363" fmla="*/ 1819352 h 2800590"/>
              <a:gd name="connsiteX364" fmla="*/ 5908421 w 12192000"/>
              <a:gd name="connsiteY364" fmla="*/ 1817780 h 2800590"/>
              <a:gd name="connsiteX365" fmla="*/ 5909436 w 12192000"/>
              <a:gd name="connsiteY365" fmla="*/ 1817500 h 2800590"/>
              <a:gd name="connsiteX366" fmla="*/ 6227739 w 12192000"/>
              <a:gd name="connsiteY366" fmla="*/ 1808115 h 2800590"/>
              <a:gd name="connsiteX367" fmla="*/ 6204897 w 12192000"/>
              <a:gd name="connsiteY367" fmla="*/ 1813676 h 2800590"/>
              <a:gd name="connsiteX368" fmla="*/ 6232852 w 12192000"/>
              <a:gd name="connsiteY368" fmla="*/ 1823066 h 2800590"/>
              <a:gd name="connsiteX369" fmla="*/ 6256757 w 12192000"/>
              <a:gd name="connsiteY369" fmla="*/ 1819437 h 2800590"/>
              <a:gd name="connsiteX370" fmla="*/ 6628633 w 12192000"/>
              <a:gd name="connsiteY370" fmla="*/ 1805730 h 2800590"/>
              <a:gd name="connsiteX371" fmla="*/ 6596619 w 12192000"/>
              <a:gd name="connsiteY371" fmla="*/ 1816629 h 2800590"/>
              <a:gd name="connsiteX372" fmla="*/ 6634450 w 12192000"/>
              <a:gd name="connsiteY372" fmla="*/ 1831667 h 2800590"/>
              <a:gd name="connsiteX373" fmla="*/ 6667121 w 12192000"/>
              <a:gd name="connsiteY373" fmla="*/ 1823793 h 2800590"/>
              <a:gd name="connsiteX374" fmla="*/ 6001252 w 12192000"/>
              <a:gd name="connsiteY374" fmla="*/ 1804711 h 2800590"/>
              <a:gd name="connsiteX375" fmla="*/ 5985834 w 12192000"/>
              <a:gd name="connsiteY375" fmla="*/ 1808951 h 2800590"/>
              <a:gd name="connsiteX376" fmla="*/ 6012918 w 12192000"/>
              <a:gd name="connsiteY376" fmla="*/ 1817294 h 2800590"/>
              <a:gd name="connsiteX377" fmla="*/ 6028619 w 12192000"/>
              <a:gd name="connsiteY377" fmla="*/ 1814318 h 2800590"/>
              <a:gd name="connsiteX378" fmla="*/ 6370786 w 12192000"/>
              <a:gd name="connsiteY378" fmla="*/ 1803032 h 2800590"/>
              <a:gd name="connsiteX379" fmla="*/ 6346394 w 12192000"/>
              <a:gd name="connsiteY379" fmla="*/ 1809961 h 2800590"/>
              <a:gd name="connsiteX380" fmla="*/ 6377007 w 12192000"/>
              <a:gd name="connsiteY380" fmla="*/ 1821932 h 2800590"/>
              <a:gd name="connsiteX381" fmla="*/ 6406254 w 12192000"/>
              <a:gd name="connsiteY381" fmla="*/ 1816955 h 2800590"/>
              <a:gd name="connsiteX382" fmla="*/ 5915314 w 12192000"/>
              <a:gd name="connsiteY382" fmla="*/ 1801309 h 2800590"/>
              <a:gd name="connsiteX383" fmla="*/ 5905029 w 12192000"/>
              <a:gd name="connsiteY383" fmla="*/ 1803751 h 2800590"/>
              <a:gd name="connsiteX384" fmla="*/ 5932881 w 12192000"/>
              <a:gd name="connsiteY384" fmla="*/ 1811049 h 2800590"/>
              <a:gd name="connsiteX385" fmla="*/ 5940068 w 12192000"/>
              <a:gd name="connsiteY385" fmla="*/ 1809071 h 2800590"/>
              <a:gd name="connsiteX386" fmla="*/ 6132154 w 12192000"/>
              <a:gd name="connsiteY386" fmla="*/ 1799960 h 2800590"/>
              <a:gd name="connsiteX387" fmla="*/ 6114266 w 12192000"/>
              <a:gd name="connsiteY387" fmla="*/ 1805588 h 2800590"/>
              <a:gd name="connsiteX388" fmla="*/ 6141553 w 12192000"/>
              <a:gd name="connsiteY388" fmla="*/ 1814974 h 2800590"/>
              <a:gd name="connsiteX389" fmla="*/ 6160241 w 12192000"/>
              <a:gd name="connsiteY389" fmla="*/ 1810703 h 2800590"/>
              <a:gd name="connsiteX390" fmla="*/ 6156714 w 12192000"/>
              <a:gd name="connsiteY390" fmla="*/ 1809522 h 2800590"/>
              <a:gd name="connsiteX391" fmla="*/ 6794535 w 12192000"/>
              <a:gd name="connsiteY391" fmla="*/ 1797556 h 2800590"/>
              <a:gd name="connsiteX392" fmla="*/ 6759134 w 12192000"/>
              <a:gd name="connsiteY392" fmla="*/ 1811073 h 2800590"/>
              <a:gd name="connsiteX393" fmla="*/ 6800377 w 12192000"/>
              <a:gd name="connsiteY393" fmla="*/ 1830844 h 2800590"/>
              <a:gd name="connsiteX394" fmla="*/ 6839834 w 12192000"/>
              <a:gd name="connsiteY394" fmla="*/ 1819754 h 2800590"/>
              <a:gd name="connsiteX395" fmla="*/ 6522666 w 12192000"/>
              <a:gd name="connsiteY395" fmla="*/ 1795957 h 2800590"/>
              <a:gd name="connsiteX396" fmla="*/ 6491703 w 12192000"/>
              <a:gd name="connsiteY396" fmla="*/ 1805634 h 2800590"/>
              <a:gd name="connsiteX397" fmla="*/ 6529871 w 12192000"/>
              <a:gd name="connsiteY397" fmla="*/ 1820699 h 2800590"/>
              <a:gd name="connsiteX398" fmla="*/ 6561219 w 12192000"/>
              <a:gd name="connsiteY398" fmla="*/ 1813705 h 2800590"/>
              <a:gd name="connsiteX399" fmla="*/ 6272087 w 12192000"/>
              <a:gd name="connsiteY399" fmla="*/ 1793993 h 2800590"/>
              <a:gd name="connsiteX400" fmla="*/ 6248715 w 12192000"/>
              <a:gd name="connsiteY400" fmla="*/ 1802314 h 2800590"/>
              <a:gd name="connsiteX401" fmla="*/ 6279704 w 12192000"/>
              <a:gd name="connsiteY401" fmla="*/ 1814403 h 2800590"/>
              <a:gd name="connsiteX402" fmla="*/ 6306135 w 12192000"/>
              <a:gd name="connsiteY402" fmla="*/ 1807310 h 2800590"/>
              <a:gd name="connsiteX403" fmla="*/ 6040903 w 12192000"/>
              <a:gd name="connsiteY403" fmla="*/ 1793805 h 2800590"/>
              <a:gd name="connsiteX404" fmla="*/ 6019693 w 12192000"/>
              <a:gd name="connsiteY404" fmla="*/ 1799638 h 2800590"/>
              <a:gd name="connsiteX405" fmla="*/ 6050024 w 12192000"/>
              <a:gd name="connsiteY405" fmla="*/ 1810262 h 2800590"/>
              <a:gd name="connsiteX406" fmla="*/ 6074494 w 12192000"/>
              <a:gd name="connsiteY406" fmla="*/ 1805624 h 2800590"/>
              <a:gd name="connsiteX407" fmla="*/ 6074917 w 12192000"/>
              <a:gd name="connsiteY407" fmla="*/ 1805492 h 2800590"/>
              <a:gd name="connsiteX408" fmla="*/ 5955224 w 12192000"/>
              <a:gd name="connsiteY408" fmla="*/ 1788555 h 2800590"/>
              <a:gd name="connsiteX409" fmla="*/ 5938439 w 12192000"/>
              <a:gd name="connsiteY409" fmla="*/ 1794353 h 2800590"/>
              <a:gd name="connsiteX410" fmla="*/ 5964448 w 12192000"/>
              <a:gd name="connsiteY410" fmla="*/ 1802364 h 2800590"/>
              <a:gd name="connsiteX411" fmla="*/ 5981330 w 12192000"/>
              <a:gd name="connsiteY411" fmla="*/ 1797718 h 2800590"/>
              <a:gd name="connsiteX412" fmla="*/ 6419502 w 12192000"/>
              <a:gd name="connsiteY412" fmla="*/ 1788009 h 2800590"/>
              <a:gd name="connsiteX413" fmla="*/ 6409251 w 12192000"/>
              <a:gd name="connsiteY413" fmla="*/ 1792105 h 2800590"/>
              <a:gd name="connsiteX414" fmla="*/ 6390842 w 12192000"/>
              <a:gd name="connsiteY414" fmla="*/ 1797335 h 2800590"/>
              <a:gd name="connsiteX415" fmla="*/ 6426823 w 12192000"/>
              <a:gd name="connsiteY415" fmla="*/ 1811458 h 2800590"/>
              <a:gd name="connsiteX416" fmla="*/ 6453444 w 12192000"/>
              <a:gd name="connsiteY416" fmla="*/ 1803352 h 2800590"/>
              <a:gd name="connsiteX417" fmla="*/ 6683274 w 12192000"/>
              <a:gd name="connsiteY417" fmla="*/ 1787128 h 2800590"/>
              <a:gd name="connsiteX418" fmla="*/ 6646345 w 12192000"/>
              <a:gd name="connsiteY418" fmla="*/ 1799700 h 2800590"/>
              <a:gd name="connsiteX419" fmla="*/ 6687295 w 12192000"/>
              <a:gd name="connsiteY419" fmla="*/ 1818931 h 2800590"/>
              <a:gd name="connsiteX420" fmla="*/ 6728753 w 12192000"/>
              <a:gd name="connsiteY420" fmla="*/ 1808939 h 2800590"/>
              <a:gd name="connsiteX421" fmla="*/ 6173495 w 12192000"/>
              <a:gd name="connsiteY421" fmla="*/ 1786951 h 2800590"/>
              <a:gd name="connsiteX422" fmla="*/ 6149511 w 12192000"/>
              <a:gd name="connsiteY422" fmla="*/ 1794498 h 2800590"/>
              <a:gd name="connsiteX423" fmla="*/ 6160061 w 12192000"/>
              <a:gd name="connsiteY423" fmla="*/ 1798615 h 2800590"/>
              <a:gd name="connsiteX424" fmla="*/ 6181550 w 12192000"/>
              <a:gd name="connsiteY424" fmla="*/ 1805834 h 2800590"/>
              <a:gd name="connsiteX425" fmla="*/ 6206990 w 12192000"/>
              <a:gd name="connsiteY425" fmla="*/ 1800020 h 2800590"/>
              <a:gd name="connsiteX426" fmla="*/ 6085110 w 12192000"/>
              <a:gd name="connsiteY426" fmla="*/ 1781645 h 2800590"/>
              <a:gd name="connsiteX427" fmla="*/ 6062631 w 12192000"/>
              <a:gd name="connsiteY427" fmla="*/ 1787828 h 2800590"/>
              <a:gd name="connsiteX428" fmla="*/ 6095313 w 12192000"/>
              <a:gd name="connsiteY428" fmla="*/ 1799069 h 2800590"/>
              <a:gd name="connsiteX429" fmla="*/ 6114415 w 12192000"/>
              <a:gd name="connsiteY429" fmla="*/ 1793054 h 2800590"/>
              <a:gd name="connsiteX430" fmla="*/ 6573774 w 12192000"/>
              <a:gd name="connsiteY430" fmla="*/ 1779985 h 2800590"/>
              <a:gd name="connsiteX431" fmla="*/ 6539215 w 12192000"/>
              <a:gd name="connsiteY431" fmla="*/ 1790786 h 2800590"/>
              <a:gd name="connsiteX432" fmla="*/ 6579901 w 12192000"/>
              <a:gd name="connsiteY432" fmla="*/ 1809537 h 2800590"/>
              <a:gd name="connsiteX433" fmla="*/ 6589925 w 12192000"/>
              <a:gd name="connsiteY433" fmla="*/ 1807300 h 2800590"/>
              <a:gd name="connsiteX434" fmla="*/ 6613929 w 12192000"/>
              <a:gd name="connsiteY434" fmla="*/ 1798830 h 2800590"/>
              <a:gd name="connsiteX435" fmla="*/ 6313157 w 12192000"/>
              <a:gd name="connsiteY435" fmla="*/ 1779369 h 2800590"/>
              <a:gd name="connsiteX436" fmla="*/ 6289607 w 12192000"/>
              <a:gd name="connsiteY436" fmla="*/ 1787755 h 2800590"/>
              <a:gd name="connsiteX437" fmla="*/ 6325989 w 12192000"/>
              <a:gd name="connsiteY437" fmla="*/ 1801982 h 2800590"/>
              <a:gd name="connsiteX438" fmla="*/ 6351008 w 12192000"/>
              <a:gd name="connsiteY438" fmla="*/ 1795268 h 2800590"/>
              <a:gd name="connsiteX439" fmla="*/ 6333157 w 12192000"/>
              <a:gd name="connsiteY439" fmla="*/ 1788261 h 2800590"/>
              <a:gd name="connsiteX440" fmla="*/ 5992077 w 12192000"/>
              <a:gd name="connsiteY440" fmla="*/ 1775824 h 2800590"/>
              <a:gd name="connsiteX441" fmla="*/ 5971750 w 12192000"/>
              <a:gd name="connsiteY441" fmla="*/ 1782845 h 2800590"/>
              <a:gd name="connsiteX442" fmla="*/ 5999745 w 12192000"/>
              <a:gd name="connsiteY442" fmla="*/ 1792651 h 2800590"/>
              <a:gd name="connsiteX443" fmla="*/ 6020735 w 12192000"/>
              <a:gd name="connsiteY443" fmla="*/ 1786875 h 2800590"/>
              <a:gd name="connsiteX444" fmla="*/ 6017265 w 12192000"/>
              <a:gd name="connsiteY444" fmla="*/ 1785683 h 2800590"/>
              <a:gd name="connsiteX445" fmla="*/ 6218154 w 12192000"/>
              <a:gd name="connsiteY445" fmla="*/ 1772898 h 2800590"/>
              <a:gd name="connsiteX446" fmla="*/ 6193332 w 12192000"/>
              <a:gd name="connsiteY446" fmla="*/ 1780709 h 2800590"/>
              <a:gd name="connsiteX447" fmla="*/ 6229593 w 12192000"/>
              <a:gd name="connsiteY447" fmla="*/ 1794855 h 2800590"/>
              <a:gd name="connsiteX448" fmla="*/ 6239454 w 12192000"/>
              <a:gd name="connsiteY448" fmla="*/ 1792601 h 2800590"/>
              <a:gd name="connsiteX449" fmla="*/ 6254675 w 12192000"/>
              <a:gd name="connsiteY449" fmla="*/ 1787183 h 2800590"/>
              <a:gd name="connsiteX450" fmla="*/ 6465490 w 12192000"/>
              <a:gd name="connsiteY450" fmla="*/ 1769636 h 2800590"/>
              <a:gd name="connsiteX451" fmla="*/ 6435174 w 12192000"/>
              <a:gd name="connsiteY451" fmla="*/ 1781748 h 2800590"/>
              <a:gd name="connsiteX452" fmla="*/ 6462536 w 12192000"/>
              <a:gd name="connsiteY452" fmla="*/ 1794121 h 2800590"/>
              <a:gd name="connsiteX453" fmla="*/ 6471778 w 12192000"/>
              <a:gd name="connsiteY453" fmla="*/ 1797768 h 2800590"/>
              <a:gd name="connsiteX454" fmla="*/ 6504775 w 12192000"/>
              <a:gd name="connsiteY454" fmla="*/ 1787721 h 2800590"/>
              <a:gd name="connsiteX455" fmla="*/ 6736370 w 12192000"/>
              <a:gd name="connsiteY455" fmla="*/ 1769052 h 2800590"/>
              <a:gd name="connsiteX456" fmla="*/ 6698425 w 12192000"/>
              <a:gd name="connsiteY456" fmla="*/ 1781970 h 2800590"/>
              <a:gd name="connsiteX457" fmla="*/ 6745554 w 12192000"/>
              <a:gd name="connsiteY457" fmla="*/ 1804563 h 2800590"/>
              <a:gd name="connsiteX458" fmla="*/ 6780786 w 12192000"/>
              <a:gd name="connsiteY458" fmla="*/ 1790817 h 2800590"/>
              <a:gd name="connsiteX459" fmla="*/ 6122989 w 12192000"/>
              <a:gd name="connsiteY459" fmla="*/ 1767245 h 2800590"/>
              <a:gd name="connsiteX460" fmla="*/ 6101082 w 12192000"/>
              <a:gd name="connsiteY460" fmla="*/ 1775596 h 2800590"/>
              <a:gd name="connsiteX461" fmla="*/ 6131792 w 12192000"/>
              <a:gd name="connsiteY461" fmla="*/ 1787582 h 2800590"/>
              <a:gd name="connsiteX462" fmla="*/ 6155766 w 12192000"/>
              <a:gd name="connsiteY462" fmla="*/ 1780034 h 2800590"/>
              <a:gd name="connsiteX463" fmla="*/ 6361955 w 12192000"/>
              <a:gd name="connsiteY463" fmla="*/ 1761993 h 2800590"/>
              <a:gd name="connsiteX464" fmla="*/ 6330388 w 12192000"/>
              <a:gd name="connsiteY464" fmla="*/ 1773234 h 2800590"/>
              <a:gd name="connsiteX465" fmla="*/ 6337545 w 12192000"/>
              <a:gd name="connsiteY465" fmla="*/ 1776415 h 2800590"/>
              <a:gd name="connsiteX466" fmla="*/ 6371539 w 12192000"/>
              <a:gd name="connsiteY466" fmla="*/ 1789758 h 2800590"/>
              <a:gd name="connsiteX467" fmla="*/ 6404064 w 12192000"/>
              <a:gd name="connsiteY467" fmla="*/ 1781030 h 2800590"/>
              <a:gd name="connsiteX468" fmla="*/ 6033449 w 12192000"/>
              <a:gd name="connsiteY468" fmla="*/ 1761532 h 2800590"/>
              <a:gd name="connsiteX469" fmla="*/ 6010582 w 12192000"/>
              <a:gd name="connsiteY469" fmla="*/ 1769432 h 2800590"/>
              <a:gd name="connsiteX470" fmla="*/ 6021129 w 12192000"/>
              <a:gd name="connsiteY470" fmla="*/ 1773553 h 2800590"/>
              <a:gd name="connsiteX471" fmla="*/ 6042472 w 12192000"/>
              <a:gd name="connsiteY471" fmla="*/ 1780894 h 2800590"/>
              <a:gd name="connsiteX472" fmla="*/ 6066324 w 12192000"/>
              <a:gd name="connsiteY472" fmla="*/ 1774331 h 2800590"/>
              <a:gd name="connsiteX473" fmla="*/ 6623086 w 12192000"/>
              <a:gd name="connsiteY473" fmla="*/ 1758263 h 2800590"/>
              <a:gd name="connsiteX474" fmla="*/ 6589685 w 12192000"/>
              <a:gd name="connsiteY474" fmla="*/ 1773093 h 2800590"/>
              <a:gd name="connsiteX475" fmla="*/ 6631378 w 12192000"/>
              <a:gd name="connsiteY475" fmla="*/ 1792672 h 2800590"/>
              <a:gd name="connsiteX476" fmla="*/ 6667934 w 12192000"/>
              <a:gd name="connsiteY476" fmla="*/ 1779772 h 2800590"/>
              <a:gd name="connsiteX477" fmla="*/ 6262882 w 12192000"/>
              <a:gd name="connsiteY477" fmla="*/ 1757016 h 2800590"/>
              <a:gd name="connsiteX478" fmla="*/ 6245714 w 12192000"/>
              <a:gd name="connsiteY478" fmla="*/ 1764226 h 2800590"/>
              <a:gd name="connsiteX479" fmla="*/ 6236694 w 12192000"/>
              <a:gd name="connsiteY479" fmla="*/ 1767064 h 2800590"/>
              <a:gd name="connsiteX480" fmla="*/ 6272195 w 12192000"/>
              <a:gd name="connsiteY480" fmla="*/ 1780946 h 2800590"/>
              <a:gd name="connsiteX481" fmla="*/ 6296916 w 12192000"/>
              <a:gd name="connsiteY481" fmla="*/ 1772147 h 2800590"/>
              <a:gd name="connsiteX482" fmla="*/ 6512070 w 12192000"/>
              <a:gd name="connsiteY482" fmla="*/ 1751028 h 2800590"/>
              <a:gd name="connsiteX483" fmla="*/ 6480401 w 12192000"/>
              <a:gd name="connsiteY483" fmla="*/ 1763680 h 2800590"/>
              <a:gd name="connsiteX484" fmla="*/ 6521507 w 12192000"/>
              <a:gd name="connsiteY484" fmla="*/ 1782625 h 2800590"/>
              <a:gd name="connsiteX485" fmla="*/ 6556617 w 12192000"/>
              <a:gd name="connsiteY485" fmla="*/ 1771934 h 2800590"/>
              <a:gd name="connsiteX486" fmla="*/ 6166529 w 12192000"/>
              <a:gd name="connsiteY486" fmla="*/ 1750647 h 2800590"/>
              <a:gd name="connsiteX487" fmla="*/ 6141108 w 12192000"/>
              <a:gd name="connsiteY487" fmla="*/ 1760337 h 2800590"/>
              <a:gd name="connsiteX488" fmla="*/ 6175596 w 12192000"/>
              <a:gd name="connsiteY488" fmla="*/ 1773790 h 2800590"/>
              <a:gd name="connsiteX489" fmla="*/ 6201068 w 12192000"/>
              <a:gd name="connsiteY489" fmla="*/ 1765769 h 2800590"/>
              <a:gd name="connsiteX490" fmla="*/ 6072238 w 12192000"/>
              <a:gd name="connsiteY490" fmla="*/ 1746806 h 2800590"/>
              <a:gd name="connsiteX491" fmla="*/ 6056334 w 12192000"/>
              <a:gd name="connsiteY491" fmla="*/ 1753627 h 2800590"/>
              <a:gd name="connsiteX492" fmla="*/ 6050211 w 12192000"/>
              <a:gd name="connsiteY492" fmla="*/ 1755742 h 2800590"/>
              <a:gd name="connsiteX493" fmla="*/ 6084409 w 12192000"/>
              <a:gd name="connsiteY493" fmla="*/ 1769089 h 2800590"/>
              <a:gd name="connsiteX494" fmla="*/ 6106297 w 12192000"/>
              <a:gd name="connsiteY494" fmla="*/ 1760732 h 2800590"/>
              <a:gd name="connsiteX495" fmla="*/ 6084385 w 12192000"/>
              <a:gd name="connsiteY495" fmla="*/ 1752183 h 2800590"/>
              <a:gd name="connsiteX496" fmla="*/ 6410325 w 12192000"/>
              <a:gd name="connsiteY496" fmla="*/ 1744241 h 2800590"/>
              <a:gd name="connsiteX497" fmla="*/ 6405257 w 12192000"/>
              <a:gd name="connsiteY497" fmla="*/ 1746575 h 2800590"/>
              <a:gd name="connsiteX498" fmla="*/ 6378475 w 12192000"/>
              <a:gd name="connsiteY498" fmla="*/ 1756111 h 2800590"/>
              <a:gd name="connsiteX499" fmla="*/ 6419993 w 12192000"/>
              <a:gd name="connsiteY499" fmla="*/ 1774884 h 2800590"/>
              <a:gd name="connsiteX500" fmla="*/ 6450438 w 12192000"/>
              <a:gd name="connsiteY500" fmla="*/ 1762707 h 2800590"/>
              <a:gd name="connsiteX501" fmla="*/ 12076909 w 12192000"/>
              <a:gd name="connsiteY501" fmla="*/ 1742260 h 2800590"/>
              <a:gd name="connsiteX502" fmla="*/ 12083481 w 12192000"/>
              <a:gd name="connsiteY502" fmla="*/ 1744974 h 2800590"/>
              <a:gd name="connsiteX503" fmla="*/ 12052012 w 12192000"/>
              <a:gd name="connsiteY503" fmla="*/ 1785279 h 2800590"/>
              <a:gd name="connsiteX504" fmla="*/ 12070601 w 12192000"/>
              <a:gd name="connsiteY504" fmla="*/ 1786628 h 2800590"/>
              <a:gd name="connsiteX505" fmla="*/ 12152814 w 12192000"/>
              <a:gd name="connsiteY505" fmla="*/ 1772756 h 2800590"/>
              <a:gd name="connsiteX506" fmla="*/ 12172888 w 12192000"/>
              <a:gd name="connsiteY506" fmla="*/ 1762183 h 2800590"/>
              <a:gd name="connsiteX507" fmla="*/ 12146767 w 12192000"/>
              <a:gd name="connsiteY507" fmla="*/ 1760943 h 2800590"/>
              <a:gd name="connsiteX508" fmla="*/ 6308534 w 12192000"/>
              <a:gd name="connsiteY508" fmla="*/ 1737845 h 2800590"/>
              <a:gd name="connsiteX509" fmla="*/ 6278831 w 12192000"/>
              <a:gd name="connsiteY509" fmla="*/ 1750319 h 2800590"/>
              <a:gd name="connsiteX510" fmla="*/ 6314144 w 12192000"/>
              <a:gd name="connsiteY510" fmla="*/ 1766015 h 2800590"/>
              <a:gd name="connsiteX511" fmla="*/ 6345870 w 12192000"/>
              <a:gd name="connsiteY511" fmla="*/ 1754722 h 2800590"/>
              <a:gd name="connsiteX512" fmla="*/ 6670971 w 12192000"/>
              <a:gd name="connsiteY512" fmla="*/ 1737003 h 2800590"/>
              <a:gd name="connsiteX513" fmla="*/ 6636525 w 12192000"/>
              <a:gd name="connsiteY513" fmla="*/ 1752296 h 2800590"/>
              <a:gd name="connsiteX514" fmla="*/ 6682855 w 12192000"/>
              <a:gd name="connsiteY514" fmla="*/ 1774506 h 2800590"/>
              <a:gd name="connsiteX515" fmla="*/ 6720436 w 12192000"/>
              <a:gd name="connsiteY515" fmla="*/ 1761244 h 2800590"/>
              <a:gd name="connsiteX516" fmla="*/ 6210691 w 12192000"/>
              <a:gd name="connsiteY516" fmla="*/ 1733812 h 2800590"/>
              <a:gd name="connsiteX517" fmla="*/ 6182688 w 12192000"/>
              <a:gd name="connsiteY517" fmla="*/ 1744487 h 2800590"/>
              <a:gd name="connsiteX518" fmla="*/ 6213902 w 12192000"/>
              <a:gd name="connsiteY518" fmla="*/ 1758152 h 2800590"/>
              <a:gd name="connsiteX519" fmla="*/ 6218968 w 12192000"/>
              <a:gd name="connsiteY519" fmla="*/ 1760133 h 2800590"/>
              <a:gd name="connsiteX520" fmla="*/ 6242051 w 12192000"/>
              <a:gd name="connsiteY520" fmla="*/ 1752865 h 2800590"/>
              <a:gd name="connsiteX521" fmla="*/ 6247960 w 12192000"/>
              <a:gd name="connsiteY521" fmla="*/ 1750382 h 2800590"/>
              <a:gd name="connsiteX522" fmla="*/ 6564403 w 12192000"/>
              <a:gd name="connsiteY522" fmla="*/ 1730120 h 2800590"/>
              <a:gd name="connsiteX523" fmla="*/ 6528619 w 12192000"/>
              <a:gd name="connsiteY523" fmla="*/ 1744416 h 2800590"/>
              <a:gd name="connsiteX524" fmla="*/ 6574476 w 12192000"/>
              <a:gd name="connsiteY524" fmla="*/ 1765951 h 2800590"/>
              <a:gd name="connsiteX525" fmla="*/ 6607992 w 12192000"/>
              <a:gd name="connsiteY525" fmla="*/ 1751024 h 2800590"/>
              <a:gd name="connsiteX526" fmla="*/ 6115439 w 12192000"/>
              <a:gd name="connsiteY526" fmla="*/ 1728278 h 2800590"/>
              <a:gd name="connsiteX527" fmla="*/ 6088528 w 12192000"/>
              <a:gd name="connsiteY527" fmla="*/ 1739820 h 2800590"/>
              <a:gd name="connsiteX528" fmla="*/ 6088648 w 12192000"/>
              <a:gd name="connsiteY528" fmla="*/ 1739873 h 2800590"/>
              <a:gd name="connsiteX529" fmla="*/ 6124401 w 12192000"/>
              <a:gd name="connsiteY529" fmla="*/ 1753820 h 2800590"/>
              <a:gd name="connsiteX530" fmla="*/ 6150778 w 12192000"/>
              <a:gd name="connsiteY530" fmla="*/ 1743750 h 2800590"/>
              <a:gd name="connsiteX531" fmla="*/ 6454371 w 12192000"/>
              <a:gd name="connsiteY531" fmla="*/ 1723951 h 2800590"/>
              <a:gd name="connsiteX532" fmla="*/ 6424277 w 12192000"/>
              <a:gd name="connsiteY532" fmla="*/ 1737813 h 2800590"/>
              <a:gd name="connsiteX533" fmla="*/ 6465350 w 12192000"/>
              <a:gd name="connsiteY533" fmla="*/ 1756742 h 2800590"/>
              <a:gd name="connsiteX534" fmla="*/ 6497146 w 12192000"/>
              <a:gd name="connsiteY534" fmla="*/ 1744024 h 2800590"/>
              <a:gd name="connsiteX535" fmla="*/ 6354500 w 12192000"/>
              <a:gd name="connsiteY535" fmla="*/ 1718542 h 2800590"/>
              <a:gd name="connsiteX536" fmla="*/ 6323851 w 12192000"/>
              <a:gd name="connsiteY536" fmla="*/ 1731413 h 2800590"/>
              <a:gd name="connsiteX537" fmla="*/ 6362395 w 12192000"/>
              <a:gd name="connsiteY537" fmla="*/ 1748840 h 2800590"/>
              <a:gd name="connsiteX538" fmla="*/ 6395058 w 12192000"/>
              <a:gd name="connsiteY538" fmla="*/ 1737213 h 2800590"/>
              <a:gd name="connsiteX539" fmla="*/ 6254741 w 12192000"/>
              <a:gd name="connsiteY539" fmla="*/ 1713526 h 2800590"/>
              <a:gd name="connsiteX540" fmla="*/ 6226023 w 12192000"/>
              <a:gd name="connsiteY540" fmla="*/ 1726848 h 2800590"/>
              <a:gd name="connsiteX541" fmla="*/ 6263903 w 12192000"/>
              <a:gd name="connsiteY541" fmla="*/ 1743684 h 2800590"/>
              <a:gd name="connsiteX542" fmla="*/ 6293731 w 12192000"/>
              <a:gd name="connsiteY542" fmla="*/ 1731152 h 2800590"/>
              <a:gd name="connsiteX543" fmla="*/ 6157588 w 12192000"/>
              <a:gd name="connsiteY543" fmla="*/ 1710202 h 2800590"/>
              <a:gd name="connsiteX544" fmla="*/ 6130708 w 12192000"/>
              <a:gd name="connsiteY544" fmla="*/ 1721730 h 2800590"/>
              <a:gd name="connsiteX545" fmla="*/ 6166926 w 12192000"/>
              <a:gd name="connsiteY545" fmla="*/ 1737586 h 2800590"/>
              <a:gd name="connsiteX546" fmla="*/ 6195039 w 12192000"/>
              <a:gd name="connsiteY546" fmla="*/ 1726852 h 2800590"/>
              <a:gd name="connsiteX547" fmla="*/ 6611787 w 12192000"/>
              <a:gd name="connsiteY547" fmla="*/ 1706426 h 2800590"/>
              <a:gd name="connsiteX548" fmla="*/ 6577194 w 12192000"/>
              <a:gd name="connsiteY548" fmla="*/ 1723854 h 2800590"/>
              <a:gd name="connsiteX549" fmla="*/ 6621407 w 12192000"/>
              <a:gd name="connsiteY549" fmla="*/ 1745049 h 2800590"/>
              <a:gd name="connsiteX550" fmla="*/ 6655974 w 12192000"/>
              <a:gd name="connsiteY550" fmla="*/ 1729654 h 2800590"/>
              <a:gd name="connsiteX551" fmla="*/ 6649025 w 12192000"/>
              <a:gd name="connsiteY551" fmla="*/ 1726249 h 2800590"/>
              <a:gd name="connsiteX552" fmla="*/ 6505333 w 12192000"/>
              <a:gd name="connsiteY552" fmla="*/ 1700474 h 2800590"/>
              <a:gd name="connsiteX553" fmla="*/ 6469852 w 12192000"/>
              <a:gd name="connsiteY553" fmla="*/ 1716819 h 2800590"/>
              <a:gd name="connsiteX554" fmla="*/ 6513693 w 12192000"/>
              <a:gd name="connsiteY554" fmla="*/ 1737406 h 2800590"/>
              <a:gd name="connsiteX555" fmla="*/ 6549625 w 12192000"/>
              <a:gd name="connsiteY555" fmla="*/ 1723034 h 2800590"/>
              <a:gd name="connsiteX556" fmla="*/ 6539068 w 12192000"/>
              <a:gd name="connsiteY556" fmla="*/ 1717970 h 2800590"/>
              <a:gd name="connsiteX557" fmla="*/ 6399395 w 12192000"/>
              <a:gd name="connsiteY557" fmla="*/ 1697118 h 2800590"/>
              <a:gd name="connsiteX558" fmla="*/ 6369040 w 12192000"/>
              <a:gd name="connsiteY558" fmla="*/ 1712356 h 2800590"/>
              <a:gd name="connsiteX559" fmla="*/ 6409714 w 12192000"/>
              <a:gd name="connsiteY559" fmla="*/ 1731101 h 2800590"/>
              <a:gd name="connsiteX560" fmla="*/ 6439938 w 12192000"/>
              <a:gd name="connsiteY560" fmla="*/ 1717177 h 2800590"/>
              <a:gd name="connsiteX561" fmla="*/ 6428487 w 12192000"/>
              <a:gd name="connsiteY561" fmla="*/ 1711804 h 2800590"/>
              <a:gd name="connsiteX562" fmla="*/ 6299642 w 12192000"/>
              <a:gd name="connsiteY562" fmla="*/ 1692697 h 2800590"/>
              <a:gd name="connsiteX563" fmla="*/ 6269328 w 12192000"/>
              <a:gd name="connsiteY563" fmla="*/ 1706759 h 2800590"/>
              <a:gd name="connsiteX564" fmla="*/ 6309045 w 12192000"/>
              <a:gd name="connsiteY564" fmla="*/ 1724718 h 2800590"/>
              <a:gd name="connsiteX565" fmla="*/ 6339824 w 12192000"/>
              <a:gd name="connsiteY565" fmla="*/ 1711786 h 2800590"/>
              <a:gd name="connsiteX566" fmla="*/ 6317769 w 12192000"/>
              <a:gd name="connsiteY566" fmla="*/ 1701633 h 2800590"/>
              <a:gd name="connsiteX567" fmla="*/ 6203815 w 12192000"/>
              <a:gd name="connsiteY567" fmla="*/ 1690376 h 2800590"/>
              <a:gd name="connsiteX568" fmla="*/ 6173356 w 12192000"/>
              <a:gd name="connsiteY568" fmla="*/ 1703439 h 2800590"/>
              <a:gd name="connsiteX569" fmla="*/ 6211391 w 12192000"/>
              <a:gd name="connsiteY569" fmla="*/ 1720344 h 2800590"/>
              <a:gd name="connsiteX570" fmla="*/ 6240210 w 12192000"/>
              <a:gd name="connsiteY570" fmla="*/ 1706958 h 2800590"/>
              <a:gd name="connsiteX571" fmla="*/ 6208185 w 12192000"/>
              <a:gd name="connsiteY571" fmla="*/ 1692480 h 2800590"/>
              <a:gd name="connsiteX572" fmla="*/ 6553868 w 12192000"/>
              <a:gd name="connsiteY572" fmla="*/ 1675593 h 2800590"/>
              <a:gd name="connsiteX573" fmla="*/ 6523032 w 12192000"/>
              <a:gd name="connsiteY573" fmla="*/ 1692321 h 2800590"/>
              <a:gd name="connsiteX574" fmla="*/ 6518193 w 12192000"/>
              <a:gd name="connsiteY574" fmla="*/ 1694550 h 2800590"/>
              <a:gd name="connsiteX575" fmla="*/ 6543778 w 12192000"/>
              <a:gd name="connsiteY575" fmla="*/ 1707835 h 2800590"/>
              <a:gd name="connsiteX576" fmla="*/ 6563488 w 12192000"/>
              <a:gd name="connsiteY576" fmla="*/ 1717284 h 2800590"/>
              <a:gd name="connsiteX577" fmla="*/ 6598759 w 12192000"/>
              <a:gd name="connsiteY577" fmla="*/ 1699490 h 2800590"/>
              <a:gd name="connsiteX578" fmla="*/ 6449938 w 12192000"/>
              <a:gd name="connsiteY578" fmla="*/ 1671745 h 2800590"/>
              <a:gd name="connsiteX579" fmla="*/ 6413872 w 12192000"/>
              <a:gd name="connsiteY579" fmla="*/ 1689851 h 2800590"/>
              <a:gd name="connsiteX580" fmla="*/ 6433006 w 12192000"/>
              <a:gd name="connsiteY580" fmla="*/ 1699515 h 2800590"/>
              <a:gd name="connsiteX581" fmla="*/ 6455423 w 12192000"/>
              <a:gd name="connsiteY581" fmla="*/ 1710042 h 2800590"/>
              <a:gd name="connsiteX582" fmla="*/ 6491625 w 12192000"/>
              <a:gd name="connsiteY582" fmla="*/ 1693364 h 2800590"/>
              <a:gd name="connsiteX583" fmla="*/ 6347061 w 12192000"/>
              <a:gd name="connsiteY583" fmla="*/ 1670701 h 2800590"/>
              <a:gd name="connsiteX584" fmla="*/ 6313306 w 12192000"/>
              <a:gd name="connsiteY584" fmla="*/ 1686358 h 2800590"/>
              <a:gd name="connsiteX585" fmla="*/ 6322874 w 12192000"/>
              <a:gd name="connsiteY585" fmla="*/ 1691079 h 2800590"/>
              <a:gd name="connsiteX586" fmla="*/ 6354460 w 12192000"/>
              <a:gd name="connsiteY586" fmla="*/ 1705637 h 2800590"/>
              <a:gd name="connsiteX587" fmla="*/ 6363771 w 12192000"/>
              <a:gd name="connsiteY587" fmla="*/ 1701725 h 2800590"/>
              <a:gd name="connsiteX588" fmla="*/ 6386206 w 12192000"/>
              <a:gd name="connsiteY588" fmla="*/ 1690460 h 2800590"/>
              <a:gd name="connsiteX589" fmla="*/ 6252313 w 12192000"/>
              <a:gd name="connsiteY589" fmla="*/ 1669364 h 2800590"/>
              <a:gd name="connsiteX590" fmla="*/ 6248446 w 12192000"/>
              <a:gd name="connsiteY590" fmla="*/ 1671235 h 2800590"/>
              <a:gd name="connsiteX591" fmla="*/ 6218841 w 12192000"/>
              <a:gd name="connsiteY591" fmla="*/ 1683931 h 2800590"/>
              <a:gd name="connsiteX592" fmla="*/ 6254790 w 12192000"/>
              <a:gd name="connsiteY592" fmla="*/ 1700186 h 2800590"/>
              <a:gd name="connsiteX593" fmla="*/ 6285704 w 12192000"/>
              <a:gd name="connsiteY593" fmla="*/ 1685826 h 2800590"/>
              <a:gd name="connsiteX594" fmla="*/ 6499706 w 12192000"/>
              <a:gd name="connsiteY594" fmla="*/ 1646762 h 2800590"/>
              <a:gd name="connsiteX595" fmla="*/ 6462310 w 12192000"/>
              <a:gd name="connsiteY595" fmla="*/ 1665535 h 2800590"/>
              <a:gd name="connsiteX596" fmla="*/ 6504491 w 12192000"/>
              <a:gd name="connsiteY596" fmla="*/ 1687436 h 2800590"/>
              <a:gd name="connsiteX597" fmla="*/ 6518342 w 12192000"/>
              <a:gd name="connsiteY597" fmla="*/ 1681055 h 2800590"/>
              <a:gd name="connsiteX598" fmla="*/ 6541015 w 12192000"/>
              <a:gd name="connsiteY598" fmla="*/ 1668752 h 2800590"/>
              <a:gd name="connsiteX599" fmla="*/ 6299335 w 12192000"/>
              <a:gd name="connsiteY599" fmla="*/ 1646610 h 2800590"/>
              <a:gd name="connsiteX600" fmla="*/ 6265716 w 12192000"/>
              <a:gd name="connsiteY600" fmla="*/ 1662878 h 2800590"/>
              <a:gd name="connsiteX601" fmla="*/ 6299365 w 12192000"/>
              <a:gd name="connsiteY601" fmla="*/ 1679480 h 2800590"/>
              <a:gd name="connsiteX602" fmla="*/ 6333261 w 12192000"/>
              <a:gd name="connsiteY602" fmla="*/ 1663735 h 2800590"/>
              <a:gd name="connsiteX603" fmla="*/ 6400162 w 12192000"/>
              <a:gd name="connsiteY603" fmla="*/ 1645929 h 2800590"/>
              <a:gd name="connsiteX604" fmla="*/ 6397663 w 12192000"/>
              <a:gd name="connsiteY604" fmla="*/ 1647227 h 2800590"/>
              <a:gd name="connsiteX605" fmla="*/ 6362125 w 12192000"/>
              <a:gd name="connsiteY605" fmla="*/ 1663712 h 2800590"/>
              <a:gd name="connsiteX606" fmla="*/ 6400685 w 12192000"/>
              <a:gd name="connsiteY606" fmla="*/ 1683190 h 2800590"/>
              <a:gd name="connsiteX607" fmla="*/ 6436923 w 12192000"/>
              <a:gd name="connsiteY607" fmla="*/ 1664995 h 2800590"/>
              <a:gd name="connsiteX608" fmla="*/ 9022713 w 12192000"/>
              <a:gd name="connsiteY608" fmla="*/ 1644110 h 2800590"/>
              <a:gd name="connsiteX609" fmla="*/ 8943229 w 12192000"/>
              <a:gd name="connsiteY609" fmla="*/ 1740052 h 2800590"/>
              <a:gd name="connsiteX610" fmla="*/ 8415304 w 12192000"/>
              <a:gd name="connsiteY610" fmla="*/ 2049467 h 2800590"/>
              <a:gd name="connsiteX611" fmla="*/ 8010565 w 12192000"/>
              <a:gd name="connsiteY611" fmla="*/ 2121528 h 2800590"/>
              <a:gd name="connsiteX612" fmla="*/ 7803702 w 12192000"/>
              <a:gd name="connsiteY612" fmla="*/ 2122212 h 2800590"/>
              <a:gd name="connsiteX613" fmla="*/ 7817064 w 12192000"/>
              <a:gd name="connsiteY613" fmla="*/ 2124434 h 2800590"/>
              <a:gd name="connsiteX614" fmla="*/ 9078755 w 12192000"/>
              <a:gd name="connsiteY614" fmla="*/ 1752434 h 2800590"/>
              <a:gd name="connsiteX615" fmla="*/ 9116080 w 12192000"/>
              <a:gd name="connsiteY615" fmla="*/ 1710336 h 2800590"/>
              <a:gd name="connsiteX616" fmla="*/ 6352173 w 12192000"/>
              <a:gd name="connsiteY616" fmla="*/ 1621040 h 2800590"/>
              <a:gd name="connsiteX617" fmla="*/ 6314109 w 12192000"/>
              <a:gd name="connsiteY617" fmla="*/ 1639459 h 2800590"/>
              <a:gd name="connsiteX618" fmla="*/ 6348321 w 12192000"/>
              <a:gd name="connsiteY618" fmla="*/ 1656740 h 2800590"/>
              <a:gd name="connsiteX619" fmla="*/ 6386666 w 12192000"/>
              <a:gd name="connsiteY619" fmla="*/ 1638929 h 2800590"/>
              <a:gd name="connsiteX620" fmla="*/ 6449752 w 12192000"/>
              <a:gd name="connsiteY620" fmla="*/ 1620170 h 2800590"/>
              <a:gd name="connsiteX621" fmla="*/ 6412353 w 12192000"/>
              <a:gd name="connsiteY621" fmla="*/ 1639596 h 2800590"/>
              <a:gd name="connsiteX622" fmla="*/ 6449301 w 12192000"/>
              <a:gd name="connsiteY622" fmla="*/ 1658780 h 2800590"/>
              <a:gd name="connsiteX623" fmla="*/ 6486858 w 12192000"/>
              <a:gd name="connsiteY623" fmla="*/ 1639922 h 2800590"/>
              <a:gd name="connsiteX624" fmla="*/ 6404144 w 12192000"/>
              <a:gd name="connsiteY624" fmla="*/ 1595891 h 2800590"/>
              <a:gd name="connsiteX625" fmla="*/ 6364824 w 12192000"/>
              <a:gd name="connsiteY625" fmla="*/ 1614918 h 2800590"/>
              <a:gd name="connsiteX626" fmla="*/ 6399171 w 12192000"/>
              <a:gd name="connsiteY626" fmla="*/ 1632751 h 2800590"/>
              <a:gd name="connsiteX627" fmla="*/ 6436734 w 12192000"/>
              <a:gd name="connsiteY627" fmla="*/ 1613240 h 2800590"/>
              <a:gd name="connsiteX628" fmla="*/ 8918022 w 12192000"/>
              <a:gd name="connsiteY628" fmla="*/ 1578218 h 2800590"/>
              <a:gd name="connsiteX629" fmla="*/ 8900757 w 12192000"/>
              <a:gd name="connsiteY629" fmla="*/ 1604696 h 2800590"/>
              <a:gd name="connsiteX630" fmla="*/ 8247368 w 12192000"/>
              <a:gd name="connsiteY630" fmla="*/ 2037436 h 2800590"/>
              <a:gd name="connsiteX631" fmla="*/ 7847405 w 12192000"/>
              <a:gd name="connsiteY631" fmla="*/ 2101358 h 2800590"/>
              <a:gd name="connsiteX632" fmla="*/ 7701260 w 12192000"/>
              <a:gd name="connsiteY632" fmla="*/ 2099832 h 2800590"/>
              <a:gd name="connsiteX633" fmla="*/ 7811887 w 12192000"/>
              <a:gd name="connsiteY633" fmla="*/ 2111134 h 2800590"/>
              <a:gd name="connsiteX634" fmla="*/ 8938924 w 12192000"/>
              <a:gd name="connsiteY634" fmla="*/ 1726200 h 2800590"/>
              <a:gd name="connsiteX635" fmla="*/ 9012674 w 12192000"/>
              <a:gd name="connsiteY635" fmla="*/ 1636989 h 2800590"/>
              <a:gd name="connsiteX636" fmla="*/ 8984627 w 12192000"/>
              <a:gd name="connsiteY636" fmla="*/ 1617094 h 2800590"/>
              <a:gd name="connsiteX637" fmla="*/ 9094791 w 12192000"/>
              <a:gd name="connsiteY637" fmla="*/ 1544136 h 2800590"/>
              <a:gd name="connsiteX638" fmla="*/ 9067080 w 12192000"/>
              <a:gd name="connsiteY638" fmla="*/ 1590557 h 2800590"/>
              <a:gd name="connsiteX639" fmla="*/ 9031145 w 12192000"/>
              <a:gd name="connsiteY639" fmla="*/ 1633933 h 2800590"/>
              <a:gd name="connsiteX640" fmla="*/ 9124584 w 12192000"/>
              <a:gd name="connsiteY640" fmla="*/ 1700745 h 2800590"/>
              <a:gd name="connsiteX641" fmla="*/ 9154540 w 12192000"/>
              <a:gd name="connsiteY641" fmla="*/ 1666957 h 2800590"/>
              <a:gd name="connsiteX642" fmla="*/ 9194457 w 12192000"/>
              <a:gd name="connsiteY642" fmla="*/ 1610765 h 2800590"/>
              <a:gd name="connsiteX643" fmla="*/ 9124965 w 12192000"/>
              <a:gd name="connsiteY643" fmla="*/ 1561892 h 2800590"/>
              <a:gd name="connsiteX644" fmla="*/ 8805080 w 12192000"/>
              <a:gd name="connsiteY644" fmla="*/ 1516258 h 2800590"/>
              <a:gd name="connsiteX645" fmla="*/ 8734556 w 12192000"/>
              <a:gd name="connsiteY645" fmla="*/ 1615859 h 2800590"/>
              <a:gd name="connsiteX646" fmla="*/ 7645848 w 12192000"/>
              <a:gd name="connsiteY646" fmla="*/ 2078377 h 2800590"/>
              <a:gd name="connsiteX647" fmla="*/ 7546141 w 12192000"/>
              <a:gd name="connsiteY647" fmla="*/ 2074401 h 2800590"/>
              <a:gd name="connsiteX648" fmla="*/ 7555543 w 12192000"/>
              <a:gd name="connsiteY648" fmla="*/ 2076852 h 2800590"/>
              <a:gd name="connsiteX649" fmla="*/ 7612260 w 12192000"/>
              <a:gd name="connsiteY649" fmla="*/ 2083809 h 2800590"/>
              <a:gd name="connsiteX650" fmla="*/ 8890214 w 12192000"/>
              <a:gd name="connsiteY650" fmla="*/ 1596510 h 2800590"/>
              <a:gd name="connsiteX651" fmla="*/ 8906475 w 12192000"/>
              <a:gd name="connsiteY651" fmla="*/ 1571478 h 2800590"/>
              <a:gd name="connsiteX652" fmla="*/ 8849856 w 12192000"/>
              <a:gd name="connsiteY652" fmla="*/ 1538430 h 2800590"/>
              <a:gd name="connsiteX653" fmla="*/ 8981954 w 12192000"/>
              <a:gd name="connsiteY653" fmla="*/ 1479027 h 2800590"/>
              <a:gd name="connsiteX654" fmla="*/ 8979006 w 12192000"/>
              <a:gd name="connsiteY654" fmla="*/ 1484688 h 2800590"/>
              <a:gd name="connsiteX655" fmla="*/ 8925005 w 12192000"/>
              <a:gd name="connsiteY655" fmla="*/ 1567507 h 2800590"/>
              <a:gd name="connsiteX656" fmla="*/ 9000644 w 12192000"/>
              <a:gd name="connsiteY656" fmla="*/ 1612124 h 2800590"/>
              <a:gd name="connsiteX657" fmla="*/ 9021124 w 12192000"/>
              <a:gd name="connsiteY657" fmla="*/ 1626768 h 2800590"/>
              <a:gd name="connsiteX658" fmla="*/ 9056289 w 12192000"/>
              <a:gd name="connsiteY658" fmla="*/ 1584231 h 2800590"/>
              <a:gd name="connsiteX659" fmla="*/ 9083998 w 12192000"/>
              <a:gd name="connsiteY659" fmla="*/ 1537785 h 2800590"/>
              <a:gd name="connsiteX660" fmla="*/ 8995161 w 12192000"/>
              <a:gd name="connsiteY660" fmla="*/ 1485509 h 2800590"/>
              <a:gd name="connsiteX661" fmla="*/ 8691617 w 12192000"/>
              <a:gd name="connsiteY661" fmla="*/ 1460076 h 2800590"/>
              <a:gd name="connsiteX662" fmla="*/ 8656185 w 12192000"/>
              <a:gd name="connsiteY662" fmla="*/ 1515968 h 2800590"/>
              <a:gd name="connsiteX663" fmla="*/ 8569349 w 12192000"/>
              <a:gd name="connsiteY663" fmla="*/ 1628758 h 2800590"/>
              <a:gd name="connsiteX664" fmla="*/ 7545385 w 12192000"/>
              <a:gd name="connsiteY664" fmla="*/ 2056881 h 2800590"/>
              <a:gd name="connsiteX665" fmla="*/ 7469765 w 12192000"/>
              <a:gd name="connsiteY665" fmla="*/ 2054493 h 2800590"/>
              <a:gd name="connsiteX666" fmla="*/ 7494640 w 12192000"/>
              <a:gd name="connsiteY666" fmla="*/ 2060977 h 2800590"/>
              <a:gd name="connsiteX667" fmla="*/ 7620751 w 12192000"/>
              <a:gd name="connsiteY667" fmla="*/ 2066807 h 2800590"/>
              <a:gd name="connsiteX668" fmla="*/ 8724882 w 12192000"/>
              <a:gd name="connsiteY668" fmla="*/ 1608913 h 2800590"/>
              <a:gd name="connsiteX669" fmla="*/ 8794299 w 12192000"/>
              <a:gd name="connsiteY669" fmla="*/ 1510920 h 2800590"/>
              <a:gd name="connsiteX670" fmla="*/ 9153619 w 12192000"/>
              <a:gd name="connsiteY670" fmla="*/ 1439886 h 2800590"/>
              <a:gd name="connsiteX671" fmla="*/ 9141143 w 12192000"/>
              <a:gd name="connsiteY671" fmla="*/ 1466489 h 2800590"/>
              <a:gd name="connsiteX672" fmla="*/ 9100979 w 12192000"/>
              <a:gd name="connsiteY672" fmla="*/ 1533771 h 2800590"/>
              <a:gd name="connsiteX673" fmla="*/ 9131719 w 12192000"/>
              <a:gd name="connsiteY673" fmla="*/ 1551859 h 2800590"/>
              <a:gd name="connsiteX674" fmla="*/ 9201462 w 12192000"/>
              <a:gd name="connsiteY674" fmla="*/ 1600904 h 2800590"/>
              <a:gd name="connsiteX675" fmla="*/ 9222117 w 12192000"/>
              <a:gd name="connsiteY675" fmla="*/ 1571828 h 2800590"/>
              <a:gd name="connsiteX676" fmla="*/ 9259087 w 12192000"/>
              <a:gd name="connsiteY676" fmla="*/ 1504131 h 2800590"/>
              <a:gd name="connsiteX677" fmla="*/ 9200235 w 12192000"/>
              <a:gd name="connsiteY677" fmla="*/ 1464624 h 2800590"/>
              <a:gd name="connsiteX678" fmla="*/ 8862484 w 12192000"/>
              <a:gd name="connsiteY678" fmla="*/ 1420392 h 2800590"/>
              <a:gd name="connsiteX679" fmla="*/ 8816991 w 12192000"/>
              <a:gd name="connsiteY679" fmla="*/ 1499436 h 2800590"/>
              <a:gd name="connsiteX680" fmla="*/ 8812420 w 12192000"/>
              <a:gd name="connsiteY680" fmla="*/ 1505892 h 2800590"/>
              <a:gd name="connsiteX681" fmla="*/ 8866799 w 12192000"/>
              <a:gd name="connsiteY681" fmla="*/ 1533173 h 2800590"/>
              <a:gd name="connsiteX682" fmla="*/ 8913473 w 12192000"/>
              <a:gd name="connsiteY682" fmla="*/ 1560705 h 2800590"/>
              <a:gd name="connsiteX683" fmla="*/ 8967827 w 12192000"/>
              <a:gd name="connsiteY683" fmla="*/ 1477033 h 2800590"/>
              <a:gd name="connsiteX684" fmla="*/ 8969873 w 12192000"/>
              <a:gd name="connsiteY684" fmla="*/ 1473098 h 2800590"/>
              <a:gd name="connsiteX685" fmla="*/ 8576311 w 12192000"/>
              <a:gd name="connsiteY685" fmla="*/ 1413683 h 2800590"/>
              <a:gd name="connsiteX686" fmla="*/ 8575085 w 12192000"/>
              <a:gd name="connsiteY686" fmla="*/ 1415753 h 2800590"/>
              <a:gd name="connsiteX687" fmla="*/ 8402157 w 12192000"/>
              <a:gd name="connsiteY687" fmla="*/ 1641781 h 2800590"/>
              <a:gd name="connsiteX688" fmla="*/ 7744801 w 12192000"/>
              <a:gd name="connsiteY688" fmla="*/ 1997126 h 2800590"/>
              <a:gd name="connsiteX689" fmla="*/ 7457954 w 12192000"/>
              <a:gd name="connsiteY689" fmla="*/ 2034092 h 2800590"/>
              <a:gd name="connsiteX690" fmla="*/ 7401520 w 12192000"/>
              <a:gd name="connsiteY690" fmla="*/ 2034511 h 2800590"/>
              <a:gd name="connsiteX691" fmla="*/ 7421845 w 12192000"/>
              <a:gd name="connsiteY691" fmla="*/ 2041142 h 2800590"/>
              <a:gd name="connsiteX692" fmla="*/ 7517389 w 12192000"/>
              <a:gd name="connsiteY692" fmla="*/ 2044842 h 2800590"/>
              <a:gd name="connsiteX693" fmla="*/ 8559055 w 12192000"/>
              <a:gd name="connsiteY693" fmla="*/ 1620572 h 2800590"/>
              <a:gd name="connsiteX694" fmla="*/ 8645289 w 12192000"/>
              <a:gd name="connsiteY694" fmla="*/ 1508536 h 2800590"/>
              <a:gd name="connsiteX695" fmla="*/ 8679195 w 12192000"/>
              <a:gd name="connsiteY695" fmla="*/ 1454979 h 2800590"/>
              <a:gd name="connsiteX696" fmla="*/ 9034988 w 12192000"/>
              <a:gd name="connsiteY696" fmla="*/ 1377177 h 2800590"/>
              <a:gd name="connsiteX697" fmla="*/ 8987515 w 12192000"/>
              <a:gd name="connsiteY697" fmla="*/ 1468347 h 2800590"/>
              <a:gd name="connsiteX698" fmla="*/ 9001216 w 12192000"/>
              <a:gd name="connsiteY698" fmla="*/ 1475071 h 2800590"/>
              <a:gd name="connsiteX699" fmla="*/ 9090182 w 12192000"/>
              <a:gd name="connsiteY699" fmla="*/ 1527419 h 2800590"/>
              <a:gd name="connsiteX700" fmla="*/ 9129790 w 12192000"/>
              <a:gd name="connsiteY700" fmla="*/ 1461027 h 2800590"/>
              <a:gd name="connsiteX701" fmla="*/ 9142470 w 12192000"/>
              <a:gd name="connsiteY701" fmla="*/ 1433969 h 2800590"/>
              <a:gd name="connsiteX702" fmla="*/ 9037100 w 12192000"/>
              <a:gd name="connsiteY702" fmla="*/ 1378052 h 2800590"/>
              <a:gd name="connsiteX703" fmla="*/ 6908378 w 12192000"/>
              <a:gd name="connsiteY703" fmla="*/ 1376011 h 2800590"/>
              <a:gd name="connsiteX704" fmla="*/ 6785928 w 12192000"/>
              <a:gd name="connsiteY704" fmla="*/ 1418776 h 2800590"/>
              <a:gd name="connsiteX705" fmla="*/ 6435668 w 12192000"/>
              <a:gd name="connsiteY705" fmla="*/ 1580635 h 2800590"/>
              <a:gd name="connsiteX706" fmla="*/ 6418397 w 12192000"/>
              <a:gd name="connsiteY706" fmla="*/ 1588994 h 2800590"/>
              <a:gd name="connsiteX707" fmla="*/ 6450491 w 12192000"/>
              <a:gd name="connsiteY707" fmla="*/ 1606094 h 2800590"/>
              <a:gd name="connsiteX708" fmla="*/ 6571852 w 12192000"/>
              <a:gd name="connsiteY708" fmla="*/ 1543054 h 2800590"/>
              <a:gd name="connsiteX709" fmla="*/ 6740719 w 12192000"/>
              <a:gd name="connsiteY709" fmla="*/ 1455256 h 2800590"/>
              <a:gd name="connsiteX710" fmla="*/ 8461575 w 12192000"/>
              <a:gd name="connsiteY710" fmla="*/ 1371683 h 2800590"/>
              <a:gd name="connsiteX711" fmla="*/ 8420374 w 12192000"/>
              <a:gd name="connsiteY711" fmla="*/ 1434745 h 2800590"/>
              <a:gd name="connsiteX712" fmla="*/ 8237570 w 12192000"/>
              <a:gd name="connsiteY712" fmla="*/ 1654433 h 2800590"/>
              <a:gd name="connsiteX713" fmla="*/ 7371403 w 12192000"/>
              <a:gd name="connsiteY713" fmla="*/ 2011779 h 2800590"/>
              <a:gd name="connsiteX714" fmla="*/ 7334131 w 12192000"/>
              <a:gd name="connsiteY714" fmla="*/ 2012527 h 2800590"/>
              <a:gd name="connsiteX715" fmla="*/ 7365093 w 12192000"/>
              <a:gd name="connsiteY715" fmla="*/ 2022628 h 2800590"/>
              <a:gd name="connsiteX716" fmla="*/ 7378725 w 12192000"/>
              <a:gd name="connsiteY716" fmla="*/ 2023271 h 2800590"/>
              <a:gd name="connsiteX717" fmla="*/ 8392730 w 12192000"/>
              <a:gd name="connsiteY717" fmla="*/ 1633223 h 2800590"/>
              <a:gd name="connsiteX718" fmla="*/ 8483452 w 12192000"/>
              <a:gd name="connsiteY718" fmla="*/ 1524848 h 2800590"/>
              <a:gd name="connsiteX719" fmla="*/ 8564126 w 12192000"/>
              <a:gd name="connsiteY719" fmla="*/ 1408792 h 2800590"/>
              <a:gd name="connsiteX720" fmla="*/ 8502070 w 12192000"/>
              <a:gd name="connsiteY720" fmla="*/ 1383883 h 2800590"/>
              <a:gd name="connsiteX721" fmla="*/ 8745498 w 12192000"/>
              <a:gd name="connsiteY721" fmla="*/ 1371283 h 2800590"/>
              <a:gd name="connsiteX722" fmla="*/ 8732696 w 12192000"/>
              <a:gd name="connsiteY722" fmla="*/ 1395272 h 2800590"/>
              <a:gd name="connsiteX723" fmla="*/ 8698272 w 12192000"/>
              <a:gd name="connsiteY723" fmla="*/ 1449577 h 2800590"/>
              <a:gd name="connsiteX724" fmla="*/ 8708468 w 12192000"/>
              <a:gd name="connsiteY724" fmla="*/ 1453740 h 2800590"/>
              <a:gd name="connsiteX725" fmla="*/ 8801678 w 12192000"/>
              <a:gd name="connsiteY725" fmla="*/ 1500502 h 2800590"/>
              <a:gd name="connsiteX726" fmla="*/ 8806804 w 12192000"/>
              <a:gd name="connsiteY726" fmla="*/ 1493267 h 2800590"/>
              <a:gd name="connsiteX727" fmla="*/ 8851802 w 12192000"/>
              <a:gd name="connsiteY727" fmla="*/ 1415150 h 2800590"/>
              <a:gd name="connsiteX728" fmla="*/ 8814795 w 12192000"/>
              <a:gd name="connsiteY728" fmla="*/ 1396987 h 2800590"/>
              <a:gd name="connsiteX729" fmla="*/ 8347664 w 12192000"/>
              <a:gd name="connsiteY729" fmla="*/ 1337363 h 2800590"/>
              <a:gd name="connsiteX730" fmla="*/ 8263151 w 12192000"/>
              <a:gd name="connsiteY730" fmla="*/ 1455039 h 2800590"/>
              <a:gd name="connsiteX731" fmla="*/ 8070253 w 12192000"/>
              <a:gd name="connsiteY731" fmla="*/ 1667579 h 2800590"/>
              <a:gd name="connsiteX732" fmla="*/ 7374465 w 12192000"/>
              <a:gd name="connsiteY732" fmla="*/ 1977340 h 2800590"/>
              <a:gd name="connsiteX733" fmla="*/ 7265135 w 12192000"/>
              <a:gd name="connsiteY733" fmla="*/ 1989510 h 2800590"/>
              <a:gd name="connsiteX734" fmla="*/ 7273907 w 12192000"/>
              <a:gd name="connsiteY734" fmla="*/ 1992880 h 2800590"/>
              <a:gd name="connsiteX735" fmla="*/ 7298901 w 12192000"/>
              <a:gd name="connsiteY735" fmla="*/ 2001034 h 2800590"/>
              <a:gd name="connsiteX736" fmla="*/ 7368729 w 12192000"/>
              <a:gd name="connsiteY736" fmla="*/ 1999184 h 2800590"/>
              <a:gd name="connsiteX737" fmla="*/ 8228144 w 12192000"/>
              <a:gd name="connsiteY737" fmla="*/ 1645378 h 2800590"/>
              <a:gd name="connsiteX738" fmla="*/ 8409785 w 12192000"/>
              <a:gd name="connsiteY738" fmla="*/ 1426978 h 2800590"/>
              <a:gd name="connsiteX739" fmla="*/ 8448504 w 12192000"/>
              <a:gd name="connsiteY739" fmla="*/ 1367745 h 2800590"/>
              <a:gd name="connsiteX740" fmla="*/ 9202723 w 12192000"/>
              <a:gd name="connsiteY740" fmla="*/ 1335182 h 2800590"/>
              <a:gd name="connsiteX741" fmla="*/ 9158875 w 12192000"/>
              <a:gd name="connsiteY741" fmla="*/ 1428679 h 2800590"/>
              <a:gd name="connsiteX742" fmla="*/ 9207317 w 12192000"/>
              <a:gd name="connsiteY742" fmla="*/ 1454386 h 2800590"/>
              <a:gd name="connsiteX743" fmla="*/ 9265084 w 12192000"/>
              <a:gd name="connsiteY743" fmla="*/ 1493149 h 2800590"/>
              <a:gd name="connsiteX744" fmla="*/ 9291524 w 12192000"/>
              <a:gd name="connsiteY744" fmla="*/ 1444735 h 2800590"/>
              <a:gd name="connsiteX745" fmla="*/ 9313198 w 12192000"/>
              <a:gd name="connsiteY745" fmla="*/ 1393080 h 2800590"/>
              <a:gd name="connsiteX746" fmla="*/ 8627354 w 12192000"/>
              <a:gd name="connsiteY746" fmla="*/ 1327460 h 2800590"/>
              <a:gd name="connsiteX747" fmla="*/ 8582939 w 12192000"/>
              <a:gd name="connsiteY747" fmla="*/ 1402486 h 2800590"/>
              <a:gd name="connsiteX748" fmla="*/ 8685830 w 12192000"/>
              <a:gd name="connsiteY748" fmla="*/ 1444497 h 2800590"/>
              <a:gd name="connsiteX749" fmla="*/ 8721302 w 12192000"/>
              <a:gd name="connsiteY749" fmla="*/ 1388466 h 2800590"/>
              <a:gd name="connsiteX750" fmla="*/ 8732950 w 12192000"/>
              <a:gd name="connsiteY750" fmla="*/ 1366629 h 2800590"/>
              <a:gd name="connsiteX751" fmla="*/ 8911903 w 12192000"/>
              <a:gd name="connsiteY751" fmla="*/ 1326137 h 2800590"/>
              <a:gd name="connsiteX752" fmla="*/ 8888462 w 12192000"/>
              <a:gd name="connsiteY752" fmla="*/ 1375257 h 2800590"/>
              <a:gd name="connsiteX753" fmla="*/ 8868500 w 12192000"/>
              <a:gd name="connsiteY753" fmla="*/ 1409940 h 2800590"/>
              <a:gd name="connsiteX754" fmla="*/ 8975427 w 12192000"/>
              <a:gd name="connsiteY754" fmla="*/ 1462414 h 2800590"/>
              <a:gd name="connsiteX755" fmla="*/ 9022440 w 12192000"/>
              <a:gd name="connsiteY755" fmla="*/ 1371973 h 2800590"/>
              <a:gd name="connsiteX756" fmla="*/ 7083656 w 12192000"/>
              <a:gd name="connsiteY756" fmla="*/ 1323573 h 2800590"/>
              <a:gd name="connsiteX757" fmla="*/ 7063123 w 12192000"/>
              <a:gd name="connsiteY757" fmla="*/ 1328737 h 2800590"/>
              <a:gd name="connsiteX758" fmla="*/ 6918640 w 12192000"/>
              <a:gd name="connsiteY758" fmla="*/ 1384544 h 2800590"/>
              <a:gd name="connsiteX759" fmla="*/ 6577683 w 12192000"/>
              <a:gd name="connsiteY759" fmla="*/ 1553721 h 2800590"/>
              <a:gd name="connsiteX760" fmla="*/ 6463504 w 12192000"/>
              <a:gd name="connsiteY760" fmla="*/ 1613027 h 2800590"/>
              <a:gd name="connsiteX761" fmla="*/ 6500822 w 12192000"/>
              <a:gd name="connsiteY761" fmla="*/ 1632910 h 2800590"/>
              <a:gd name="connsiteX762" fmla="*/ 6541130 w 12192000"/>
              <a:gd name="connsiteY762" fmla="*/ 1612671 h 2800590"/>
              <a:gd name="connsiteX763" fmla="*/ 6713619 w 12192000"/>
              <a:gd name="connsiteY763" fmla="*/ 1516635 h 2800590"/>
              <a:gd name="connsiteX764" fmla="*/ 7046019 w 12192000"/>
              <a:gd name="connsiteY764" fmla="*/ 1339397 h 2800590"/>
              <a:gd name="connsiteX765" fmla="*/ 8236814 w 12192000"/>
              <a:gd name="connsiteY765" fmla="*/ 1308645 h 2800590"/>
              <a:gd name="connsiteX766" fmla="*/ 8107463 w 12192000"/>
              <a:gd name="connsiteY766" fmla="*/ 1473070 h 2800590"/>
              <a:gd name="connsiteX767" fmla="*/ 7904178 w 12192000"/>
              <a:gd name="connsiteY767" fmla="*/ 1678866 h 2800590"/>
              <a:gd name="connsiteX768" fmla="*/ 7374611 w 12192000"/>
              <a:gd name="connsiteY768" fmla="*/ 1932134 h 2800590"/>
              <a:gd name="connsiteX769" fmla="*/ 7192415 w 12192000"/>
              <a:gd name="connsiteY769" fmla="*/ 1961570 h 2800590"/>
              <a:gd name="connsiteX770" fmla="*/ 7234813 w 12192000"/>
              <a:gd name="connsiteY770" fmla="*/ 1977860 h 2800590"/>
              <a:gd name="connsiteX771" fmla="*/ 7328805 w 12192000"/>
              <a:gd name="connsiteY771" fmla="*/ 1970033 h 2800590"/>
              <a:gd name="connsiteX772" fmla="*/ 8061943 w 12192000"/>
              <a:gd name="connsiteY772" fmla="*/ 1657533 h 2800590"/>
              <a:gd name="connsiteX773" fmla="*/ 8253632 w 12192000"/>
              <a:gd name="connsiteY773" fmla="*/ 1446233 h 2800590"/>
              <a:gd name="connsiteX774" fmla="*/ 8334628 w 12192000"/>
              <a:gd name="connsiteY774" fmla="*/ 1333435 h 2800590"/>
              <a:gd name="connsiteX775" fmla="*/ 8280049 w 12192000"/>
              <a:gd name="connsiteY775" fmla="*/ 1316991 h 2800590"/>
              <a:gd name="connsiteX776" fmla="*/ 7198881 w 12192000"/>
              <a:gd name="connsiteY776" fmla="*/ 1294599 h 2800590"/>
              <a:gd name="connsiteX777" fmla="*/ 7160033 w 12192000"/>
              <a:gd name="connsiteY777" fmla="*/ 1304368 h 2800590"/>
              <a:gd name="connsiteX778" fmla="*/ 7050980 w 12192000"/>
              <a:gd name="connsiteY778" fmla="*/ 1350187 h 2800590"/>
              <a:gd name="connsiteX779" fmla="*/ 6719325 w 12192000"/>
              <a:gd name="connsiteY779" fmla="*/ 1527054 h 2800590"/>
              <a:gd name="connsiteX780" fmla="*/ 6546187 w 12192000"/>
              <a:gd name="connsiteY780" fmla="*/ 1623428 h 2800590"/>
              <a:gd name="connsiteX781" fmla="*/ 6513667 w 12192000"/>
              <a:gd name="connsiteY781" fmla="*/ 1639754 h 2800590"/>
              <a:gd name="connsiteX782" fmla="*/ 6554431 w 12192000"/>
              <a:gd name="connsiteY782" fmla="*/ 1661473 h 2800590"/>
              <a:gd name="connsiteX783" fmla="*/ 6688742 w 12192000"/>
              <a:gd name="connsiteY783" fmla="*/ 1588593 h 2800590"/>
              <a:gd name="connsiteX784" fmla="*/ 6854267 w 12192000"/>
              <a:gd name="connsiteY784" fmla="*/ 1489721 h 2800590"/>
              <a:gd name="connsiteX785" fmla="*/ 7177364 w 12192000"/>
              <a:gd name="connsiteY785" fmla="*/ 1304421 h 2800590"/>
              <a:gd name="connsiteX786" fmla="*/ 8514477 w 12192000"/>
              <a:gd name="connsiteY786" fmla="*/ 1290711 h 2800590"/>
              <a:gd name="connsiteX787" fmla="*/ 8468532 w 12192000"/>
              <a:gd name="connsiteY787" fmla="*/ 1361035 h 2800590"/>
              <a:gd name="connsiteX788" fmla="*/ 8521367 w 12192000"/>
              <a:gd name="connsiteY788" fmla="*/ 1377345 h 2800590"/>
              <a:gd name="connsiteX789" fmla="*/ 8570843 w 12192000"/>
              <a:gd name="connsiteY789" fmla="*/ 1397547 h 2800590"/>
              <a:gd name="connsiteX790" fmla="*/ 8615010 w 12192000"/>
              <a:gd name="connsiteY790" fmla="*/ 1322882 h 2800590"/>
              <a:gd name="connsiteX791" fmla="*/ 8562901 w 12192000"/>
              <a:gd name="connsiteY791" fmla="*/ 1303553 h 2800590"/>
              <a:gd name="connsiteX792" fmla="*/ 8128139 w 12192000"/>
              <a:gd name="connsiteY792" fmla="*/ 1287664 h 2800590"/>
              <a:gd name="connsiteX793" fmla="*/ 7951993 w 12192000"/>
              <a:gd name="connsiteY793" fmla="*/ 1492992 h 2800590"/>
              <a:gd name="connsiteX794" fmla="*/ 7738102 w 12192000"/>
              <a:gd name="connsiteY794" fmla="*/ 1691765 h 2800590"/>
              <a:gd name="connsiteX795" fmla="*/ 7207777 w 12192000"/>
              <a:gd name="connsiteY795" fmla="*/ 1925001 h 2800590"/>
              <a:gd name="connsiteX796" fmla="*/ 7125938 w 12192000"/>
              <a:gd name="connsiteY796" fmla="*/ 1936030 h 2800590"/>
              <a:gd name="connsiteX797" fmla="*/ 7170810 w 12192000"/>
              <a:gd name="connsiteY797" fmla="*/ 1953270 h 2800590"/>
              <a:gd name="connsiteX798" fmla="*/ 7370457 w 12192000"/>
              <a:gd name="connsiteY798" fmla="*/ 1921115 h 2800590"/>
              <a:gd name="connsiteX799" fmla="*/ 7895497 w 12192000"/>
              <a:gd name="connsiteY799" fmla="*/ 1670184 h 2800590"/>
              <a:gd name="connsiteX800" fmla="*/ 8097509 w 12192000"/>
              <a:gd name="connsiteY800" fmla="*/ 1465582 h 2800590"/>
              <a:gd name="connsiteX801" fmla="*/ 8223062 w 12192000"/>
              <a:gd name="connsiteY801" fmla="*/ 1305990 h 2800590"/>
              <a:gd name="connsiteX802" fmla="*/ 9077977 w 12192000"/>
              <a:gd name="connsiteY802" fmla="*/ 1280331 h 2800590"/>
              <a:gd name="connsiteX803" fmla="*/ 9045546 w 12192000"/>
              <a:gd name="connsiteY803" fmla="*/ 1356901 h 2800590"/>
              <a:gd name="connsiteX804" fmla="*/ 9040676 w 12192000"/>
              <a:gd name="connsiteY804" fmla="*/ 1366254 h 2800590"/>
              <a:gd name="connsiteX805" fmla="*/ 9043255 w 12192000"/>
              <a:gd name="connsiteY805" fmla="*/ 1367323 h 2800590"/>
              <a:gd name="connsiteX806" fmla="*/ 9147722 w 12192000"/>
              <a:gd name="connsiteY806" fmla="*/ 1422761 h 2800590"/>
              <a:gd name="connsiteX807" fmla="*/ 9191001 w 12192000"/>
              <a:gd name="connsiteY807" fmla="*/ 1330405 h 2800590"/>
              <a:gd name="connsiteX808" fmla="*/ 9191427 w 12192000"/>
              <a:gd name="connsiteY808" fmla="*/ 1329262 h 2800590"/>
              <a:gd name="connsiteX809" fmla="*/ 9164366 w 12192000"/>
              <a:gd name="connsiteY809" fmla="*/ 1315079 h 2800590"/>
              <a:gd name="connsiteX810" fmla="*/ 8794850 w 12192000"/>
              <a:gd name="connsiteY810" fmla="*/ 1278798 h 2800590"/>
              <a:gd name="connsiteX811" fmla="*/ 8751196 w 12192000"/>
              <a:gd name="connsiteY811" fmla="*/ 1360603 h 2800590"/>
              <a:gd name="connsiteX812" fmla="*/ 8819877 w 12192000"/>
              <a:gd name="connsiteY812" fmla="*/ 1386078 h 2800590"/>
              <a:gd name="connsiteX813" fmla="*/ 8857822 w 12192000"/>
              <a:gd name="connsiteY813" fmla="*/ 1404699 h 2800590"/>
              <a:gd name="connsiteX814" fmla="*/ 8877935 w 12192000"/>
              <a:gd name="connsiteY814" fmla="*/ 1369784 h 2800590"/>
              <a:gd name="connsiteX815" fmla="*/ 8900919 w 12192000"/>
              <a:gd name="connsiteY815" fmla="*/ 1321582 h 2800590"/>
              <a:gd name="connsiteX816" fmla="*/ 8807401 w 12192000"/>
              <a:gd name="connsiteY816" fmla="*/ 1282803 h 2800590"/>
              <a:gd name="connsiteX817" fmla="*/ 7297395 w 12192000"/>
              <a:gd name="connsiteY817" fmla="*/ 1277932 h 2800590"/>
              <a:gd name="connsiteX818" fmla="*/ 7246990 w 12192000"/>
              <a:gd name="connsiteY818" fmla="*/ 1286215 h 2800590"/>
              <a:gd name="connsiteX819" fmla="*/ 7182822 w 12192000"/>
              <a:gd name="connsiteY819" fmla="*/ 1315459 h 2800590"/>
              <a:gd name="connsiteX820" fmla="*/ 6860344 w 12192000"/>
              <a:gd name="connsiteY820" fmla="*/ 1500264 h 2800590"/>
              <a:gd name="connsiteX821" fmla="*/ 6694175 w 12192000"/>
              <a:gd name="connsiteY821" fmla="*/ 1599477 h 2800590"/>
              <a:gd name="connsiteX822" fmla="*/ 6567277 w 12192000"/>
              <a:gd name="connsiteY822" fmla="*/ 1668318 h 2800590"/>
              <a:gd name="connsiteX823" fmla="*/ 6612639 w 12192000"/>
              <a:gd name="connsiteY823" fmla="*/ 1692488 h 2800590"/>
              <a:gd name="connsiteX824" fmla="*/ 6674128 w 12192000"/>
              <a:gd name="connsiteY824" fmla="*/ 1661467 h 2800590"/>
              <a:gd name="connsiteX825" fmla="*/ 6996158 w 12192000"/>
              <a:gd name="connsiteY825" fmla="*/ 1463798 h 2800590"/>
              <a:gd name="connsiteX826" fmla="*/ 7150839 w 12192000"/>
              <a:gd name="connsiteY826" fmla="*/ 1364559 h 2800590"/>
              <a:gd name="connsiteX827" fmla="*/ 7253032 w 12192000"/>
              <a:gd name="connsiteY827" fmla="*/ 1269881 h 2800590"/>
              <a:gd name="connsiteX828" fmla="*/ 7230293 w 12192000"/>
              <a:gd name="connsiteY828" fmla="*/ 1276569 h 2800590"/>
              <a:gd name="connsiteX829" fmla="*/ 7242691 w 12192000"/>
              <a:gd name="connsiteY829" fmla="*/ 1274601 h 2800590"/>
              <a:gd name="connsiteX830" fmla="*/ 8024203 w 12192000"/>
              <a:gd name="connsiteY830" fmla="*/ 1267599 h 2800590"/>
              <a:gd name="connsiteX831" fmla="*/ 7998192 w 12192000"/>
              <a:gd name="connsiteY831" fmla="*/ 1296110 h 2800590"/>
              <a:gd name="connsiteX832" fmla="*/ 7571654 w 12192000"/>
              <a:gd name="connsiteY832" fmla="*/ 1704044 h 2800590"/>
              <a:gd name="connsiteX833" fmla="*/ 7195417 w 12192000"/>
              <a:gd name="connsiteY833" fmla="*/ 1879967 h 2800590"/>
              <a:gd name="connsiteX834" fmla="*/ 7064848 w 12192000"/>
              <a:gd name="connsiteY834" fmla="*/ 1910039 h 2800590"/>
              <a:gd name="connsiteX835" fmla="*/ 7102572 w 12192000"/>
              <a:gd name="connsiteY835" fmla="*/ 1926408 h 2800590"/>
              <a:gd name="connsiteX836" fmla="*/ 7204223 w 12192000"/>
              <a:gd name="connsiteY836" fmla="*/ 1912756 h 2800590"/>
              <a:gd name="connsiteX837" fmla="*/ 7730290 w 12192000"/>
              <a:gd name="connsiteY837" fmla="*/ 1681719 h 2800590"/>
              <a:gd name="connsiteX838" fmla="*/ 7942798 w 12192000"/>
              <a:gd name="connsiteY838" fmla="*/ 1483783 h 2800590"/>
              <a:gd name="connsiteX839" fmla="*/ 8113590 w 12192000"/>
              <a:gd name="connsiteY839" fmla="*/ 1284855 h 2800590"/>
              <a:gd name="connsiteX840" fmla="*/ 7400295 w 12192000"/>
              <a:gd name="connsiteY840" fmla="*/ 1261829 h 2800590"/>
              <a:gd name="connsiteX841" fmla="*/ 7389711 w 12192000"/>
              <a:gd name="connsiteY841" fmla="*/ 1262762 h 2800590"/>
              <a:gd name="connsiteX842" fmla="*/ 7334272 w 12192000"/>
              <a:gd name="connsiteY842" fmla="*/ 1271872 h 2800590"/>
              <a:gd name="connsiteX843" fmla="*/ 7315658 w 12192000"/>
              <a:gd name="connsiteY843" fmla="*/ 1281102 h 2800590"/>
              <a:gd name="connsiteX844" fmla="*/ 7002607 w 12192000"/>
              <a:gd name="connsiteY844" fmla="*/ 1473968 h 2800590"/>
              <a:gd name="connsiteX845" fmla="*/ 6679400 w 12192000"/>
              <a:gd name="connsiteY845" fmla="*/ 1672361 h 2800590"/>
              <a:gd name="connsiteX846" fmla="*/ 6625672 w 12192000"/>
              <a:gd name="connsiteY846" fmla="*/ 1699431 h 2800590"/>
              <a:gd name="connsiteX847" fmla="*/ 6654302 w 12192000"/>
              <a:gd name="connsiteY847" fmla="*/ 1714685 h 2800590"/>
              <a:gd name="connsiteX848" fmla="*/ 6671096 w 12192000"/>
              <a:gd name="connsiteY848" fmla="*/ 1722920 h 2800590"/>
              <a:gd name="connsiteX849" fmla="*/ 6720475 w 12192000"/>
              <a:gd name="connsiteY849" fmla="*/ 1700928 h 2800590"/>
              <a:gd name="connsiteX850" fmla="*/ 7136806 w 12192000"/>
              <a:gd name="connsiteY850" fmla="*/ 1437629 h 2800590"/>
              <a:gd name="connsiteX851" fmla="*/ 7286682 w 12192000"/>
              <a:gd name="connsiteY851" fmla="*/ 1334203 h 2800590"/>
              <a:gd name="connsiteX852" fmla="*/ 8402498 w 12192000"/>
              <a:gd name="connsiteY852" fmla="*/ 1261013 h 2800590"/>
              <a:gd name="connsiteX853" fmla="*/ 8355683 w 12192000"/>
              <a:gd name="connsiteY853" fmla="*/ 1326198 h 2800590"/>
              <a:gd name="connsiteX854" fmla="*/ 8455517 w 12192000"/>
              <a:gd name="connsiteY854" fmla="*/ 1357017 h 2800590"/>
              <a:gd name="connsiteX855" fmla="*/ 8501168 w 12192000"/>
              <a:gd name="connsiteY855" fmla="*/ 1287181 h 2800590"/>
              <a:gd name="connsiteX856" fmla="*/ 7920518 w 12192000"/>
              <a:gd name="connsiteY856" fmla="*/ 1256050 h 2800590"/>
              <a:gd name="connsiteX857" fmla="*/ 7855063 w 12192000"/>
              <a:gd name="connsiteY857" fmla="*/ 1322157 h 2800590"/>
              <a:gd name="connsiteX858" fmla="*/ 7405704 w 12192000"/>
              <a:gd name="connsiteY858" fmla="*/ 1717563 h 2800590"/>
              <a:gd name="connsiteX859" fmla="*/ 7028711 w 12192000"/>
              <a:gd name="connsiteY859" fmla="*/ 1876571 h 2800590"/>
              <a:gd name="connsiteX860" fmla="*/ 7000531 w 12192000"/>
              <a:gd name="connsiteY860" fmla="*/ 1882131 h 2800590"/>
              <a:gd name="connsiteX861" fmla="*/ 7042686 w 12192000"/>
              <a:gd name="connsiteY861" fmla="*/ 1900423 h 2800590"/>
              <a:gd name="connsiteX862" fmla="*/ 7145525 w 12192000"/>
              <a:gd name="connsiteY862" fmla="*/ 1880766 h 2800590"/>
              <a:gd name="connsiteX863" fmla="*/ 7564957 w 12192000"/>
              <a:gd name="connsiteY863" fmla="*/ 1694245 h 2800590"/>
              <a:gd name="connsiteX864" fmla="*/ 7989262 w 12192000"/>
              <a:gd name="connsiteY864" fmla="*/ 1288172 h 2800590"/>
              <a:gd name="connsiteX865" fmla="*/ 8009814 w 12192000"/>
              <a:gd name="connsiteY865" fmla="*/ 1265646 h 2800590"/>
              <a:gd name="connsiteX866" fmla="*/ 7498235 w 12192000"/>
              <a:gd name="connsiteY866" fmla="*/ 1253189 h 2800590"/>
              <a:gd name="connsiteX867" fmla="*/ 7427825 w 12192000"/>
              <a:gd name="connsiteY867" fmla="*/ 1259400 h 2800590"/>
              <a:gd name="connsiteX868" fmla="*/ 7293719 w 12192000"/>
              <a:gd name="connsiteY868" fmla="*/ 1344870 h 2800590"/>
              <a:gd name="connsiteX869" fmla="*/ 7144124 w 12192000"/>
              <a:gd name="connsiteY869" fmla="*/ 1448047 h 2800590"/>
              <a:gd name="connsiteX870" fmla="*/ 6726048 w 12192000"/>
              <a:gd name="connsiteY870" fmla="*/ 1712550 h 2800590"/>
              <a:gd name="connsiteX871" fmla="*/ 6686112 w 12192000"/>
              <a:gd name="connsiteY871" fmla="*/ 1730281 h 2800590"/>
              <a:gd name="connsiteX872" fmla="*/ 6737072 w 12192000"/>
              <a:gd name="connsiteY872" fmla="*/ 1755266 h 2800590"/>
              <a:gd name="connsiteX873" fmla="*/ 6880200 w 12192000"/>
              <a:gd name="connsiteY873" fmla="*/ 1684523 h 2800590"/>
              <a:gd name="connsiteX874" fmla="*/ 7278200 w 12192000"/>
              <a:gd name="connsiteY874" fmla="*/ 1412450 h 2800590"/>
              <a:gd name="connsiteX875" fmla="*/ 7423315 w 12192000"/>
              <a:gd name="connsiteY875" fmla="*/ 1304699 h 2800590"/>
              <a:gd name="connsiteX876" fmla="*/ 7817370 w 12192000"/>
              <a:gd name="connsiteY876" fmla="*/ 1248670 h 2800590"/>
              <a:gd name="connsiteX877" fmla="*/ 7713174 w 12192000"/>
              <a:gd name="connsiteY877" fmla="*/ 1345847 h 2800590"/>
              <a:gd name="connsiteX878" fmla="*/ 7240497 w 12192000"/>
              <a:gd name="connsiteY878" fmla="*/ 1728850 h 2800590"/>
              <a:gd name="connsiteX879" fmla="*/ 7091608 w 12192000"/>
              <a:gd name="connsiteY879" fmla="*/ 1802288 h 2800590"/>
              <a:gd name="connsiteX880" fmla="*/ 6938219 w 12192000"/>
              <a:gd name="connsiteY880" fmla="*/ 1853885 h 2800590"/>
              <a:gd name="connsiteX881" fmla="*/ 6959662 w 12192000"/>
              <a:gd name="connsiteY881" fmla="*/ 1864398 h 2800590"/>
              <a:gd name="connsiteX882" fmla="*/ 6980772 w 12192000"/>
              <a:gd name="connsiteY882" fmla="*/ 1873558 h 2800590"/>
              <a:gd name="connsiteX883" fmla="*/ 7092995 w 12192000"/>
              <a:gd name="connsiteY883" fmla="*/ 1844823 h 2800590"/>
              <a:gd name="connsiteX884" fmla="*/ 7399254 w 12192000"/>
              <a:gd name="connsiteY884" fmla="*/ 1705657 h 2800590"/>
              <a:gd name="connsiteX885" fmla="*/ 7846505 w 12192000"/>
              <a:gd name="connsiteY885" fmla="*/ 1311986 h 2800590"/>
              <a:gd name="connsiteX886" fmla="*/ 7903658 w 12192000"/>
              <a:gd name="connsiteY886" fmla="*/ 1254238 h 2800590"/>
              <a:gd name="connsiteX887" fmla="*/ 7878257 w 12192000"/>
              <a:gd name="connsiteY887" fmla="*/ 1251508 h 2800590"/>
              <a:gd name="connsiteX888" fmla="*/ 7598077 w 12192000"/>
              <a:gd name="connsiteY888" fmla="*/ 1246784 h 2800590"/>
              <a:gd name="connsiteX889" fmla="*/ 7563710 w 12192000"/>
              <a:gd name="connsiteY889" fmla="*/ 1247413 h 2800590"/>
              <a:gd name="connsiteX890" fmla="*/ 7523070 w 12192000"/>
              <a:gd name="connsiteY890" fmla="*/ 1250999 h 2800590"/>
              <a:gd name="connsiteX891" fmla="*/ 7430432 w 12192000"/>
              <a:gd name="connsiteY891" fmla="*/ 1314668 h 2800590"/>
              <a:gd name="connsiteX892" fmla="*/ 7285643 w 12192000"/>
              <a:gd name="connsiteY892" fmla="*/ 1422745 h 2800590"/>
              <a:gd name="connsiteX893" fmla="*/ 6885967 w 12192000"/>
              <a:gd name="connsiteY893" fmla="*/ 1696021 h 2800590"/>
              <a:gd name="connsiteX894" fmla="*/ 6751482 w 12192000"/>
              <a:gd name="connsiteY894" fmla="*/ 1762331 h 2800590"/>
              <a:gd name="connsiteX895" fmla="*/ 6796823 w 12192000"/>
              <a:gd name="connsiteY895" fmla="*/ 1784561 h 2800590"/>
              <a:gd name="connsiteX896" fmla="*/ 6901151 w 12192000"/>
              <a:gd name="connsiteY896" fmla="*/ 1743857 h 2800590"/>
              <a:gd name="connsiteX897" fmla="*/ 7418974 w 12192000"/>
              <a:gd name="connsiteY897" fmla="*/ 1387768 h 2800590"/>
              <a:gd name="connsiteX898" fmla="*/ 7559190 w 12192000"/>
              <a:gd name="connsiteY898" fmla="*/ 1275645 h 2800590"/>
              <a:gd name="connsiteX899" fmla="*/ 7360660 w 12192000"/>
              <a:gd name="connsiteY899" fmla="*/ 1245333 h 2800590"/>
              <a:gd name="connsiteX900" fmla="*/ 7316496 w 12192000"/>
              <a:gd name="connsiteY900" fmla="*/ 1254538 h 2800590"/>
              <a:gd name="connsiteX901" fmla="*/ 7288386 w 12192000"/>
              <a:gd name="connsiteY901" fmla="*/ 1267349 h 2800590"/>
              <a:gd name="connsiteX902" fmla="*/ 7329420 w 12192000"/>
              <a:gd name="connsiteY902" fmla="*/ 1260837 h 2800590"/>
              <a:gd name="connsiteX903" fmla="*/ 7697677 w 12192000"/>
              <a:gd name="connsiteY903" fmla="*/ 1244960 h 2800590"/>
              <a:gd name="connsiteX904" fmla="*/ 7620016 w 12192000"/>
              <a:gd name="connsiteY904" fmla="*/ 1246382 h 2800590"/>
              <a:gd name="connsiteX905" fmla="*/ 7567842 w 12192000"/>
              <a:gd name="connsiteY905" fmla="*/ 1285025 h 2800590"/>
              <a:gd name="connsiteX906" fmla="*/ 7427532 w 12192000"/>
              <a:gd name="connsiteY906" fmla="*/ 1396946 h 2800590"/>
              <a:gd name="connsiteX907" fmla="*/ 6907229 w 12192000"/>
              <a:gd name="connsiteY907" fmla="*/ 1754524 h 2800590"/>
              <a:gd name="connsiteX908" fmla="*/ 6810721 w 12192000"/>
              <a:gd name="connsiteY908" fmla="*/ 1791375 h 2800590"/>
              <a:gd name="connsiteX909" fmla="*/ 6858121 w 12192000"/>
              <a:gd name="connsiteY909" fmla="*/ 1814614 h 2800590"/>
              <a:gd name="connsiteX910" fmla="*/ 6909942 w 12192000"/>
              <a:gd name="connsiteY910" fmla="*/ 1800048 h 2800590"/>
              <a:gd name="connsiteX911" fmla="*/ 7067970 w 12192000"/>
              <a:gd name="connsiteY911" fmla="*/ 1730834 h 2800590"/>
              <a:gd name="connsiteX912" fmla="*/ 7561980 w 12192000"/>
              <a:gd name="connsiteY912" fmla="*/ 1361970 h 2800590"/>
              <a:gd name="connsiteX913" fmla="*/ 7697188 w 12192000"/>
              <a:gd name="connsiteY913" fmla="*/ 1245351 h 2800590"/>
              <a:gd name="connsiteX914" fmla="*/ 7726471 w 12192000"/>
              <a:gd name="connsiteY914" fmla="*/ 1244433 h 2800590"/>
              <a:gd name="connsiteX915" fmla="*/ 7719299 w 12192000"/>
              <a:gd name="connsiteY915" fmla="*/ 1244564 h 2800590"/>
              <a:gd name="connsiteX916" fmla="*/ 7705266 w 12192000"/>
              <a:gd name="connsiteY916" fmla="*/ 1255801 h 2800590"/>
              <a:gd name="connsiteX917" fmla="*/ 7570043 w 12192000"/>
              <a:gd name="connsiteY917" fmla="*/ 1372264 h 2800590"/>
              <a:gd name="connsiteX918" fmla="*/ 7073923 w 12192000"/>
              <a:gd name="connsiteY918" fmla="*/ 1742617 h 2800590"/>
              <a:gd name="connsiteX919" fmla="*/ 6925168 w 12192000"/>
              <a:gd name="connsiteY919" fmla="*/ 1808686 h 2800590"/>
              <a:gd name="connsiteX920" fmla="*/ 6875769 w 12192000"/>
              <a:gd name="connsiteY920" fmla="*/ 1823267 h 2800590"/>
              <a:gd name="connsiteX921" fmla="*/ 6921889 w 12192000"/>
              <a:gd name="connsiteY921" fmla="*/ 1845879 h 2800590"/>
              <a:gd name="connsiteX922" fmla="*/ 6926580 w 12192000"/>
              <a:gd name="connsiteY922" fmla="*/ 1844828 h 2800590"/>
              <a:gd name="connsiteX923" fmla="*/ 7234295 w 12192000"/>
              <a:gd name="connsiteY923" fmla="*/ 1717936 h 2800590"/>
              <a:gd name="connsiteX924" fmla="*/ 7704616 w 12192000"/>
              <a:gd name="connsiteY924" fmla="*/ 1336669 h 2800590"/>
              <a:gd name="connsiteX925" fmla="*/ 7799973 w 12192000"/>
              <a:gd name="connsiteY925" fmla="*/ 1247859 h 2800590"/>
              <a:gd name="connsiteX926" fmla="*/ 8678196 w 12192000"/>
              <a:gd name="connsiteY926" fmla="*/ 1241578 h 2800590"/>
              <a:gd name="connsiteX927" fmla="*/ 8633563 w 12192000"/>
              <a:gd name="connsiteY927" fmla="*/ 1316972 h 2800590"/>
              <a:gd name="connsiteX928" fmla="*/ 8738647 w 12192000"/>
              <a:gd name="connsiteY928" fmla="*/ 1355949 h 2800590"/>
              <a:gd name="connsiteX929" fmla="*/ 8781991 w 12192000"/>
              <a:gd name="connsiteY929" fmla="*/ 1274695 h 2800590"/>
              <a:gd name="connsiteX930" fmla="*/ 8292280 w 12192000"/>
              <a:gd name="connsiteY930" fmla="*/ 1237928 h 2800590"/>
              <a:gd name="connsiteX931" fmla="*/ 8286190 w 12192000"/>
              <a:gd name="connsiteY931" fmla="*/ 1245879 h 2800590"/>
              <a:gd name="connsiteX932" fmla="*/ 8245140 w 12192000"/>
              <a:gd name="connsiteY932" fmla="*/ 1298060 h 2800590"/>
              <a:gd name="connsiteX933" fmla="*/ 8300785 w 12192000"/>
              <a:gd name="connsiteY933" fmla="*/ 1309252 h 2800590"/>
              <a:gd name="connsiteX934" fmla="*/ 8342702 w 12192000"/>
              <a:gd name="connsiteY934" fmla="*/ 1322191 h 2800590"/>
              <a:gd name="connsiteX935" fmla="*/ 8389171 w 12192000"/>
              <a:gd name="connsiteY935" fmla="*/ 1257478 h 2800590"/>
              <a:gd name="connsiteX936" fmla="*/ 8359052 w 12192000"/>
              <a:gd name="connsiteY936" fmla="*/ 1249490 h 2800590"/>
              <a:gd name="connsiteX937" fmla="*/ 3772967 w 12192000"/>
              <a:gd name="connsiteY937" fmla="*/ 1234460 h 2800590"/>
              <a:gd name="connsiteX938" fmla="*/ 3759919 w 12192000"/>
              <a:gd name="connsiteY938" fmla="*/ 1242380 h 2800590"/>
              <a:gd name="connsiteX939" fmla="*/ 3785813 w 12192000"/>
              <a:gd name="connsiteY939" fmla="*/ 1251572 h 2800590"/>
              <a:gd name="connsiteX940" fmla="*/ 4283630 w 12192000"/>
              <a:gd name="connsiteY940" fmla="*/ 1472357 h 2800590"/>
              <a:gd name="connsiteX941" fmla="*/ 4452931 w 12192000"/>
              <a:gd name="connsiteY941" fmla="*/ 1551860 h 2800590"/>
              <a:gd name="connsiteX942" fmla="*/ 5407410 w 12192000"/>
              <a:gd name="connsiteY942" fmla="*/ 1843154 h 2800590"/>
              <a:gd name="connsiteX943" fmla="*/ 5443339 w 12192000"/>
              <a:gd name="connsiteY943" fmla="*/ 1843923 h 2800590"/>
              <a:gd name="connsiteX944" fmla="*/ 5358510 w 12192000"/>
              <a:gd name="connsiteY944" fmla="*/ 1833264 h 2800590"/>
              <a:gd name="connsiteX945" fmla="*/ 4604126 w 12192000"/>
              <a:gd name="connsiteY945" fmla="*/ 1589813 h 2800590"/>
              <a:gd name="connsiteX946" fmla="*/ 4498576 w 12192000"/>
              <a:gd name="connsiteY946" fmla="*/ 1542310 h 2800590"/>
              <a:gd name="connsiteX947" fmla="*/ 4380870 w 12192000"/>
              <a:gd name="connsiteY947" fmla="*/ 1488233 h 2800590"/>
              <a:gd name="connsiteX948" fmla="*/ 3803930 w 12192000"/>
              <a:gd name="connsiteY948" fmla="*/ 1244067 h 2800590"/>
              <a:gd name="connsiteX949" fmla="*/ 9241159 w 12192000"/>
              <a:gd name="connsiteY949" fmla="*/ 1232114 h 2800590"/>
              <a:gd name="connsiteX950" fmla="*/ 9206975 w 12192000"/>
              <a:gd name="connsiteY950" fmla="*/ 1323795 h 2800590"/>
              <a:gd name="connsiteX951" fmla="*/ 9317857 w 12192000"/>
              <a:gd name="connsiteY951" fmla="*/ 1381979 h 2800590"/>
              <a:gd name="connsiteX952" fmla="*/ 9347884 w 12192000"/>
              <a:gd name="connsiteY952" fmla="*/ 1310420 h 2800590"/>
              <a:gd name="connsiteX953" fmla="*/ 9356399 w 12192000"/>
              <a:gd name="connsiteY953" fmla="*/ 1284177 h 2800590"/>
              <a:gd name="connsiteX954" fmla="*/ 8956987 w 12192000"/>
              <a:gd name="connsiteY954" fmla="*/ 1231666 h 2800590"/>
              <a:gd name="connsiteX955" fmla="*/ 8917198 w 12192000"/>
              <a:gd name="connsiteY955" fmla="*/ 1315042 h 2800590"/>
              <a:gd name="connsiteX956" fmla="*/ 9028120 w 12192000"/>
              <a:gd name="connsiteY956" fmla="*/ 1361046 h 2800590"/>
              <a:gd name="connsiteX957" fmla="*/ 9033918 w 12192000"/>
              <a:gd name="connsiteY957" fmla="*/ 1349893 h 2800590"/>
              <a:gd name="connsiteX958" fmla="*/ 9065537 w 12192000"/>
              <a:gd name="connsiteY958" fmla="*/ 1275328 h 2800590"/>
              <a:gd name="connsiteX959" fmla="*/ 7458984 w 12192000"/>
              <a:gd name="connsiteY959" fmla="*/ 1226244 h 2800590"/>
              <a:gd name="connsiteX960" fmla="*/ 7437614 w 12192000"/>
              <a:gd name="connsiteY960" fmla="*/ 1229293 h 2800590"/>
              <a:gd name="connsiteX961" fmla="*/ 7407480 w 12192000"/>
              <a:gd name="connsiteY961" fmla="*/ 1235574 h 2800590"/>
              <a:gd name="connsiteX962" fmla="*/ 7369293 w 12192000"/>
              <a:gd name="connsiteY962" fmla="*/ 1254508 h 2800590"/>
              <a:gd name="connsiteX963" fmla="*/ 7415268 w 12192000"/>
              <a:gd name="connsiteY963" fmla="*/ 1247212 h 2800590"/>
              <a:gd name="connsiteX964" fmla="*/ 7424346 w 12192000"/>
              <a:gd name="connsiteY964" fmla="*/ 1246508 h 2800590"/>
              <a:gd name="connsiteX965" fmla="*/ 7441300 w 12192000"/>
              <a:gd name="connsiteY965" fmla="*/ 1235708 h 2800590"/>
              <a:gd name="connsiteX966" fmla="*/ 3795571 w 12192000"/>
              <a:gd name="connsiteY966" fmla="*/ 1220742 h 2800590"/>
              <a:gd name="connsiteX967" fmla="*/ 3786696 w 12192000"/>
              <a:gd name="connsiteY967" fmla="*/ 1226128 h 2800590"/>
              <a:gd name="connsiteX968" fmla="*/ 3807567 w 12192000"/>
              <a:gd name="connsiteY968" fmla="*/ 1232590 h 2800590"/>
              <a:gd name="connsiteX969" fmla="*/ 4386080 w 12192000"/>
              <a:gd name="connsiteY969" fmla="*/ 1477318 h 2800590"/>
              <a:gd name="connsiteX970" fmla="*/ 4503784 w 12192000"/>
              <a:gd name="connsiteY970" fmla="*/ 1531519 h 2800590"/>
              <a:gd name="connsiteX971" fmla="*/ 4609085 w 12192000"/>
              <a:gd name="connsiteY971" fmla="*/ 1578899 h 2800590"/>
              <a:gd name="connsiteX972" fmla="*/ 5433938 w 12192000"/>
              <a:gd name="connsiteY972" fmla="*/ 1832044 h 2800590"/>
              <a:gd name="connsiteX973" fmla="*/ 5517492 w 12192000"/>
              <a:gd name="connsiteY973" fmla="*/ 1839186 h 2800590"/>
              <a:gd name="connsiteX974" fmla="*/ 5483263 w 12192000"/>
              <a:gd name="connsiteY974" fmla="*/ 1835438 h 2800590"/>
              <a:gd name="connsiteX975" fmla="*/ 4760775 w 12192000"/>
              <a:gd name="connsiteY975" fmla="*/ 1616851 h 2800590"/>
              <a:gd name="connsiteX976" fmla="*/ 4653487 w 12192000"/>
              <a:gd name="connsiteY976" fmla="*/ 1570464 h 2800590"/>
              <a:gd name="connsiteX977" fmla="*/ 4482947 w 12192000"/>
              <a:gd name="connsiteY977" fmla="*/ 1493938 h 2800590"/>
              <a:gd name="connsiteX978" fmla="*/ 3832558 w 12192000"/>
              <a:gd name="connsiteY978" fmla="*/ 1230650 h 2800590"/>
              <a:gd name="connsiteX979" fmla="*/ 8185621 w 12192000"/>
              <a:gd name="connsiteY979" fmla="*/ 1219460 h 2800590"/>
              <a:gd name="connsiteX980" fmla="*/ 8142067 w 12192000"/>
              <a:gd name="connsiteY980" fmla="*/ 1271429 h 2800590"/>
              <a:gd name="connsiteX981" fmla="*/ 8137751 w 12192000"/>
              <a:gd name="connsiteY981" fmla="*/ 1276461 h 2800590"/>
              <a:gd name="connsiteX982" fmla="*/ 8231464 w 12192000"/>
              <a:gd name="connsiteY982" fmla="*/ 1295309 h 2800590"/>
              <a:gd name="connsiteX983" fmla="*/ 8275523 w 12192000"/>
              <a:gd name="connsiteY983" fmla="*/ 1239305 h 2800590"/>
              <a:gd name="connsiteX984" fmla="*/ 8278420 w 12192000"/>
              <a:gd name="connsiteY984" fmla="*/ 1235528 h 2800590"/>
              <a:gd name="connsiteX985" fmla="*/ 7420516 w 12192000"/>
              <a:gd name="connsiteY985" fmla="*/ 1215628 h 2800590"/>
              <a:gd name="connsiteX986" fmla="*/ 7408799 w 12192000"/>
              <a:gd name="connsiteY986" fmla="*/ 1218400 h 2800590"/>
              <a:gd name="connsiteX987" fmla="*/ 7377311 w 12192000"/>
              <a:gd name="connsiteY987" fmla="*/ 1229585 h 2800590"/>
              <a:gd name="connsiteX988" fmla="*/ 7403313 w 12192000"/>
              <a:gd name="connsiteY988" fmla="*/ 1224165 h 2800590"/>
              <a:gd name="connsiteX989" fmla="*/ 3709932 w 12192000"/>
              <a:gd name="connsiteY989" fmla="*/ 1214903 h 2800590"/>
              <a:gd name="connsiteX990" fmla="*/ 3699088 w 12192000"/>
              <a:gd name="connsiteY990" fmla="*/ 1220785 h 2800590"/>
              <a:gd name="connsiteX991" fmla="*/ 3744466 w 12192000"/>
              <a:gd name="connsiteY991" fmla="*/ 1236894 h 2800590"/>
              <a:gd name="connsiteX992" fmla="*/ 3756760 w 12192000"/>
              <a:gd name="connsiteY992" fmla="*/ 1229432 h 2800590"/>
              <a:gd name="connsiteX993" fmla="*/ 8564761 w 12192000"/>
              <a:gd name="connsiteY993" fmla="*/ 1213746 h 2800590"/>
              <a:gd name="connsiteX994" fmla="*/ 8521382 w 12192000"/>
              <a:gd name="connsiteY994" fmla="*/ 1280143 h 2800590"/>
              <a:gd name="connsiteX995" fmla="*/ 8566621 w 12192000"/>
              <a:gd name="connsiteY995" fmla="*/ 1292142 h 2800590"/>
              <a:gd name="connsiteX996" fmla="*/ 8621215 w 12192000"/>
              <a:gd name="connsiteY996" fmla="*/ 1312392 h 2800590"/>
              <a:gd name="connsiteX997" fmla="*/ 8665288 w 12192000"/>
              <a:gd name="connsiteY997" fmla="*/ 1237886 h 2800590"/>
              <a:gd name="connsiteX998" fmla="*/ 7557965 w 12192000"/>
              <a:gd name="connsiteY998" fmla="*/ 1212121 h 2800590"/>
              <a:gd name="connsiteX999" fmla="*/ 7495491 w 12192000"/>
              <a:gd name="connsiteY999" fmla="*/ 1221035 h 2800590"/>
              <a:gd name="connsiteX1000" fmla="*/ 7452090 w 12192000"/>
              <a:gd name="connsiteY1000" fmla="*/ 1244357 h 2800590"/>
              <a:gd name="connsiteX1001" fmla="*/ 7518577 w 12192000"/>
              <a:gd name="connsiteY1001" fmla="*/ 1239202 h 2800590"/>
              <a:gd name="connsiteX1002" fmla="*/ 3815214 w 12192000"/>
              <a:gd name="connsiteY1002" fmla="*/ 1208820 h 2800590"/>
              <a:gd name="connsiteX1003" fmla="*/ 3809329 w 12192000"/>
              <a:gd name="connsiteY1003" fmla="*/ 1212392 h 2800590"/>
              <a:gd name="connsiteX1004" fmla="*/ 3931612 w 12192000"/>
              <a:gd name="connsiteY1004" fmla="*/ 1250885 h 2800590"/>
              <a:gd name="connsiteX1005" fmla="*/ 4488405 w 12192000"/>
              <a:gd name="connsiteY1005" fmla="*/ 1483023 h 2800590"/>
              <a:gd name="connsiteX1006" fmla="*/ 4658821 w 12192000"/>
              <a:gd name="connsiteY1006" fmla="*/ 1559425 h 2800590"/>
              <a:gd name="connsiteX1007" fmla="*/ 4765983 w 12192000"/>
              <a:gd name="connsiteY1007" fmla="*/ 1605813 h 2800590"/>
              <a:gd name="connsiteX1008" fmla="*/ 5484517 w 12192000"/>
              <a:gd name="connsiteY1008" fmla="*/ 1823438 h 2800590"/>
              <a:gd name="connsiteX1009" fmla="*/ 5589940 w 12192000"/>
              <a:gd name="connsiteY1009" fmla="*/ 1835030 h 2800590"/>
              <a:gd name="connsiteX1010" fmla="*/ 5472291 w 12192000"/>
              <a:gd name="connsiteY1010" fmla="*/ 1815844 h 2800590"/>
              <a:gd name="connsiteX1011" fmla="*/ 4916801 w 12192000"/>
              <a:gd name="connsiteY1011" fmla="*/ 1643270 h 2800590"/>
              <a:gd name="connsiteX1012" fmla="*/ 4807778 w 12192000"/>
              <a:gd name="connsiteY1012" fmla="*/ 1597875 h 2800590"/>
              <a:gd name="connsiteX1013" fmla="*/ 4583782 w 12192000"/>
              <a:gd name="connsiteY1013" fmla="*/ 1499767 h 2800590"/>
              <a:gd name="connsiteX1014" fmla="*/ 3959369 w 12192000"/>
              <a:gd name="connsiteY1014" fmla="*/ 1248971 h 2800590"/>
              <a:gd name="connsiteX1015" fmla="*/ 4059743 w 12192000"/>
              <a:gd name="connsiteY1015" fmla="*/ 1208044 h 2800590"/>
              <a:gd name="connsiteX1016" fmla="*/ 4266319 w 12192000"/>
              <a:gd name="connsiteY1016" fmla="*/ 1265566 h 2800590"/>
              <a:gd name="connsiteX1017" fmla="*/ 4890382 w 12192000"/>
              <a:gd name="connsiteY1017" fmla="*/ 1510185 h 2800590"/>
              <a:gd name="connsiteX1018" fmla="*/ 5277481 w 12192000"/>
              <a:gd name="connsiteY1018" fmla="*/ 1670804 h 2800590"/>
              <a:gd name="connsiteX1019" fmla="*/ 5391463 w 12192000"/>
              <a:gd name="connsiteY1019" fmla="*/ 1712850 h 2800590"/>
              <a:gd name="connsiteX1020" fmla="*/ 5690095 w 12192000"/>
              <a:gd name="connsiteY1020" fmla="*/ 1800291 h 2800590"/>
              <a:gd name="connsiteX1021" fmla="*/ 5786652 w 12192000"/>
              <a:gd name="connsiteY1021" fmla="*/ 1819525 h 2800590"/>
              <a:gd name="connsiteX1022" fmla="*/ 5788085 w 12192000"/>
              <a:gd name="connsiteY1022" fmla="*/ 1819185 h 2800590"/>
              <a:gd name="connsiteX1023" fmla="*/ 5736550 w 12192000"/>
              <a:gd name="connsiteY1023" fmla="*/ 1808007 h 2800590"/>
              <a:gd name="connsiteX1024" fmla="*/ 5543648 w 12192000"/>
              <a:gd name="connsiteY1024" fmla="*/ 1750927 h 2800590"/>
              <a:gd name="connsiteX1025" fmla="*/ 5427556 w 12192000"/>
              <a:gd name="connsiteY1025" fmla="*/ 1709749 h 2800590"/>
              <a:gd name="connsiteX1026" fmla="*/ 4984522 w 12192000"/>
              <a:gd name="connsiteY1026" fmla="*/ 1528170 h 2800590"/>
              <a:gd name="connsiteX1027" fmla="*/ 4191973 w 12192000"/>
              <a:gd name="connsiteY1027" fmla="*/ 1235336 h 2800590"/>
              <a:gd name="connsiteX1028" fmla="*/ 8079921 w 12192000"/>
              <a:gd name="connsiteY1028" fmla="*/ 1206521 h 2800590"/>
              <a:gd name="connsiteX1029" fmla="*/ 8034499 w 12192000"/>
              <a:gd name="connsiteY1029" fmla="*/ 1256313 h 2800590"/>
              <a:gd name="connsiteX1030" fmla="*/ 8041782 w 12192000"/>
              <a:gd name="connsiteY1030" fmla="*/ 1257159 h 2800590"/>
              <a:gd name="connsiteX1031" fmla="*/ 8123293 w 12192000"/>
              <a:gd name="connsiteY1031" fmla="*/ 1273553 h 2800590"/>
              <a:gd name="connsiteX1032" fmla="*/ 8132145 w 12192000"/>
              <a:gd name="connsiteY1032" fmla="*/ 1263243 h 2800590"/>
              <a:gd name="connsiteX1033" fmla="*/ 8171014 w 12192000"/>
              <a:gd name="connsiteY1033" fmla="*/ 1216930 h 2800590"/>
              <a:gd name="connsiteX1034" fmla="*/ 8152084 w 12192000"/>
              <a:gd name="connsiteY1034" fmla="*/ 1213653 h 2800590"/>
              <a:gd name="connsiteX1035" fmla="*/ 7654950 w 12192000"/>
              <a:gd name="connsiteY1035" fmla="*/ 1204574 h 2800590"/>
              <a:gd name="connsiteX1036" fmla="*/ 7585347 w 12192000"/>
              <a:gd name="connsiteY1036" fmla="*/ 1208767 h 2800590"/>
              <a:gd name="connsiteX1037" fmla="*/ 7579965 w 12192000"/>
              <a:gd name="connsiteY1037" fmla="*/ 1211894 h 2800590"/>
              <a:gd name="connsiteX1038" fmla="*/ 7542986 w 12192000"/>
              <a:gd name="connsiteY1038" fmla="*/ 1237310 h 2800590"/>
              <a:gd name="connsiteX1039" fmla="*/ 7588482 w 12192000"/>
              <a:gd name="connsiteY1039" fmla="*/ 1233783 h 2800590"/>
              <a:gd name="connsiteX1040" fmla="*/ 7615905 w 12192000"/>
              <a:gd name="connsiteY1040" fmla="*/ 1233552 h 2800590"/>
              <a:gd name="connsiteX1041" fmla="*/ 3731036 w 12192000"/>
              <a:gd name="connsiteY1041" fmla="*/ 1203455 h 2800590"/>
              <a:gd name="connsiteX1042" fmla="*/ 3724651 w 12192000"/>
              <a:gd name="connsiteY1042" fmla="*/ 1206919 h 2800590"/>
              <a:gd name="connsiteX1043" fmla="*/ 3770477 w 12192000"/>
              <a:gd name="connsiteY1043" fmla="*/ 1221107 h 2800590"/>
              <a:gd name="connsiteX1044" fmla="*/ 3778577 w 12192000"/>
              <a:gd name="connsiteY1044" fmla="*/ 1216190 h 2800590"/>
              <a:gd name="connsiteX1045" fmla="*/ 2805513 w 12192000"/>
              <a:gd name="connsiteY1045" fmla="*/ 1202423 h 2800590"/>
              <a:gd name="connsiteX1046" fmla="*/ 2778391 w 12192000"/>
              <a:gd name="connsiteY1046" fmla="*/ 1206545 h 2800590"/>
              <a:gd name="connsiteX1047" fmla="*/ 2736862 w 12192000"/>
              <a:gd name="connsiteY1047" fmla="*/ 1216144 h 2800590"/>
              <a:gd name="connsiteX1048" fmla="*/ 3962690 w 12192000"/>
              <a:gd name="connsiteY1048" fmla="*/ 1201668 h 2800590"/>
              <a:gd name="connsiteX1049" fmla="*/ 4134276 w 12192000"/>
              <a:gd name="connsiteY1049" fmla="*/ 1246606 h 2800590"/>
              <a:gd name="connsiteX1050" fmla="*/ 4790290 w 12192000"/>
              <a:gd name="connsiteY1050" fmla="*/ 1502248 h 2800590"/>
              <a:gd name="connsiteX1051" fmla="*/ 5122319 w 12192000"/>
              <a:gd name="connsiteY1051" fmla="*/ 1642154 h 2800590"/>
              <a:gd name="connsiteX1052" fmla="*/ 5234564 w 12192000"/>
              <a:gd name="connsiteY1052" fmla="*/ 1685316 h 2800590"/>
              <a:gd name="connsiteX1053" fmla="*/ 5612507 w 12192000"/>
              <a:gd name="connsiteY1053" fmla="*/ 1798718 h 2800590"/>
              <a:gd name="connsiteX1054" fmla="*/ 5700915 w 12192000"/>
              <a:gd name="connsiteY1054" fmla="*/ 1815337 h 2800590"/>
              <a:gd name="connsiteX1055" fmla="*/ 5687361 w 12192000"/>
              <a:gd name="connsiteY1055" fmla="*/ 1812632 h 2800590"/>
              <a:gd name="connsiteX1056" fmla="*/ 5386998 w 12192000"/>
              <a:gd name="connsiteY1056" fmla="*/ 1724385 h 2800590"/>
              <a:gd name="connsiteX1057" fmla="*/ 5272642 w 12192000"/>
              <a:gd name="connsiteY1057" fmla="*/ 1682215 h 2800590"/>
              <a:gd name="connsiteX1058" fmla="*/ 4885173 w 12192000"/>
              <a:gd name="connsiteY1058" fmla="*/ 1520976 h 2800590"/>
              <a:gd name="connsiteX1059" fmla="*/ 4048967 w 12192000"/>
              <a:gd name="connsiteY1059" fmla="*/ 1217599 h 2800590"/>
              <a:gd name="connsiteX1060" fmla="*/ 3831660 w 12192000"/>
              <a:gd name="connsiteY1060" fmla="*/ 1198839 h 2800590"/>
              <a:gd name="connsiteX1061" fmla="*/ 3831436 w 12192000"/>
              <a:gd name="connsiteY1061" fmla="*/ 1198975 h 2800590"/>
              <a:gd name="connsiteX1062" fmla="*/ 3871419 w 12192000"/>
              <a:gd name="connsiteY1062" fmla="*/ 1209331 h 2800590"/>
              <a:gd name="connsiteX1063" fmla="*/ 4589735 w 12192000"/>
              <a:gd name="connsiteY1063" fmla="*/ 1488729 h 2800590"/>
              <a:gd name="connsiteX1064" fmla="*/ 4812988 w 12192000"/>
              <a:gd name="connsiteY1064" fmla="*/ 1586712 h 2800590"/>
              <a:gd name="connsiteX1065" fmla="*/ 4921761 w 12192000"/>
              <a:gd name="connsiteY1065" fmla="*/ 1631983 h 2800590"/>
              <a:gd name="connsiteX1066" fmla="*/ 5474309 w 12192000"/>
              <a:gd name="connsiteY1066" fmla="*/ 1803587 h 2800590"/>
              <a:gd name="connsiteX1067" fmla="*/ 5625594 w 12192000"/>
              <a:gd name="connsiteY1067" fmla="*/ 1828287 h 2800590"/>
              <a:gd name="connsiteX1068" fmla="*/ 5452069 w 12192000"/>
              <a:gd name="connsiteY1068" fmla="*/ 1791389 h 2800590"/>
              <a:gd name="connsiteX1069" fmla="*/ 5074319 w 12192000"/>
              <a:gd name="connsiteY1069" fmla="*/ 1670307 h 2800590"/>
              <a:gd name="connsiteX1070" fmla="*/ 4963560 w 12192000"/>
              <a:gd name="connsiteY1070" fmla="*/ 1626029 h 2800590"/>
              <a:gd name="connsiteX1071" fmla="*/ 4685610 w 12192000"/>
              <a:gd name="connsiteY1071" fmla="*/ 1506836 h 2800590"/>
              <a:gd name="connsiteX1072" fmla="*/ 4000067 w 12192000"/>
              <a:gd name="connsiteY1072" fmla="*/ 1240258 h 2800590"/>
              <a:gd name="connsiteX1073" fmla="*/ 7977190 w 12192000"/>
              <a:gd name="connsiteY1073" fmla="*/ 1198813 h 2800590"/>
              <a:gd name="connsiteX1074" fmla="*/ 7932043 w 12192000"/>
              <a:gd name="connsiteY1074" fmla="*/ 1244410 h 2800590"/>
              <a:gd name="connsiteX1075" fmla="*/ 8019876 w 12192000"/>
              <a:gd name="connsiteY1075" fmla="*/ 1254614 h 2800590"/>
              <a:gd name="connsiteX1076" fmla="*/ 8065087 w 12192000"/>
              <a:gd name="connsiteY1076" fmla="*/ 1205055 h 2800590"/>
              <a:gd name="connsiteX1077" fmla="*/ 8012969 w 12192000"/>
              <a:gd name="connsiteY1077" fmla="*/ 1199905 h 2800590"/>
              <a:gd name="connsiteX1078" fmla="*/ 7755789 w 12192000"/>
              <a:gd name="connsiteY1078" fmla="*/ 1198498 h 2800590"/>
              <a:gd name="connsiteX1079" fmla="*/ 7678372 w 12192000"/>
              <a:gd name="connsiteY1079" fmla="*/ 1203162 h 2800590"/>
              <a:gd name="connsiteX1080" fmla="*/ 7637587 w 12192000"/>
              <a:gd name="connsiteY1080" fmla="*/ 1233369 h 2800590"/>
              <a:gd name="connsiteX1081" fmla="*/ 7712969 w 12192000"/>
              <a:gd name="connsiteY1081" fmla="*/ 1232734 h 2800590"/>
              <a:gd name="connsiteX1082" fmla="*/ 3654639 w 12192000"/>
              <a:gd name="connsiteY1082" fmla="*/ 1197748 h 2800590"/>
              <a:gd name="connsiteX1083" fmla="*/ 3646459 w 12192000"/>
              <a:gd name="connsiteY1083" fmla="*/ 1202102 h 2800590"/>
              <a:gd name="connsiteX1084" fmla="*/ 3683456 w 12192000"/>
              <a:gd name="connsiteY1084" fmla="*/ 1215236 h 2800590"/>
              <a:gd name="connsiteX1085" fmla="*/ 3686553 w 12192000"/>
              <a:gd name="connsiteY1085" fmla="*/ 1213279 h 2800590"/>
              <a:gd name="connsiteX1086" fmla="*/ 3693153 w 12192000"/>
              <a:gd name="connsiteY1086" fmla="*/ 1209697 h 2800590"/>
              <a:gd name="connsiteX1087" fmla="*/ 7876606 w 12192000"/>
              <a:gd name="connsiteY1087" fmla="*/ 1195742 h 2800590"/>
              <a:gd name="connsiteX1088" fmla="*/ 7842987 w 12192000"/>
              <a:gd name="connsiteY1088" fmla="*/ 1224779 h 2800590"/>
              <a:gd name="connsiteX1089" fmla="*/ 7830027 w 12192000"/>
              <a:gd name="connsiteY1089" fmla="*/ 1236864 h 2800590"/>
              <a:gd name="connsiteX1090" fmla="*/ 7901394 w 12192000"/>
              <a:gd name="connsiteY1090" fmla="*/ 1240850 h 2800590"/>
              <a:gd name="connsiteX1091" fmla="*/ 7915307 w 12192000"/>
              <a:gd name="connsiteY1091" fmla="*/ 1242466 h 2800590"/>
              <a:gd name="connsiteX1092" fmla="*/ 7959057 w 12192000"/>
              <a:gd name="connsiteY1092" fmla="*/ 1198259 h 2800590"/>
              <a:gd name="connsiteX1093" fmla="*/ 7826782 w 12192000"/>
              <a:gd name="connsiteY1093" fmla="*/ 1194222 h 2800590"/>
              <a:gd name="connsiteX1094" fmla="*/ 7778542 w 12192000"/>
              <a:gd name="connsiteY1094" fmla="*/ 1197128 h 2800590"/>
              <a:gd name="connsiteX1095" fmla="*/ 7734298 w 12192000"/>
              <a:gd name="connsiteY1095" fmla="*/ 1232555 h 2800590"/>
              <a:gd name="connsiteX1096" fmla="*/ 7750428 w 12192000"/>
              <a:gd name="connsiteY1096" fmla="*/ 1232419 h 2800590"/>
              <a:gd name="connsiteX1097" fmla="*/ 7812812 w 12192000"/>
              <a:gd name="connsiteY1097" fmla="*/ 1235903 h 2800590"/>
              <a:gd name="connsiteX1098" fmla="*/ 7834894 w 12192000"/>
              <a:gd name="connsiteY1098" fmla="*/ 1215337 h 2800590"/>
              <a:gd name="connsiteX1099" fmla="*/ 7858207 w 12192000"/>
              <a:gd name="connsiteY1099" fmla="*/ 1195181 h 2800590"/>
              <a:gd name="connsiteX1100" fmla="*/ 8840572 w 12192000"/>
              <a:gd name="connsiteY1100" fmla="*/ 1193117 h 2800590"/>
              <a:gd name="connsiteX1101" fmla="*/ 8800702 w 12192000"/>
              <a:gd name="connsiteY1101" fmla="*/ 1267832 h 2800590"/>
              <a:gd name="connsiteX1102" fmla="*/ 8812268 w 12192000"/>
              <a:gd name="connsiteY1102" fmla="*/ 1271524 h 2800590"/>
              <a:gd name="connsiteX1103" fmla="*/ 8906210 w 12192000"/>
              <a:gd name="connsiteY1103" fmla="*/ 1310485 h 2800590"/>
              <a:gd name="connsiteX1104" fmla="*/ 8945917 w 12192000"/>
              <a:gd name="connsiteY1104" fmla="*/ 1227213 h 2800590"/>
              <a:gd name="connsiteX1105" fmla="*/ 8922123 w 12192000"/>
              <a:gd name="connsiteY1105" fmla="*/ 1217642 h 2800590"/>
              <a:gd name="connsiteX1106" fmla="*/ 3753059 w 12192000"/>
              <a:gd name="connsiteY1106" fmla="*/ 1191509 h 2800590"/>
              <a:gd name="connsiteX1107" fmla="*/ 3749361 w 12192000"/>
              <a:gd name="connsiteY1107" fmla="*/ 1193515 h 2800590"/>
              <a:gd name="connsiteX1108" fmla="*/ 3793200 w 12192000"/>
              <a:gd name="connsiteY1108" fmla="*/ 1207315 h 2800590"/>
              <a:gd name="connsiteX1109" fmla="*/ 3798424 w 12192000"/>
              <a:gd name="connsiteY1109" fmla="*/ 1204144 h 2800590"/>
              <a:gd name="connsiteX1110" fmla="*/ 3850612 w 12192000"/>
              <a:gd name="connsiteY1110" fmla="*/ 1190976 h 2800590"/>
              <a:gd name="connsiteX1111" fmla="*/ 4003178 w 12192000"/>
              <a:gd name="connsiteY1111" fmla="*/ 1228485 h 2800590"/>
              <a:gd name="connsiteX1112" fmla="*/ 4690449 w 12192000"/>
              <a:gd name="connsiteY1112" fmla="*/ 1495674 h 2800590"/>
              <a:gd name="connsiteX1113" fmla="*/ 4968149 w 12192000"/>
              <a:gd name="connsiteY1113" fmla="*/ 1614742 h 2800590"/>
              <a:gd name="connsiteX1114" fmla="*/ 5078660 w 12192000"/>
              <a:gd name="connsiteY1114" fmla="*/ 1659021 h 2800590"/>
              <a:gd name="connsiteX1115" fmla="*/ 5631691 w 12192000"/>
              <a:gd name="connsiteY1115" fmla="*/ 1817206 h 2800590"/>
              <a:gd name="connsiteX1116" fmla="*/ 5664500 w 12192000"/>
              <a:gd name="connsiteY1116" fmla="*/ 1821593 h 2800590"/>
              <a:gd name="connsiteX1117" fmla="*/ 5610430 w 12192000"/>
              <a:gd name="connsiteY1117" fmla="*/ 1811445 h 2800590"/>
              <a:gd name="connsiteX1118" fmla="*/ 5230347 w 12192000"/>
              <a:gd name="connsiteY1118" fmla="*/ 1697223 h 2800590"/>
              <a:gd name="connsiteX1119" fmla="*/ 5117729 w 12192000"/>
              <a:gd name="connsiteY1119" fmla="*/ 1653936 h 2800590"/>
              <a:gd name="connsiteX1120" fmla="*/ 4785329 w 12192000"/>
              <a:gd name="connsiteY1120" fmla="*/ 1513907 h 2800590"/>
              <a:gd name="connsiteX1121" fmla="*/ 3905961 w 12192000"/>
              <a:gd name="connsiteY1121" fmla="*/ 1199864 h 2800590"/>
              <a:gd name="connsiteX1122" fmla="*/ 7525024 w 12192000"/>
              <a:gd name="connsiteY1122" fmla="*/ 1190903 h 2800590"/>
              <a:gd name="connsiteX1123" fmla="*/ 7472526 w 12192000"/>
              <a:gd name="connsiteY1123" fmla="*/ 1203323 h 2800590"/>
              <a:gd name="connsiteX1124" fmla="*/ 7447455 w 12192000"/>
              <a:gd name="connsiteY1124" fmla="*/ 1215753 h 2800590"/>
              <a:gd name="connsiteX1125" fmla="*/ 7489903 w 12192000"/>
              <a:gd name="connsiteY1125" fmla="*/ 1209698 h 2800590"/>
              <a:gd name="connsiteX1126" fmla="*/ 8454297 w 12192000"/>
              <a:gd name="connsiteY1126" fmla="*/ 1187996 h 2800590"/>
              <a:gd name="connsiteX1127" fmla="*/ 8430559 w 12192000"/>
              <a:gd name="connsiteY1127" fmla="*/ 1221941 h 2800590"/>
              <a:gd name="connsiteX1128" fmla="*/ 8409981 w 12192000"/>
              <a:gd name="connsiteY1128" fmla="*/ 1250594 h 2800590"/>
              <a:gd name="connsiteX1129" fmla="*/ 8508076 w 12192000"/>
              <a:gd name="connsiteY1129" fmla="*/ 1276613 h 2800590"/>
              <a:gd name="connsiteX1130" fmla="*/ 8551286 w 12192000"/>
              <a:gd name="connsiteY1130" fmla="*/ 1210510 h 2800590"/>
              <a:gd name="connsiteX1131" fmla="*/ 8463100 w 12192000"/>
              <a:gd name="connsiteY1131" fmla="*/ 1189334 h 2800590"/>
              <a:gd name="connsiteX1132" fmla="*/ 3673081 w 12192000"/>
              <a:gd name="connsiteY1132" fmla="*/ 1187931 h 2800590"/>
              <a:gd name="connsiteX1133" fmla="*/ 3669492 w 12192000"/>
              <a:gd name="connsiteY1133" fmla="*/ 1189841 h 2800590"/>
              <a:gd name="connsiteX1134" fmla="*/ 3707857 w 12192000"/>
              <a:gd name="connsiteY1134" fmla="*/ 1201719 h 2800590"/>
              <a:gd name="connsiteX1135" fmla="*/ 3713376 w 12192000"/>
              <a:gd name="connsiteY1135" fmla="*/ 1198725 h 2800590"/>
              <a:gd name="connsiteX1136" fmla="*/ 3997792 w 12192000"/>
              <a:gd name="connsiteY1136" fmla="*/ 1182693 h 2800590"/>
              <a:gd name="connsiteX1137" fmla="*/ 4194826 w 12192000"/>
              <a:gd name="connsiteY1137" fmla="*/ 1223801 h 2800590"/>
              <a:gd name="connsiteX1138" fmla="*/ 4988614 w 12192000"/>
              <a:gd name="connsiteY1138" fmla="*/ 1517255 h 2800590"/>
              <a:gd name="connsiteX1139" fmla="*/ 5431153 w 12192000"/>
              <a:gd name="connsiteY1139" fmla="*/ 1698586 h 2800590"/>
              <a:gd name="connsiteX1140" fmla="*/ 5546748 w 12192000"/>
              <a:gd name="connsiteY1140" fmla="*/ 1739640 h 2800590"/>
              <a:gd name="connsiteX1141" fmla="*/ 5738504 w 12192000"/>
              <a:gd name="connsiteY1141" fmla="*/ 1796401 h 2800590"/>
              <a:gd name="connsiteX1142" fmla="*/ 5814510 w 12192000"/>
              <a:gd name="connsiteY1142" fmla="*/ 1812907 h 2800590"/>
              <a:gd name="connsiteX1143" fmla="*/ 5819891 w 12192000"/>
              <a:gd name="connsiteY1143" fmla="*/ 1811628 h 2800590"/>
              <a:gd name="connsiteX1144" fmla="*/ 5700794 w 12192000"/>
              <a:gd name="connsiteY1144" fmla="*/ 1778461 h 2800590"/>
              <a:gd name="connsiteX1145" fmla="*/ 5582964 w 12192000"/>
              <a:gd name="connsiteY1145" fmla="*/ 1738276 h 2800590"/>
              <a:gd name="connsiteX1146" fmla="*/ 5083993 w 12192000"/>
              <a:gd name="connsiteY1146" fmla="*/ 1535859 h 2800590"/>
              <a:gd name="connsiteX1147" fmla="*/ 4335597 w 12192000"/>
              <a:gd name="connsiteY1147" fmla="*/ 1253692 h 2800590"/>
              <a:gd name="connsiteX1148" fmla="*/ 4093990 w 12192000"/>
              <a:gd name="connsiteY1148" fmla="*/ 1197630 h 2800590"/>
              <a:gd name="connsiteX1149" fmla="*/ 9119705 w 12192000"/>
              <a:gd name="connsiteY1149" fmla="*/ 1181816 h 2800590"/>
              <a:gd name="connsiteX1150" fmla="*/ 9082719 w 12192000"/>
              <a:gd name="connsiteY1150" fmla="*/ 1269137 h 2800590"/>
              <a:gd name="connsiteX1151" fmla="*/ 9169221 w 12192000"/>
              <a:gd name="connsiteY1151" fmla="*/ 1303984 h 2800590"/>
              <a:gd name="connsiteX1152" fmla="*/ 9195678 w 12192000"/>
              <a:gd name="connsiteY1152" fmla="*/ 1317867 h 2800590"/>
              <a:gd name="connsiteX1153" fmla="*/ 9229617 w 12192000"/>
              <a:gd name="connsiteY1153" fmla="*/ 1226900 h 2800590"/>
              <a:gd name="connsiteX1154" fmla="*/ 9166856 w 12192000"/>
              <a:gd name="connsiteY1154" fmla="*/ 1198546 h 2800590"/>
              <a:gd name="connsiteX1155" fmla="*/ 3602441 w 12192000"/>
              <a:gd name="connsiteY1155" fmla="*/ 1181763 h 2800590"/>
              <a:gd name="connsiteX1156" fmla="*/ 3594905 w 12192000"/>
              <a:gd name="connsiteY1156" fmla="*/ 1185099 h 2800590"/>
              <a:gd name="connsiteX1157" fmla="*/ 3614914 w 12192000"/>
              <a:gd name="connsiteY1157" fmla="*/ 1190904 h 2800590"/>
              <a:gd name="connsiteX1158" fmla="*/ 3628839 w 12192000"/>
              <a:gd name="connsiteY1158" fmla="*/ 1195848 h 2800590"/>
              <a:gd name="connsiteX1159" fmla="*/ 3636090 w 12192000"/>
              <a:gd name="connsiteY1159" fmla="*/ 1191993 h 2800590"/>
              <a:gd name="connsiteX1160" fmla="*/ 3605206 w 12192000"/>
              <a:gd name="connsiteY1160" fmla="*/ 1182411 h 2800590"/>
              <a:gd name="connsiteX1161" fmla="*/ 3920484 w 12192000"/>
              <a:gd name="connsiteY1161" fmla="*/ 1181666 h 2800590"/>
              <a:gd name="connsiteX1162" fmla="*/ 4027561 w 12192000"/>
              <a:gd name="connsiteY1162" fmla="*/ 1201402 h 2800590"/>
              <a:gd name="connsiteX1163" fmla="*/ 3951604 w 12192000"/>
              <a:gd name="connsiteY1163" fmla="*/ 1185724 h 2800590"/>
              <a:gd name="connsiteX1164" fmla="*/ 3692769 w 12192000"/>
              <a:gd name="connsiteY1164" fmla="*/ 1178718 h 2800590"/>
              <a:gd name="connsiteX1165" fmla="*/ 3692435 w 12192000"/>
              <a:gd name="connsiteY1165" fmla="*/ 1178868 h 2800590"/>
              <a:gd name="connsiteX1166" fmla="*/ 3732018 w 12192000"/>
              <a:gd name="connsiteY1166" fmla="*/ 1188610 h 2800590"/>
              <a:gd name="connsiteX1167" fmla="*/ 3734722 w 12192000"/>
              <a:gd name="connsiteY1167" fmla="*/ 1187143 h 2800590"/>
              <a:gd name="connsiteX1168" fmla="*/ 3620389 w 12192000"/>
              <a:gd name="connsiteY1168" fmla="*/ 1173816 h 2800590"/>
              <a:gd name="connsiteX1169" fmla="*/ 3619297 w 12192000"/>
              <a:gd name="connsiteY1169" fmla="*/ 1174300 h 2800590"/>
              <a:gd name="connsiteX1170" fmla="*/ 3650944 w 12192000"/>
              <a:gd name="connsiteY1170" fmla="*/ 1184098 h 2800590"/>
              <a:gd name="connsiteX1171" fmla="*/ 3653567 w 12192000"/>
              <a:gd name="connsiteY1171" fmla="*/ 1182703 h 2800590"/>
              <a:gd name="connsiteX1172" fmla="*/ 7622262 w 12192000"/>
              <a:gd name="connsiteY1172" fmla="*/ 1173080 h 2800590"/>
              <a:gd name="connsiteX1173" fmla="*/ 7568201 w 12192000"/>
              <a:gd name="connsiteY1173" fmla="*/ 1181965 h 2800590"/>
              <a:gd name="connsiteX1174" fmla="*/ 7526236 w 12192000"/>
              <a:gd name="connsiteY1174" fmla="*/ 1204515 h 2800590"/>
              <a:gd name="connsiteX1175" fmla="*/ 7577238 w 12192000"/>
              <a:gd name="connsiteY1175" fmla="*/ 1197238 h 2800590"/>
              <a:gd name="connsiteX1176" fmla="*/ 7581168 w 12192000"/>
              <a:gd name="connsiteY1176" fmla="*/ 1197002 h 2800590"/>
              <a:gd name="connsiteX1177" fmla="*/ 8343434 w 12192000"/>
              <a:gd name="connsiteY1177" fmla="*/ 1171145 h 2800590"/>
              <a:gd name="connsiteX1178" fmla="*/ 8300505 w 12192000"/>
              <a:gd name="connsiteY1178" fmla="*/ 1227190 h 2800590"/>
              <a:gd name="connsiteX1179" fmla="*/ 8361711 w 12192000"/>
              <a:gd name="connsiteY1179" fmla="*/ 1237790 h 2800590"/>
              <a:gd name="connsiteX1180" fmla="*/ 8396653 w 12192000"/>
              <a:gd name="connsiteY1180" fmla="*/ 1247059 h 2800590"/>
              <a:gd name="connsiteX1181" fmla="*/ 8420389 w 12192000"/>
              <a:gd name="connsiteY1181" fmla="*/ 1214003 h 2800590"/>
              <a:gd name="connsiteX1182" fmla="*/ 8440128 w 12192000"/>
              <a:gd name="connsiteY1182" fmla="*/ 1185842 h 2800590"/>
              <a:gd name="connsiteX1183" fmla="*/ 3553224 w 12192000"/>
              <a:gd name="connsiteY1183" fmla="*/ 1170225 h 2800590"/>
              <a:gd name="connsiteX1184" fmla="*/ 3548880 w 12192000"/>
              <a:gd name="connsiteY1184" fmla="*/ 1171747 h 2800590"/>
              <a:gd name="connsiteX1185" fmla="*/ 3576539 w 12192000"/>
              <a:gd name="connsiteY1185" fmla="*/ 1179771 h 2800590"/>
              <a:gd name="connsiteX1186" fmla="*/ 3582574 w 12192000"/>
              <a:gd name="connsiteY1186" fmla="*/ 1177106 h 2800590"/>
              <a:gd name="connsiteX1187" fmla="*/ 7575250 w 12192000"/>
              <a:gd name="connsiteY1187" fmla="*/ 1164023 h 2800590"/>
              <a:gd name="connsiteX1188" fmla="*/ 7565066 w 12192000"/>
              <a:gd name="connsiteY1188" fmla="*/ 1166719 h 2800590"/>
              <a:gd name="connsiteX1189" fmla="*/ 7548674 w 12192000"/>
              <a:gd name="connsiteY1189" fmla="*/ 1173116 h 2800590"/>
              <a:gd name="connsiteX1190" fmla="*/ 7562508 w 12192000"/>
              <a:gd name="connsiteY1190" fmla="*/ 1170842 h 2800590"/>
              <a:gd name="connsiteX1191" fmla="*/ 8724871 w 12192000"/>
              <a:gd name="connsiteY1191" fmla="*/ 1162515 h 2800590"/>
              <a:gd name="connsiteX1192" fmla="*/ 8720293 w 12192000"/>
              <a:gd name="connsiteY1192" fmla="*/ 1170468 h 2800590"/>
              <a:gd name="connsiteX1193" fmla="*/ 8684590 w 12192000"/>
              <a:gd name="connsiteY1193" fmla="*/ 1230778 h 2800590"/>
              <a:gd name="connsiteX1194" fmla="*/ 8787841 w 12192000"/>
              <a:gd name="connsiteY1194" fmla="*/ 1263728 h 2800590"/>
              <a:gd name="connsiteX1195" fmla="*/ 8827590 w 12192000"/>
              <a:gd name="connsiteY1195" fmla="*/ 1189213 h 2800590"/>
              <a:gd name="connsiteX1196" fmla="*/ 8778463 w 12192000"/>
              <a:gd name="connsiteY1196" fmla="*/ 1174438 h 2800590"/>
              <a:gd name="connsiteX1197" fmla="*/ 3512900 w 12192000"/>
              <a:gd name="connsiteY1197" fmla="*/ 1160773 h 2800590"/>
              <a:gd name="connsiteX1198" fmla="*/ 3512064 w 12192000"/>
              <a:gd name="connsiteY1198" fmla="*/ 1161066 h 2800590"/>
              <a:gd name="connsiteX1199" fmla="*/ 3528407 w 12192000"/>
              <a:gd name="connsiteY1199" fmla="*/ 1165808 h 2800590"/>
              <a:gd name="connsiteX1200" fmla="*/ 3530387 w 12192000"/>
              <a:gd name="connsiteY1200" fmla="*/ 1164872 h 2800590"/>
              <a:gd name="connsiteX1201" fmla="*/ 7716528 w 12192000"/>
              <a:gd name="connsiteY1201" fmla="*/ 1160251 h 2800590"/>
              <a:gd name="connsiteX1202" fmla="*/ 7685738 w 12192000"/>
              <a:gd name="connsiteY1202" fmla="*/ 1162648 h 2800590"/>
              <a:gd name="connsiteX1203" fmla="*/ 7656406 w 12192000"/>
              <a:gd name="connsiteY1203" fmla="*/ 1167469 h 2800590"/>
              <a:gd name="connsiteX1204" fmla="*/ 7608413 w 12192000"/>
              <a:gd name="connsiteY1204" fmla="*/ 1195361 h 2800590"/>
              <a:gd name="connsiteX1205" fmla="*/ 7672567 w 12192000"/>
              <a:gd name="connsiteY1205" fmla="*/ 1191498 h 2800590"/>
              <a:gd name="connsiteX1206" fmla="*/ 7704244 w 12192000"/>
              <a:gd name="connsiteY1206" fmla="*/ 1167987 h 2800590"/>
              <a:gd name="connsiteX1207" fmla="*/ 3905769 w 12192000"/>
              <a:gd name="connsiteY1207" fmla="*/ 1157566 h 2800590"/>
              <a:gd name="connsiteX1208" fmla="*/ 3904718 w 12192000"/>
              <a:gd name="connsiteY1208" fmla="*/ 1158072 h 2800590"/>
              <a:gd name="connsiteX1209" fmla="*/ 4096221 w 12192000"/>
              <a:gd name="connsiteY1209" fmla="*/ 1184607 h 2800590"/>
              <a:gd name="connsiteX1210" fmla="*/ 4338698 w 12192000"/>
              <a:gd name="connsiteY1210" fmla="*/ 1240917 h 2800590"/>
              <a:gd name="connsiteX1211" fmla="*/ 5088708 w 12192000"/>
              <a:gd name="connsiteY1211" fmla="*/ 1523704 h 2800590"/>
              <a:gd name="connsiteX1212" fmla="*/ 5587058 w 12192000"/>
              <a:gd name="connsiteY1212" fmla="*/ 1725749 h 2800590"/>
              <a:gd name="connsiteX1213" fmla="*/ 5704391 w 12192000"/>
              <a:gd name="connsiteY1213" fmla="*/ 1765686 h 2800590"/>
              <a:gd name="connsiteX1214" fmla="*/ 5846495 w 12192000"/>
              <a:gd name="connsiteY1214" fmla="*/ 1805307 h 2800590"/>
              <a:gd name="connsiteX1215" fmla="*/ 5855413 w 12192000"/>
              <a:gd name="connsiteY1215" fmla="*/ 1803188 h 2800590"/>
              <a:gd name="connsiteX1216" fmla="*/ 5738250 w 12192000"/>
              <a:gd name="connsiteY1216" fmla="*/ 1764943 h 2800590"/>
              <a:gd name="connsiteX1217" fmla="*/ 5182970 w 12192000"/>
              <a:gd name="connsiteY1217" fmla="*/ 1541690 h 2800590"/>
              <a:gd name="connsiteX1218" fmla="*/ 4479101 w 12192000"/>
              <a:gd name="connsiteY1218" fmla="*/ 1270437 h 2800590"/>
              <a:gd name="connsiteX1219" fmla="*/ 4236375 w 12192000"/>
              <a:gd name="connsiteY1219" fmla="*/ 1208422 h 2800590"/>
              <a:gd name="connsiteX1220" fmla="*/ 4042170 w 12192000"/>
              <a:gd name="connsiteY1220" fmla="*/ 1173175 h 2800590"/>
              <a:gd name="connsiteX1221" fmla="*/ 8238574 w 12192000"/>
              <a:gd name="connsiteY1221" fmla="*/ 1156276 h 2800590"/>
              <a:gd name="connsiteX1222" fmla="*/ 8194525 w 12192000"/>
              <a:gd name="connsiteY1222" fmla="*/ 1208836 h 2800590"/>
              <a:gd name="connsiteX1223" fmla="*/ 8286656 w 12192000"/>
              <a:gd name="connsiteY1223" fmla="*/ 1224792 h 2800590"/>
              <a:gd name="connsiteX1224" fmla="*/ 8329440 w 12192000"/>
              <a:gd name="connsiteY1224" fmla="*/ 1169017 h 2800590"/>
              <a:gd name="connsiteX1225" fmla="*/ 8253503 w 12192000"/>
              <a:gd name="connsiteY1225" fmla="*/ 1157475 h 2800590"/>
              <a:gd name="connsiteX1226" fmla="*/ 3878790 w 12192000"/>
              <a:gd name="connsiteY1226" fmla="*/ 1154479 h 2800590"/>
              <a:gd name="connsiteX1227" fmla="*/ 3881836 w 12192000"/>
              <a:gd name="connsiteY1227" fmla="*/ 1154901 h 2800590"/>
              <a:gd name="connsiteX1228" fmla="*/ 3881960 w 12192000"/>
              <a:gd name="connsiteY1228" fmla="*/ 1154841 h 2800590"/>
              <a:gd name="connsiteX1229" fmla="*/ 7813027 w 12192000"/>
              <a:gd name="connsiteY1229" fmla="*/ 1152737 h 2800590"/>
              <a:gd name="connsiteX1230" fmla="*/ 7743816 w 12192000"/>
              <a:gd name="connsiteY1230" fmla="*/ 1158126 h 2800590"/>
              <a:gd name="connsiteX1231" fmla="*/ 7712802 w 12192000"/>
              <a:gd name="connsiteY1231" fmla="*/ 1177662 h 2800590"/>
              <a:gd name="connsiteX1232" fmla="*/ 7696029 w 12192000"/>
              <a:gd name="connsiteY1232" fmla="*/ 1190085 h 2800590"/>
              <a:gd name="connsiteX1233" fmla="*/ 7772038 w 12192000"/>
              <a:gd name="connsiteY1233" fmla="*/ 1185508 h 2800590"/>
              <a:gd name="connsiteX1234" fmla="*/ 8134705 w 12192000"/>
              <a:gd name="connsiteY1234" fmla="*/ 1147934 h 2800590"/>
              <a:gd name="connsiteX1235" fmla="*/ 8117168 w 12192000"/>
              <a:gd name="connsiteY1235" fmla="*/ 1165693 h 2800590"/>
              <a:gd name="connsiteX1236" fmla="*/ 8090006 w 12192000"/>
              <a:gd name="connsiteY1236" fmla="*/ 1195467 h 2800590"/>
              <a:gd name="connsiteX1237" fmla="*/ 8153664 w 12192000"/>
              <a:gd name="connsiteY1237" fmla="*/ 1201759 h 2800590"/>
              <a:gd name="connsiteX1238" fmla="*/ 8179929 w 12192000"/>
              <a:gd name="connsiteY1238" fmla="*/ 1206308 h 2800590"/>
              <a:gd name="connsiteX1239" fmla="*/ 8222971 w 12192000"/>
              <a:gd name="connsiteY1239" fmla="*/ 1155023 h 2800590"/>
              <a:gd name="connsiteX1240" fmla="*/ 3927242 w 12192000"/>
              <a:gd name="connsiteY1240" fmla="*/ 1147745 h 2800590"/>
              <a:gd name="connsiteX1241" fmla="*/ 4043970 w 12192000"/>
              <a:gd name="connsiteY1241" fmla="*/ 1161107 h 2800590"/>
              <a:gd name="connsiteX1242" fmla="*/ 4238980 w 12192000"/>
              <a:gd name="connsiteY1242" fmla="*/ 1196515 h 2800590"/>
              <a:gd name="connsiteX1243" fmla="*/ 4482697 w 12192000"/>
              <a:gd name="connsiteY1243" fmla="*/ 1258530 h 2800590"/>
              <a:gd name="connsiteX1244" fmla="*/ 5187807 w 12192000"/>
              <a:gd name="connsiteY1244" fmla="*/ 1530279 h 2800590"/>
              <a:gd name="connsiteX1245" fmla="*/ 5742343 w 12192000"/>
              <a:gd name="connsiteY1245" fmla="*/ 1753532 h 2800590"/>
              <a:gd name="connsiteX1246" fmla="*/ 5861534 w 12192000"/>
              <a:gd name="connsiteY1246" fmla="*/ 1792354 h 2800590"/>
              <a:gd name="connsiteX1247" fmla="*/ 5880308 w 12192000"/>
              <a:gd name="connsiteY1247" fmla="*/ 1797273 h 2800590"/>
              <a:gd name="connsiteX1248" fmla="*/ 5892902 w 12192000"/>
              <a:gd name="connsiteY1248" fmla="*/ 1794281 h 2800590"/>
              <a:gd name="connsiteX1249" fmla="*/ 5892295 w 12192000"/>
              <a:gd name="connsiteY1249" fmla="*/ 1794090 h 2800590"/>
              <a:gd name="connsiteX1250" fmla="*/ 5280209 w 12192000"/>
              <a:gd name="connsiteY1250" fmla="*/ 1549131 h 2800590"/>
              <a:gd name="connsiteX1251" fmla="*/ 4621362 w 12192000"/>
              <a:gd name="connsiteY1251" fmla="*/ 1288669 h 2800590"/>
              <a:gd name="connsiteX1252" fmla="*/ 4377272 w 12192000"/>
              <a:gd name="connsiteY1252" fmla="*/ 1220701 h 2800590"/>
              <a:gd name="connsiteX1253" fmla="*/ 3976336 w 12192000"/>
              <a:gd name="connsiteY1253" fmla="*/ 1151303 h 2800590"/>
              <a:gd name="connsiteX1254" fmla="*/ 8034356 w 12192000"/>
              <a:gd name="connsiteY1254" fmla="*/ 1145178 h 2800590"/>
              <a:gd name="connsiteX1255" fmla="*/ 7989429 w 12192000"/>
              <a:gd name="connsiteY1255" fmla="*/ 1187191 h 2800590"/>
              <a:gd name="connsiteX1256" fmla="*/ 8013825 w 12192000"/>
              <a:gd name="connsiteY1256" fmla="*/ 1187936 h 2800590"/>
              <a:gd name="connsiteX1257" fmla="*/ 8075172 w 12192000"/>
              <a:gd name="connsiteY1257" fmla="*/ 1194001 h 2800590"/>
              <a:gd name="connsiteX1258" fmla="*/ 8108564 w 12192000"/>
              <a:gd name="connsiteY1258" fmla="*/ 1157398 h 2800590"/>
              <a:gd name="connsiteX1259" fmla="*/ 8119156 w 12192000"/>
              <a:gd name="connsiteY1259" fmla="*/ 1146685 h 2800590"/>
              <a:gd name="connsiteX1260" fmla="*/ 8113689 w 12192000"/>
              <a:gd name="connsiteY1260" fmla="*/ 1146246 h 2800590"/>
              <a:gd name="connsiteX1261" fmla="*/ 7916635 w 12192000"/>
              <a:gd name="connsiteY1261" fmla="*/ 1144669 h 2800590"/>
              <a:gd name="connsiteX1262" fmla="*/ 7836241 w 12192000"/>
              <a:gd name="connsiteY1262" fmla="*/ 1150929 h 2800590"/>
              <a:gd name="connsiteX1263" fmla="*/ 7794763 w 12192000"/>
              <a:gd name="connsiteY1263" fmla="*/ 1184139 h 2800590"/>
              <a:gd name="connsiteX1264" fmla="*/ 7826667 w 12192000"/>
              <a:gd name="connsiteY1264" fmla="*/ 1182218 h 2800590"/>
              <a:gd name="connsiteX1265" fmla="*/ 7871613 w 12192000"/>
              <a:gd name="connsiteY1265" fmla="*/ 1183591 h 2800590"/>
              <a:gd name="connsiteX1266" fmla="*/ 7936673 w 12192000"/>
              <a:gd name="connsiteY1266" fmla="*/ 1143863 h 2800590"/>
              <a:gd name="connsiteX1267" fmla="*/ 7890022 w 12192000"/>
              <a:gd name="connsiteY1267" fmla="*/ 1184154 h 2800590"/>
              <a:gd name="connsiteX1268" fmla="*/ 7970581 w 12192000"/>
              <a:gd name="connsiteY1268" fmla="*/ 1186615 h 2800590"/>
              <a:gd name="connsiteX1269" fmla="*/ 7971279 w 12192000"/>
              <a:gd name="connsiteY1269" fmla="*/ 1185911 h 2800590"/>
              <a:gd name="connsiteX1270" fmla="*/ 8015083 w 12192000"/>
              <a:gd name="connsiteY1270" fmla="*/ 1144919 h 2800590"/>
              <a:gd name="connsiteX1271" fmla="*/ 8999784 w 12192000"/>
              <a:gd name="connsiteY1271" fmla="*/ 1141989 h 2800590"/>
              <a:gd name="connsiteX1272" fmla="*/ 8962263 w 12192000"/>
              <a:gd name="connsiteY1272" fmla="*/ 1220612 h 2800590"/>
              <a:gd name="connsiteX1273" fmla="*/ 9070286 w 12192000"/>
              <a:gd name="connsiteY1273" fmla="*/ 1264129 h 2800590"/>
              <a:gd name="connsiteX1274" fmla="*/ 9107089 w 12192000"/>
              <a:gd name="connsiteY1274" fmla="*/ 1177340 h 2800590"/>
              <a:gd name="connsiteX1275" fmla="*/ 9037718 w 12192000"/>
              <a:gd name="connsiteY1275" fmla="*/ 1152727 h 2800590"/>
              <a:gd name="connsiteX1276" fmla="*/ 8613448 w 12192000"/>
              <a:gd name="connsiteY1276" fmla="*/ 1137724 h 2800590"/>
              <a:gd name="connsiteX1277" fmla="*/ 8576667 w 12192000"/>
              <a:gd name="connsiteY1277" fmla="*/ 1195523 h 2800590"/>
              <a:gd name="connsiteX1278" fmla="*/ 8571823 w 12192000"/>
              <a:gd name="connsiteY1278" fmla="*/ 1202938 h 2800590"/>
              <a:gd name="connsiteX1279" fmla="*/ 8671772 w 12192000"/>
              <a:gd name="connsiteY1279" fmla="*/ 1226925 h 2800590"/>
              <a:gd name="connsiteX1280" fmla="*/ 8709130 w 12192000"/>
              <a:gd name="connsiteY1280" fmla="*/ 1163771 h 2800590"/>
              <a:gd name="connsiteX1281" fmla="*/ 8711559 w 12192000"/>
              <a:gd name="connsiteY1281" fmla="*/ 1159553 h 2800590"/>
              <a:gd name="connsiteX1282" fmla="*/ 7686054 w 12192000"/>
              <a:gd name="connsiteY1282" fmla="*/ 1135945 h 2800590"/>
              <a:gd name="connsiteX1283" fmla="*/ 7669374 w 12192000"/>
              <a:gd name="connsiteY1283" fmla="*/ 1139109 h 2800590"/>
              <a:gd name="connsiteX1284" fmla="*/ 7643175 w 12192000"/>
              <a:gd name="connsiteY1284" fmla="*/ 1146044 h 2800590"/>
              <a:gd name="connsiteX1285" fmla="*/ 7604135 w 12192000"/>
              <a:gd name="connsiteY1285" fmla="*/ 1162655 h 2800590"/>
              <a:gd name="connsiteX1286" fmla="*/ 7600529 w 12192000"/>
              <a:gd name="connsiteY1286" fmla="*/ 1164593 h 2800590"/>
              <a:gd name="connsiteX1287" fmla="*/ 7651131 w 12192000"/>
              <a:gd name="connsiteY1287" fmla="*/ 1156275 h 2800590"/>
              <a:gd name="connsiteX1288" fmla="*/ 3953193 w 12192000"/>
              <a:gd name="connsiteY1288" fmla="*/ 1134760 h 2800590"/>
              <a:gd name="connsiteX1289" fmla="*/ 3949528 w 12192000"/>
              <a:gd name="connsiteY1289" fmla="*/ 1136523 h 2800590"/>
              <a:gd name="connsiteX1290" fmla="*/ 3977552 w 12192000"/>
              <a:gd name="connsiteY1290" fmla="*/ 1138550 h 2800590"/>
              <a:gd name="connsiteX1291" fmla="*/ 4380373 w 12192000"/>
              <a:gd name="connsiteY1291" fmla="*/ 1208049 h 2800590"/>
              <a:gd name="connsiteX1292" fmla="*/ 4625332 w 12192000"/>
              <a:gd name="connsiteY1292" fmla="*/ 1276266 h 2800590"/>
              <a:gd name="connsiteX1293" fmla="*/ 5285417 w 12192000"/>
              <a:gd name="connsiteY1293" fmla="*/ 1536728 h 2800590"/>
              <a:gd name="connsiteX1294" fmla="*/ 5896511 w 12192000"/>
              <a:gd name="connsiteY1294" fmla="*/ 1781439 h 2800590"/>
              <a:gd name="connsiteX1295" fmla="*/ 5918477 w 12192000"/>
              <a:gd name="connsiteY1295" fmla="*/ 1788204 h 2800590"/>
              <a:gd name="connsiteX1296" fmla="*/ 5922055 w 12192000"/>
              <a:gd name="connsiteY1296" fmla="*/ 1787354 h 2800590"/>
              <a:gd name="connsiteX1297" fmla="*/ 5937040 w 12192000"/>
              <a:gd name="connsiteY1297" fmla="*/ 1782172 h 2800590"/>
              <a:gd name="connsiteX1298" fmla="*/ 5876669 w 12192000"/>
              <a:gd name="connsiteY1298" fmla="*/ 1760981 h 2800590"/>
              <a:gd name="connsiteX1299" fmla="*/ 5377821 w 12192000"/>
              <a:gd name="connsiteY1299" fmla="*/ 1553844 h 2800590"/>
              <a:gd name="connsiteX1300" fmla="*/ 4764121 w 12192000"/>
              <a:gd name="connsiteY1300" fmla="*/ 1305784 h 2800590"/>
              <a:gd name="connsiteX1301" fmla="*/ 4518913 w 12192000"/>
              <a:gd name="connsiteY1301" fmla="*/ 1231367 h 2800590"/>
              <a:gd name="connsiteX1302" fmla="*/ 4056340 w 12192000"/>
              <a:gd name="connsiteY1302" fmla="*/ 1143778 h 2800590"/>
              <a:gd name="connsiteX1303" fmla="*/ 9278969 w 12192000"/>
              <a:gd name="connsiteY1303" fmla="*/ 1130709 h 2800590"/>
              <a:gd name="connsiteX1304" fmla="*/ 9245577 w 12192000"/>
              <a:gd name="connsiteY1304" fmla="*/ 1220267 h 2800590"/>
              <a:gd name="connsiteX1305" fmla="*/ 9360322 w 12192000"/>
              <a:gd name="connsiteY1305" fmla="*/ 1272086 h 2800590"/>
              <a:gd name="connsiteX1306" fmla="*/ 9390536 w 12192000"/>
              <a:gd name="connsiteY1306" fmla="*/ 1178976 h 2800590"/>
              <a:gd name="connsiteX1307" fmla="*/ 9288673 w 12192000"/>
              <a:gd name="connsiteY1307" fmla="*/ 1134014 h 2800590"/>
              <a:gd name="connsiteX1308" fmla="*/ 3879781 w 12192000"/>
              <a:gd name="connsiteY1308" fmla="*/ 1129785 h 2800590"/>
              <a:gd name="connsiteX1309" fmla="*/ 3876569 w 12192000"/>
              <a:gd name="connsiteY1309" fmla="*/ 1131244 h 2800590"/>
              <a:gd name="connsiteX1310" fmla="*/ 3923900 w 12192000"/>
              <a:gd name="connsiteY1310" fmla="*/ 1134669 h 2800590"/>
              <a:gd name="connsiteX1311" fmla="*/ 3928244 w 12192000"/>
              <a:gd name="connsiteY1311" fmla="*/ 1132579 h 2800590"/>
              <a:gd name="connsiteX1312" fmla="*/ 3903710 w 12192000"/>
              <a:gd name="connsiteY1312" fmla="*/ 1130434 h 2800590"/>
              <a:gd name="connsiteX1313" fmla="*/ 3842350 w 12192000"/>
              <a:gd name="connsiteY1313" fmla="*/ 1128769 h 2800590"/>
              <a:gd name="connsiteX1314" fmla="*/ 3850310 w 12192000"/>
              <a:gd name="connsiteY1314" fmla="*/ 1129345 h 2800590"/>
              <a:gd name="connsiteX1315" fmla="*/ 3851057 w 12192000"/>
              <a:gd name="connsiteY1315" fmla="*/ 1129005 h 2800590"/>
              <a:gd name="connsiteX1316" fmla="*/ 3108141 w 12192000"/>
              <a:gd name="connsiteY1316" fmla="*/ 1128134 h 2800590"/>
              <a:gd name="connsiteX1317" fmla="*/ 3060666 w 12192000"/>
              <a:gd name="connsiteY1317" fmla="*/ 1128731 h 2800590"/>
              <a:gd name="connsiteX1318" fmla="*/ 1803660 w 12192000"/>
              <a:gd name="connsiteY1318" fmla="*/ 1427830 h 2800590"/>
              <a:gd name="connsiteX1319" fmla="*/ 1694017 w 12192000"/>
              <a:gd name="connsiteY1319" fmla="*/ 1466031 h 2800590"/>
              <a:gd name="connsiteX1320" fmla="*/ 1674421 w 12192000"/>
              <a:gd name="connsiteY1320" fmla="*/ 1472853 h 2800590"/>
              <a:gd name="connsiteX1321" fmla="*/ 850865 w 12192000"/>
              <a:gd name="connsiteY1321" fmla="*/ 1705284 h 2800590"/>
              <a:gd name="connsiteX1322" fmla="*/ 208762 w 12192000"/>
              <a:gd name="connsiteY1322" fmla="*/ 1718900 h 2800590"/>
              <a:gd name="connsiteX1323" fmla="*/ 80078 w 12192000"/>
              <a:gd name="connsiteY1323" fmla="*/ 1686079 h 2800590"/>
              <a:gd name="connsiteX1324" fmla="*/ 170699 w 12192000"/>
              <a:gd name="connsiteY1324" fmla="*/ 1713965 h 2800590"/>
              <a:gd name="connsiteX1325" fmla="*/ 972783 w 12192000"/>
              <a:gd name="connsiteY1325" fmla="*/ 1695486 h 2800590"/>
              <a:gd name="connsiteX1326" fmla="*/ 1794356 w 12192000"/>
              <a:gd name="connsiteY1326" fmla="*/ 1441473 h 2800590"/>
              <a:gd name="connsiteX1327" fmla="*/ 1925084 w 12192000"/>
              <a:gd name="connsiteY1327" fmla="*/ 1395831 h 2800590"/>
              <a:gd name="connsiteX1328" fmla="*/ 3003729 w 12192000"/>
              <a:gd name="connsiteY1328" fmla="*/ 1134572 h 2800590"/>
              <a:gd name="connsiteX1329" fmla="*/ 3977217 w 12192000"/>
              <a:gd name="connsiteY1329" fmla="*/ 1123207 h 2800590"/>
              <a:gd name="connsiteX1330" fmla="*/ 3971051 w 12192000"/>
              <a:gd name="connsiteY1330" fmla="*/ 1126172 h 2800590"/>
              <a:gd name="connsiteX1331" fmla="*/ 4006870 w 12192000"/>
              <a:gd name="connsiteY1331" fmla="*/ 1128080 h 2800590"/>
              <a:gd name="connsiteX1332" fmla="*/ 4522509 w 12192000"/>
              <a:gd name="connsiteY1332" fmla="*/ 1221692 h 2800590"/>
              <a:gd name="connsiteX1333" fmla="*/ 4768586 w 12192000"/>
              <a:gd name="connsiteY1333" fmla="*/ 1296110 h 2800590"/>
              <a:gd name="connsiteX1334" fmla="*/ 5383276 w 12192000"/>
              <a:gd name="connsiteY1334" fmla="*/ 1544169 h 2800590"/>
              <a:gd name="connsiteX1335" fmla="*/ 5881409 w 12192000"/>
              <a:gd name="connsiteY1335" fmla="*/ 1751202 h 2800590"/>
              <a:gd name="connsiteX1336" fmla="*/ 5953540 w 12192000"/>
              <a:gd name="connsiteY1336" fmla="*/ 1776466 h 2800590"/>
              <a:gd name="connsiteX1337" fmla="*/ 5974870 w 12192000"/>
              <a:gd name="connsiteY1337" fmla="*/ 1769090 h 2800590"/>
              <a:gd name="connsiteX1338" fmla="*/ 5834265 w 12192000"/>
              <a:gd name="connsiteY1338" fmla="*/ 1714059 h 2800590"/>
              <a:gd name="connsiteX1339" fmla="*/ 5475928 w 12192000"/>
              <a:gd name="connsiteY1339" fmla="*/ 1559673 h 2800590"/>
              <a:gd name="connsiteX1340" fmla="*/ 4907749 w 12192000"/>
              <a:gd name="connsiteY1340" fmla="*/ 1324017 h 2800590"/>
              <a:gd name="connsiteX1341" fmla="*/ 4661178 w 12192000"/>
              <a:gd name="connsiteY1341" fmla="*/ 1244142 h 2800590"/>
              <a:gd name="connsiteX1342" fmla="*/ 4032884 w 12192000"/>
              <a:gd name="connsiteY1342" fmla="*/ 1125892 h 2800590"/>
              <a:gd name="connsiteX1343" fmla="*/ 3902221 w 12192000"/>
              <a:gd name="connsiteY1343" fmla="*/ 1119589 h 2800590"/>
              <a:gd name="connsiteX1344" fmla="*/ 3896474 w 12192000"/>
              <a:gd name="connsiteY1344" fmla="*/ 1122200 h 2800590"/>
              <a:gd name="connsiteX1345" fmla="*/ 3944505 w 12192000"/>
              <a:gd name="connsiteY1345" fmla="*/ 1124758 h 2800590"/>
              <a:gd name="connsiteX1346" fmla="*/ 3950418 w 12192000"/>
              <a:gd name="connsiteY1346" fmla="*/ 1121914 h 2800590"/>
              <a:gd name="connsiteX1347" fmla="*/ 8502795 w 12192000"/>
              <a:gd name="connsiteY1347" fmla="*/ 1118644 h 2800590"/>
              <a:gd name="connsiteX1348" fmla="*/ 8462029 w 12192000"/>
              <a:gd name="connsiteY1348" fmla="*/ 1176940 h 2800590"/>
              <a:gd name="connsiteX1349" fmla="*/ 8466026 w 12192000"/>
              <a:gd name="connsiteY1349" fmla="*/ 1177547 h 2800590"/>
              <a:gd name="connsiteX1350" fmla="*/ 8558350 w 12192000"/>
              <a:gd name="connsiteY1350" fmla="*/ 1199704 h 2800590"/>
              <a:gd name="connsiteX1351" fmla="*/ 8565380 w 12192000"/>
              <a:gd name="connsiteY1351" fmla="*/ 1188949 h 2800590"/>
              <a:gd name="connsiteX1352" fmla="*/ 8599893 w 12192000"/>
              <a:gd name="connsiteY1352" fmla="*/ 1134708 h 2800590"/>
              <a:gd name="connsiteX1353" fmla="*/ 8567372 w 12192000"/>
              <a:gd name="connsiteY1353" fmla="*/ 1127473 h 2800590"/>
              <a:gd name="connsiteX1354" fmla="*/ 7784884 w 12192000"/>
              <a:gd name="connsiteY1354" fmla="*/ 1117200 h 2800590"/>
              <a:gd name="connsiteX1355" fmla="*/ 7722563 w 12192000"/>
              <a:gd name="connsiteY1355" fmla="*/ 1129021 h 2800590"/>
              <a:gd name="connsiteX1356" fmla="*/ 7685208 w 12192000"/>
              <a:gd name="connsiteY1356" fmla="*/ 1150730 h 2800590"/>
              <a:gd name="connsiteX1357" fmla="*/ 7738206 w 12192000"/>
              <a:gd name="connsiteY1357" fmla="*/ 1146598 h 2800590"/>
              <a:gd name="connsiteX1358" fmla="*/ 3843523 w 12192000"/>
              <a:gd name="connsiteY1358" fmla="*/ 1116757 h 2800590"/>
              <a:gd name="connsiteX1359" fmla="*/ 3837038 w 12192000"/>
              <a:gd name="connsiteY1359" fmla="*/ 1119034 h 2800590"/>
              <a:gd name="connsiteX1360" fmla="*/ 3869218 w 12192000"/>
              <a:gd name="connsiteY1360" fmla="*/ 1120748 h 2800590"/>
              <a:gd name="connsiteX1361" fmla="*/ 3874690 w 12192000"/>
              <a:gd name="connsiteY1361" fmla="*/ 1118261 h 2800590"/>
              <a:gd name="connsiteX1362" fmla="*/ 3802574 w 12192000"/>
              <a:gd name="connsiteY1362" fmla="*/ 1116703 h 2800590"/>
              <a:gd name="connsiteX1363" fmla="*/ 3796217 w 12192000"/>
              <a:gd name="connsiteY1363" fmla="*/ 1116860 h 2800590"/>
              <a:gd name="connsiteX1364" fmla="*/ 3801346 w 12192000"/>
              <a:gd name="connsiteY1364" fmla="*/ 1117133 h 2800590"/>
              <a:gd name="connsiteX1365" fmla="*/ 3098035 w 12192000"/>
              <a:gd name="connsiteY1365" fmla="*/ 1114283 h 2800590"/>
              <a:gd name="connsiteX1366" fmla="*/ 1710390 w 12192000"/>
              <a:gd name="connsiteY1366" fmla="*/ 1436760 h 2800590"/>
              <a:gd name="connsiteX1367" fmla="*/ 1678142 w 12192000"/>
              <a:gd name="connsiteY1367" fmla="*/ 1448047 h 2800590"/>
              <a:gd name="connsiteX1368" fmla="*/ 1550391 w 12192000"/>
              <a:gd name="connsiteY1368" fmla="*/ 1492698 h 2800590"/>
              <a:gd name="connsiteX1369" fmla="*/ 726214 w 12192000"/>
              <a:gd name="connsiteY1369" fmla="*/ 1703548 h 2800590"/>
              <a:gd name="connsiteX1370" fmla="*/ 333975 w 12192000"/>
              <a:gd name="connsiteY1370" fmla="*/ 1719632 h 2800590"/>
              <a:gd name="connsiteX1371" fmla="*/ 201649 w 12192000"/>
              <a:gd name="connsiteY1371" fmla="*/ 1703968 h 2800590"/>
              <a:gd name="connsiteX1372" fmla="*/ 238153 w 12192000"/>
              <a:gd name="connsiteY1372" fmla="*/ 1711196 h 2800590"/>
              <a:gd name="connsiteX1373" fmla="*/ 848632 w 12192000"/>
              <a:gd name="connsiteY1373" fmla="*/ 1693129 h 2800590"/>
              <a:gd name="connsiteX1374" fmla="*/ 1670328 w 12192000"/>
              <a:gd name="connsiteY1374" fmla="*/ 1461194 h 2800590"/>
              <a:gd name="connsiteX1375" fmla="*/ 1689925 w 12192000"/>
              <a:gd name="connsiteY1375" fmla="*/ 1454372 h 2800590"/>
              <a:gd name="connsiteX1376" fmla="*/ 1799939 w 12192000"/>
              <a:gd name="connsiteY1376" fmla="*/ 1416667 h 2800590"/>
              <a:gd name="connsiteX1377" fmla="*/ 3060658 w 12192000"/>
              <a:gd name="connsiteY1377" fmla="*/ 1116770 h 2800590"/>
              <a:gd name="connsiteX1378" fmla="*/ 3128239 w 12192000"/>
              <a:gd name="connsiteY1378" fmla="*/ 1115943 h 2800590"/>
              <a:gd name="connsiteX1379" fmla="*/ 3101135 w 12192000"/>
              <a:gd name="connsiteY1379" fmla="*/ 1114283 h 2800590"/>
              <a:gd name="connsiteX1380" fmla="*/ 7731393 w 12192000"/>
              <a:gd name="connsiteY1380" fmla="*/ 1110281 h 2800590"/>
              <a:gd name="connsiteX1381" fmla="*/ 7718099 w 12192000"/>
              <a:gd name="connsiteY1381" fmla="*/ 1114165 h 2800590"/>
              <a:gd name="connsiteX1382" fmla="*/ 7704678 w 12192000"/>
              <a:gd name="connsiteY1382" fmla="*/ 1119875 h 2800590"/>
              <a:gd name="connsiteX1383" fmla="*/ 7717838 w 12192000"/>
              <a:gd name="connsiteY1383" fmla="*/ 1117443 h 2800590"/>
              <a:gd name="connsiteX1384" fmla="*/ 7725297 w 12192000"/>
              <a:gd name="connsiteY1384" fmla="*/ 1113102 h 2800590"/>
              <a:gd name="connsiteX1385" fmla="*/ 8884622 w 12192000"/>
              <a:gd name="connsiteY1385" fmla="*/ 1109512 h 2800590"/>
              <a:gd name="connsiteX1386" fmla="*/ 8867020 w 12192000"/>
              <a:gd name="connsiteY1386" fmla="*/ 1143554 h 2800590"/>
              <a:gd name="connsiteX1387" fmla="*/ 8846487 w 12192000"/>
              <a:gd name="connsiteY1387" fmla="*/ 1182032 h 2800590"/>
              <a:gd name="connsiteX1388" fmla="*/ 8925713 w 12192000"/>
              <a:gd name="connsiteY1388" fmla="*/ 1205888 h 2800590"/>
              <a:gd name="connsiteX1389" fmla="*/ 8951192 w 12192000"/>
              <a:gd name="connsiteY1389" fmla="*/ 1216152 h 2800590"/>
              <a:gd name="connsiteX1390" fmla="*/ 8988128 w 12192000"/>
              <a:gd name="connsiteY1390" fmla="*/ 1138690 h 2800590"/>
              <a:gd name="connsiteX1391" fmla="*/ 8886121 w 12192000"/>
              <a:gd name="connsiteY1391" fmla="*/ 1109817 h 2800590"/>
              <a:gd name="connsiteX1392" fmla="*/ 4009891 w 12192000"/>
              <a:gd name="connsiteY1392" fmla="*/ 1107494 h 2800590"/>
              <a:gd name="connsiteX1393" fmla="*/ 3999660 w 12192000"/>
              <a:gd name="connsiteY1393" fmla="*/ 1112414 h 2800590"/>
              <a:gd name="connsiteX1394" fmla="*/ 4072519 w 12192000"/>
              <a:gd name="connsiteY1394" fmla="*/ 1117059 h 2800590"/>
              <a:gd name="connsiteX1395" fmla="*/ 4664649 w 12192000"/>
              <a:gd name="connsiteY1395" fmla="*/ 1232235 h 2800590"/>
              <a:gd name="connsiteX1396" fmla="*/ 4911965 w 12192000"/>
              <a:gd name="connsiteY1396" fmla="*/ 1312358 h 2800590"/>
              <a:gd name="connsiteX1397" fmla="*/ 5481013 w 12192000"/>
              <a:gd name="connsiteY1397" fmla="*/ 1548015 h 2800590"/>
              <a:gd name="connsiteX1398" fmla="*/ 5838512 w 12192000"/>
              <a:gd name="connsiteY1398" fmla="*/ 1702199 h 2800590"/>
              <a:gd name="connsiteX1399" fmla="*/ 5993349 w 12192000"/>
              <a:gd name="connsiteY1399" fmla="*/ 1762699 h 2800590"/>
              <a:gd name="connsiteX1400" fmla="*/ 6016173 w 12192000"/>
              <a:gd name="connsiteY1400" fmla="*/ 1754807 h 2800590"/>
              <a:gd name="connsiteX1401" fmla="*/ 5959177 w 12192000"/>
              <a:gd name="connsiteY1401" fmla="*/ 1732618 h 2800590"/>
              <a:gd name="connsiteX1402" fmla="*/ 5573291 w 12192000"/>
              <a:gd name="connsiteY1402" fmla="*/ 1563891 h 2800590"/>
              <a:gd name="connsiteX1403" fmla="*/ 5050754 w 12192000"/>
              <a:gd name="connsiteY1403" fmla="*/ 1341381 h 2800590"/>
              <a:gd name="connsiteX1404" fmla="*/ 4802693 w 12192000"/>
              <a:gd name="connsiteY1404" fmla="*/ 1255429 h 2800590"/>
              <a:gd name="connsiteX1405" fmla="*/ 4159977 w 12192000"/>
              <a:gd name="connsiteY1405" fmla="*/ 1117967 h 2800590"/>
              <a:gd name="connsiteX1406" fmla="*/ 7876283 w 12192000"/>
              <a:gd name="connsiteY1406" fmla="*/ 1106672 h 2800590"/>
              <a:gd name="connsiteX1407" fmla="*/ 7815999 w 12192000"/>
              <a:gd name="connsiteY1407" fmla="*/ 1112656 h 2800590"/>
              <a:gd name="connsiteX1408" fmla="*/ 7765492 w 12192000"/>
              <a:gd name="connsiteY1408" fmla="*/ 1144471 h 2800590"/>
              <a:gd name="connsiteX1409" fmla="*/ 7829616 w 12192000"/>
              <a:gd name="connsiteY1409" fmla="*/ 1139473 h 2800590"/>
              <a:gd name="connsiteX1410" fmla="*/ 7837699 w 12192000"/>
              <a:gd name="connsiteY1410" fmla="*/ 1133011 h 2800590"/>
              <a:gd name="connsiteX1411" fmla="*/ 3837398 w 12192000"/>
              <a:gd name="connsiteY1411" fmla="*/ 1104489 h 2800590"/>
              <a:gd name="connsiteX1412" fmla="*/ 3821601 w 12192000"/>
              <a:gd name="connsiteY1412" fmla="*/ 1104602 h 2800590"/>
              <a:gd name="connsiteX1413" fmla="*/ 3836952 w 12192000"/>
              <a:gd name="connsiteY1413" fmla="*/ 1104646 h 2800590"/>
              <a:gd name="connsiteX1414" fmla="*/ 3906882 w 12192000"/>
              <a:gd name="connsiteY1414" fmla="*/ 1103991 h 2800590"/>
              <a:gd name="connsiteX1415" fmla="*/ 3879318 w 12192000"/>
              <a:gd name="connsiteY1415" fmla="*/ 1104189 h 2800590"/>
              <a:gd name="connsiteX1416" fmla="*/ 3877689 w 12192000"/>
              <a:gd name="connsiteY1416" fmla="*/ 1104761 h 2800590"/>
              <a:gd name="connsiteX1417" fmla="*/ 3879694 w 12192000"/>
              <a:gd name="connsiteY1417" fmla="*/ 1104766 h 2800590"/>
              <a:gd name="connsiteX1418" fmla="*/ 3901337 w 12192000"/>
              <a:gd name="connsiteY1418" fmla="*/ 1106146 h 2800590"/>
              <a:gd name="connsiteX1419" fmla="*/ 3903353 w 12192000"/>
              <a:gd name="connsiteY1419" fmla="*/ 1105229 h 2800590"/>
              <a:gd name="connsiteX1420" fmla="*/ 8395065 w 12192000"/>
              <a:gd name="connsiteY1420" fmla="*/ 1103915 h 2800590"/>
              <a:gd name="connsiteX1421" fmla="*/ 8393460 w 12192000"/>
              <a:gd name="connsiteY1421" fmla="*/ 1105834 h 2800590"/>
              <a:gd name="connsiteX1422" fmla="*/ 8351821 w 12192000"/>
              <a:gd name="connsiteY1422" fmla="*/ 1160196 h 2800590"/>
              <a:gd name="connsiteX1423" fmla="*/ 8447875 w 12192000"/>
              <a:gd name="connsiteY1423" fmla="*/ 1174789 h 2800590"/>
              <a:gd name="connsiteX1424" fmla="*/ 8488591 w 12192000"/>
              <a:gd name="connsiteY1424" fmla="*/ 1116702 h 2800590"/>
              <a:gd name="connsiteX1425" fmla="*/ 3954766 w 12192000"/>
              <a:gd name="connsiteY1425" fmla="*/ 1103648 h 2800590"/>
              <a:gd name="connsiteX1426" fmla="*/ 3945027 w 12192000"/>
              <a:gd name="connsiteY1426" fmla="*/ 1103718 h 2800590"/>
              <a:gd name="connsiteX1427" fmla="*/ 3932624 w 12192000"/>
              <a:gd name="connsiteY1427" fmla="*/ 1108140 h 2800590"/>
              <a:gd name="connsiteX1428" fmla="*/ 3973621 w 12192000"/>
              <a:gd name="connsiteY1428" fmla="*/ 1110754 h 2800590"/>
              <a:gd name="connsiteX1429" fmla="*/ 3984134 w 12192000"/>
              <a:gd name="connsiteY1429" fmla="*/ 1105697 h 2800590"/>
              <a:gd name="connsiteX1430" fmla="*/ 3002072 w 12192000"/>
              <a:gd name="connsiteY1430" fmla="*/ 1102199 h 2800590"/>
              <a:gd name="connsiteX1431" fmla="*/ 1713118 w 12192000"/>
              <a:gd name="connsiteY1431" fmla="*/ 1410838 h 2800590"/>
              <a:gd name="connsiteX1432" fmla="*/ 1426237 w 12192000"/>
              <a:gd name="connsiteY1432" fmla="*/ 1512543 h 2800590"/>
              <a:gd name="connsiteX1433" fmla="*/ 640980 w 12192000"/>
              <a:gd name="connsiteY1433" fmla="*/ 1696607 h 2800590"/>
              <a:gd name="connsiteX1434" fmla="*/ 433236 w 12192000"/>
              <a:gd name="connsiteY1434" fmla="*/ 1707744 h 2800590"/>
              <a:gd name="connsiteX1435" fmla="*/ 386636 w 12192000"/>
              <a:gd name="connsiteY1435" fmla="*/ 1707384 h 2800590"/>
              <a:gd name="connsiteX1436" fmla="*/ 272217 w 12192000"/>
              <a:gd name="connsiteY1436" fmla="*/ 1700780 h 2800590"/>
              <a:gd name="connsiteX1437" fmla="*/ 335296 w 12192000"/>
              <a:gd name="connsiteY1437" fmla="*/ 1706988 h 2800590"/>
              <a:gd name="connsiteX1438" fmla="*/ 386636 w 12192000"/>
              <a:gd name="connsiteY1438" fmla="*/ 1707384 h 2800590"/>
              <a:gd name="connsiteX1439" fmla="*/ 412310 w 12192000"/>
              <a:gd name="connsiteY1439" fmla="*/ 1708866 h 2800590"/>
              <a:gd name="connsiteX1440" fmla="*/ 433236 w 12192000"/>
              <a:gd name="connsiteY1440" fmla="*/ 1707744 h 2800590"/>
              <a:gd name="connsiteX1441" fmla="*/ 523123 w 12192000"/>
              <a:gd name="connsiteY1441" fmla="*/ 1708439 h 2800590"/>
              <a:gd name="connsiteX1442" fmla="*/ 724602 w 12192000"/>
              <a:gd name="connsiteY1442" fmla="*/ 1690773 h 2800590"/>
              <a:gd name="connsiteX1443" fmla="*/ 1546298 w 12192000"/>
              <a:gd name="connsiteY1443" fmla="*/ 1480915 h 2800590"/>
              <a:gd name="connsiteX1444" fmla="*/ 1674049 w 12192000"/>
              <a:gd name="connsiteY1444" fmla="*/ 1436388 h 2800590"/>
              <a:gd name="connsiteX1445" fmla="*/ 1706173 w 12192000"/>
              <a:gd name="connsiteY1445" fmla="*/ 1425102 h 2800590"/>
              <a:gd name="connsiteX1446" fmla="*/ 2921280 w 12192000"/>
              <a:gd name="connsiteY1446" fmla="*/ 1109970 h 2800590"/>
              <a:gd name="connsiteX1447" fmla="*/ 3051576 w 12192000"/>
              <a:gd name="connsiteY1447" fmla="*/ 1104556 h 2800590"/>
              <a:gd name="connsiteX1448" fmla="*/ 7971766 w 12192000"/>
              <a:gd name="connsiteY1448" fmla="*/ 1097194 h 2800590"/>
              <a:gd name="connsiteX1449" fmla="*/ 7903222 w 12192000"/>
              <a:gd name="connsiteY1449" fmla="*/ 1103998 h 2800590"/>
              <a:gd name="connsiteX1450" fmla="*/ 7854261 w 12192000"/>
              <a:gd name="connsiteY1450" fmla="*/ 1137552 h 2800590"/>
              <a:gd name="connsiteX1451" fmla="*/ 7928530 w 12192000"/>
              <a:gd name="connsiteY1451" fmla="*/ 1131762 h 2800590"/>
              <a:gd name="connsiteX1452" fmla="*/ 7931517 w 12192000"/>
              <a:gd name="connsiteY1452" fmla="*/ 1131802 h 2800590"/>
              <a:gd name="connsiteX1453" fmla="*/ 7970287 w 12192000"/>
              <a:gd name="connsiteY1453" fmla="*/ 1098284 h 2800590"/>
              <a:gd name="connsiteX1454" fmla="*/ 8293197 w 12192000"/>
              <a:gd name="connsiteY1454" fmla="*/ 1094651 h 2800590"/>
              <a:gd name="connsiteX1455" fmla="*/ 8255368 w 12192000"/>
              <a:gd name="connsiteY1455" fmla="*/ 1136236 h 2800590"/>
              <a:gd name="connsiteX1456" fmla="*/ 8248065 w 12192000"/>
              <a:gd name="connsiteY1456" fmla="*/ 1144951 h 2800590"/>
              <a:gd name="connsiteX1457" fmla="*/ 8255314 w 12192000"/>
              <a:gd name="connsiteY1457" fmla="*/ 1145533 h 2800590"/>
              <a:gd name="connsiteX1458" fmla="*/ 8337837 w 12192000"/>
              <a:gd name="connsiteY1458" fmla="*/ 1158071 h 2800590"/>
              <a:gd name="connsiteX1459" fmla="*/ 8380868 w 12192000"/>
              <a:gd name="connsiteY1459" fmla="*/ 1101974 h 2800590"/>
              <a:gd name="connsiteX1460" fmla="*/ 8357819 w 12192000"/>
              <a:gd name="connsiteY1460" fmla="*/ 1098823 h 2800590"/>
              <a:gd name="connsiteX1461" fmla="*/ 4041838 w 12192000"/>
              <a:gd name="connsiteY1461" fmla="*/ 1094061 h 2800590"/>
              <a:gd name="connsiteX1462" fmla="*/ 4035406 w 12192000"/>
              <a:gd name="connsiteY1462" fmla="*/ 1096333 h 2800590"/>
              <a:gd name="connsiteX1463" fmla="*/ 4200111 w 12192000"/>
              <a:gd name="connsiteY1463" fmla="*/ 1110491 h 2800590"/>
              <a:gd name="connsiteX1464" fmla="*/ 4806414 w 12192000"/>
              <a:gd name="connsiteY1464" fmla="*/ 1244018 h 2800590"/>
              <a:gd name="connsiteX1465" fmla="*/ 5054474 w 12192000"/>
              <a:gd name="connsiteY1465" fmla="*/ 1330219 h 2800590"/>
              <a:gd name="connsiteX1466" fmla="*/ 5577630 w 12192000"/>
              <a:gd name="connsiteY1466" fmla="*/ 1553472 h 2800590"/>
              <a:gd name="connsiteX1467" fmla="*/ 5962913 w 12192000"/>
              <a:gd name="connsiteY1467" fmla="*/ 1721672 h 2800590"/>
              <a:gd name="connsiteX1468" fmla="*/ 6032950 w 12192000"/>
              <a:gd name="connsiteY1468" fmla="*/ 1749006 h 2800590"/>
              <a:gd name="connsiteX1469" fmla="*/ 6052846 w 12192000"/>
              <a:gd name="connsiteY1469" fmla="*/ 1742125 h 2800590"/>
              <a:gd name="connsiteX1470" fmla="*/ 6057323 w 12192000"/>
              <a:gd name="connsiteY1470" fmla="*/ 1740203 h 2800590"/>
              <a:gd name="connsiteX1471" fmla="*/ 5670777 w 12192000"/>
              <a:gd name="connsiteY1471" fmla="*/ 1569099 h 2800590"/>
              <a:gd name="connsiteX1472" fmla="*/ 5194132 w 12192000"/>
              <a:gd name="connsiteY1472" fmla="*/ 1360482 h 2800590"/>
              <a:gd name="connsiteX1473" fmla="*/ 4945203 w 12192000"/>
              <a:gd name="connsiteY1473" fmla="*/ 1268452 h 2800590"/>
              <a:gd name="connsiteX1474" fmla="*/ 4082671 w 12192000"/>
              <a:gd name="connsiteY1474" fmla="*/ 1094500 h 2800590"/>
              <a:gd name="connsiteX1475" fmla="*/ 3994939 w 12192000"/>
              <a:gd name="connsiteY1475" fmla="*/ 1093557 h 2800590"/>
              <a:gd name="connsiteX1476" fmla="*/ 4005901 w 12192000"/>
              <a:gd name="connsiteY1476" fmla="*/ 1093797 h 2800590"/>
              <a:gd name="connsiteX1477" fmla="*/ 4008425 w 12192000"/>
              <a:gd name="connsiteY1477" fmla="*/ 1094014 h 2800590"/>
              <a:gd name="connsiteX1478" fmla="*/ 4009059 w 12192000"/>
              <a:gd name="connsiteY1478" fmla="*/ 1093709 h 2800590"/>
              <a:gd name="connsiteX1479" fmla="*/ 8073235 w 12192000"/>
              <a:gd name="connsiteY1479" fmla="*/ 1090502 h 2800590"/>
              <a:gd name="connsiteX1480" fmla="*/ 8037702 w 12192000"/>
              <a:gd name="connsiteY1480" fmla="*/ 1090649 h 2800590"/>
              <a:gd name="connsiteX1481" fmla="*/ 7996141 w 12192000"/>
              <a:gd name="connsiteY1481" fmla="*/ 1094775 h 2800590"/>
              <a:gd name="connsiteX1482" fmla="*/ 7978100 w 12192000"/>
              <a:gd name="connsiteY1482" fmla="*/ 1108082 h 2800590"/>
              <a:gd name="connsiteX1483" fmla="*/ 7950345 w 12192000"/>
              <a:gd name="connsiteY1483" fmla="*/ 1132054 h 2800590"/>
              <a:gd name="connsiteX1484" fmla="*/ 8027725 w 12192000"/>
              <a:gd name="connsiteY1484" fmla="*/ 1133090 h 2800590"/>
              <a:gd name="connsiteX1485" fmla="*/ 8175124 w 12192000"/>
              <a:gd name="connsiteY1485" fmla="*/ 1090080 h 2800590"/>
              <a:gd name="connsiteX1486" fmla="*/ 8092912 w 12192000"/>
              <a:gd name="connsiteY1486" fmla="*/ 1090421 h 2800590"/>
              <a:gd name="connsiteX1487" fmla="*/ 8047007 w 12192000"/>
              <a:gd name="connsiteY1487" fmla="*/ 1133348 h 2800590"/>
              <a:gd name="connsiteX1488" fmla="*/ 8114774 w 12192000"/>
              <a:gd name="connsiteY1488" fmla="*/ 1134255 h 2800590"/>
              <a:gd name="connsiteX1489" fmla="*/ 8130221 w 12192000"/>
              <a:gd name="connsiteY1489" fmla="*/ 1135495 h 2800590"/>
              <a:gd name="connsiteX1490" fmla="*/ 8219557 w 12192000"/>
              <a:gd name="connsiteY1490" fmla="*/ 1089896 h 2800590"/>
              <a:gd name="connsiteX1491" fmla="*/ 8191903 w 12192000"/>
              <a:gd name="connsiteY1491" fmla="*/ 1090011 h 2800590"/>
              <a:gd name="connsiteX1492" fmla="*/ 8145757 w 12192000"/>
              <a:gd name="connsiteY1492" fmla="*/ 1136741 h 2800590"/>
              <a:gd name="connsiteX1493" fmla="*/ 8232473 w 12192000"/>
              <a:gd name="connsiteY1493" fmla="*/ 1143700 h 2800590"/>
              <a:gd name="connsiteX1494" fmla="*/ 8245803 w 12192000"/>
              <a:gd name="connsiteY1494" fmla="*/ 1127818 h 2800590"/>
              <a:gd name="connsiteX1495" fmla="*/ 8276879 w 12192000"/>
              <a:gd name="connsiteY1495" fmla="*/ 1093597 h 2800590"/>
              <a:gd name="connsiteX1496" fmla="*/ 9158678 w 12192000"/>
              <a:gd name="connsiteY1496" fmla="*/ 1089737 h 2800590"/>
              <a:gd name="connsiteX1497" fmla="*/ 9157870 w 12192000"/>
              <a:gd name="connsiteY1497" fmla="*/ 1091710 h 2800590"/>
              <a:gd name="connsiteX1498" fmla="*/ 9124613 w 12192000"/>
              <a:gd name="connsiteY1498" fmla="*/ 1170227 h 2800590"/>
              <a:gd name="connsiteX1499" fmla="*/ 9171958 w 12192000"/>
              <a:gd name="connsiteY1499" fmla="*/ 1187020 h 2800590"/>
              <a:gd name="connsiteX1500" fmla="*/ 9234036 w 12192000"/>
              <a:gd name="connsiteY1500" fmla="*/ 1215055 h 2800590"/>
              <a:gd name="connsiteX1501" fmla="*/ 9267022 w 12192000"/>
              <a:gd name="connsiteY1501" fmla="*/ 1126640 h 2800590"/>
              <a:gd name="connsiteX1502" fmla="*/ 8768942 w 12192000"/>
              <a:gd name="connsiteY1502" fmla="*/ 1085949 h 2800590"/>
              <a:gd name="connsiteX1503" fmla="*/ 8731151 w 12192000"/>
              <a:gd name="connsiteY1503" fmla="*/ 1151604 h 2800590"/>
              <a:gd name="connsiteX1504" fmla="*/ 8781315 w 12192000"/>
              <a:gd name="connsiteY1504" fmla="*/ 1162407 h 2800590"/>
              <a:gd name="connsiteX1505" fmla="*/ 8833506 w 12192000"/>
              <a:gd name="connsiteY1505" fmla="*/ 1178123 h 2800590"/>
              <a:gd name="connsiteX1506" fmla="*/ 8854990 w 12192000"/>
              <a:gd name="connsiteY1506" fmla="*/ 1137848 h 2800590"/>
              <a:gd name="connsiteX1507" fmla="*/ 8871060 w 12192000"/>
              <a:gd name="connsiteY1507" fmla="*/ 1106749 h 2800590"/>
              <a:gd name="connsiteX1508" fmla="*/ 7839364 w 12192000"/>
              <a:gd name="connsiteY1508" fmla="*/ 1082888 h 2800590"/>
              <a:gd name="connsiteX1509" fmla="*/ 7803823 w 12192000"/>
              <a:gd name="connsiteY1509" fmla="*/ 1090466 h 2800590"/>
              <a:gd name="connsiteX1510" fmla="*/ 7763780 w 12192000"/>
              <a:gd name="connsiteY1510" fmla="*/ 1108955 h 2800590"/>
              <a:gd name="connsiteX1511" fmla="*/ 7812173 w 12192000"/>
              <a:gd name="connsiteY1511" fmla="*/ 1100014 h 2800590"/>
              <a:gd name="connsiteX1512" fmla="*/ 4081019 w 12192000"/>
              <a:gd name="connsiteY1512" fmla="*/ 1080221 h 2800590"/>
              <a:gd name="connsiteX1513" fmla="*/ 4076105 w 12192000"/>
              <a:gd name="connsiteY1513" fmla="*/ 1081957 h 2800590"/>
              <a:gd name="connsiteX1514" fmla="*/ 4134230 w 12192000"/>
              <a:gd name="connsiteY1514" fmla="*/ 1084334 h 2800590"/>
              <a:gd name="connsiteX1515" fmla="*/ 4948925 w 12192000"/>
              <a:gd name="connsiteY1515" fmla="*/ 1255925 h 2800590"/>
              <a:gd name="connsiteX1516" fmla="*/ 5198473 w 12192000"/>
              <a:gd name="connsiteY1516" fmla="*/ 1348079 h 2800590"/>
              <a:gd name="connsiteX1517" fmla="*/ 5675614 w 12192000"/>
              <a:gd name="connsiteY1517" fmla="*/ 1556945 h 2800590"/>
              <a:gd name="connsiteX1518" fmla="*/ 6073604 w 12192000"/>
              <a:gd name="connsiteY1518" fmla="*/ 1733210 h 2800590"/>
              <a:gd name="connsiteX1519" fmla="*/ 6100407 w 12192000"/>
              <a:gd name="connsiteY1519" fmla="*/ 1721696 h 2800590"/>
              <a:gd name="connsiteX1520" fmla="*/ 5987972 w 12192000"/>
              <a:gd name="connsiteY1520" fmla="*/ 1672466 h 2800590"/>
              <a:gd name="connsiteX1521" fmla="*/ 5769257 w 12192000"/>
              <a:gd name="connsiteY1521" fmla="*/ 1571457 h 2800590"/>
              <a:gd name="connsiteX1522" fmla="*/ 5338750 w 12192000"/>
              <a:gd name="connsiteY1522" fmla="*/ 1377598 h 2800590"/>
              <a:gd name="connsiteX1523" fmla="*/ 5088582 w 12192000"/>
              <a:gd name="connsiteY1523" fmla="*/ 1279615 h 2800590"/>
              <a:gd name="connsiteX1524" fmla="*/ 4263920 w 12192000"/>
              <a:gd name="connsiteY1524" fmla="*/ 1087341 h 2800590"/>
              <a:gd name="connsiteX1525" fmla="*/ 4017820 w 12192000"/>
              <a:gd name="connsiteY1525" fmla="*/ 1077761 h 2800590"/>
              <a:gd name="connsiteX1526" fmla="*/ 4013260 w 12192000"/>
              <a:gd name="connsiteY1526" fmla="*/ 1079387 h 2800590"/>
              <a:gd name="connsiteX1527" fmla="*/ 4041579 w 12192000"/>
              <a:gd name="connsiteY1527" fmla="*/ 1080545 h 2800590"/>
              <a:gd name="connsiteX1528" fmla="*/ 4046319 w 12192000"/>
              <a:gd name="connsiteY1528" fmla="*/ 1078871 h 2800590"/>
              <a:gd name="connsiteX1529" fmla="*/ 4085839 w 12192000"/>
              <a:gd name="connsiteY1529" fmla="*/ 1064905 h 2800590"/>
              <a:gd name="connsiteX1530" fmla="*/ 4069852 w 12192000"/>
              <a:gd name="connsiteY1530" fmla="*/ 1065614 h 2800590"/>
              <a:gd name="connsiteX1531" fmla="*/ 4083978 w 12192000"/>
              <a:gd name="connsiteY1531" fmla="*/ 1065563 h 2800590"/>
              <a:gd name="connsiteX1532" fmla="*/ 8659798 w 12192000"/>
              <a:gd name="connsiteY1532" fmla="*/ 1064886 h 2800590"/>
              <a:gd name="connsiteX1533" fmla="*/ 8619866 w 12192000"/>
              <a:gd name="connsiteY1533" fmla="*/ 1127637 h 2800590"/>
              <a:gd name="connsiteX1534" fmla="*/ 8717794 w 12192000"/>
              <a:gd name="connsiteY1534" fmla="*/ 1148727 h 2800590"/>
              <a:gd name="connsiteX1535" fmla="*/ 8755523 w 12192000"/>
              <a:gd name="connsiteY1535" fmla="*/ 1083216 h 2800590"/>
              <a:gd name="connsiteX1536" fmla="*/ 8673611 w 12192000"/>
              <a:gd name="connsiteY1536" fmla="*/ 1066532 h 2800590"/>
              <a:gd name="connsiteX1537" fmla="*/ 7938917 w 12192000"/>
              <a:gd name="connsiteY1537" fmla="*/ 1063917 h 2800590"/>
              <a:gd name="connsiteX1538" fmla="*/ 7914910 w 12192000"/>
              <a:gd name="connsiteY1538" fmla="*/ 1066783 h 2800590"/>
              <a:gd name="connsiteX1539" fmla="*/ 7882911 w 12192000"/>
              <a:gd name="connsiteY1539" fmla="*/ 1073605 h 2800590"/>
              <a:gd name="connsiteX1540" fmla="*/ 7858551 w 12192000"/>
              <a:gd name="connsiteY1540" fmla="*/ 1085851 h 2800590"/>
              <a:gd name="connsiteX1541" fmla="*/ 7841882 w 12192000"/>
              <a:gd name="connsiteY1541" fmla="*/ 1096350 h 2800590"/>
              <a:gd name="connsiteX1542" fmla="*/ 7900867 w 12192000"/>
              <a:gd name="connsiteY1542" fmla="*/ 1089890 h 2800590"/>
              <a:gd name="connsiteX1543" fmla="*/ 4133125 w 12192000"/>
              <a:gd name="connsiteY1543" fmla="*/ 1062807 h 2800590"/>
              <a:gd name="connsiteX1544" fmla="*/ 4129916 w 12192000"/>
              <a:gd name="connsiteY1544" fmla="*/ 1062950 h 2800590"/>
              <a:gd name="connsiteX1545" fmla="*/ 4120195 w 12192000"/>
              <a:gd name="connsiteY1545" fmla="*/ 1066384 h 2800590"/>
              <a:gd name="connsiteX1546" fmla="*/ 4342460 w 12192000"/>
              <a:gd name="connsiteY1546" fmla="*/ 1083010 h 2800590"/>
              <a:gd name="connsiteX1547" fmla="*/ 5091558 w 12192000"/>
              <a:gd name="connsiteY1547" fmla="*/ 1267708 h 2800590"/>
              <a:gd name="connsiteX1548" fmla="*/ 5342223 w 12192000"/>
              <a:gd name="connsiteY1548" fmla="*/ 1365816 h 2800590"/>
              <a:gd name="connsiteX1549" fmla="*/ 5773351 w 12192000"/>
              <a:gd name="connsiteY1549" fmla="*/ 1560046 h 2800590"/>
              <a:gd name="connsiteX1550" fmla="*/ 5991685 w 12192000"/>
              <a:gd name="connsiteY1550" fmla="*/ 1660867 h 2800590"/>
              <a:gd name="connsiteX1551" fmla="*/ 6115662 w 12192000"/>
              <a:gd name="connsiteY1551" fmla="*/ 1715143 h 2800590"/>
              <a:gd name="connsiteX1552" fmla="*/ 6142641 w 12192000"/>
              <a:gd name="connsiteY1552" fmla="*/ 1703556 h 2800590"/>
              <a:gd name="connsiteX1553" fmla="*/ 6096525 w 12192000"/>
              <a:gd name="connsiteY1553" fmla="*/ 1683052 h 2800590"/>
              <a:gd name="connsiteX1554" fmla="*/ 5864264 w 12192000"/>
              <a:gd name="connsiteY1554" fmla="*/ 1573565 h 2800590"/>
              <a:gd name="connsiteX1555" fmla="*/ 5479771 w 12192000"/>
              <a:gd name="connsiteY1555" fmla="*/ 1395334 h 2800590"/>
              <a:gd name="connsiteX1556" fmla="*/ 5228364 w 12192000"/>
              <a:gd name="connsiteY1556" fmla="*/ 1291397 h 2800590"/>
              <a:gd name="connsiteX1557" fmla="*/ 4133125 w 12192000"/>
              <a:gd name="connsiteY1557" fmla="*/ 1062807 h 2800590"/>
              <a:gd name="connsiteX1558" fmla="*/ 9039197 w 12192000"/>
              <a:gd name="connsiteY1558" fmla="*/ 1057467 h 2800590"/>
              <a:gd name="connsiteX1559" fmla="*/ 9011763 w 12192000"/>
              <a:gd name="connsiteY1559" fmla="*/ 1116887 h 2800590"/>
              <a:gd name="connsiteX1560" fmla="*/ 9005254 w 12192000"/>
              <a:gd name="connsiteY1560" fmla="*/ 1130527 h 2800590"/>
              <a:gd name="connsiteX1561" fmla="*/ 9042067 w 12192000"/>
              <a:gd name="connsiteY1561" fmla="*/ 1140947 h 2800590"/>
              <a:gd name="connsiteX1562" fmla="*/ 9112002 w 12192000"/>
              <a:gd name="connsiteY1562" fmla="*/ 1165754 h 2800590"/>
              <a:gd name="connsiteX1563" fmla="*/ 9145715 w 12192000"/>
              <a:gd name="connsiteY1563" fmla="*/ 1086252 h 2800590"/>
              <a:gd name="connsiteX1564" fmla="*/ 9145855 w 12192000"/>
              <a:gd name="connsiteY1564" fmla="*/ 1085908 h 2800590"/>
              <a:gd name="connsiteX1565" fmla="*/ 7894932 w 12192000"/>
              <a:gd name="connsiteY1565" fmla="*/ 1053454 h 2800590"/>
              <a:gd name="connsiteX1566" fmla="*/ 7861254 w 12192000"/>
              <a:gd name="connsiteY1566" fmla="*/ 1063947 h 2800590"/>
              <a:gd name="connsiteX1567" fmla="*/ 7852910 w 12192000"/>
              <a:gd name="connsiteY1567" fmla="*/ 1067800 h 2800590"/>
              <a:gd name="connsiteX1568" fmla="*/ 7875979 w 12192000"/>
              <a:gd name="connsiteY1568" fmla="*/ 1062989 h 2800590"/>
              <a:gd name="connsiteX1569" fmla="*/ 8032002 w 12192000"/>
              <a:gd name="connsiteY1569" fmla="*/ 1052803 h 2800590"/>
              <a:gd name="connsiteX1570" fmla="*/ 7966517 w 12192000"/>
              <a:gd name="connsiteY1570" fmla="*/ 1060621 h 2800590"/>
              <a:gd name="connsiteX1571" fmla="*/ 7928171 w 12192000"/>
              <a:gd name="connsiteY1571" fmla="*/ 1086900 h 2800590"/>
              <a:gd name="connsiteX1572" fmla="*/ 7972658 w 12192000"/>
              <a:gd name="connsiteY1572" fmla="*/ 1082028 h 2800590"/>
              <a:gd name="connsiteX1573" fmla="*/ 7993408 w 12192000"/>
              <a:gd name="connsiteY1573" fmla="*/ 1081245 h 2800590"/>
              <a:gd name="connsiteX1574" fmla="*/ 8551109 w 12192000"/>
              <a:gd name="connsiteY1574" fmla="*/ 1051935 h 2800590"/>
              <a:gd name="connsiteX1575" fmla="*/ 8531768 w 12192000"/>
              <a:gd name="connsiteY1575" fmla="*/ 1077213 h 2800590"/>
              <a:gd name="connsiteX1576" fmla="*/ 8511211 w 12192000"/>
              <a:gd name="connsiteY1576" fmla="*/ 1106609 h 2800590"/>
              <a:gd name="connsiteX1577" fmla="*/ 8535027 w 12192000"/>
              <a:gd name="connsiteY1577" fmla="*/ 1109366 h 2800590"/>
              <a:gd name="connsiteX1578" fmla="*/ 8606258 w 12192000"/>
              <a:gd name="connsiteY1578" fmla="*/ 1124707 h 2800590"/>
              <a:gd name="connsiteX1579" fmla="*/ 8645412 w 12192000"/>
              <a:gd name="connsiteY1579" fmla="*/ 1063172 h 2800590"/>
              <a:gd name="connsiteX1580" fmla="*/ 4125984 w 12192000"/>
              <a:gd name="connsiteY1580" fmla="*/ 1050719 h 2800590"/>
              <a:gd name="connsiteX1581" fmla="*/ 4111971 w 12192000"/>
              <a:gd name="connsiteY1581" fmla="*/ 1051179 h 2800590"/>
              <a:gd name="connsiteX1582" fmla="*/ 4124249 w 12192000"/>
              <a:gd name="connsiteY1582" fmla="*/ 1051332 h 2800590"/>
              <a:gd name="connsiteX1583" fmla="*/ 4261423 w 12192000"/>
              <a:gd name="connsiteY1583" fmla="*/ 1046275 h 2800590"/>
              <a:gd name="connsiteX1584" fmla="*/ 4168491 w 12192000"/>
              <a:gd name="connsiteY1584" fmla="*/ 1049324 h 2800590"/>
              <a:gd name="connsiteX1585" fmla="*/ 4161488 w 12192000"/>
              <a:gd name="connsiteY1585" fmla="*/ 1051798 h 2800590"/>
              <a:gd name="connsiteX1586" fmla="*/ 4234766 w 12192000"/>
              <a:gd name="connsiteY1586" fmla="*/ 1052714 h 2800590"/>
              <a:gd name="connsiteX1587" fmla="*/ 5233077 w 12192000"/>
              <a:gd name="connsiteY1587" fmla="*/ 1279615 h 2800590"/>
              <a:gd name="connsiteX1588" fmla="*/ 5484981 w 12192000"/>
              <a:gd name="connsiteY1588" fmla="*/ 1383675 h 2800590"/>
              <a:gd name="connsiteX1589" fmla="*/ 5869471 w 12192000"/>
              <a:gd name="connsiteY1589" fmla="*/ 1562154 h 2800590"/>
              <a:gd name="connsiteX1590" fmla="*/ 6101352 w 12192000"/>
              <a:gd name="connsiteY1590" fmla="*/ 1671436 h 2800590"/>
              <a:gd name="connsiteX1591" fmla="*/ 6158394 w 12192000"/>
              <a:gd name="connsiteY1591" fmla="*/ 1696789 h 2800590"/>
              <a:gd name="connsiteX1592" fmla="*/ 6189444 w 12192000"/>
              <a:gd name="connsiteY1592" fmla="*/ 1683452 h 2800590"/>
              <a:gd name="connsiteX1593" fmla="*/ 5962371 w 12192000"/>
              <a:gd name="connsiteY1593" fmla="*/ 1574061 h 2800590"/>
              <a:gd name="connsiteX1594" fmla="*/ 5624018 w 12192000"/>
              <a:gd name="connsiteY1594" fmla="*/ 1412822 h 2800590"/>
              <a:gd name="connsiteX1595" fmla="*/ 5371370 w 12192000"/>
              <a:gd name="connsiteY1595" fmla="*/ 1302932 h 2800590"/>
              <a:gd name="connsiteX1596" fmla="*/ 4261423 w 12192000"/>
              <a:gd name="connsiteY1596" fmla="*/ 1046275 h 2800590"/>
              <a:gd name="connsiteX1597" fmla="*/ 8130475 w 12192000"/>
              <a:gd name="connsiteY1597" fmla="*/ 1041046 h 2800590"/>
              <a:gd name="connsiteX1598" fmla="*/ 8057096 w 12192000"/>
              <a:gd name="connsiteY1598" fmla="*/ 1049807 h 2800590"/>
              <a:gd name="connsiteX1599" fmla="*/ 8015616 w 12192000"/>
              <a:gd name="connsiteY1599" fmla="*/ 1080407 h 2800590"/>
              <a:gd name="connsiteX1600" fmla="*/ 8086896 w 12192000"/>
              <a:gd name="connsiteY1600" fmla="*/ 1077718 h 2800590"/>
              <a:gd name="connsiteX1601" fmla="*/ 8101633 w 12192000"/>
              <a:gd name="connsiteY1601" fmla="*/ 1063927 h 2800590"/>
              <a:gd name="connsiteX1602" fmla="*/ 8447863 w 12192000"/>
              <a:gd name="connsiteY1602" fmla="*/ 1040803 h 2800590"/>
              <a:gd name="connsiteX1603" fmla="*/ 8403266 w 12192000"/>
              <a:gd name="connsiteY1603" fmla="*/ 1094111 h 2800590"/>
              <a:gd name="connsiteX1604" fmla="*/ 8496832 w 12192000"/>
              <a:gd name="connsiteY1604" fmla="*/ 1104944 h 2800590"/>
              <a:gd name="connsiteX1605" fmla="*/ 8521768 w 12192000"/>
              <a:gd name="connsiteY1605" fmla="*/ 1069369 h 2800590"/>
              <a:gd name="connsiteX1606" fmla="*/ 8536491 w 12192000"/>
              <a:gd name="connsiteY1606" fmla="*/ 1050193 h 2800590"/>
              <a:gd name="connsiteX1607" fmla="*/ 8464118 w 12192000"/>
              <a:gd name="connsiteY1607" fmla="*/ 1041570 h 2800590"/>
              <a:gd name="connsiteX1608" fmla="*/ 8227316 w 12192000"/>
              <a:gd name="connsiteY1608" fmla="*/ 1037293 h 2800590"/>
              <a:gd name="connsiteX1609" fmla="*/ 8154602 w 12192000"/>
              <a:gd name="connsiteY1609" fmla="*/ 1038905 h 2800590"/>
              <a:gd name="connsiteX1610" fmla="*/ 8109571 w 12192000"/>
              <a:gd name="connsiteY1610" fmla="*/ 1074842 h 2800590"/>
              <a:gd name="connsiteX1611" fmla="*/ 8107320 w 12192000"/>
              <a:gd name="connsiteY1611" fmla="*/ 1076947 h 2800590"/>
              <a:gd name="connsiteX1612" fmla="*/ 8130656 w 12192000"/>
              <a:gd name="connsiteY1612" fmla="*/ 1076066 h 2800590"/>
              <a:gd name="connsiteX1613" fmla="*/ 8187217 w 12192000"/>
              <a:gd name="connsiteY1613" fmla="*/ 1077849 h 2800590"/>
              <a:gd name="connsiteX1614" fmla="*/ 9314215 w 12192000"/>
              <a:gd name="connsiteY1614" fmla="*/ 1037174 h 2800590"/>
              <a:gd name="connsiteX1615" fmla="*/ 9304101 w 12192000"/>
              <a:gd name="connsiteY1615" fmla="*/ 1063307 h 2800590"/>
              <a:gd name="connsiteX1616" fmla="*/ 9283272 w 12192000"/>
              <a:gd name="connsiteY1616" fmla="*/ 1119169 h 2800590"/>
              <a:gd name="connsiteX1617" fmla="*/ 9293102 w 12192000"/>
              <a:gd name="connsiteY1617" fmla="*/ 1122514 h 2800590"/>
              <a:gd name="connsiteX1618" fmla="*/ 9394346 w 12192000"/>
              <a:gd name="connsiteY1618" fmla="*/ 1167233 h 2800590"/>
              <a:gd name="connsiteX1619" fmla="*/ 9424385 w 12192000"/>
              <a:gd name="connsiteY1619" fmla="*/ 1074658 h 2800590"/>
              <a:gd name="connsiteX1620" fmla="*/ 9410224 w 12192000"/>
              <a:gd name="connsiteY1620" fmla="*/ 1068536 h 2800590"/>
              <a:gd name="connsiteX1621" fmla="*/ 8346526 w 12192000"/>
              <a:gd name="connsiteY1621" fmla="*/ 1036024 h 2800590"/>
              <a:gd name="connsiteX1622" fmla="*/ 8304128 w 12192000"/>
              <a:gd name="connsiteY1622" fmla="*/ 1082633 h 2800590"/>
              <a:gd name="connsiteX1623" fmla="*/ 8388655 w 12192000"/>
              <a:gd name="connsiteY1623" fmla="*/ 1092420 h 2800590"/>
              <a:gd name="connsiteX1624" fmla="*/ 8432390 w 12192000"/>
              <a:gd name="connsiteY1624" fmla="*/ 1040074 h 2800590"/>
              <a:gd name="connsiteX1625" fmla="*/ 8326711 w 12192000"/>
              <a:gd name="connsiteY1625" fmla="*/ 1035090 h 2800590"/>
              <a:gd name="connsiteX1626" fmla="*/ 8244764 w 12192000"/>
              <a:gd name="connsiteY1626" fmla="*/ 1036906 h 2800590"/>
              <a:gd name="connsiteX1627" fmla="*/ 8241911 w 12192000"/>
              <a:gd name="connsiteY1627" fmla="*/ 1039369 h 2800590"/>
              <a:gd name="connsiteX1628" fmla="*/ 8203409 w 12192000"/>
              <a:gd name="connsiteY1628" fmla="*/ 1078359 h 2800590"/>
              <a:gd name="connsiteX1629" fmla="*/ 8288288 w 12192000"/>
              <a:gd name="connsiteY1629" fmla="*/ 1081034 h 2800590"/>
              <a:gd name="connsiteX1630" fmla="*/ 8329875 w 12192000"/>
              <a:gd name="connsiteY1630" fmla="*/ 1035239 h 2800590"/>
              <a:gd name="connsiteX1631" fmla="*/ 8924590 w 12192000"/>
              <a:gd name="connsiteY1631" fmla="*/ 1032215 h 2800590"/>
              <a:gd name="connsiteX1632" fmla="*/ 8890546 w 12192000"/>
              <a:gd name="connsiteY1632" fmla="*/ 1098056 h 2800590"/>
              <a:gd name="connsiteX1633" fmla="*/ 8993594 w 12192000"/>
              <a:gd name="connsiteY1633" fmla="*/ 1127226 h 2800590"/>
              <a:gd name="connsiteX1634" fmla="*/ 9000476 w 12192000"/>
              <a:gd name="connsiteY1634" fmla="*/ 1112794 h 2800590"/>
              <a:gd name="connsiteX1635" fmla="*/ 9027536 w 12192000"/>
              <a:gd name="connsiteY1635" fmla="*/ 1054358 h 2800590"/>
              <a:gd name="connsiteX1636" fmla="*/ 8993654 w 12192000"/>
              <a:gd name="connsiteY1636" fmla="*/ 1045323 h 2800590"/>
              <a:gd name="connsiteX1637" fmla="*/ 4387732 w 12192000"/>
              <a:gd name="connsiteY1637" fmla="*/ 1031428 h 2800590"/>
              <a:gd name="connsiteX1638" fmla="*/ 4231457 w 12192000"/>
              <a:gd name="connsiteY1638" fmla="*/ 1034427 h 2800590"/>
              <a:gd name="connsiteX1639" fmla="*/ 4388397 w 12192000"/>
              <a:gd name="connsiteY1639" fmla="*/ 1039578 h 2800590"/>
              <a:gd name="connsiteX1640" fmla="*/ 5375216 w 12192000"/>
              <a:gd name="connsiteY1640" fmla="*/ 1291397 h 2800590"/>
              <a:gd name="connsiteX1641" fmla="*/ 5628359 w 12192000"/>
              <a:gd name="connsiteY1641" fmla="*/ 1401535 h 2800590"/>
              <a:gd name="connsiteX1642" fmla="*/ 5966960 w 12192000"/>
              <a:gd name="connsiteY1642" fmla="*/ 1562774 h 2800590"/>
              <a:gd name="connsiteX1643" fmla="*/ 6204249 w 12192000"/>
              <a:gd name="connsiteY1643" fmla="*/ 1677093 h 2800590"/>
              <a:gd name="connsiteX1644" fmla="*/ 6238312 w 12192000"/>
              <a:gd name="connsiteY1644" fmla="*/ 1662461 h 2800590"/>
              <a:gd name="connsiteX1645" fmla="*/ 6058494 w 12192000"/>
              <a:gd name="connsiteY1645" fmla="*/ 1573813 h 2800590"/>
              <a:gd name="connsiteX1646" fmla="*/ 5766280 w 12192000"/>
              <a:gd name="connsiteY1646" fmla="*/ 1430062 h 2800590"/>
              <a:gd name="connsiteX1647" fmla="*/ 5512390 w 12192000"/>
              <a:gd name="connsiteY1647" fmla="*/ 1314219 h 2800590"/>
              <a:gd name="connsiteX1648" fmla="*/ 4387732 w 12192000"/>
              <a:gd name="connsiteY1648" fmla="*/ 1031428 h 2800590"/>
              <a:gd name="connsiteX1649" fmla="*/ 7994535 w 12192000"/>
              <a:gd name="connsiteY1649" fmla="*/ 1028087 h 2800590"/>
              <a:gd name="connsiteX1650" fmla="*/ 7957996 w 12192000"/>
              <a:gd name="connsiteY1650" fmla="*/ 1035861 h 2800590"/>
              <a:gd name="connsiteX1651" fmla="*/ 7923920 w 12192000"/>
              <a:gd name="connsiteY1651" fmla="*/ 1052991 h 2800590"/>
              <a:gd name="connsiteX1652" fmla="*/ 7931837 w 12192000"/>
              <a:gd name="connsiteY1652" fmla="*/ 1051339 h 2800590"/>
              <a:gd name="connsiteX1653" fmla="*/ 7963355 w 12192000"/>
              <a:gd name="connsiteY1653" fmla="*/ 1047234 h 2800590"/>
              <a:gd name="connsiteX1654" fmla="*/ 7979121 w 12192000"/>
              <a:gd name="connsiteY1654" fmla="*/ 1036471 h 2800590"/>
              <a:gd name="connsiteX1655" fmla="*/ 4326245 w 12192000"/>
              <a:gd name="connsiteY1655" fmla="*/ 1018780 h 2800590"/>
              <a:gd name="connsiteX1656" fmla="*/ 4314800 w 12192000"/>
              <a:gd name="connsiteY1656" fmla="*/ 1018844 h 2800590"/>
              <a:gd name="connsiteX1657" fmla="*/ 4309832 w 12192000"/>
              <a:gd name="connsiteY1657" fmla="*/ 1019413 h 2800590"/>
              <a:gd name="connsiteX1658" fmla="*/ 4515505 w 12192000"/>
              <a:gd name="connsiteY1658" fmla="*/ 1017718 h 2800590"/>
              <a:gd name="connsiteX1659" fmla="*/ 4342848 w 12192000"/>
              <a:gd name="connsiteY1659" fmla="*/ 1018687 h 2800590"/>
              <a:gd name="connsiteX1660" fmla="*/ 4516797 w 12192000"/>
              <a:gd name="connsiteY1660" fmla="*/ 1027110 h 2800590"/>
              <a:gd name="connsiteX1661" fmla="*/ 5517352 w 12192000"/>
              <a:gd name="connsiteY1661" fmla="*/ 1303552 h 2800590"/>
              <a:gd name="connsiteX1662" fmla="*/ 5771614 w 12192000"/>
              <a:gd name="connsiteY1662" fmla="*/ 1419644 h 2800590"/>
              <a:gd name="connsiteX1663" fmla="*/ 6064074 w 12192000"/>
              <a:gd name="connsiteY1663" fmla="*/ 1563394 h 2800590"/>
              <a:gd name="connsiteX1664" fmla="*/ 6252032 w 12192000"/>
              <a:gd name="connsiteY1664" fmla="*/ 1656127 h 2800590"/>
              <a:gd name="connsiteX1665" fmla="*/ 6285760 w 12192000"/>
              <a:gd name="connsiteY1665" fmla="*/ 1639757 h 2800590"/>
              <a:gd name="connsiteX1666" fmla="*/ 6155856 w 12192000"/>
              <a:gd name="connsiteY1666" fmla="*/ 1574185 h 2800590"/>
              <a:gd name="connsiteX1667" fmla="*/ 5909535 w 12192000"/>
              <a:gd name="connsiteY1667" fmla="*/ 1449411 h 2800590"/>
              <a:gd name="connsiteX1668" fmla="*/ 5654529 w 12192000"/>
              <a:gd name="connsiteY1668" fmla="*/ 1327614 h 2800590"/>
              <a:gd name="connsiteX1669" fmla="*/ 4515505 w 12192000"/>
              <a:gd name="connsiteY1669" fmla="*/ 1017718 h 2800590"/>
              <a:gd name="connsiteX1670" fmla="*/ 8812500 w 12192000"/>
              <a:gd name="connsiteY1670" fmla="*/ 1010942 h 2800590"/>
              <a:gd name="connsiteX1671" fmla="*/ 8808525 w 12192000"/>
              <a:gd name="connsiteY1671" fmla="*/ 1017183 h 2800590"/>
              <a:gd name="connsiteX1672" fmla="*/ 8775115 w 12192000"/>
              <a:gd name="connsiteY1672" fmla="*/ 1075226 h 2800590"/>
              <a:gd name="connsiteX1673" fmla="*/ 8876976 w 12192000"/>
              <a:gd name="connsiteY1673" fmla="*/ 1095300 h 2800590"/>
              <a:gd name="connsiteX1674" fmla="*/ 8910915 w 12192000"/>
              <a:gd name="connsiteY1674" fmla="*/ 1029620 h 2800590"/>
              <a:gd name="connsiteX1675" fmla="*/ 8093189 w 12192000"/>
              <a:gd name="connsiteY1675" fmla="*/ 1007711 h 2800590"/>
              <a:gd name="connsiteX1676" fmla="*/ 8085143 w 12192000"/>
              <a:gd name="connsiteY1676" fmla="*/ 1008810 h 2800590"/>
              <a:gd name="connsiteX1677" fmla="*/ 8038193 w 12192000"/>
              <a:gd name="connsiteY1677" fmla="*/ 1018799 h 2800590"/>
              <a:gd name="connsiteX1678" fmla="*/ 7993322 w 12192000"/>
              <a:gd name="connsiteY1678" fmla="*/ 1043331 h 2800590"/>
              <a:gd name="connsiteX1679" fmla="*/ 8055920 w 12192000"/>
              <a:gd name="connsiteY1679" fmla="*/ 1035177 h 2800590"/>
              <a:gd name="connsiteX1680" fmla="*/ 9193922 w 12192000"/>
              <a:gd name="connsiteY1680" fmla="*/ 1003645 h 2800590"/>
              <a:gd name="connsiteX1681" fmla="*/ 9163336 w 12192000"/>
              <a:gd name="connsiteY1681" fmla="*/ 1078358 h 2800590"/>
              <a:gd name="connsiteX1682" fmla="*/ 9271326 w 12192000"/>
              <a:gd name="connsiteY1682" fmla="*/ 1115104 h 2800590"/>
              <a:gd name="connsiteX1683" fmla="*/ 9291946 w 12192000"/>
              <a:gd name="connsiteY1683" fmla="*/ 1059834 h 2800590"/>
              <a:gd name="connsiteX1684" fmla="*/ 9301555 w 12192000"/>
              <a:gd name="connsiteY1684" fmla="*/ 1033039 h 2800590"/>
              <a:gd name="connsiteX1685" fmla="*/ 9268533 w 12192000"/>
              <a:gd name="connsiteY1685" fmla="*/ 1022252 h 2800590"/>
              <a:gd name="connsiteX1686" fmla="*/ 8705151 w 12192000"/>
              <a:gd name="connsiteY1686" fmla="*/ 998405 h 2800590"/>
              <a:gd name="connsiteX1687" fmla="*/ 8671379 w 12192000"/>
              <a:gd name="connsiteY1687" fmla="*/ 1046687 h 2800590"/>
              <a:gd name="connsiteX1688" fmla="*/ 8666802 w 12192000"/>
              <a:gd name="connsiteY1688" fmla="*/ 1053880 h 2800590"/>
              <a:gd name="connsiteX1689" fmla="*/ 8761652 w 12192000"/>
              <a:gd name="connsiteY1689" fmla="*/ 1072573 h 2800590"/>
              <a:gd name="connsiteX1690" fmla="*/ 8797579 w 12192000"/>
              <a:gd name="connsiteY1690" fmla="*/ 1010191 h 2800590"/>
              <a:gd name="connsiteX1691" fmla="*/ 8798555 w 12192000"/>
              <a:gd name="connsiteY1691" fmla="*/ 1008659 h 2800590"/>
              <a:gd name="connsiteX1692" fmla="*/ 4592244 w 12192000"/>
              <a:gd name="connsiteY1692" fmla="*/ 998309 h 2800590"/>
              <a:gd name="connsiteX1693" fmla="*/ 4441588 w 12192000"/>
              <a:gd name="connsiteY1693" fmla="*/ 999234 h 2800590"/>
              <a:gd name="connsiteX1694" fmla="*/ 4393021 w 12192000"/>
              <a:gd name="connsiteY1694" fmla="*/ 1004334 h 2800590"/>
              <a:gd name="connsiteX1695" fmla="*/ 4463354 w 12192000"/>
              <a:gd name="connsiteY1695" fmla="*/ 1002515 h 2800590"/>
              <a:gd name="connsiteX1696" fmla="*/ 5658870 w 12192000"/>
              <a:gd name="connsiteY1696" fmla="*/ 1315211 h 2800590"/>
              <a:gd name="connsiteX1697" fmla="*/ 5914373 w 12192000"/>
              <a:gd name="connsiteY1697" fmla="*/ 1437132 h 2800590"/>
              <a:gd name="connsiteX1698" fmla="*/ 6160818 w 12192000"/>
              <a:gd name="connsiteY1698" fmla="*/ 1562030 h 2800590"/>
              <a:gd name="connsiteX1699" fmla="*/ 6300520 w 12192000"/>
              <a:gd name="connsiteY1699" fmla="*/ 1632595 h 2800590"/>
              <a:gd name="connsiteX1700" fmla="*/ 6338712 w 12192000"/>
              <a:gd name="connsiteY1700" fmla="*/ 1614059 h 2800590"/>
              <a:gd name="connsiteX1701" fmla="*/ 6253220 w 12192000"/>
              <a:gd name="connsiteY1701" fmla="*/ 1569720 h 2800590"/>
              <a:gd name="connsiteX1702" fmla="*/ 6052913 w 12192000"/>
              <a:gd name="connsiteY1702" fmla="*/ 1465163 h 2800590"/>
              <a:gd name="connsiteX1703" fmla="*/ 5796668 w 12192000"/>
              <a:gd name="connsiteY1703" fmla="*/ 1337289 h 2800590"/>
              <a:gd name="connsiteX1704" fmla="*/ 4592244 w 12192000"/>
              <a:gd name="connsiteY1704" fmla="*/ 998309 h 2800590"/>
              <a:gd name="connsiteX1705" fmla="*/ 8188975 w 12192000"/>
              <a:gd name="connsiteY1705" fmla="*/ 994635 h 2800590"/>
              <a:gd name="connsiteX1706" fmla="*/ 8120782 w 12192000"/>
              <a:gd name="connsiteY1706" fmla="*/ 1003945 h 2800590"/>
              <a:gd name="connsiteX1707" fmla="*/ 8113277 w 12192000"/>
              <a:gd name="connsiteY1707" fmla="*/ 1008362 h 2800590"/>
              <a:gd name="connsiteX1708" fmla="*/ 8081433 w 12192000"/>
              <a:gd name="connsiteY1708" fmla="*/ 1031853 h 2800590"/>
              <a:gd name="connsiteX1709" fmla="*/ 8083721 w 12192000"/>
              <a:gd name="connsiteY1709" fmla="*/ 1031555 h 2800590"/>
              <a:gd name="connsiteX1710" fmla="*/ 8146936 w 12192000"/>
              <a:gd name="connsiteY1710" fmla="*/ 1027986 h 2800590"/>
              <a:gd name="connsiteX1711" fmla="*/ 8057955 w 12192000"/>
              <a:gd name="connsiteY1711" fmla="*/ 993592 h 2800590"/>
              <a:gd name="connsiteX1712" fmla="*/ 8054695 w 12192000"/>
              <a:gd name="connsiteY1712" fmla="*/ 994367 h 2800590"/>
              <a:gd name="connsiteX1713" fmla="*/ 8010458 w 12192000"/>
              <a:gd name="connsiteY1713" fmla="*/ 1009490 h 2800590"/>
              <a:gd name="connsiteX1714" fmla="*/ 7999389 w 12192000"/>
              <a:gd name="connsiteY1714" fmla="*/ 1015054 h 2800590"/>
              <a:gd name="connsiteX1715" fmla="*/ 8030227 w 12192000"/>
              <a:gd name="connsiteY1715" fmla="*/ 1008673 h 2800590"/>
              <a:gd name="connsiteX1716" fmla="*/ 8283550 w 12192000"/>
              <a:gd name="connsiteY1716" fmla="*/ 987750 h 2800590"/>
              <a:gd name="connsiteX1717" fmla="*/ 8214271 w 12192000"/>
              <a:gd name="connsiteY1717" fmla="*/ 991285 h 2800590"/>
              <a:gd name="connsiteX1718" fmla="*/ 8169909 w 12192000"/>
              <a:gd name="connsiteY1718" fmla="*/ 1026689 h 2800590"/>
              <a:gd name="connsiteX1719" fmla="*/ 8239431 w 12192000"/>
              <a:gd name="connsiteY1719" fmla="*/ 1022764 h 2800590"/>
              <a:gd name="connsiteX1720" fmla="*/ 8242979 w 12192000"/>
              <a:gd name="connsiteY1720" fmla="*/ 1022813 h 2800590"/>
              <a:gd name="connsiteX1721" fmla="*/ 8600830 w 12192000"/>
              <a:gd name="connsiteY1721" fmla="*/ 986951 h 2800590"/>
              <a:gd name="connsiteX1722" fmla="*/ 8559584 w 12192000"/>
              <a:gd name="connsiteY1722" fmla="*/ 1040858 h 2800590"/>
              <a:gd name="connsiteX1723" fmla="*/ 8641854 w 12192000"/>
              <a:gd name="connsiteY1723" fmla="*/ 1048964 h 2800590"/>
              <a:gd name="connsiteX1724" fmla="*/ 8653049 w 12192000"/>
              <a:gd name="connsiteY1724" fmla="*/ 1051170 h 2800590"/>
              <a:gd name="connsiteX1725" fmla="*/ 8660449 w 12192000"/>
              <a:gd name="connsiteY1725" fmla="*/ 1039540 h 2800590"/>
              <a:gd name="connsiteX1726" fmla="*/ 8690374 w 12192000"/>
              <a:gd name="connsiteY1726" fmla="*/ 996782 h 2800590"/>
              <a:gd name="connsiteX1727" fmla="*/ 8379576 w 12192000"/>
              <a:gd name="connsiteY1727" fmla="*/ 982849 h 2800590"/>
              <a:gd name="connsiteX1728" fmla="*/ 8302846 w 12192000"/>
              <a:gd name="connsiteY1728" fmla="*/ 986765 h 2800590"/>
              <a:gd name="connsiteX1729" fmla="*/ 8260801 w 12192000"/>
              <a:gd name="connsiteY1729" fmla="*/ 1023062 h 2800590"/>
              <a:gd name="connsiteX1730" fmla="*/ 8339933 w 12192000"/>
              <a:gd name="connsiteY1730" fmla="*/ 1024164 h 2800590"/>
              <a:gd name="connsiteX1731" fmla="*/ 8365321 w 12192000"/>
              <a:gd name="connsiteY1731" fmla="*/ 996207 h 2800590"/>
              <a:gd name="connsiteX1732" fmla="*/ 4567843 w 12192000"/>
              <a:gd name="connsiteY1732" fmla="*/ 982534 h 2800590"/>
              <a:gd name="connsiteX1733" fmla="*/ 4513292 w 12192000"/>
              <a:gd name="connsiteY1733" fmla="*/ 987757 h 2800590"/>
              <a:gd name="connsiteX1734" fmla="*/ 4591450 w 12192000"/>
              <a:gd name="connsiteY1734" fmla="*/ 986716 h 2800590"/>
              <a:gd name="connsiteX1735" fmla="*/ 5801504 w 12192000"/>
              <a:gd name="connsiteY1735" fmla="*/ 1326994 h 2800590"/>
              <a:gd name="connsiteX1736" fmla="*/ 6058122 w 12192000"/>
              <a:gd name="connsiteY1736" fmla="*/ 1454993 h 2800590"/>
              <a:gd name="connsiteX1737" fmla="*/ 6258429 w 12192000"/>
              <a:gd name="connsiteY1737" fmla="*/ 1559674 h 2800590"/>
              <a:gd name="connsiteX1738" fmla="*/ 6351354 w 12192000"/>
              <a:gd name="connsiteY1738" fmla="*/ 1607923 h 2800590"/>
              <a:gd name="connsiteX1739" fmla="*/ 6390792 w 12192000"/>
              <a:gd name="connsiteY1739" fmla="*/ 1588784 h 2800590"/>
              <a:gd name="connsiteX1740" fmla="*/ 6350086 w 12192000"/>
              <a:gd name="connsiteY1740" fmla="*/ 1567115 h 2800590"/>
              <a:gd name="connsiteX1741" fmla="*/ 5938060 w 12192000"/>
              <a:gd name="connsiteY1741" fmla="*/ 1350187 h 2800590"/>
              <a:gd name="connsiteX1742" fmla="*/ 4567843 w 12192000"/>
              <a:gd name="connsiteY1742" fmla="*/ 982534 h 2800590"/>
              <a:gd name="connsiteX1743" fmla="*/ 8496712 w 12192000"/>
              <a:gd name="connsiteY1743" fmla="*/ 982413 h 2800590"/>
              <a:gd name="connsiteX1744" fmla="*/ 8456329 w 12192000"/>
              <a:gd name="connsiteY1744" fmla="*/ 1030684 h 2800590"/>
              <a:gd name="connsiteX1745" fmla="*/ 8544779 w 12192000"/>
              <a:gd name="connsiteY1745" fmla="*/ 1039399 h 2800590"/>
              <a:gd name="connsiteX1746" fmla="*/ 8586269 w 12192000"/>
              <a:gd name="connsiteY1746" fmla="*/ 985364 h 2800590"/>
              <a:gd name="connsiteX1747" fmla="*/ 8430719 w 12192000"/>
              <a:gd name="connsiteY1747" fmla="*/ 980238 h 2800590"/>
              <a:gd name="connsiteX1748" fmla="*/ 8399533 w 12192000"/>
              <a:gd name="connsiteY1748" fmla="*/ 981830 h 2800590"/>
              <a:gd name="connsiteX1749" fmla="*/ 8374623 w 12192000"/>
              <a:gd name="connsiteY1749" fmla="*/ 1005137 h 2800590"/>
              <a:gd name="connsiteX1750" fmla="*/ 8357098 w 12192000"/>
              <a:gd name="connsiteY1750" fmla="*/ 1024403 h 2800590"/>
              <a:gd name="connsiteX1751" fmla="*/ 8398419 w 12192000"/>
              <a:gd name="connsiteY1751" fmla="*/ 1024978 h 2800590"/>
              <a:gd name="connsiteX1752" fmla="*/ 8441459 w 12192000"/>
              <a:gd name="connsiteY1752" fmla="*/ 1029219 h 2800590"/>
              <a:gd name="connsiteX1753" fmla="*/ 8480998 w 12192000"/>
              <a:gd name="connsiteY1753" fmla="*/ 981895 h 2800590"/>
              <a:gd name="connsiteX1754" fmla="*/ 9076672 w 12192000"/>
              <a:gd name="connsiteY1754" fmla="*/ 976302 h 2800590"/>
              <a:gd name="connsiteX1755" fmla="*/ 9044372 w 12192000"/>
              <a:gd name="connsiteY1755" fmla="*/ 1046260 h 2800590"/>
              <a:gd name="connsiteX1756" fmla="*/ 9150531 w 12192000"/>
              <a:gd name="connsiteY1756" fmla="*/ 1074472 h 2800590"/>
              <a:gd name="connsiteX1757" fmla="*/ 9180822 w 12192000"/>
              <a:gd name="connsiteY1757" fmla="*/ 1000377 h 2800590"/>
              <a:gd name="connsiteX1758" fmla="*/ 9101436 w 12192000"/>
              <a:gd name="connsiteY1758" fmla="*/ 980579 h 2800590"/>
              <a:gd name="connsiteX1759" fmla="*/ 8151807 w 12192000"/>
              <a:gd name="connsiteY1759" fmla="*/ 971291 h 2800590"/>
              <a:gd name="connsiteX1760" fmla="*/ 8104552 w 12192000"/>
              <a:gd name="connsiteY1760" fmla="*/ 982520 h 2800590"/>
              <a:gd name="connsiteX1761" fmla="*/ 8072839 w 12192000"/>
              <a:gd name="connsiteY1761" fmla="*/ 999858 h 2800590"/>
              <a:gd name="connsiteX1762" fmla="*/ 8104104 w 12192000"/>
              <a:gd name="connsiteY1762" fmla="*/ 993389 h 2800590"/>
              <a:gd name="connsiteX1763" fmla="*/ 8116672 w 12192000"/>
              <a:gd name="connsiteY1763" fmla="*/ 991931 h 2800590"/>
              <a:gd name="connsiteX1764" fmla="*/ 8965210 w 12192000"/>
              <a:gd name="connsiteY1764" fmla="*/ 957052 h 2800590"/>
              <a:gd name="connsiteX1765" fmla="*/ 8948492 w 12192000"/>
              <a:gd name="connsiteY1765" fmla="*/ 985990 h 2800590"/>
              <a:gd name="connsiteX1766" fmla="*/ 8930409 w 12192000"/>
              <a:gd name="connsiteY1766" fmla="*/ 1020962 h 2800590"/>
              <a:gd name="connsiteX1767" fmla="*/ 8996506 w 12192000"/>
              <a:gd name="connsiteY1767" fmla="*/ 1033540 h 2800590"/>
              <a:gd name="connsiteX1768" fmla="*/ 9032719 w 12192000"/>
              <a:gd name="connsiteY1768" fmla="*/ 1043164 h 2800590"/>
              <a:gd name="connsiteX1769" fmla="*/ 9064643 w 12192000"/>
              <a:gd name="connsiteY1769" fmla="*/ 974224 h 2800590"/>
              <a:gd name="connsiteX1770" fmla="*/ 8243786 w 12192000"/>
              <a:gd name="connsiteY1770" fmla="*/ 952980 h 2800590"/>
              <a:gd name="connsiteX1771" fmla="*/ 8199161 w 12192000"/>
              <a:gd name="connsiteY1771" fmla="*/ 960039 h 2800590"/>
              <a:gd name="connsiteX1772" fmla="*/ 8192807 w 12192000"/>
              <a:gd name="connsiteY1772" fmla="*/ 961549 h 2800590"/>
              <a:gd name="connsiteX1773" fmla="*/ 8147210 w 12192000"/>
              <a:gd name="connsiteY1773" fmla="*/ 988388 h 2800590"/>
              <a:gd name="connsiteX1774" fmla="*/ 8205352 w 12192000"/>
              <a:gd name="connsiteY1774" fmla="*/ 981643 h 2800590"/>
              <a:gd name="connsiteX1775" fmla="*/ 8232416 w 12192000"/>
              <a:gd name="connsiteY1775" fmla="*/ 960172 h 2800590"/>
              <a:gd name="connsiteX1776" fmla="*/ 9348324 w 12192000"/>
              <a:gd name="connsiteY1776" fmla="*/ 949045 h 2800590"/>
              <a:gd name="connsiteX1777" fmla="*/ 9318612 w 12192000"/>
              <a:gd name="connsiteY1777" fmla="*/ 1025813 h 2800590"/>
              <a:gd name="connsiteX1778" fmla="*/ 9414243 w 12192000"/>
              <a:gd name="connsiteY1778" fmla="*/ 1057069 h 2800590"/>
              <a:gd name="connsiteX1779" fmla="*/ 9428142 w 12192000"/>
              <a:gd name="connsiteY1779" fmla="*/ 1063082 h 2800590"/>
              <a:gd name="connsiteX1780" fmla="*/ 9437929 w 12192000"/>
              <a:gd name="connsiteY1780" fmla="*/ 1032919 h 2800590"/>
              <a:gd name="connsiteX1781" fmla="*/ 9455555 w 12192000"/>
              <a:gd name="connsiteY1781" fmla="*/ 980241 h 2800590"/>
              <a:gd name="connsiteX1782" fmla="*/ 9382030 w 12192000"/>
              <a:gd name="connsiteY1782" fmla="*/ 956972 h 2800590"/>
              <a:gd name="connsiteX1783" fmla="*/ 8856071 w 12192000"/>
              <a:gd name="connsiteY1783" fmla="*/ 942538 h 2800590"/>
              <a:gd name="connsiteX1784" fmla="*/ 8819555 w 12192000"/>
              <a:gd name="connsiteY1784" fmla="*/ 999866 h 2800590"/>
              <a:gd name="connsiteX1785" fmla="*/ 8916734 w 12192000"/>
              <a:gd name="connsiteY1785" fmla="*/ 1018359 h 2800590"/>
              <a:gd name="connsiteX1786" fmla="*/ 8936617 w 12192000"/>
              <a:gd name="connsiteY1786" fmla="*/ 979881 h 2800590"/>
              <a:gd name="connsiteX1787" fmla="*/ 8951203 w 12192000"/>
              <a:gd name="connsiteY1787" fmla="*/ 954633 h 2800590"/>
              <a:gd name="connsiteX1788" fmla="*/ 8910375 w 12192000"/>
              <a:gd name="connsiteY1788" fmla="*/ 947581 h 2800590"/>
              <a:gd name="connsiteX1789" fmla="*/ 8204380 w 12192000"/>
              <a:gd name="connsiteY1789" fmla="*/ 940407 h 2800590"/>
              <a:gd name="connsiteX1790" fmla="*/ 8185584 w 12192000"/>
              <a:gd name="connsiteY1790" fmla="*/ 945355 h 2800590"/>
              <a:gd name="connsiteX1791" fmla="*/ 8151161 w 12192000"/>
              <a:gd name="connsiteY1791" fmla="*/ 959330 h 2800590"/>
              <a:gd name="connsiteX1792" fmla="*/ 8185833 w 12192000"/>
              <a:gd name="connsiteY1792" fmla="*/ 951302 h 2800590"/>
              <a:gd name="connsiteX1793" fmla="*/ 8339815 w 12192000"/>
              <a:gd name="connsiteY1793" fmla="*/ 939121 h 2800590"/>
              <a:gd name="connsiteX1794" fmla="*/ 8324717 w 12192000"/>
              <a:gd name="connsiteY1794" fmla="*/ 940179 h 2800590"/>
              <a:gd name="connsiteX1795" fmla="*/ 8276081 w 12192000"/>
              <a:gd name="connsiteY1795" fmla="*/ 947872 h 2800590"/>
              <a:gd name="connsiteX1796" fmla="*/ 8239434 w 12192000"/>
              <a:gd name="connsiteY1796" fmla="*/ 971204 h 2800590"/>
              <a:gd name="connsiteX1797" fmla="*/ 8229926 w 12192000"/>
              <a:gd name="connsiteY1797" fmla="*/ 978792 h 2800590"/>
              <a:gd name="connsiteX1798" fmla="*/ 8271289 w 12192000"/>
              <a:gd name="connsiteY1798" fmla="*/ 973993 h 2800590"/>
              <a:gd name="connsiteX1799" fmla="*/ 8300705 w 12192000"/>
              <a:gd name="connsiteY1799" fmla="*/ 972923 h 2800590"/>
              <a:gd name="connsiteX1800" fmla="*/ 8751050 w 12192000"/>
              <a:gd name="connsiteY1800" fmla="*/ 932784 h 2800590"/>
              <a:gd name="connsiteX1801" fmla="*/ 8713107 w 12192000"/>
              <a:gd name="connsiteY1801" fmla="*/ 987031 h 2800590"/>
              <a:gd name="connsiteX1802" fmla="*/ 8805814 w 12192000"/>
              <a:gd name="connsiteY1802" fmla="*/ 997268 h 2800590"/>
              <a:gd name="connsiteX1803" fmla="*/ 8841548 w 12192000"/>
              <a:gd name="connsiteY1803" fmla="*/ 941189 h 2800590"/>
              <a:gd name="connsiteX1804" fmla="*/ 8433227 w 12192000"/>
              <a:gd name="connsiteY1804" fmla="*/ 932572 h 2800590"/>
              <a:gd name="connsiteX1805" fmla="*/ 8359645 w 12192000"/>
              <a:gd name="connsiteY1805" fmla="*/ 937731 h 2800590"/>
              <a:gd name="connsiteX1806" fmla="*/ 8319679 w 12192000"/>
              <a:gd name="connsiteY1806" fmla="*/ 972233 h 2800590"/>
              <a:gd name="connsiteX1807" fmla="*/ 8393782 w 12192000"/>
              <a:gd name="connsiteY1807" fmla="*/ 969536 h 2800590"/>
              <a:gd name="connsiteX1808" fmla="*/ 8648291 w 12192000"/>
              <a:gd name="connsiteY1808" fmla="*/ 926794 h 2800590"/>
              <a:gd name="connsiteX1809" fmla="*/ 8639301 w 12192000"/>
              <a:gd name="connsiteY1809" fmla="*/ 936672 h 2800590"/>
              <a:gd name="connsiteX1810" fmla="*/ 8609521 w 12192000"/>
              <a:gd name="connsiteY1810" fmla="*/ 975592 h 2800590"/>
              <a:gd name="connsiteX1811" fmla="*/ 8698340 w 12192000"/>
              <a:gd name="connsiteY1811" fmla="*/ 985400 h 2800590"/>
              <a:gd name="connsiteX1812" fmla="*/ 8736133 w 12192000"/>
              <a:gd name="connsiteY1812" fmla="*/ 931399 h 2800590"/>
              <a:gd name="connsiteX1813" fmla="*/ 8694174 w 12192000"/>
              <a:gd name="connsiteY1813" fmla="*/ 927502 h 2800590"/>
              <a:gd name="connsiteX1814" fmla="*/ 8533752 w 12192000"/>
              <a:gd name="connsiteY1814" fmla="*/ 925525 h 2800590"/>
              <a:gd name="connsiteX1815" fmla="*/ 8453712 w 12192000"/>
              <a:gd name="connsiteY1815" fmla="*/ 931136 h 2800590"/>
              <a:gd name="connsiteX1816" fmla="*/ 8413437 w 12192000"/>
              <a:gd name="connsiteY1816" fmla="*/ 968821 h 2800590"/>
              <a:gd name="connsiteX1817" fmla="*/ 8433707 w 12192000"/>
              <a:gd name="connsiteY1817" fmla="*/ 968083 h 2800590"/>
              <a:gd name="connsiteX1818" fmla="*/ 8490915 w 12192000"/>
              <a:gd name="connsiteY1818" fmla="*/ 970026 h 2800590"/>
              <a:gd name="connsiteX1819" fmla="*/ 8496916 w 12192000"/>
              <a:gd name="connsiteY1819" fmla="*/ 962843 h 2800590"/>
              <a:gd name="connsiteX1820" fmla="*/ 8551179 w 12192000"/>
              <a:gd name="connsiteY1820" fmla="*/ 925294 h 2800590"/>
              <a:gd name="connsiteX1821" fmla="*/ 8506962 w 12192000"/>
              <a:gd name="connsiteY1821" fmla="*/ 970161 h 2800590"/>
              <a:gd name="connsiteX1822" fmla="*/ 8506628 w 12192000"/>
              <a:gd name="connsiteY1822" fmla="*/ 970560 h 2800590"/>
              <a:gd name="connsiteX1823" fmla="*/ 8589398 w 12192000"/>
              <a:gd name="connsiteY1823" fmla="*/ 973370 h 2800590"/>
              <a:gd name="connsiteX1824" fmla="*/ 8595003 w 12192000"/>
              <a:gd name="connsiteY1824" fmla="*/ 973989 h 2800590"/>
              <a:gd name="connsiteX1825" fmla="*/ 8629751 w 12192000"/>
              <a:gd name="connsiteY1825" fmla="*/ 928734 h 2800590"/>
              <a:gd name="connsiteX1826" fmla="*/ 8631750 w 12192000"/>
              <a:gd name="connsiteY1826" fmla="*/ 926538 h 2800590"/>
              <a:gd name="connsiteX1827" fmla="*/ 9228151 w 12192000"/>
              <a:gd name="connsiteY1827" fmla="*/ 920783 h 2800590"/>
              <a:gd name="connsiteX1828" fmla="*/ 9225636 w 12192000"/>
              <a:gd name="connsiteY1828" fmla="*/ 926177 h 2800590"/>
              <a:gd name="connsiteX1829" fmla="*/ 9198592 w 12192000"/>
              <a:gd name="connsiteY1829" fmla="*/ 992237 h 2800590"/>
              <a:gd name="connsiteX1830" fmla="*/ 9271730 w 12192000"/>
              <a:gd name="connsiteY1830" fmla="*/ 1010490 h 2800590"/>
              <a:gd name="connsiteX1831" fmla="*/ 9305663 w 12192000"/>
              <a:gd name="connsiteY1831" fmla="*/ 1021581 h 2800590"/>
              <a:gd name="connsiteX1832" fmla="*/ 9332969 w 12192000"/>
              <a:gd name="connsiteY1832" fmla="*/ 945434 h 2800590"/>
              <a:gd name="connsiteX1833" fmla="*/ 8305936 w 12192000"/>
              <a:gd name="connsiteY1833" fmla="*/ 913673 h 2800590"/>
              <a:gd name="connsiteX1834" fmla="*/ 8248419 w 12192000"/>
              <a:gd name="connsiteY1834" fmla="*/ 928814 h 2800590"/>
              <a:gd name="connsiteX1835" fmla="*/ 8224096 w 12192000"/>
              <a:gd name="connsiteY1835" fmla="*/ 943131 h 2800590"/>
              <a:gd name="connsiteX1836" fmla="*/ 8269115 w 12192000"/>
              <a:gd name="connsiteY1836" fmla="*/ 936961 h 2800590"/>
              <a:gd name="connsiteX1837" fmla="*/ 9114412 w 12192000"/>
              <a:gd name="connsiteY1837" fmla="*/ 901532 h 2800590"/>
              <a:gd name="connsiteX1838" fmla="*/ 9086351 w 12192000"/>
              <a:gd name="connsiteY1838" fmla="*/ 955339 h 2800590"/>
              <a:gd name="connsiteX1839" fmla="*/ 9081985 w 12192000"/>
              <a:gd name="connsiteY1839" fmla="*/ 964795 h 2800590"/>
              <a:gd name="connsiteX1840" fmla="*/ 9103668 w 12192000"/>
              <a:gd name="connsiteY1840" fmla="*/ 968548 h 2800590"/>
              <a:gd name="connsiteX1841" fmla="*/ 9185487 w 12192000"/>
              <a:gd name="connsiteY1841" fmla="*/ 988967 h 2800590"/>
              <a:gd name="connsiteX1842" fmla="*/ 9213559 w 12192000"/>
              <a:gd name="connsiteY1842" fmla="*/ 920301 h 2800590"/>
              <a:gd name="connsiteX1843" fmla="*/ 9214801 w 12192000"/>
              <a:gd name="connsiteY1843" fmla="*/ 917644 h 2800590"/>
              <a:gd name="connsiteX1844" fmla="*/ 9209218 w 12192000"/>
              <a:gd name="connsiteY1844" fmla="*/ 916331 h 2800590"/>
              <a:gd name="connsiteX1845" fmla="*/ 8396542 w 12192000"/>
              <a:gd name="connsiteY1845" fmla="*/ 896698 h 2800590"/>
              <a:gd name="connsiteX1846" fmla="*/ 8340603 w 12192000"/>
              <a:gd name="connsiteY1846" fmla="*/ 906794 h 2800590"/>
              <a:gd name="connsiteX1847" fmla="*/ 8299833 w 12192000"/>
              <a:gd name="connsiteY1847" fmla="*/ 932750 h 2800590"/>
              <a:gd name="connsiteX1848" fmla="*/ 8356112 w 12192000"/>
              <a:gd name="connsiteY1848" fmla="*/ 925036 h 2800590"/>
              <a:gd name="connsiteX1849" fmla="*/ 8359224 w 12192000"/>
              <a:gd name="connsiteY1849" fmla="*/ 922347 h 2800590"/>
              <a:gd name="connsiteX1850" fmla="*/ 9006491 w 12192000"/>
              <a:gd name="connsiteY1850" fmla="*/ 885594 h 2800590"/>
              <a:gd name="connsiteX1851" fmla="*/ 8971759 w 12192000"/>
              <a:gd name="connsiteY1851" fmla="*/ 945715 h 2800590"/>
              <a:gd name="connsiteX1852" fmla="*/ 9069972 w 12192000"/>
              <a:gd name="connsiteY1852" fmla="*/ 962715 h 2800590"/>
              <a:gd name="connsiteX1853" fmla="*/ 9075499 w 12192000"/>
              <a:gd name="connsiteY1853" fmla="*/ 950781 h 2800590"/>
              <a:gd name="connsiteX1854" fmla="*/ 9102095 w 12192000"/>
              <a:gd name="connsiteY1854" fmla="*/ 899610 h 2800590"/>
              <a:gd name="connsiteX1855" fmla="*/ 9017814 w 12192000"/>
              <a:gd name="connsiteY1855" fmla="*/ 886454 h 2800590"/>
              <a:gd name="connsiteX1856" fmla="*/ 8350768 w 12192000"/>
              <a:gd name="connsiteY1856" fmla="*/ 885318 h 2800590"/>
              <a:gd name="connsiteX1857" fmla="*/ 8330510 w 12192000"/>
              <a:gd name="connsiteY1857" fmla="*/ 891194 h 2800590"/>
              <a:gd name="connsiteX1858" fmla="*/ 8296381 w 12192000"/>
              <a:gd name="connsiteY1858" fmla="*/ 906244 h 2800590"/>
              <a:gd name="connsiteX1859" fmla="*/ 8328904 w 12192000"/>
              <a:gd name="connsiteY1859" fmla="*/ 899146 h 2800590"/>
              <a:gd name="connsiteX1860" fmla="*/ 8483749 w 12192000"/>
              <a:gd name="connsiteY1860" fmla="*/ 885229 h 2800590"/>
              <a:gd name="connsiteX1861" fmla="*/ 8436737 w 12192000"/>
              <a:gd name="connsiteY1861" fmla="*/ 889444 h 2800590"/>
              <a:gd name="connsiteX1862" fmla="*/ 8425189 w 12192000"/>
              <a:gd name="connsiteY1862" fmla="*/ 891528 h 2800590"/>
              <a:gd name="connsiteX1863" fmla="*/ 8381379 w 12192000"/>
              <a:gd name="connsiteY1863" fmla="*/ 921590 h 2800590"/>
              <a:gd name="connsiteX1864" fmla="*/ 8448929 w 12192000"/>
              <a:gd name="connsiteY1864" fmla="*/ 917859 h 2800590"/>
              <a:gd name="connsiteX1865" fmla="*/ 8897614 w 12192000"/>
              <a:gd name="connsiteY1865" fmla="*/ 877319 h 2800590"/>
              <a:gd name="connsiteX1866" fmla="*/ 8863496 w 12192000"/>
              <a:gd name="connsiteY1866" fmla="*/ 930882 h 2800590"/>
              <a:gd name="connsiteX1867" fmla="*/ 8912537 w 12192000"/>
              <a:gd name="connsiteY1867" fmla="*/ 935463 h 2800590"/>
              <a:gd name="connsiteX1868" fmla="*/ 8957756 w 12192000"/>
              <a:gd name="connsiteY1868" fmla="*/ 943291 h 2800590"/>
              <a:gd name="connsiteX1869" fmla="*/ 8991735 w 12192000"/>
              <a:gd name="connsiteY1869" fmla="*/ 884472 h 2800590"/>
              <a:gd name="connsiteX1870" fmla="*/ 8582244 w 12192000"/>
              <a:gd name="connsiteY1870" fmla="*/ 876400 h 2800590"/>
              <a:gd name="connsiteX1871" fmla="*/ 8508057 w 12192000"/>
              <a:gd name="connsiteY1871" fmla="*/ 883050 h 2800590"/>
              <a:gd name="connsiteX1872" fmla="*/ 8493772 w 12192000"/>
              <a:gd name="connsiteY1872" fmla="*/ 893654 h 2800590"/>
              <a:gd name="connsiteX1873" fmla="*/ 8469093 w 12192000"/>
              <a:gd name="connsiteY1873" fmla="*/ 916745 h 2800590"/>
              <a:gd name="connsiteX1874" fmla="*/ 8541706 w 12192000"/>
              <a:gd name="connsiteY1874" fmla="*/ 912735 h 2800590"/>
              <a:gd name="connsiteX1875" fmla="*/ 8546304 w 12192000"/>
              <a:gd name="connsiteY1875" fmla="*/ 912810 h 2800590"/>
              <a:gd name="connsiteX1876" fmla="*/ 8682902 w 12192000"/>
              <a:gd name="connsiteY1876" fmla="*/ 870348 h 2800590"/>
              <a:gd name="connsiteX1877" fmla="*/ 8648868 w 12192000"/>
              <a:gd name="connsiteY1877" fmla="*/ 870427 h 2800590"/>
              <a:gd name="connsiteX1878" fmla="*/ 8601024 w 12192000"/>
              <a:gd name="connsiteY1878" fmla="*/ 874716 h 2800590"/>
              <a:gd name="connsiteX1879" fmla="*/ 8563209 w 12192000"/>
              <a:gd name="connsiteY1879" fmla="*/ 913086 h 2800590"/>
              <a:gd name="connsiteX1880" fmla="*/ 8642810 w 12192000"/>
              <a:gd name="connsiteY1880" fmla="*/ 914388 h 2800590"/>
              <a:gd name="connsiteX1881" fmla="*/ 8782399 w 12192000"/>
              <a:gd name="connsiteY1881" fmla="*/ 870117 h 2800590"/>
              <a:gd name="connsiteX1882" fmla="*/ 8699700 w 12192000"/>
              <a:gd name="connsiteY1882" fmla="*/ 870309 h 2800590"/>
              <a:gd name="connsiteX1883" fmla="*/ 8659336 w 12192000"/>
              <a:gd name="connsiteY1883" fmla="*/ 914659 h 2800590"/>
              <a:gd name="connsiteX1884" fmla="*/ 8696312 w 12192000"/>
              <a:gd name="connsiteY1884" fmla="*/ 915264 h 2800590"/>
              <a:gd name="connsiteX1885" fmla="*/ 8744289 w 12192000"/>
              <a:gd name="connsiteY1885" fmla="*/ 919746 h 2800590"/>
              <a:gd name="connsiteX1886" fmla="*/ 8762216 w 12192000"/>
              <a:gd name="connsiteY1886" fmla="*/ 894131 h 2800590"/>
              <a:gd name="connsiteX1887" fmla="*/ 8802260 w 12192000"/>
              <a:gd name="connsiteY1887" fmla="*/ 870071 h 2800590"/>
              <a:gd name="connsiteX1888" fmla="*/ 8799270 w 12192000"/>
              <a:gd name="connsiteY1888" fmla="*/ 870078 h 2800590"/>
              <a:gd name="connsiteX1889" fmla="*/ 8772882 w 12192000"/>
              <a:gd name="connsiteY1889" fmla="*/ 901573 h 2800590"/>
              <a:gd name="connsiteX1890" fmla="*/ 8759197 w 12192000"/>
              <a:gd name="connsiteY1890" fmla="*/ 921138 h 2800590"/>
              <a:gd name="connsiteX1891" fmla="*/ 8848981 w 12192000"/>
              <a:gd name="connsiteY1891" fmla="*/ 929526 h 2800590"/>
              <a:gd name="connsiteX1892" fmla="*/ 8882958 w 12192000"/>
              <a:gd name="connsiteY1892" fmla="*/ 876205 h 2800590"/>
              <a:gd name="connsiteX1893" fmla="*/ 9380613 w 12192000"/>
              <a:gd name="connsiteY1893" fmla="*/ 865618 h 2800590"/>
              <a:gd name="connsiteX1894" fmla="*/ 9352567 w 12192000"/>
              <a:gd name="connsiteY1894" fmla="*/ 938084 h 2800590"/>
              <a:gd name="connsiteX1895" fmla="*/ 9383915 w 12192000"/>
              <a:gd name="connsiteY1895" fmla="*/ 945462 h 2800590"/>
              <a:gd name="connsiteX1896" fmla="*/ 9459213 w 12192000"/>
              <a:gd name="connsiteY1896" fmla="*/ 969307 h 2800590"/>
              <a:gd name="connsiteX1897" fmla="*/ 9486135 w 12192000"/>
              <a:gd name="connsiteY1897" fmla="*/ 888845 h 2800590"/>
              <a:gd name="connsiteX1898" fmla="*/ 8453169 w 12192000"/>
              <a:gd name="connsiteY1898" fmla="*/ 857779 h 2800590"/>
              <a:gd name="connsiteX1899" fmla="*/ 8428156 w 12192000"/>
              <a:gd name="connsiteY1899" fmla="*/ 862872 h 2800590"/>
              <a:gd name="connsiteX1900" fmla="*/ 8406334 w 12192000"/>
              <a:gd name="connsiteY1900" fmla="*/ 869201 h 2800590"/>
              <a:gd name="connsiteX1901" fmla="*/ 8379584 w 12192000"/>
              <a:gd name="connsiteY1901" fmla="*/ 881976 h 2800590"/>
              <a:gd name="connsiteX1902" fmla="*/ 8364982 w 12192000"/>
              <a:gd name="connsiteY1902" fmla="*/ 891273 h 2800590"/>
              <a:gd name="connsiteX1903" fmla="*/ 8410376 w 12192000"/>
              <a:gd name="connsiteY1903" fmla="*/ 881366 h 2800590"/>
              <a:gd name="connsiteX1904" fmla="*/ 8420378 w 12192000"/>
              <a:gd name="connsiteY1904" fmla="*/ 880316 h 2800590"/>
              <a:gd name="connsiteX1905" fmla="*/ 9263862 w 12192000"/>
              <a:gd name="connsiteY1905" fmla="*/ 844190 h 2800590"/>
              <a:gd name="connsiteX1906" fmla="*/ 9233185 w 12192000"/>
              <a:gd name="connsiteY1906" fmla="*/ 909986 h 2800590"/>
              <a:gd name="connsiteX1907" fmla="*/ 9336925 w 12192000"/>
              <a:gd name="connsiteY1907" fmla="*/ 934403 h 2800590"/>
              <a:gd name="connsiteX1908" fmla="*/ 9352751 w 12192000"/>
              <a:gd name="connsiteY1908" fmla="*/ 890270 h 2800590"/>
              <a:gd name="connsiteX1909" fmla="*/ 9364458 w 12192000"/>
              <a:gd name="connsiteY1909" fmla="*/ 862062 h 2800590"/>
              <a:gd name="connsiteX1910" fmla="*/ 9316875 w 12192000"/>
              <a:gd name="connsiteY1910" fmla="*/ 851588 h 2800590"/>
              <a:gd name="connsiteX1911" fmla="*/ 8545559 w 12192000"/>
              <a:gd name="connsiteY1911" fmla="*/ 838967 h 2800590"/>
              <a:gd name="connsiteX1912" fmla="*/ 8483319 w 12192000"/>
              <a:gd name="connsiteY1912" fmla="*/ 851640 h 2800590"/>
              <a:gd name="connsiteX1913" fmla="*/ 8445347 w 12192000"/>
              <a:gd name="connsiteY1913" fmla="*/ 877695 h 2800590"/>
              <a:gd name="connsiteX1914" fmla="*/ 8501340 w 12192000"/>
              <a:gd name="connsiteY1914" fmla="*/ 871819 h 2800590"/>
              <a:gd name="connsiteX1915" fmla="*/ 8492859 w 12192000"/>
              <a:gd name="connsiteY1915" fmla="*/ 830500 h 2800590"/>
              <a:gd name="connsiteX1916" fmla="*/ 8477121 w 12192000"/>
              <a:gd name="connsiteY1916" fmla="*/ 835396 h 2800590"/>
              <a:gd name="connsiteX1917" fmla="*/ 8461438 w 12192000"/>
              <a:gd name="connsiteY1917" fmla="*/ 842886 h 2800590"/>
              <a:gd name="connsiteX1918" fmla="*/ 8480052 w 12192000"/>
              <a:gd name="connsiteY1918" fmla="*/ 839302 h 2800590"/>
              <a:gd name="connsiteX1919" fmla="*/ 8633662 w 12192000"/>
              <a:gd name="connsiteY1919" fmla="*/ 828960 h 2800590"/>
              <a:gd name="connsiteX1920" fmla="*/ 8571779 w 12192000"/>
              <a:gd name="connsiteY1920" fmla="*/ 835747 h 2800590"/>
              <a:gd name="connsiteX1921" fmla="*/ 8526784 w 12192000"/>
              <a:gd name="connsiteY1921" fmla="*/ 869149 h 2800590"/>
              <a:gd name="connsiteX1922" fmla="*/ 8596638 w 12192000"/>
              <a:gd name="connsiteY1922" fmla="*/ 861817 h 2800590"/>
              <a:gd name="connsiteX1923" fmla="*/ 8611769 w 12192000"/>
              <a:gd name="connsiteY1923" fmla="*/ 846489 h 2800590"/>
              <a:gd name="connsiteX1924" fmla="*/ 9152426 w 12192000"/>
              <a:gd name="connsiteY1924" fmla="*/ 828639 h 2800590"/>
              <a:gd name="connsiteX1925" fmla="*/ 9120147 w 12192000"/>
              <a:gd name="connsiteY1925" fmla="*/ 890535 h 2800590"/>
              <a:gd name="connsiteX1926" fmla="*/ 9210087 w 12192000"/>
              <a:gd name="connsiteY1926" fmla="*/ 904549 h 2800590"/>
              <a:gd name="connsiteX1927" fmla="*/ 9219850 w 12192000"/>
              <a:gd name="connsiteY1927" fmla="*/ 906847 h 2800590"/>
              <a:gd name="connsiteX1928" fmla="*/ 9250048 w 12192000"/>
              <a:gd name="connsiteY1928" fmla="*/ 842262 h 2800590"/>
              <a:gd name="connsiteX1929" fmla="*/ 9045845 w 12192000"/>
              <a:gd name="connsiteY1929" fmla="*/ 820164 h 2800590"/>
              <a:gd name="connsiteX1930" fmla="*/ 9037314 w 12192000"/>
              <a:gd name="connsiteY1930" fmla="*/ 832239 h 2800590"/>
              <a:gd name="connsiteX1931" fmla="*/ 9013021 w 12192000"/>
              <a:gd name="connsiteY1931" fmla="*/ 874290 h 2800590"/>
              <a:gd name="connsiteX1932" fmla="*/ 9018613 w 12192000"/>
              <a:gd name="connsiteY1932" fmla="*/ 874715 h 2800590"/>
              <a:gd name="connsiteX1933" fmla="*/ 9107811 w 12192000"/>
              <a:gd name="connsiteY1933" fmla="*/ 888613 h 2800590"/>
              <a:gd name="connsiteX1934" fmla="*/ 9139891 w 12192000"/>
              <a:gd name="connsiteY1934" fmla="*/ 826890 h 2800590"/>
              <a:gd name="connsiteX1935" fmla="*/ 9125400 w 12192000"/>
              <a:gd name="connsiteY1935" fmla="*/ 824868 h 2800590"/>
              <a:gd name="connsiteX1936" fmla="*/ 8730220 w 12192000"/>
              <a:gd name="connsiteY1936" fmla="*/ 818369 h 2800590"/>
              <a:gd name="connsiteX1937" fmla="*/ 8656027 w 12192000"/>
              <a:gd name="connsiteY1937" fmla="*/ 826507 h 2800590"/>
              <a:gd name="connsiteX1938" fmla="*/ 8620330 w 12192000"/>
              <a:gd name="connsiteY1938" fmla="*/ 855126 h 2800590"/>
              <a:gd name="connsiteX1939" fmla="*/ 8615202 w 12192000"/>
              <a:gd name="connsiteY1939" fmla="*/ 860329 h 2800590"/>
              <a:gd name="connsiteX1940" fmla="*/ 8692775 w 12192000"/>
              <a:gd name="connsiteY1940" fmla="*/ 859503 h 2800590"/>
              <a:gd name="connsiteX1941" fmla="*/ 8944966 w 12192000"/>
              <a:gd name="connsiteY1941" fmla="*/ 814199 h 2800590"/>
              <a:gd name="connsiteX1942" fmla="*/ 8904991 w 12192000"/>
              <a:gd name="connsiteY1942" fmla="*/ 866079 h 2800590"/>
              <a:gd name="connsiteX1943" fmla="*/ 8998265 w 12192000"/>
              <a:gd name="connsiteY1943" fmla="*/ 873168 h 2800590"/>
              <a:gd name="connsiteX1944" fmla="*/ 9025779 w 12192000"/>
              <a:gd name="connsiteY1944" fmla="*/ 825542 h 2800590"/>
              <a:gd name="connsiteX1945" fmla="*/ 9030255 w 12192000"/>
              <a:gd name="connsiteY1945" fmla="*/ 819242 h 2800590"/>
              <a:gd name="connsiteX1946" fmla="*/ 8829719 w 12192000"/>
              <a:gd name="connsiteY1946" fmla="*/ 813816 h 2800590"/>
              <a:gd name="connsiteX1947" fmla="*/ 8758587 w 12192000"/>
              <a:gd name="connsiteY1947" fmla="*/ 815258 h 2800590"/>
              <a:gd name="connsiteX1948" fmla="*/ 8749160 w 12192000"/>
              <a:gd name="connsiteY1948" fmla="*/ 816292 h 2800590"/>
              <a:gd name="connsiteX1949" fmla="*/ 8747772 w 12192000"/>
              <a:gd name="connsiteY1949" fmla="*/ 817491 h 2800590"/>
              <a:gd name="connsiteX1950" fmla="*/ 8709699 w 12192000"/>
              <a:gd name="connsiteY1950" fmla="*/ 859322 h 2800590"/>
              <a:gd name="connsiteX1951" fmla="*/ 8792210 w 12192000"/>
              <a:gd name="connsiteY1951" fmla="*/ 858443 h 2800590"/>
              <a:gd name="connsiteX1952" fmla="*/ 8910710 w 12192000"/>
              <a:gd name="connsiteY1952" fmla="*/ 812173 h 2800590"/>
              <a:gd name="connsiteX1953" fmla="*/ 8846698 w 12192000"/>
              <a:gd name="connsiteY1953" fmla="*/ 813471 h 2800590"/>
              <a:gd name="connsiteX1954" fmla="*/ 8808750 w 12192000"/>
              <a:gd name="connsiteY1954" fmla="*/ 858764 h 2800590"/>
              <a:gd name="connsiteX1955" fmla="*/ 8890130 w 12192000"/>
              <a:gd name="connsiteY1955" fmla="*/ 864949 h 2800590"/>
              <a:gd name="connsiteX1956" fmla="*/ 8893191 w 12192000"/>
              <a:gd name="connsiteY1956" fmla="*/ 860146 h 2800590"/>
              <a:gd name="connsiteX1957" fmla="*/ 8929293 w 12192000"/>
              <a:gd name="connsiteY1957" fmla="*/ 813272 h 2800590"/>
              <a:gd name="connsiteX1958" fmla="*/ 8595924 w 12192000"/>
              <a:gd name="connsiteY1958" fmla="*/ 801549 h 2800590"/>
              <a:gd name="connsiteX1959" fmla="*/ 8563221 w 12192000"/>
              <a:gd name="connsiteY1959" fmla="*/ 808610 h 2800590"/>
              <a:gd name="connsiteX1960" fmla="*/ 8556206 w 12192000"/>
              <a:gd name="connsiteY1960" fmla="*/ 810793 h 2800590"/>
              <a:gd name="connsiteX1961" fmla="*/ 8513381 w 12192000"/>
              <a:gd name="connsiteY1961" fmla="*/ 832886 h 2800590"/>
              <a:gd name="connsiteX1962" fmla="*/ 8564095 w 12192000"/>
              <a:gd name="connsiteY1962" fmla="*/ 823123 h 2800590"/>
              <a:gd name="connsiteX1963" fmla="*/ 8567368 w 12192000"/>
              <a:gd name="connsiteY1963" fmla="*/ 822765 h 2800590"/>
              <a:gd name="connsiteX1964" fmla="*/ 9411795 w 12192000"/>
              <a:gd name="connsiteY1964" fmla="*/ 785053 h 2800590"/>
              <a:gd name="connsiteX1965" fmla="*/ 9385160 w 12192000"/>
              <a:gd name="connsiteY1965" fmla="*/ 853872 h 2800590"/>
              <a:gd name="connsiteX1966" fmla="*/ 9490109 w 12192000"/>
              <a:gd name="connsiteY1966" fmla="*/ 876968 h 2800590"/>
              <a:gd name="connsiteX1967" fmla="*/ 9514175 w 12192000"/>
              <a:gd name="connsiteY1967" fmla="*/ 805044 h 2800590"/>
              <a:gd name="connsiteX1968" fmla="*/ 9425154 w 12192000"/>
              <a:gd name="connsiteY1968" fmla="*/ 786721 h 2800590"/>
              <a:gd name="connsiteX1969" fmla="*/ 8692430 w 12192000"/>
              <a:gd name="connsiteY1969" fmla="*/ 781906 h 2800590"/>
              <a:gd name="connsiteX1970" fmla="*/ 8679700 w 12192000"/>
              <a:gd name="connsiteY1970" fmla="*/ 783461 h 2800590"/>
              <a:gd name="connsiteX1971" fmla="*/ 8627840 w 12192000"/>
              <a:gd name="connsiteY1971" fmla="*/ 794658 h 2800590"/>
              <a:gd name="connsiteX1972" fmla="*/ 8624791 w 12192000"/>
              <a:gd name="connsiteY1972" fmla="*/ 796395 h 2800590"/>
              <a:gd name="connsiteX1973" fmla="*/ 8593054 w 12192000"/>
              <a:gd name="connsiteY1973" fmla="*/ 819954 h 2800590"/>
              <a:gd name="connsiteX1974" fmla="*/ 8653117 w 12192000"/>
              <a:gd name="connsiteY1974" fmla="*/ 813383 h 2800590"/>
              <a:gd name="connsiteX1975" fmla="*/ 8637431 w 12192000"/>
              <a:gd name="connsiteY1975" fmla="*/ 774115 h 2800590"/>
              <a:gd name="connsiteX1976" fmla="*/ 8607710 w 12192000"/>
              <a:gd name="connsiteY1976" fmla="*/ 784222 h 2800590"/>
              <a:gd name="connsiteX1977" fmla="*/ 8598879 w 12192000"/>
              <a:gd name="connsiteY1977" fmla="*/ 788778 h 2800590"/>
              <a:gd name="connsiteX1978" fmla="*/ 8618887 w 12192000"/>
              <a:gd name="connsiteY1978" fmla="*/ 784691 h 2800590"/>
              <a:gd name="connsiteX1979" fmla="*/ 8782873 w 12192000"/>
              <a:gd name="connsiteY1979" fmla="*/ 770859 h 2800590"/>
              <a:gd name="connsiteX1980" fmla="*/ 8715114 w 12192000"/>
              <a:gd name="connsiteY1980" fmla="*/ 779135 h 2800590"/>
              <a:gd name="connsiteX1981" fmla="*/ 8675443 w 12192000"/>
              <a:gd name="connsiteY1981" fmla="*/ 810940 h 2800590"/>
              <a:gd name="connsiteX1982" fmla="*/ 8741056 w 12192000"/>
              <a:gd name="connsiteY1982" fmla="*/ 803761 h 2800590"/>
              <a:gd name="connsiteX1983" fmla="*/ 8744811 w 12192000"/>
              <a:gd name="connsiteY1983" fmla="*/ 803672 h 2800590"/>
              <a:gd name="connsiteX1984" fmla="*/ 9298055 w 12192000"/>
              <a:gd name="connsiteY1984" fmla="*/ 770853 h 2800590"/>
              <a:gd name="connsiteX1985" fmla="*/ 9269373 w 12192000"/>
              <a:gd name="connsiteY1985" fmla="*/ 832370 h 2800590"/>
              <a:gd name="connsiteX1986" fmla="*/ 9318984 w 12192000"/>
              <a:gd name="connsiteY1986" fmla="*/ 839309 h 2800590"/>
              <a:gd name="connsiteX1987" fmla="*/ 9369305 w 12192000"/>
              <a:gd name="connsiteY1987" fmla="*/ 850383 h 2800590"/>
              <a:gd name="connsiteX1988" fmla="*/ 9397177 w 12192000"/>
              <a:gd name="connsiteY1988" fmla="*/ 783228 h 2800590"/>
              <a:gd name="connsiteX1989" fmla="*/ 9192071 w 12192000"/>
              <a:gd name="connsiteY1989" fmla="*/ 761267 h 2800590"/>
              <a:gd name="connsiteX1990" fmla="*/ 9168660 w 12192000"/>
              <a:gd name="connsiteY1990" fmla="*/ 797511 h 2800590"/>
              <a:gd name="connsiteX1991" fmla="*/ 9158563 w 12192000"/>
              <a:gd name="connsiteY1991" fmla="*/ 816872 h 2800590"/>
              <a:gd name="connsiteX1992" fmla="*/ 9255576 w 12192000"/>
              <a:gd name="connsiteY1992" fmla="*/ 830440 h 2800590"/>
              <a:gd name="connsiteX1993" fmla="*/ 9284244 w 12192000"/>
              <a:gd name="connsiteY1993" fmla="*/ 769129 h 2800590"/>
              <a:gd name="connsiteX1994" fmla="*/ 9237958 w 12192000"/>
              <a:gd name="connsiteY1994" fmla="*/ 763350 h 2800590"/>
              <a:gd name="connsiteX1995" fmla="*/ 8878166 w 12192000"/>
              <a:gd name="connsiteY1995" fmla="*/ 759219 h 2800590"/>
              <a:gd name="connsiteX1996" fmla="*/ 8804899 w 12192000"/>
              <a:gd name="connsiteY1996" fmla="*/ 768168 h 2800590"/>
              <a:gd name="connsiteX1997" fmla="*/ 8764314 w 12192000"/>
              <a:gd name="connsiteY1997" fmla="*/ 803209 h 2800590"/>
              <a:gd name="connsiteX1998" fmla="*/ 8840148 w 12192000"/>
              <a:gd name="connsiteY1998" fmla="*/ 801407 h 2800590"/>
              <a:gd name="connsiteX1999" fmla="*/ 8866559 w 12192000"/>
              <a:gd name="connsiteY1999" fmla="*/ 769983 h 2800590"/>
              <a:gd name="connsiteX2000" fmla="*/ 9090709 w 12192000"/>
              <a:gd name="connsiteY2000" fmla="*/ 756665 h 2800590"/>
              <a:gd name="connsiteX2001" fmla="*/ 9054334 w 12192000"/>
              <a:gd name="connsiteY2001" fmla="*/ 808149 h 2800590"/>
              <a:gd name="connsiteX2002" fmla="*/ 9127426 w 12192000"/>
              <a:gd name="connsiteY2002" fmla="*/ 812517 h 2800590"/>
              <a:gd name="connsiteX2003" fmla="*/ 9146011 w 12192000"/>
              <a:gd name="connsiteY2003" fmla="*/ 815116 h 2800590"/>
              <a:gd name="connsiteX2004" fmla="*/ 9157869 w 12192000"/>
              <a:gd name="connsiteY2004" fmla="*/ 792302 h 2800590"/>
              <a:gd name="connsiteX2005" fmla="*/ 9178334 w 12192000"/>
              <a:gd name="connsiteY2005" fmla="*/ 760643 h 2800590"/>
              <a:gd name="connsiteX2006" fmla="*/ 8973619 w 12192000"/>
              <a:gd name="connsiteY2006" fmla="*/ 755720 h 2800590"/>
              <a:gd name="connsiteX2007" fmla="*/ 8897786 w 12192000"/>
              <a:gd name="connsiteY2007" fmla="*/ 758243 h 2800590"/>
              <a:gd name="connsiteX2008" fmla="*/ 8875935 w 12192000"/>
              <a:gd name="connsiteY2008" fmla="*/ 778577 h 2800590"/>
              <a:gd name="connsiteX2009" fmla="*/ 8857145 w 12192000"/>
              <a:gd name="connsiteY2009" fmla="*/ 801003 h 2800590"/>
              <a:gd name="connsiteX2010" fmla="*/ 8912659 w 12192000"/>
              <a:gd name="connsiteY2010" fmla="*/ 799684 h 2800590"/>
              <a:gd name="connsiteX2011" fmla="*/ 8938566 w 12192000"/>
              <a:gd name="connsiteY2011" fmla="*/ 801232 h 2800590"/>
              <a:gd name="connsiteX2012" fmla="*/ 9029169 w 12192000"/>
              <a:gd name="connsiteY2012" fmla="*/ 753871 h 2800590"/>
              <a:gd name="connsiteX2013" fmla="*/ 8990457 w 12192000"/>
              <a:gd name="connsiteY2013" fmla="*/ 755159 h 2800590"/>
              <a:gd name="connsiteX2014" fmla="*/ 8954235 w 12192000"/>
              <a:gd name="connsiteY2014" fmla="*/ 802168 h 2800590"/>
              <a:gd name="connsiteX2015" fmla="*/ 9038797 w 12192000"/>
              <a:gd name="connsiteY2015" fmla="*/ 807221 h 2800590"/>
              <a:gd name="connsiteX2016" fmla="*/ 9075218 w 12192000"/>
              <a:gd name="connsiteY2016" fmla="*/ 755961 h 2800590"/>
              <a:gd name="connsiteX2017" fmla="*/ 8737019 w 12192000"/>
              <a:gd name="connsiteY2017" fmla="*/ 746204 h 2800590"/>
              <a:gd name="connsiteX2018" fmla="*/ 8695294 w 12192000"/>
              <a:gd name="connsiteY2018" fmla="*/ 756234 h 2800590"/>
              <a:gd name="connsiteX2019" fmla="*/ 8660124 w 12192000"/>
              <a:gd name="connsiteY2019" fmla="*/ 776268 h 2800590"/>
              <a:gd name="connsiteX2020" fmla="*/ 8712948 w 12192000"/>
              <a:gd name="connsiteY2020" fmla="*/ 765478 h 2800590"/>
              <a:gd name="connsiteX2021" fmla="*/ 8833692 w 12192000"/>
              <a:gd name="connsiteY2021" fmla="*/ 727048 h 2800590"/>
              <a:gd name="connsiteX2022" fmla="*/ 8791768 w 12192000"/>
              <a:gd name="connsiteY2022" fmla="*/ 733045 h 2800590"/>
              <a:gd name="connsiteX2023" fmla="*/ 8773489 w 12192000"/>
              <a:gd name="connsiteY2023" fmla="*/ 737438 h 2800590"/>
              <a:gd name="connsiteX2024" fmla="*/ 8746339 w 12192000"/>
              <a:gd name="connsiteY2024" fmla="*/ 754101 h 2800590"/>
              <a:gd name="connsiteX2025" fmla="*/ 8735748 w 12192000"/>
              <a:gd name="connsiteY2025" fmla="*/ 762592 h 2800590"/>
              <a:gd name="connsiteX2026" fmla="*/ 8801124 w 12192000"/>
              <a:gd name="connsiteY2026" fmla="*/ 755125 h 2800590"/>
              <a:gd name="connsiteX2027" fmla="*/ 8927296 w 12192000"/>
              <a:gd name="connsiteY2027" fmla="*/ 713660 h 2800590"/>
              <a:gd name="connsiteX2028" fmla="*/ 8856266 w 12192000"/>
              <a:gd name="connsiteY2028" fmla="*/ 723819 h 2800590"/>
              <a:gd name="connsiteX2029" fmla="*/ 8822886 w 12192000"/>
              <a:gd name="connsiteY2029" fmla="*/ 752639 h 2800590"/>
              <a:gd name="connsiteX2030" fmla="*/ 8870897 w 12192000"/>
              <a:gd name="connsiteY2030" fmla="*/ 747155 h 2800590"/>
              <a:gd name="connsiteX2031" fmla="*/ 8892030 w 12192000"/>
              <a:gd name="connsiteY2031" fmla="*/ 746363 h 2800590"/>
              <a:gd name="connsiteX2032" fmla="*/ 9441727 w 12192000"/>
              <a:gd name="connsiteY2032" fmla="*/ 713481 h 2800590"/>
              <a:gd name="connsiteX2033" fmla="*/ 9433711 w 12192000"/>
              <a:gd name="connsiteY2033" fmla="*/ 728427 h 2800590"/>
              <a:gd name="connsiteX2034" fmla="*/ 9416416 w 12192000"/>
              <a:gd name="connsiteY2034" fmla="*/ 773112 h 2800590"/>
              <a:gd name="connsiteX2035" fmla="*/ 9427138 w 12192000"/>
              <a:gd name="connsiteY2035" fmla="*/ 774442 h 2800590"/>
              <a:gd name="connsiteX2036" fmla="*/ 9518145 w 12192000"/>
              <a:gd name="connsiteY2036" fmla="*/ 793178 h 2800590"/>
              <a:gd name="connsiteX2037" fmla="*/ 9540942 w 12192000"/>
              <a:gd name="connsiteY2037" fmla="*/ 725043 h 2800590"/>
              <a:gd name="connsiteX2038" fmla="*/ 9532067 w 12192000"/>
              <a:gd name="connsiteY2038" fmla="*/ 723342 h 2800590"/>
              <a:gd name="connsiteX2039" fmla="*/ 8796387 w 12192000"/>
              <a:gd name="connsiteY2039" fmla="*/ 709322 h 2800590"/>
              <a:gd name="connsiteX2040" fmla="*/ 8792866 w 12192000"/>
              <a:gd name="connsiteY2040" fmla="*/ 710211 h 2800590"/>
              <a:gd name="connsiteX2041" fmla="*/ 8764096 w 12192000"/>
              <a:gd name="connsiteY2041" fmla="*/ 720864 h 2800590"/>
              <a:gd name="connsiteX2042" fmla="*/ 8735635 w 12192000"/>
              <a:gd name="connsiteY2042" fmla="*/ 733254 h 2800590"/>
              <a:gd name="connsiteX2043" fmla="*/ 8732483 w 12192000"/>
              <a:gd name="connsiteY2043" fmla="*/ 735049 h 2800590"/>
              <a:gd name="connsiteX2044" fmla="*/ 8767488 w 12192000"/>
              <a:gd name="connsiteY2044" fmla="*/ 727059 h 2800590"/>
              <a:gd name="connsiteX2045" fmla="*/ 9020843 w 12192000"/>
              <a:gd name="connsiteY2045" fmla="*/ 702982 h 2800590"/>
              <a:gd name="connsiteX2046" fmla="*/ 8991284 w 12192000"/>
              <a:gd name="connsiteY2046" fmla="*/ 704507 h 2800590"/>
              <a:gd name="connsiteX2047" fmla="*/ 8949040 w 12192000"/>
              <a:gd name="connsiteY2047" fmla="*/ 710550 h 2800590"/>
              <a:gd name="connsiteX2048" fmla="*/ 8911331 w 12192000"/>
              <a:gd name="connsiteY2048" fmla="*/ 745639 h 2800590"/>
              <a:gd name="connsiteX2049" fmla="*/ 8983467 w 12192000"/>
              <a:gd name="connsiteY2049" fmla="*/ 742933 h 2800590"/>
              <a:gd name="connsiteX2050" fmla="*/ 8991802 w 12192000"/>
              <a:gd name="connsiteY2050" fmla="*/ 732112 h 2800590"/>
              <a:gd name="connsiteX2051" fmla="*/ 9337451 w 12192000"/>
              <a:gd name="connsiteY2051" fmla="*/ 702715 h 2800590"/>
              <a:gd name="connsiteX2052" fmla="*/ 9304126 w 12192000"/>
              <a:gd name="connsiteY2052" fmla="*/ 759183 h 2800590"/>
              <a:gd name="connsiteX2053" fmla="*/ 9402112 w 12192000"/>
              <a:gd name="connsiteY2053" fmla="*/ 771338 h 2800590"/>
              <a:gd name="connsiteX2054" fmla="*/ 9421929 w 12192000"/>
              <a:gd name="connsiteY2054" fmla="*/ 723590 h 2800590"/>
              <a:gd name="connsiteX2055" fmla="*/ 9428167 w 12192000"/>
              <a:gd name="connsiteY2055" fmla="*/ 712001 h 2800590"/>
              <a:gd name="connsiteX2056" fmla="*/ 9345114 w 12192000"/>
              <a:gd name="connsiteY2056" fmla="*/ 702935 h 2800590"/>
              <a:gd name="connsiteX2057" fmla="*/ 9231850 w 12192000"/>
              <a:gd name="connsiteY2057" fmla="*/ 699683 h 2800590"/>
              <a:gd name="connsiteX2058" fmla="*/ 9199897 w 12192000"/>
              <a:gd name="connsiteY2058" fmla="*/ 749152 h 2800590"/>
              <a:gd name="connsiteX2059" fmla="*/ 9235642 w 12192000"/>
              <a:gd name="connsiteY2059" fmla="*/ 750689 h 2800590"/>
              <a:gd name="connsiteX2060" fmla="*/ 9289764 w 12192000"/>
              <a:gd name="connsiteY2060" fmla="*/ 757402 h 2800590"/>
              <a:gd name="connsiteX2061" fmla="*/ 9322267 w 12192000"/>
              <a:gd name="connsiteY2061" fmla="*/ 702279 h 2800590"/>
              <a:gd name="connsiteX2062" fmla="*/ 9116363 w 12192000"/>
              <a:gd name="connsiteY2062" fmla="*/ 698055 h 2800590"/>
              <a:gd name="connsiteX2063" fmla="*/ 9040255 w 12192000"/>
              <a:gd name="connsiteY2063" fmla="*/ 701981 h 2800590"/>
              <a:gd name="connsiteX2064" fmla="*/ 9001479 w 12192000"/>
              <a:gd name="connsiteY2064" fmla="*/ 740854 h 2800590"/>
              <a:gd name="connsiteX2065" fmla="*/ 9000365 w 12192000"/>
              <a:gd name="connsiteY2065" fmla="*/ 742300 h 2800590"/>
              <a:gd name="connsiteX2066" fmla="*/ 9021825 w 12192000"/>
              <a:gd name="connsiteY2066" fmla="*/ 741495 h 2800590"/>
              <a:gd name="connsiteX2067" fmla="*/ 9083610 w 12192000"/>
              <a:gd name="connsiteY2067" fmla="*/ 744151 h 2800590"/>
              <a:gd name="connsiteX2068" fmla="*/ 9137372 w 12192000"/>
              <a:gd name="connsiteY2068" fmla="*/ 696971 h 2800590"/>
              <a:gd name="connsiteX2069" fmla="*/ 9133724 w 12192000"/>
              <a:gd name="connsiteY2069" fmla="*/ 697159 h 2800590"/>
              <a:gd name="connsiteX2070" fmla="*/ 9129590 w 12192000"/>
              <a:gd name="connsiteY2070" fmla="*/ 701633 h 2800590"/>
              <a:gd name="connsiteX2071" fmla="*/ 9099080 w 12192000"/>
              <a:gd name="connsiteY2071" fmla="*/ 744817 h 2800590"/>
              <a:gd name="connsiteX2072" fmla="*/ 9186144 w 12192000"/>
              <a:gd name="connsiteY2072" fmla="*/ 748560 h 2800590"/>
              <a:gd name="connsiteX2073" fmla="*/ 9217996 w 12192000"/>
              <a:gd name="connsiteY2073" fmla="*/ 699285 h 2800590"/>
              <a:gd name="connsiteX2074" fmla="*/ 8886125 w 12192000"/>
              <a:gd name="connsiteY2074" fmla="*/ 686649 h 2800590"/>
              <a:gd name="connsiteX2075" fmla="*/ 8835336 w 12192000"/>
              <a:gd name="connsiteY2075" fmla="*/ 699481 h 2800590"/>
              <a:gd name="connsiteX2076" fmla="*/ 8803968 w 12192000"/>
              <a:gd name="connsiteY2076" fmla="*/ 718732 h 2800590"/>
              <a:gd name="connsiteX2077" fmla="*/ 8827284 w 12192000"/>
              <a:gd name="connsiteY2077" fmla="*/ 713410 h 2800590"/>
              <a:gd name="connsiteX2078" fmla="*/ 8853634 w 12192000"/>
              <a:gd name="connsiteY2078" fmla="*/ 709856 h 2800590"/>
              <a:gd name="connsiteX2079" fmla="*/ 8862306 w 12192000"/>
              <a:gd name="connsiteY2079" fmla="*/ 702380 h 2800590"/>
              <a:gd name="connsiteX2080" fmla="*/ 8978250 w 12192000"/>
              <a:gd name="connsiteY2080" fmla="*/ 666410 h 2800590"/>
              <a:gd name="connsiteX2081" fmla="*/ 8942985 w 12192000"/>
              <a:gd name="connsiteY2081" fmla="*/ 672282 h 2800590"/>
              <a:gd name="connsiteX2082" fmla="*/ 8922506 w 12192000"/>
              <a:gd name="connsiteY2082" fmla="*/ 677457 h 2800590"/>
              <a:gd name="connsiteX2083" fmla="*/ 8878341 w 12192000"/>
              <a:gd name="connsiteY2083" fmla="*/ 706524 h 2800590"/>
              <a:gd name="connsiteX2084" fmla="*/ 8944633 w 12192000"/>
              <a:gd name="connsiteY2084" fmla="*/ 697583 h 2800590"/>
              <a:gd name="connsiteX2085" fmla="*/ 8932251 w 12192000"/>
              <a:gd name="connsiteY2085" fmla="*/ 656185 h 2800590"/>
              <a:gd name="connsiteX2086" fmla="*/ 8898572 w 12192000"/>
              <a:gd name="connsiteY2086" fmla="*/ 667051 h 2800590"/>
              <a:gd name="connsiteX2087" fmla="*/ 8877573 w 12192000"/>
              <a:gd name="connsiteY2087" fmla="*/ 676929 h 2800590"/>
              <a:gd name="connsiteX2088" fmla="*/ 8912041 w 12192000"/>
              <a:gd name="connsiteY2088" fmla="*/ 669532 h 2800590"/>
              <a:gd name="connsiteX2089" fmla="*/ 9587420 w 12192000"/>
              <a:gd name="connsiteY2089" fmla="*/ 652142 h 2800590"/>
              <a:gd name="connsiteX2090" fmla="*/ 9560036 w 12192000"/>
              <a:gd name="connsiteY2090" fmla="*/ 709884 h 2800590"/>
              <a:gd name="connsiteX2091" fmla="*/ 9558022 w 12192000"/>
              <a:gd name="connsiteY2091" fmla="*/ 715459 h 2800590"/>
              <a:gd name="connsiteX2092" fmla="*/ 9729591 w 12192000"/>
              <a:gd name="connsiteY2092" fmla="*/ 748362 h 2800590"/>
              <a:gd name="connsiteX2093" fmla="*/ 10845665 w 12192000"/>
              <a:gd name="connsiteY2093" fmla="*/ 1439365 h 2800590"/>
              <a:gd name="connsiteX2094" fmla="*/ 10927401 w 12192000"/>
              <a:gd name="connsiteY2094" fmla="*/ 1547891 h 2800590"/>
              <a:gd name="connsiteX2095" fmla="*/ 11175460 w 12192000"/>
              <a:gd name="connsiteY2095" fmla="*/ 1829314 h 2800590"/>
              <a:gd name="connsiteX2096" fmla="*/ 11482154 w 12192000"/>
              <a:gd name="connsiteY2096" fmla="*/ 1920029 h 2800590"/>
              <a:gd name="connsiteX2097" fmla="*/ 11535952 w 12192000"/>
              <a:gd name="connsiteY2097" fmla="*/ 1893613 h 2800590"/>
              <a:gd name="connsiteX2098" fmla="*/ 11496262 w 12192000"/>
              <a:gd name="connsiteY2098" fmla="*/ 1887949 h 2800590"/>
              <a:gd name="connsiteX2099" fmla="*/ 11328017 w 12192000"/>
              <a:gd name="connsiteY2099" fmla="*/ 1809345 h 2800590"/>
              <a:gd name="connsiteX2100" fmla="*/ 11066934 w 12192000"/>
              <a:gd name="connsiteY2100" fmla="*/ 1511674 h 2800590"/>
              <a:gd name="connsiteX2101" fmla="*/ 10986687 w 12192000"/>
              <a:gd name="connsiteY2101" fmla="*/ 1402651 h 2800590"/>
              <a:gd name="connsiteX2102" fmla="*/ 9639972 w 12192000"/>
              <a:gd name="connsiteY2102" fmla="*/ 657729 h 2800590"/>
              <a:gd name="connsiteX2103" fmla="*/ 9071561 w 12192000"/>
              <a:gd name="connsiteY2103" fmla="*/ 652111 h 2800590"/>
              <a:gd name="connsiteX2104" fmla="*/ 9055607 w 12192000"/>
              <a:gd name="connsiteY2104" fmla="*/ 653527 h 2800590"/>
              <a:gd name="connsiteX2105" fmla="*/ 9003347 w 12192000"/>
              <a:gd name="connsiteY2105" fmla="*/ 662230 h 2800590"/>
              <a:gd name="connsiteX2106" fmla="*/ 8993406 w 12192000"/>
              <a:gd name="connsiteY2106" fmla="*/ 669265 h 2800590"/>
              <a:gd name="connsiteX2107" fmla="*/ 8966084 w 12192000"/>
              <a:gd name="connsiteY2107" fmla="*/ 694689 h 2800590"/>
              <a:gd name="connsiteX2108" fmla="*/ 8980213 w 12192000"/>
              <a:gd name="connsiteY2108" fmla="*/ 692784 h 2800590"/>
              <a:gd name="connsiteX2109" fmla="*/ 9034010 w 12192000"/>
              <a:gd name="connsiteY2109" fmla="*/ 689776 h 2800590"/>
              <a:gd name="connsiteX2110" fmla="*/ 9165850 w 12192000"/>
              <a:gd name="connsiteY2110" fmla="*/ 643744 h 2800590"/>
              <a:gd name="connsiteX2111" fmla="*/ 9091791 w 12192000"/>
              <a:gd name="connsiteY2111" fmla="*/ 650316 h 2800590"/>
              <a:gd name="connsiteX2112" fmla="*/ 9053518 w 12192000"/>
              <a:gd name="connsiteY2112" fmla="*/ 688685 h 2800590"/>
              <a:gd name="connsiteX2113" fmla="*/ 9128001 w 12192000"/>
              <a:gd name="connsiteY2113" fmla="*/ 684521 h 2800590"/>
              <a:gd name="connsiteX2114" fmla="*/ 9479750 w 12192000"/>
              <a:gd name="connsiteY2114" fmla="*/ 642588 h 2800590"/>
              <a:gd name="connsiteX2115" fmla="*/ 9448149 w 12192000"/>
              <a:gd name="connsiteY2115" fmla="*/ 701507 h 2800590"/>
              <a:gd name="connsiteX2116" fmla="*/ 9533803 w 12192000"/>
              <a:gd name="connsiteY2116" fmla="*/ 710815 h 2800590"/>
              <a:gd name="connsiteX2117" fmla="*/ 9544986 w 12192000"/>
              <a:gd name="connsiteY2117" fmla="*/ 712959 h 2800590"/>
              <a:gd name="connsiteX2118" fmla="*/ 9547680 w 12192000"/>
              <a:gd name="connsiteY2118" fmla="*/ 704907 h 2800590"/>
              <a:gd name="connsiteX2119" fmla="*/ 9573431 w 12192000"/>
              <a:gd name="connsiteY2119" fmla="*/ 650655 h 2800590"/>
              <a:gd name="connsiteX2120" fmla="*/ 9516249 w 12192000"/>
              <a:gd name="connsiteY2120" fmla="*/ 644576 h 2800590"/>
              <a:gd name="connsiteX2121" fmla="*/ 9261151 w 12192000"/>
              <a:gd name="connsiteY2121" fmla="*/ 638396 h 2800590"/>
              <a:gd name="connsiteX2122" fmla="*/ 9222007 w 12192000"/>
              <a:gd name="connsiteY2122" fmla="*/ 638761 h 2800590"/>
              <a:gd name="connsiteX2123" fmla="*/ 9184619 w 12192000"/>
              <a:gd name="connsiteY2123" fmla="*/ 642078 h 2800590"/>
              <a:gd name="connsiteX2124" fmla="*/ 9145123 w 12192000"/>
              <a:gd name="connsiteY2124" fmla="*/ 684823 h 2800590"/>
              <a:gd name="connsiteX2125" fmla="*/ 9225966 w 12192000"/>
              <a:gd name="connsiteY2125" fmla="*/ 686956 h 2800590"/>
              <a:gd name="connsiteX2126" fmla="*/ 9245633 w 12192000"/>
              <a:gd name="connsiteY2126" fmla="*/ 656531 h 2800590"/>
              <a:gd name="connsiteX2127" fmla="*/ 9360480 w 12192000"/>
              <a:gd name="connsiteY2127" fmla="*/ 637472 h 2800590"/>
              <a:gd name="connsiteX2128" fmla="*/ 9276745 w 12192000"/>
              <a:gd name="connsiteY2128" fmla="*/ 638251 h 2800590"/>
              <a:gd name="connsiteX2129" fmla="*/ 9255487 w 12192000"/>
              <a:gd name="connsiteY2129" fmla="*/ 663089 h 2800590"/>
              <a:gd name="connsiteX2130" fmla="*/ 9239834 w 12192000"/>
              <a:gd name="connsiteY2130" fmla="*/ 687322 h 2800590"/>
              <a:gd name="connsiteX2131" fmla="*/ 9329688 w 12192000"/>
              <a:gd name="connsiteY2131" fmla="*/ 689693 h 2800590"/>
              <a:gd name="connsiteX2132" fmla="*/ 9382131 w 12192000"/>
              <a:gd name="connsiteY2132" fmla="*/ 637270 h 2800590"/>
              <a:gd name="connsiteX2133" fmla="*/ 9376040 w 12192000"/>
              <a:gd name="connsiteY2133" fmla="*/ 637327 h 2800590"/>
              <a:gd name="connsiteX2134" fmla="*/ 9344792 w 12192000"/>
              <a:gd name="connsiteY2134" fmla="*/ 690275 h 2800590"/>
              <a:gd name="connsiteX2135" fmla="*/ 9434606 w 12192000"/>
              <a:gd name="connsiteY2135" fmla="*/ 700035 h 2800590"/>
              <a:gd name="connsiteX2136" fmla="*/ 9465931 w 12192000"/>
              <a:gd name="connsiteY2136" fmla="*/ 641835 h 2800590"/>
              <a:gd name="connsiteX2137" fmla="*/ 9026672 w 12192000"/>
              <a:gd name="connsiteY2137" fmla="*/ 630490 h 2800590"/>
              <a:gd name="connsiteX2138" fmla="*/ 8986899 w 12192000"/>
              <a:gd name="connsiteY2138" fmla="*/ 638552 h 2800590"/>
              <a:gd name="connsiteX2139" fmla="*/ 8978224 w 12192000"/>
              <a:gd name="connsiteY2139" fmla="*/ 641352 h 2800590"/>
              <a:gd name="connsiteX2140" fmla="*/ 8974497 w 12192000"/>
              <a:gd name="connsiteY2140" fmla="*/ 643238 h 2800590"/>
              <a:gd name="connsiteX2141" fmla="*/ 8945435 w 12192000"/>
              <a:gd name="connsiteY2141" fmla="*/ 662365 h 2800590"/>
              <a:gd name="connsiteX2142" fmla="*/ 8997479 w 12192000"/>
              <a:gd name="connsiteY2142" fmla="*/ 651196 h 2800590"/>
              <a:gd name="connsiteX2143" fmla="*/ 9111695 w 12192000"/>
              <a:gd name="connsiteY2143" fmla="*/ 613255 h 2800590"/>
              <a:gd name="connsiteX2144" fmla="*/ 9056839 w 12192000"/>
              <a:gd name="connsiteY2144" fmla="*/ 624375 h 2800590"/>
              <a:gd name="connsiteX2145" fmla="*/ 9025953 w 12192000"/>
              <a:gd name="connsiteY2145" fmla="*/ 646232 h 2800590"/>
              <a:gd name="connsiteX2146" fmla="*/ 9083354 w 12192000"/>
              <a:gd name="connsiteY2146" fmla="*/ 640283 h 2800590"/>
              <a:gd name="connsiteX2147" fmla="*/ 9105901 w 12192000"/>
              <a:gd name="connsiteY2147" fmla="*/ 617668 h 2800590"/>
              <a:gd name="connsiteX2148" fmla="*/ 9074798 w 12192000"/>
              <a:gd name="connsiteY2148" fmla="*/ 596354 h 2800590"/>
              <a:gd name="connsiteX2149" fmla="*/ 9049650 w 12192000"/>
              <a:gd name="connsiteY2149" fmla="*/ 605192 h 2800590"/>
              <a:gd name="connsiteX2150" fmla="*/ 9030301 w 12192000"/>
              <a:gd name="connsiteY2150" fmla="*/ 614987 h 2800590"/>
              <a:gd name="connsiteX2151" fmla="*/ 9051570 w 12192000"/>
              <a:gd name="connsiteY2151" fmla="*/ 608925 h 2800590"/>
              <a:gd name="connsiteX2152" fmla="*/ 9058815 w 12192000"/>
              <a:gd name="connsiteY2152" fmla="*/ 607691 h 2800590"/>
              <a:gd name="connsiteX2153" fmla="*/ 9211351 w 12192000"/>
              <a:gd name="connsiteY2153" fmla="*/ 594723 h 2800590"/>
              <a:gd name="connsiteX2154" fmla="*/ 9197855 w 12192000"/>
              <a:gd name="connsiteY2154" fmla="*/ 595789 h 2800590"/>
              <a:gd name="connsiteX2155" fmla="*/ 9141084 w 12192000"/>
              <a:gd name="connsiteY2155" fmla="*/ 607298 h 2800590"/>
              <a:gd name="connsiteX2156" fmla="*/ 9114583 w 12192000"/>
              <a:gd name="connsiteY2156" fmla="*/ 627467 h 2800590"/>
              <a:gd name="connsiteX2157" fmla="*/ 9103926 w 12192000"/>
              <a:gd name="connsiteY2157" fmla="*/ 638151 h 2800590"/>
              <a:gd name="connsiteX2158" fmla="*/ 9178185 w 12192000"/>
              <a:gd name="connsiteY2158" fmla="*/ 630454 h 2800590"/>
              <a:gd name="connsiteX2159" fmla="*/ 9304840 w 12192000"/>
              <a:gd name="connsiteY2159" fmla="*/ 587336 h 2800590"/>
              <a:gd name="connsiteX2160" fmla="*/ 9229717 w 12192000"/>
              <a:gd name="connsiteY2160" fmla="*/ 593272 h 2800590"/>
              <a:gd name="connsiteX2161" fmla="*/ 9197179 w 12192000"/>
              <a:gd name="connsiteY2161" fmla="*/ 628486 h 2800590"/>
              <a:gd name="connsiteX2162" fmla="*/ 9202522 w 12192000"/>
              <a:gd name="connsiteY2162" fmla="*/ 627932 h 2800590"/>
              <a:gd name="connsiteX2163" fmla="*/ 9270910 w 12192000"/>
              <a:gd name="connsiteY2163" fmla="*/ 626991 h 2800590"/>
              <a:gd name="connsiteX2164" fmla="*/ 9620227 w 12192000"/>
              <a:gd name="connsiteY2164" fmla="*/ 582962 h 2800590"/>
              <a:gd name="connsiteX2165" fmla="*/ 9592846 w 12192000"/>
              <a:gd name="connsiteY2165" fmla="*/ 640699 h 2800590"/>
              <a:gd name="connsiteX2166" fmla="*/ 9641585 w 12192000"/>
              <a:gd name="connsiteY2166" fmla="*/ 645823 h 2800590"/>
              <a:gd name="connsiteX2167" fmla="*/ 10996485 w 12192000"/>
              <a:gd name="connsiteY2167" fmla="*/ 1395458 h 2800590"/>
              <a:gd name="connsiteX2168" fmla="*/ 11076980 w 12192000"/>
              <a:gd name="connsiteY2168" fmla="*/ 1504852 h 2800590"/>
              <a:gd name="connsiteX2169" fmla="*/ 11335582 w 12192000"/>
              <a:gd name="connsiteY2169" fmla="*/ 1799546 h 2800590"/>
              <a:gd name="connsiteX2170" fmla="*/ 11642060 w 12192000"/>
              <a:gd name="connsiteY2170" fmla="*/ 1883142 h 2800590"/>
              <a:gd name="connsiteX2171" fmla="*/ 11689284 w 12192000"/>
              <a:gd name="connsiteY2171" fmla="*/ 1867081 h 2800590"/>
              <a:gd name="connsiteX2172" fmla="*/ 11697242 w 12192000"/>
              <a:gd name="connsiteY2172" fmla="*/ 1859765 h 2800590"/>
              <a:gd name="connsiteX2173" fmla="*/ 11649502 w 12192000"/>
              <a:gd name="connsiteY2173" fmla="*/ 1853407 h 2800590"/>
              <a:gd name="connsiteX2174" fmla="*/ 11487643 w 12192000"/>
              <a:gd name="connsiteY2174" fmla="*/ 1779578 h 2800590"/>
              <a:gd name="connsiteX2175" fmla="*/ 11216390 w 12192000"/>
              <a:gd name="connsiteY2175" fmla="*/ 1469504 h 2800590"/>
              <a:gd name="connsiteX2176" fmla="*/ 11136763 w 12192000"/>
              <a:gd name="connsiteY2176" fmla="*/ 1359242 h 2800590"/>
              <a:gd name="connsiteX2177" fmla="*/ 9747631 w 12192000"/>
              <a:gd name="connsiteY2177" fmla="*/ 593483 h 2800590"/>
              <a:gd name="connsiteX2178" fmla="*/ 9402405 w 12192000"/>
              <a:gd name="connsiteY2178" fmla="*/ 579628 h 2800590"/>
              <a:gd name="connsiteX2179" fmla="*/ 9321446 w 12192000"/>
              <a:gd name="connsiteY2179" fmla="*/ 586024 h 2800590"/>
              <a:gd name="connsiteX2180" fmla="*/ 9286567 w 12192000"/>
              <a:gd name="connsiteY2180" fmla="*/ 626775 h 2800590"/>
              <a:gd name="connsiteX2181" fmla="*/ 9367444 w 12192000"/>
              <a:gd name="connsiteY2181" fmla="*/ 625662 h 2800590"/>
              <a:gd name="connsiteX2182" fmla="*/ 9371885 w 12192000"/>
              <a:gd name="connsiteY2182" fmla="*/ 618130 h 2800590"/>
              <a:gd name="connsiteX2183" fmla="*/ 9515316 w 12192000"/>
              <a:gd name="connsiteY2183" fmla="*/ 579046 h 2800590"/>
              <a:gd name="connsiteX2184" fmla="*/ 9509771 w 12192000"/>
              <a:gd name="connsiteY2184" fmla="*/ 586614 h 2800590"/>
              <a:gd name="connsiteX2185" fmla="*/ 9485935 w 12192000"/>
              <a:gd name="connsiteY2185" fmla="*/ 631056 h 2800590"/>
              <a:gd name="connsiteX2186" fmla="*/ 9517073 w 12192000"/>
              <a:gd name="connsiteY2186" fmla="*/ 632734 h 2800590"/>
              <a:gd name="connsiteX2187" fmla="*/ 9578855 w 12192000"/>
              <a:gd name="connsiteY2187" fmla="*/ 639229 h 2800590"/>
              <a:gd name="connsiteX2188" fmla="*/ 9606116 w 12192000"/>
              <a:gd name="connsiteY2188" fmla="*/ 581797 h 2800590"/>
              <a:gd name="connsiteX2189" fmla="*/ 9583758 w 12192000"/>
              <a:gd name="connsiteY2189" fmla="*/ 579950 h 2800590"/>
              <a:gd name="connsiteX2190" fmla="*/ 9424892 w 12192000"/>
              <a:gd name="connsiteY2190" fmla="*/ 577851 h 2800590"/>
              <a:gd name="connsiteX2191" fmla="*/ 9420633 w 12192000"/>
              <a:gd name="connsiteY2191" fmla="*/ 578188 h 2800590"/>
              <a:gd name="connsiteX2192" fmla="*/ 9383139 w 12192000"/>
              <a:gd name="connsiteY2192" fmla="*/ 625518 h 2800590"/>
              <a:gd name="connsiteX2193" fmla="*/ 9472132 w 12192000"/>
              <a:gd name="connsiteY2193" fmla="*/ 630313 h 2800590"/>
              <a:gd name="connsiteX2194" fmla="*/ 9499108 w 12192000"/>
              <a:gd name="connsiteY2194" fmla="*/ 580191 h 2800590"/>
              <a:gd name="connsiteX2195" fmla="*/ 9500098 w 12192000"/>
              <a:gd name="connsiteY2195" fmla="*/ 578845 h 2800590"/>
              <a:gd name="connsiteX2196" fmla="*/ 9167698 w 12192000"/>
              <a:gd name="connsiteY2196" fmla="*/ 570603 h 2800590"/>
              <a:gd name="connsiteX2197" fmla="*/ 9124019 w 12192000"/>
              <a:gd name="connsiteY2197" fmla="*/ 581495 h 2800590"/>
              <a:gd name="connsiteX2198" fmla="*/ 9095385 w 12192000"/>
              <a:gd name="connsiteY2198" fmla="*/ 597097 h 2800590"/>
              <a:gd name="connsiteX2199" fmla="*/ 9087263 w 12192000"/>
              <a:gd name="connsiteY2199" fmla="*/ 602844 h 2800590"/>
              <a:gd name="connsiteX2200" fmla="*/ 9136343 w 12192000"/>
              <a:gd name="connsiteY2200" fmla="*/ 594482 h 2800590"/>
              <a:gd name="connsiteX2201" fmla="*/ 9261632 w 12192000"/>
              <a:gd name="connsiteY2201" fmla="*/ 549937 h 2800590"/>
              <a:gd name="connsiteX2202" fmla="*/ 9236784 w 12192000"/>
              <a:gd name="connsiteY2202" fmla="*/ 553374 h 2800590"/>
              <a:gd name="connsiteX2203" fmla="*/ 9199825 w 12192000"/>
              <a:gd name="connsiteY2203" fmla="*/ 562591 h 2800590"/>
              <a:gd name="connsiteX2204" fmla="*/ 9164146 w 12192000"/>
              <a:gd name="connsiteY2204" fmla="*/ 589746 h 2800590"/>
              <a:gd name="connsiteX2205" fmla="*/ 9225706 w 12192000"/>
              <a:gd name="connsiteY2205" fmla="*/ 579258 h 2800590"/>
              <a:gd name="connsiteX2206" fmla="*/ 9229311 w 12192000"/>
              <a:gd name="connsiteY2206" fmla="*/ 575374 h 2800590"/>
              <a:gd name="connsiteX2207" fmla="*/ 9210536 w 12192000"/>
              <a:gd name="connsiteY2207" fmla="*/ 538814 h 2800590"/>
              <a:gd name="connsiteX2208" fmla="*/ 9183303 w 12192000"/>
              <a:gd name="connsiteY2208" fmla="*/ 549195 h 2800590"/>
              <a:gd name="connsiteX2209" fmla="*/ 9165937 w 12192000"/>
              <a:gd name="connsiteY2209" fmla="*/ 558657 h 2800590"/>
              <a:gd name="connsiteX2210" fmla="*/ 9190247 w 12192000"/>
              <a:gd name="connsiteY2210" fmla="*/ 553428 h 2800590"/>
              <a:gd name="connsiteX2211" fmla="*/ 9205746 w 12192000"/>
              <a:gd name="connsiteY2211" fmla="*/ 541625 h 2800590"/>
              <a:gd name="connsiteX2212" fmla="*/ 9346941 w 12192000"/>
              <a:gd name="connsiteY2212" fmla="*/ 538134 h 2800590"/>
              <a:gd name="connsiteX2213" fmla="*/ 9285886 w 12192000"/>
              <a:gd name="connsiteY2213" fmla="*/ 546581 h 2800590"/>
              <a:gd name="connsiteX2214" fmla="*/ 9247108 w 12192000"/>
              <a:gd name="connsiteY2214" fmla="*/ 577104 h 2800590"/>
              <a:gd name="connsiteX2215" fmla="*/ 9317811 w 12192000"/>
              <a:gd name="connsiteY2215" fmla="*/ 572178 h 2800590"/>
              <a:gd name="connsiteX2216" fmla="*/ 9446180 w 12192000"/>
              <a:gd name="connsiteY2216" fmla="*/ 524404 h 2800590"/>
              <a:gd name="connsiteX2217" fmla="*/ 9366810 w 12192000"/>
              <a:gd name="connsiteY2217" fmla="*/ 535385 h 2800590"/>
              <a:gd name="connsiteX2218" fmla="*/ 9359542 w 12192000"/>
              <a:gd name="connsiteY2218" fmla="*/ 541514 h 2800590"/>
              <a:gd name="connsiteX2219" fmla="*/ 9334279 w 12192000"/>
              <a:gd name="connsiteY2219" fmla="*/ 571030 h 2800590"/>
              <a:gd name="connsiteX2220" fmla="*/ 9413601 w 12192000"/>
              <a:gd name="connsiteY2220" fmla="*/ 565503 h 2800590"/>
              <a:gd name="connsiteX2221" fmla="*/ 9542504 w 12192000"/>
              <a:gd name="connsiteY2221" fmla="*/ 521166 h 2800590"/>
              <a:gd name="connsiteX2222" fmla="*/ 9464495 w 12192000"/>
              <a:gd name="connsiteY2222" fmla="*/ 522820 h 2800590"/>
              <a:gd name="connsiteX2223" fmla="*/ 9431172 w 12192000"/>
              <a:gd name="connsiteY2223" fmla="*/ 564884 h 2800590"/>
              <a:gd name="connsiteX2224" fmla="*/ 9509612 w 12192000"/>
              <a:gd name="connsiteY2224" fmla="*/ 565904 h 2800590"/>
              <a:gd name="connsiteX2225" fmla="*/ 9641841 w 12192000"/>
              <a:gd name="connsiteY2225" fmla="*/ 519060 h 2800590"/>
              <a:gd name="connsiteX2226" fmla="*/ 9557960 w 12192000"/>
              <a:gd name="connsiteY2226" fmla="*/ 520838 h 2800590"/>
              <a:gd name="connsiteX2227" fmla="*/ 9524799 w 12192000"/>
              <a:gd name="connsiteY2227" fmla="*/ 566102 h 2800590"/>
              <a:gd name="connsiteX2228" fmla="*/ 9583800 w 12192000"/>
              <a:gd name="connsiteY2228" fmla="*/ 566869 h 2800590"/>
              <a:gd name="connsiteX2229" fmla="*/ 9612095 w 12192000"/>
              <a:gd name="connsiteY2229" fmla="*/ 569201 h 2800590"/>
              <a:gd name="connsiteX2230" fmla="*/ 9621468 w 12192000"/>
              <a:gd name="connsiteY2230" fmla="*/ 549453 h 2800590"/>
              <a:gd name="connsiteX2231" fmla="*/ 9690987 w 12192000"/>
              <a:gd name="connsiteY2231" fmla="*/ 518018 h 2800590"/>
              <a:gd name="connsiteX2232" fmla="*/ 9657874 w 12192000"/>
              <a:gd name="connsiteY2232" fmla="*/ 518720 h 2800590"/>
              <a:gd name="connsiteX2233" fmla="*/ 9633233 w 12192000"/>
              <a:gd name="connsiteY2233" fmla="*/ 555537 h 2800590"/>
              <a:gd name="connsiteX2234" fmla="*/ 9626202 w 12192000"/>
              <a:gd name="connsiteY2234" fmla="*/ 570363 h 2800590"/>
              <a:gd name="connsiteX2235" fmla="*/ 9748747 w 12192000"/>
              <a:gd name="connsiteY2235" fmla="*/ 580459 h 2800590"/>
              <a:gd name="connsiteX2236" fmla="*/ 11146686 w 12192000"/>
              <a:gd name="connsiteY2236" fmla="*/ 1351056 h 2800590"/>
              <a:gd name="connsiteX2237" fmla="*/ 11226437 w 12192000"/>
              <a:gd name="connsiteY2237" fmla="*/ 1461566 h 2800590"/>
              <a:gd name="connsiteX2238" fmla="*/ 11495085 w 12192000"/>
              <a:gd name="connsiteY2238" fmla="*/ 1769160 h 2800590"/>
              <a:gd name="connsiteX2239" fmla="*/ 11664199 w 12192000"/>
              <a:gd name="connsiteY2239" fmla="*/ 1843577 h 2800590"/>
              <a:gd name="connsiteX2240" fmla="*/ 11709712 w 12192000"/>
              <a:gd name="connsiteY2240" fmla="*/ 1848301 h 2800590"/>
              <a:gd name="connsiteX2241" fmla="*/ 11718089 w 12192000"/>
              <a:gd name="connsiteY2241" fmla="*/ 1840600 h 2800590"/>
              <a:gd name="connsiteX2242" fmla="*/ 11728756 w 12192000"/>
              <a:gd name="connsiteY2242" fmla="*/ 1847050 h 2800590"/>
              <a:gd name="connsiteX2243" fmla="*/ 11725637 w 12192000"/>
              <a:gd name="connsiteY2243" fmla="*/ 1849955 h 2800590"/>
              <a:gd name="connsiteX2244" fmla="*/ 11744745 w 12192000"/>
              <a:gd name="connsiteY2244" fmla="*/ 1851938 h 2800590"/>
              <a:gd name="connsiteX2245" fmla="*/ 11812477 w 12192000"/>
              <a:gd name="connsiteY2245" fmla="*/ 1844694 h 2800590"/>
              <a:gd name="connsiteX2246" fmla="*/ 11855191 w 12192000"/>
              <a:gd name="connsiteY2246" fmla="*/ 1826994 h 2800590"/>
              <a:gd name="connsiteX2247" fmla="*/ 11814151 w 12192000"/>
              <a:gd name="connsiteY2247" fmla="*/ 1822834 h 2800590"/>
              <a:gd name="connsiteX2248" fmla="*/ 11647021 w 12192000"/>
              <a:gd name="connsiteY2248" fmla="*/ 1750803 h 2800590"/>
              <a:gd name="connsiteX2249" fmla="*/ 11365722 w 12192000"/>
              <a:gd name="connsiteY2249" fmla="*/ 1427458 h 2800590"/>
              <a:gd name="connsiteX2250" fmla="*/ 11286715 w 12192000"/>
              <a:gd name="connsiteY2250" fmla="*/ 1315831 h 2800590"/>
              <a:gd name="connsiteX2251" fmla="*/ 9854297 w 12192000"/>
              <a:gd name="connsiteY2251" fmla="*/ 529111 h 2800590"/>
              <a:gd name="connsiteX2252" fmla="*/ 9690987 w 12192000"/>
              <a:gd name="connsiteY2252" fmla="*/ 518018 h 2800590"/>
              <a:gd name="connsiteX2253" fmla="*/ 9311764 w 12192000"/>
              <a:gd name="connsiteY2253" fmla="*/ 510481 h 2800590"/>
              <a:gd name="connsiteX2254" fmla="*/ 9260773 w 12192000"/>
              <a:gd name="connsiteY2254" fmla="*/ 524484 h 2800590"/>
              <a:gd name="connsiteX2255" fmla="*/ 9223635 w 12192000"/>
              <a:gd name="connsiteY2255" fmla="*/ 546248 h 2800590"/>
              <a:gd name="connsiteX2256" fmla="*/ 9282367 w 12192000"/>
              <a:gd name="connsiteY2256" fmla="*/ 533618 h 2800590"/>
              <a:gd name="connsiteX2257" fmla="*/ 9400236 w 12192000"/>
              <a:gd name="connsiteY2257" fmla="*/ 491956 h 2800590"/>
              <a:gd name="connsiteX2258" fmla="*/ 9350177 w 12192000"/>
              <a:gd name="connsiteY2258" fmla="*/ 499933 h 2800590"/>
              <a:gd name="connsiteX2259" fmla="*/ 9342459 w 12192000"/>
              <a:gd name="connsiteY2259" fmla="*/ 502052 h 2800590"/>
              <a:gd name="connsiteX2260" fmla="*/ 9309235 w 12192000"/>
              <a:gd name="connsiteY2260" fmla="*/ 528203 h 2800590"/>
              <a:gd name="connsiteX2261" fmla="*/ 9364318 w 12192000"/>
              <a:gd name="connsiteY2261" fmla="*/ 522246 h 2800590"/>
              <a:gd name="connsiteX2262" fmla="*/ 9352374 w 12192000"/>
              <a:gd name="connsiteY2262" fmla="*/ 478520 h 2800590"/>
              <a:gd name="connsiteX2263" fmla="*/ 9331644 w 12192000"/>
              <a:gd name="connsiteY2263" fmla="*/ 484737 h 2800590"/>
              <a:gd name="connsiteX2264" fmla="*/ 9321383 w 12192000"/>
              <a:gd name="connsiteY2264" fmla="*/ 488965 h 2800590"/>
              <a:gd name="connsiteX2265" fmla="*/ 9300269 w 12192000"/>
              <a:gd name="connsiteY2265" fmla="*/ 501338 h 2800590"/>
              <a:gd name="connsiteX2266" fmla="*/ 9333425 w 12192000"/>
              <a:gd name="connsiteY2266" fmla="*/ 493434 h 2800590"/>
              <a:gd name="connsiteX2267" fmla="*/ 9486377 w 12192000"/>
              <a:gd name="connsiteY2267" fmla="*/ 478229 h 2800590"/>
              <a:gd name="connsiteX2268" fmla="*/ 9422524 w 12192000"/>
              <a:gd name="connsiteY2268" fmla="*/ 488404 h 2800590"/>
              <a:gd name="connsiteX2269" fmla="*/ 9385051 w 12192000"/>
              <a:gd name="connsiteY2269" fmla="*/ 520003 h 2800590"/>
              <a:gd name="connsiteX2270" fmla="*/ 9455727 w 12192000"/>
              <a:gd name="connsiteY2270" fmla="*/ 512359 h 2800590"/>
              <a:gd name="connsiteX2271" fmla="*/ 9472533 w 12192000"/>
              <a:gd name="connsiteY2271" fmla="*/ 491158 h 2800590"/>
              <a:gd name="connsiteX2272" fmla="*/ 9584033 w 12192000"/>
              <a:gd name="connsiteY2272" fmla="*/ 464681 h 2800590"/>
              <a:gd name="connsiteX2273" fmla="*/ 9567377 w 12192000"/>
              <a:gd name="connsiteY2273" fmla="*/ 465322 h 2800590"/>
              <a:gd name="connsiteX2274" fmla="*/ 9510052 w 12192000"/>
              <a:gd name="connsiteY2274" fmla="*/ 474456 h 2800590"/>
              <a:gd name="connsiteX2275" fmla="*/ 9482208 w 12192000"/>
              <a:gd name="connsiteY2275" fmla="*/ 500460 h 2800590"/>
              <a:gd name="connsiteX2276" fmla="*/ 9474380 w 12192000"/>
              <a:gd name="connsiteY2276" fmla="*/ 510342 h 2800590"/>
              <a:gd name="connsiteX2277" fmla="*/ 9493542 w 12192000"/>
              <a:gd name="connsiteY2277" fmla="*/ 508269 h 2800590"/>
              <a:gd name="connsiteX2278" fmla="*/ 9552512 w 12192000"/>
              <a:gd name="connsiteY2278" fmla="*/ 507554 h 2800590"/>
              <a:gd name="connsiteX2279" fmla="*/ 9680786 w 12192000"/>
              <a:gd name="connsiteY2279" fmla="*/ 460959 h 2800590"/>
              <a:gd name="connsiteX2280" fmla="*/ 9599538 w 12192000"/>
              <a:gd name="connsiteY2280" fmla="*/ 464085 h 2800590"/>
              <a:gd name="connsiteX2281" fmla="*/ 9567828 w 12192000"/>
              <a:gd name="connsiteY2281" fmla="*/ 507368 h 2800590"/>
              <a:gd name="connsiteX2282" fmla="*/ 9650349 w 12192000"/>
              <a:gd name="connsiteY2282" fmla="*/ 506366 h 2800590"/>
              <a:gd name="connsiteX2283" fmla="*/ 9800369 w 12192000"/>
              <a:gd name="connsiteY2283" fmla="*/ 456359 h 2800590"/>
              <a:gd name="connsiteX2284" fmla="*/ 9696947 w 12192000"/>
              <a:gd name="connsiteY2284" fmla="*/ 460338 h 2800590"/>
              <a:gd name="connsiteX2285" fmla="*/ 9666271 w 12192000"/>
              <a:gd name="connsiteY2285" fmla="*/ 506173 h 2800590"/>
              <a:gd name="connsiteX2286" fmla="*/ 9691318 w 12192000"/>
              <a:gd name="connsiteY2286" fmla="*/ 505869 h 2800590"/>
              <a:gd name="connsiteX2287" fmla="*/ 9855661 w 12192000"/>
              <a:gd name="connsiteY2287" fmla="*/ 517080 h 2800590"/>
              <a:gd name="connsiteX2288" fmla="*/ 11296637 w 12192000"/>
              <a:gd name="connsiteY2288" fmla="*/ 1308762 h 2800590"/>
              <a:gd name="connsiteX2289" fmla="*/ 11375892 w 12192000"/>
              <a:gd name="connsiteY2289" fmla="*/ 1420388 h 2800590"/>
              <a:gd name="connsiteX2290" fmla="*/ 11654339 w 12192000"/>
              <a:gd name="connsiteY2290" fmla="*/ 1740757 h 2800590"/>
              <a:gd name="connsiteX2291" fmla="*/ 11816322 w 12192000"/>
              <a:gd name="connsiteY2291" fmla="*/ 1810834 h 2800590"/>
              <a:gd name="connsiteX2292" fmla="*/ 11870690 w 12192000"/>
              <a:gd name="connsiteY2292" fmla="*/ 1816351 h 2800590"/>
              <a:gd name="connsiteX2293" fmla="*/ 11895205 w 12192000"/>
              <a:gd name="connsiteY2293" fmla="*/ 1789625 h 2800590"/>
              <a:gd name="connsiteX2294" fmla="*/ 11906243 w 12192000"/>
              <a:gd name="connsiteY2294" fmla="*/ 1795082 h 2800590"/>
              <a:gd name="connsiteX2295" fmla="*/ 11885760 w 12192000"/>
              <a:gd name="connsiteY2295" fmla="*/ 1817881 h 2800590"/>
              <a:gd name="connsiteX2296" fmla="*/ 11902290 w 12192000"/>
              <a:gd name="connsiteY2296" fmla="*/ 1819558 h 2800590"/>
              <a:gd name="connsiteX2297" fmla="*/ 11982025 w 12192000"/>
              <a:gd name="connsiteY2297" fmla="*/ 1808725 h 2800590"/>
              <a:gd name="connsiteX2298" fmla="*/ 12011774 w 12192000"/>
              <a:gd name="connsiteY2298" fmla="*/ 1794612 h 2800590"/>
              <a:gd name="connsiteX2299" fmla="*/ 11980412 w 12192000"/>
              <a:gd name="connsiteY2299" fmla="*/ 1792338 h 2800590"/>
              <a:gd name="connsiteX2300" fmla="*/ 11808011 w 12192000"/>
              <a:gd name="connsiteY2300" fmla="*/ 1721780 h 2800590"/>
              <a:gd name="connsiteX2301" fmla="*/ 11516913 w 12192000"/>
              <a:gd name="connsiteY2301" fmla="*/ 1385908 h 2800590"/>
              <a:gd name="connsiteX2302" fmla="*/ 11438155 w 12192000"/>
              <a:gd name="connsiteY2302" fmla="*/ 1272669 h 2800590"/>
              <a:gd name="connsiteX2303" fmla="*/ 9963070 w 12192000"/>
              <a:gd name="connsiteY2303" fmla="*/ 464988 h 2800590"/>
              <a:gd name="connsiteX2304" fmla="*/ 9800369 w 12192000"/>
              <a:gd name="connsiteY2304" fmla="*/ 456359 h 2800590"/>
              <a:gd name="connsiteX2305" fmla="*/ 9451376 w 12192000"/>
              <a:gd name="connsiteY2305" fmla="*/ 448829 h 2800590"/>
              <a:gd name="connsiteX2306" fmla="*/ 9400717 w 12192000"/>
              <a:gd name="connsiteY2306" fmla="*/ 464022 h 2800590"/>
              <a:gd name="connsiteX2307" fmla="*/ 9365728 w 12192000"/>
              <a:gd name="connsiteY2307" fmla="*/ 483737 h 2800590"/>
              <a:gd name="connsiteX2308" fmla="*/ 9362092 w 12192000"/>
              <a:gd name="connsiteY2308" fmla="*/ 486599 h 2800590"/>
              <a:gd name="connsiteX2309" fmla="*/ 9417774 w 12192000"/>
              <a:gd name="connsiteY2309" fmla="*/ 473324 h 2800590"/>
              <a:gd name="connsiteX2310" fmla="*/ 9423141 w 12192000"/>
              <a:gd name="connsiteY2310" fmla="*/ 472640 h 2800590"/>
              <a:gd name="connsiteX2311" fmla="*/ 9535753 w 12192000"/>
              <a:gd name="connsiteY2311" fmla="*/ 432119 h 2800590"/>
              <a:gd name="connsiteX2312" fmla="*/ 9476689 w 12192000"/>
              <a:gd name="connsiteY2312" fmla="*/ 442729 h 2800590"/>
              <a:gd name="connsiteX2313" fmla="*/ 9444439 w 12192000"/>
              <a:gd name="connsiteY2313" fmla="*/ 469924 h 2800590"/>
              <a:gd name="connsiteX2314" fmla="*/ 9503308 w 12192000"/>
              <a:gd name="connsiteY2314" fmla="*/ 462418 h 2800590"/>
              <a:gd name="connsiteX2315" fmla="*/ 9492270 w 12192000"/>
              <a:gd name="connsiteY2315" fmla="*/ 418244 h 2800590"/>
              <a:gd name="connsiteX2316" fmla="*/ 9467728 w 12192000"/>
              <a:gd name="connsiteY2316" fmla="*/ 426263 h 2800590"/>
              <a:gd name="connsiteX2317" fmla="*/ 9443158 w 12192000"/>
              <a:gd name="connsiteY2317" fmla="*/ 440107 h 2800590"/>
              <a:gd name="connsiteX2318" fmla="*/ 9470107 w 12192000"/>
              <a:gd name="connsiteY2318" fmla="*/ 433033 h 2800590"/>
              <a:gd name="connsiteX2319" fmla="*/ 9475964 w 12192000"/>
              <a:gd name="connsiteY2319" fmla="*/ 428094 h 2800590"/>
              <a:gd name="connsiteX2320" fmla="*/ 9629099 w 12192000"/>
              <a:gd name="connsiteY2320" fmla="*/ 415350 h 2800590"/>
              <a:gd name="connsiteX2321" fmla="*/ 9560063 w 12192000"/>
              <a:gd name="connsiteY2321" fmla="*/ 427752 h 2800590"/>
              <a:gd name="connsiteX2322" fmla="*/ 9526047 w 12192000"/>
              <a:gd name="connsiteY2322" fmla="*/ 459519 h 2800590"/>
              <a:gd name="connsiteX2323" fmla="*/ 9594219 w 12192000"/>
              <a:gd name="connsiteY2323" fmla="*/ 450826 h 2800590"/>
              <a:gd name="connsiteX2324" fmla="*/ 9595571 w 12192000"/>
              <a:gd name="connsiteY2324" fmla="*/ 448988 h 2800590"/>
              <a:gd name="connsiteX2325" fmla="*/ 9719493 w 12192000"/>
              <a:gd name="connsiteY2325" fmla="*/ 404157 h 2800590"/>
              <a:gd name="connsiteX2326" fmla="*/ 9679080 w 12192000"/>
              <a:gd name="connsiteY2326" fmla="*/ 406371 h 2800590"/>
              <a:gd name="connsiteX2327" fmla="*/ 9650020 w 12192000"/>
              <a:gd name="connsiteY2327" fmla="*/ 411591 h 2800590"/>
              <a:gd name="connsiteX2328" fmla="*/ 9612292 w 12192000"/>
              <a:gd name="connsiteY2328" fmla="*/ 449373 h 2800590"/>
              <a:gd name="connsiteX2329" fmla="*/ 9690050 w 12192000"/>
              <a:gd name="connsiteY2329" fmla="*/ 447139 h 2800590"/>
              <a:gd name="connsiteX2330" fmla="*/ 9717244 w 12192000"/>
              <a:gd name="connsiteY2330" fmla="*/ 406569 h 2800590"/>
              <a:gd name="connsiteX2331" fmla="*/ 9910416 w 12192000"/>
              <a:gd name="connsiteY2331" fmla="*/ 393701 h 2800590"/>
              <a:gd name="connsiteX2332" fmla="*/ 9738054 w 12192000"/>
              <a:gd name="connsiteY2332" fmla="*/ 403141 h 2800590"/>
              <a:gd name="connsiteX2333" fmla="*/ 9728035 w 12192000"/>
              <a:gd name="connsiteY2333" fmla="*/ 413887 h 2800590"/>
              <a:gd name="connsiteX2334" fmla="*/ 9706089 w 12192000"/>
              <a:gd name="connsiteY2334" fmla="*/ 446678 h 2800590"/>
              <a:gd name="connsiteX2335" fmla="*/ 9800245 w 12192000"/>
              <a:gd name="connsiteY2335" fmla="*/ 443973 h 2800590"/>
              <a:gd name="connsiteX2336" fmla="*/ 9964062 w 12192000"/>
              <a:gd name="connsiteY2336" fmla="*/ 452709 h 2800590"/>
              <a:gd name="connsiteX2337" fmla="*/ 11448201 w 12192000"/>
              <a:gd name="connsiteY2337" fmla="*/ 1265351 h 2800590"/>
              <a:gd name="connsiteX2338" fmla="*/ 11527208 w 12192000"/>
              <a:gd name="connsiteY2338" fmla="*/ 1378962 h 2800590"/>
              <a:gd name="connsiteX2339" fmla="*/ 11815080 w 12192000"/>
              <a:gd name="connsiteY2339" fmla="*/ 1711733 h 2800590"/>
              <a:gd name="connsiteX2340" fmla="*/ 11981993 w 12192000"/>
              <a:gd name="connsiteY2340" fmla="*/ 1780198 h 2800590"/>
              <a:gd name="connsiteX2341" fmla="*/ 12034175 w 12192000"/>
              <a:gd name="connsiteY2341" fmla="*/ 1783985 h 2800590"/>
              <a:gd name="connsiteX2342" fmla="*/ 12039280 w 12192000"/>
              <a:gd name="connsiteY2342" fmla="*/ 1781563 h 2800590"/>
              <a:gd name="connsiteX2343" fmla="*/ 12071610 w 12192000"/>
              <a:gd name="connsiteY2343" fmla="*/ 1740842 h 2800590"/>
              <a:gd name="connsiteX2344" fmla="*/ 12053729 w 12192000"/>
              <a:gd name="connsiteY2344" fmla="*/ 1736060 h 2800590"/>
              <a:gd name="connsiteX2345" fmla="*/ 11969622 w 12192000"/>
              <a:gd name="connsiteY2345" fmla="*/ 1692014 h 2800590"/>
              <a:gd name="connsiteX2346" fmla="*/ 11668974 w 12192000"/>
              <a:gd name="connsiteY2346" fmla="*/ 1343490 h 2800590"/>
              <a:gd name="connsiteX2347" fmla="*/ 11590463 w 12192000"/>
              <a:gd name="connsiteY2347" fmla="*/ 1228515 h 2800590"/>
              <a:gd name="connsiteX2348" fmla="*/ 10072464 w 12192000"/>
              <a:gd name="connsiteY2348" fmla="*/ 399997 h 2800590"/>
              <a:gd name="connsiteX2349" fmla="*/ 9910416 w 12192000"/>
              <a:gd name="connsiteY2349" fmla="*/ 393701 h 2800590"/>
              <a:gd name="connsiteX2350" fmla="*/ 9588346 w 12192000"/>
              <a:gd name="connsiteY2350" fmla="*/ 388515 h 2800590"/>
              <a:gd name="connsiteX2351" fmla="*/ 9575121 w 12192000"/>
              <a:gd name="connsiteY2351" fmla="*/ 391175 h 2800590"/>
              <a:gd name="connsiteX2352" fmla="*/ 9540855 w 12192000"/>
              <a:gd name="connsiteY2352" fmla="*/ 402370 h 2800590"/>
              <a:gd name="connsiteX2353" fmla="*/ 9505404 w 12192000"/>
              <a:gd name="connsiteY2353" fmla="*/ 423767 h 2800590"/>
              <a:gd name="connsiteX2354" fmla="*/ 9530301 w 12192000"/>
              <a:gd name="connsiteY2354" fmla="*/ 417232 h 2800590"/>
              <a:gd name="connsiteX2355" fmla="*/ 9555700 w 12192000"/>
              <a:gd name="connsiteY2355" fmla="*/ 413491 h 2800590"/>
              <a:gd name="connsiteX2356" fmla="*/ 9563182 w 12192000"/>
              <a:gd name="connsiteY2356" fmla="*/ 406503 h 2800590"/>
              <a:gd name="connsiteX2357" fmla="*/ 9672766 w 12192000"/>
              <a:gd name="connsiteY2357" fmla="*/ 371539 h 2800590"/>
              <a:gd name="connsiteX2358" fmla="*/ 9620352 w 12192000"/>
              <a:gd name="connsiteY2358" fmla="*/ 382079 h 2800590"/>
              <a:gd name="connsiteX2359" fmla="*/ 9581768 w 12192000"/>
              <a:gd name="connsiteY2359" fmla="*/ 409652 h 2800590"/>
              <a:gd name="connsiteX2360" fmla="*/ 9643899 w 12192000"/>
              <a:gd name="connsiteY2360" fmla="*/ 400501 h 2800590"/>
              <a:gd name="connsiteX2361" fmla="*/ 9767724 w 12192000"/>
              <a:gd name="connsiteY2361" fmla="*/ 352443 h 2800590"/>
              <a:gd name="connsiteX2362" fmla="*/ 9695470 w 12192000"/>
              <a:gd name="connsiteY2362" fmla="*/ 366973 h 2800590"/>
              <a:gd name="connsiteX2363" fmla="*/ 9691684 w 12192000"/>
              <a:gd name="connsiteY2363" fmla="*/ 369868 h 2800590"/>
              <a:gd name="connsiteX2364" fmla="*/ 9664060 w 12192000"/>
              <a:gd name="connsiteY2364" fmla="*/ 397531 h 2800590"/>
              <a:gd name="connsiteX2365" fmla="*/ 9714382 w 12192000"/>
              <a:gd name="connsiteY2365" fmla="*/ 390120 h 2800590"/>
              <a:gd name="connsiteX2366" fmla="*/ 9733390 w 12192000"/>
              <a:gd name="connsiteY2366" fmla="*/ 389257 h 2800590"/>
              <a:gd name="connsiteX2367" fmla="*/ 9640018 w 12192000"/>
              <a:gd name="connsiteY2367" fmla="*/ 351579 h 2800590"/>
              <a:gd name="connsiteX2368" fmla="*/ 9595502 w 12192000"/>
              <a:gd name="connsiteY2368" fmla="*/ 369387 h 2800590"/>
              <a:gd name="connsiteX2369" fmla="*/ 9579618 w 12192000"/>
              <a:gd name="connsiteY2369" fmla="*/ 378974 h 2800590"/>
              <a:gd name="connsiteX2370" fmla="*/ 9616534 w 12192000"/>
              <a:gd name="connsiteY2370" fmla="*/ 368365 h 2800590"/>
              <a:gd name="connsiteX2371" fmla="*/ 9728451 w 12192000"/>
              <a:gd name="connsiteY2371" fmla="*/ 326537 h 2800590"/>
              <a:gd name="connsiteX2372" fmla="*/ 9681818 w 12192000"/>
              <a:gd name="connsiteY2372" fmla="*/ 339378 h 2800590"/>
              <a:gd name="connsiteX2373" fmla="*/ 9674543 w 12192000"/>
              <a:gd name="connsiteY2373" fmla="*/ 343353 h 2800590"/>
              <a:gd name="connsiteX2374" fmla="*/ 9651672 w 12192000"/>
              <a:gd name="connsiteY2374" fmla="*/ 359697 h 2800590"/>
              <a:gd name="connsiteX2375" fmla="*/ 9694687 w 12192000"/>
              <a:gd name="connsiteY2375" fmla="*/ 352502 h 2800590"/>
              <a:gd name="connsiteX2376" fmla="*/ 9815080 w 12192000"/>
              <a:gd name="connsiteY2376" fmla="*/ 304955 h 2800590"/>
              <a:gd name="connsiteX2377" fmla="*/ 9789135 w 12192000"/>
              <a:gd name="connsiteY2377" fmla="*/ 309826 h 2800590"/>
              <a:gd name="connsiteX2378" fmla="*/ 9759560 w 12192000"/>
              <a:gd name="connsiteY2378" fmla="*/ 317970 h 2800590"/>
              <a:gd name="connsiteX2379" fmla="*/ 9719916 w 12192000"/>
              <a:gd name="connsiteY2379" fmla="*/ 348282 h 2800590"/>
              <a:gd name="connsiteX2380" fmla="*/ 9781160 w 12192000"/>
              <a:gd name="connsiteY2380" fmla="*/ 338038 h 2800590"/>
              <a:gd name="connsiteX2381" fmla="*/ 9802224 w 12192000"/>
              <a:gd name="connsiteY2381" fmla="*/ 315453 h 2800590"/>
              <a:gd name="connsiteX2382" fmla="*/ 9775492 w 12192000"/>
              <a:gd name="connsiteY2382" fmla="*/ 290361 h 2800590"/>
              <a:gd name="connsiteX2383" fmla="*/ 9766676 w 12192000"/>
              <a:gd name="connsiteY2383" fmla="*/ 293003 h 2800590"/>
              <a:gd name="connsiteX2384" fmla="*/ 9726494 w 12192000"/>
              <a:gd name="connsiteY2384" fmla="*/ 314962 h 2800590"/>
              <a:gd name="connsiteX2385" fmla="*/ 9751076 w 12192000"/>
              <a:gd name="connsiteY2385" fmla="*/ 309137 h 2800590"/>
              <a:gd name="connsiteX2386" fmla="*/ 9866274 w 12192000"/>
              <a:gd name="connsiteY2386" fmla="*/ 263155 h 2800590"/>
              <a:gd name="connsiteX2387" fmla="*/ 9819317 w 12192000"/>
              <a:gd name="connsiteY2387" fmla="*/ 277227 h 2800590"/>
              <a:gd name="connsiteX2388" fmla="*/ 9791760 w 12192000"/>
              <a:gd name="connsiteY2388" fmla="*/ 293350 h 2800590"/>
              <a:gd name="connsiteX2389" fmla="*/ 9780110 w 12192000"/>
              <a:gd name="connsiteY2389" fmla="*/ 302258 h 2800590"/>
              <a:gd name="connsiteX2390" fmla="*/ 9834031 w 12192000"/>
              <a:gd name="connsiteY2390" fmla="*/ 289482 h 2800590"/>
              <a:gd name="connsiteX2391" fmla="*/ 9901149 w 12192000"/>
              <a:gd name="connsiteY2391" fmla="*/ 234744 h 2800590"/>
              <a:gd name="connsiteX2392" fmla="*/ 9870233 w 12192000"/>
              <a:gd name="connsiteY2392" fmla="*/ 247436 h 2800590"/>
              <a:gd name="connsiteX2393" fmla="*/ 9856962 w 12192000"/>
              <a:gd name="connsiteY2393" fmla="*/ 255201 h 2800590"/>
              <a:gd name="connsiteX2394" fmla="*/ 9884903 w 12192000"/>
              <a:gd name="connsiteY2394" fmla="*/ 247943 h 2800590"/>
              <a:gd name="connsiteX2395" fmla="*/ 9900808 w 12192000"/>
              <a:gd name="connsiteY2395" fmla="*/ 234957 h 2800590"/>
              <a:gd name="connsiteX2396" fmla="*/ 10716799 w 12192000"/>
              <a:gd name="connsiteY2396" fmla="*/ 0 h 2800590"/>
              <a:gd name="connsiteX2397" fmla="*/ 12156080 w 12192000"/>
              <a:gd name="connsiteY2397" fmla="*/ 558954 h 2800590"/>
              <a:gd name="connsiteX2398" fmla="*/ 12192000 w 12192000"/>
              <a:gd name="connsiteY2398" fmla="*/ 595633 h 2800590"/>
              <a:gd name="connsiteX2399" fmla="*/ 12192000 w 12192000"/>
              <a:gd name="connsiteY2399" fmla="*/ 611495 h 2800590"/>
              <a:gd name="connsiteX2400" fmla="*/ 12152265 w 12192000"/>
              <a:gd name="connsiteY2400" fmla="*/ 571000 h 2800590"/>
              <a:gd name="connsiteX2401" fmla="*/ 10717915 w 12192000"/>
              <a:gd name="connsiteY2401" fmla="*/ 11907 h 2800590"/>
              <a:gd name="connsiteX2402" fmla="*/ 10140836 w 12192000"/>
              <a:gd name="connsiteY2402" fmla="*/ 118293 h 2800590"/>
              <a:gd name="connsiteX2403" fmla="*/ 10097669 w 12192000"/>
              <a:gd name="connsiteY2403" fmla="*/ 138667 h 2800590"/>
              <a:gd name="connsiteX2404" fmla="*/ 10217051 w 12192000"/>
              <a:gd name="connsiteY2404" fmla="*/ 104384 h 2800590"/>
              <a:gd name="connsiteX2405" fmla="*/ 10592397 w 12192000"/>
              <a:gd name="connsiteY2405" fmla="*/ 64496 h 2800590"/>
              <a:gd name="connsiteX2406" fmla="*/ 10609761 w 12192000"/>
              <a:gd name="connsiteY2406" fmla="*/ 64496 h 2800590"/>
              <a:gd name="connsiteX2407" fmla="*/ 11595796 w 12192000"/>
              <a:gd name="connsiteY2407" fmla="*/ 321610 h 2800590"/>
              <a:gd name="connsiteX2408" fmla="*/ 12015970 w 12192000"/>
              <a:gd name="connsiteY2408" fmla="*/ 615889 h 2800590"/>
              <a:gd name="connsiteX2409" fmla="*/ 12192000 w 12192000"/>
              <a:gd name="connsiteY2409" fmla="*/ 795081 h 2800590"/>
              <a:gd name="connsiteX2410" fmla="*/ 12192000 w 12192000"/>
              <a:gd name="connsiteY2410" fmla="*/ 813320 h 2800590"/>
              <a:gd name="connsiteX2411" fmla="*/ 12186949 w 12192000"/>
              <a:gd name="connsiteY2411" fmla="*/ 806685 h 2800590"/>
              <a:gd name="connsiteX2412" fmla="*/ 10609513 w 12192000"/>
              <a:gd name="connsiteY2412" fmla="*/ 76899 h 2800590"/>
              <a:gd name="connsiteX2413" fmla="*/ 10027333 w 12192000"/>
              <a:gd name="connsiteY2413" fmla="*/ 173270 h 2800590"/>
              <a:gd name="connsiteX2414" fmla="*/ 10013166 w 12192000"/>
              <a:gd name="connsiteY2414" fmla="*/ 179520 h 2800590"/>
              <a:gd name="connsiteX2415" fmla="*/ 9991020 w 12192000"/>
              <a:gd name="connsiteY2415" fmla="*/ 193344 h 2800590"/>
              <a:gd name="connsiteX2416" fmla="*/ 10117144 w 12192000"/>
              <a:gd name="connsiteY2416" fmla="*/ 160940 h 2800590"/>
              <a:gd name="connsiteX2417" fmla="*/ 10501979 w 12192000"/>
              <a:gd name="connsiteY2417" fmla="*/ 129364 h 2800590"/>
              <a:gd name="connsiteX2418" fmla="*/ 12049352 w 12192000"/>
              <a:gd name="connsiteY2418" fmla="*/ 850064 h 2800590"/>
              <a:gd name="connsiteX2419" fmla="*/ 12192000 w 12192000"/>
              <a:gd name="connsiteY2419" fmla="*/ 1035259 h 2800590"/>
              <a:gd name="connsiteX2420" fmla="*/ 12192000 w 12192000"/>
              <a:gd name="connsiteY2420" fmla="*/ 1056408 h 2800590"/>
              <a:gd name="connsiteX2421" fmla="*/ 12191015 w 12192000"/>
              <a:gd name="connsiteY2421" fmla="*/ 1054873 h 2800590"/>
              <a:gd name="connsiteX2422" fmla="*/ 10501732 w 12192000"/>
              <a:gd name="connsiteY2422" fmla="*/ 142635 h 2800590"/>
              <a:gd name="connsiteX2423" fmla="*/ 10049535 w 12192000"/>
              <a:gd name="connsiteY2423" fmla="*/ 189335 h 2800590"/>
              <a:gd name="connsiteX2424" fmla="*/ 9950562 w 12192000"/>
              <a:gd name="connsiteY2424" fmla="*/ 218601 h 2800590"/>
              <a:gd name="connsiteX2425" fmla="*/ 9916852 w 12192000"/>
              <a:gd name="connsiteY2425" fmla="*/ 239645 h 2800590"/>
              <a:gd name="connsiteX2426" fmla="*/ 9966502 w 12192000"/>
              <a:gd name="connsiteY2426" fmla="*/ 226748 h 2800590"/>
              <a:gd name="connsiteX2427" fmla="*/ 10289439 w 12192000"/>
              <a:gd name="connsiteY2427" fmla="*/ 193539 h 2800590"/>
              <a:gd name="connsiteX2428" fmla="*/ 10394197 w 12192000"/>
              <a:gd name="connsiteY2428" fmla="*/ 194479 h 2800590"/>
              <a:gd name="connsiteX2429" fmla="*/ 12050489 w 12192000"/>
              <a:gd name="connsiteY2429" fmla="*/ 1091089 h 2800590"/>
              <a:gd name="connsiteX2430" fmla="*/ 12129620 w 12192000"/>
              <a:gd name="connsiteY2430" fmla="*/ 1212638 h 2800590"/>
              <a:gd name="connsiteX2431" fmla="*/ 12192000 w 12192000"/>
              <a:gd name="connsiteY2431" fmla="*/ 1308897 h 2800590"/>
              <a:gd name="connsiteX2432" fmla="*/ 12192000 w 12192000"/>
              <a:gd name="connsiteY2432" fmla="*/ 1330330 h 2800590"/>
              <a:gd name="connsiteX2433" fmla="*/ 12189013 w 12192000"/>
              <a:gd name="connsiteY2433" fmla="*/ 1326201 h 2800590"/>
              <a:gd name="connsiteX2434" fmla="*/ 12119202 w 12192000"/>
              <a:gd name="connsiteY2434" fmla="*/ 1218220 h 2800590"/>
              <a:gd name="connsiteX2435" fmla="*/ 12040195 w 12192000"/>
              <a:gd name="connsiteY2435" fmla="*/ 1097167 h 2800590"/>
              <a:gd name="connsiteX2436" fmla="*/ 10393825 w 12192000"/>
              <a:gd name="connsiteY2436" fmla="*/ 205889 h 2800590"/>
              <a:gd name="connsiteX2437" fmla="*/ 10289858 w 12192000"/>
              <a:gd name="connsiteY2437" fmla="*/ 204962 h 2800590"/>
              <a:gd name="connsiteX2438" fmla="*/ 9899520 w 12192000"/>
              <a:gd name="connsiteY2438" fmla="*/ 253191 h 2800590"/>
              <a:gd name="connsiteX2439" fmla="*/ 9897972 w 12192000"/>
              <a:gd name="connsiteY2439" fmla="*/ 253655 h 2800590"/>
              <a:gd name="connsiteX2440" fmla="*/ 9861392 w 12192000"/>
              <a:gd name="connsiteY2440" fmla="*/ 283508 h 2800590"/>
              <a:gd name="connsiteX2441" fmla="*/ 10028016 w 12192000"/>
              <a:gd name="connsiteY2441" fmla="*/ 262409 h 2800590"/>
              <a:gd name="connsiteX2442" fmla="*/ 10182091 w 12192000"/>
              <a:gd name="connsiteY2442" fmla="*/ 256131 h 2800590"/>
              <a:gd name="connsiteX2443" fmla="*/ 10287284 w 12192000"/>
              <a:gd name="connsiteY2443" fmla="*/ 258478 h 2800590"/>
              <a:gd name="connsiteX2444" fmla="*/ 11900538 w 12192000"/>
              <a:gd name="connsiteY2444" fmla="*/ 1134127 h 2800590"/>
              <a:gd name="connsiteX2445" fmla="*/ 11979420 w 12192000"/>
              <a:gd name="connsiteY2445" fmla="*/ 1253568 h 2800590"/>
              <a:gd name="connsiteX2446" fmla="*/ 12119838 w 12192000"/>
              <a:gd name="connsiteY2446" fmla="*/ 1455969 h 2800590"/>
              <a:gd name="connsiteX2447" fmla="*/ 12192000 w 12192000"/>
              <a:gd name="connsiteY2447" fmla="*/ 1536200 h 2800590"/>
              <a:gd name="connsiteX2448" fmla="*/ 12192000 w 12192000"/>
              <a:gd name="connsiteY2448" fmla="*/ 1554047 h 2800590"/>
              <a:gd name="connsiteX2449" fmla="*/ 12111032 w 12192000"/>
              <a:gd name="connsiteY2449" fmla="*/ 1464140 h 2800590"/>
              <a:gd name="connsiteX2450" fmla="*/ 11969374 w 12192000"/>
              <a:gd name="connsiteY2450" fmla="*/ 1260017 h 2800590"/>
              <a:gd name="connsiteX2451" fmla="*/ 11890740 w 12192000"/>
              <a:gd name="connsiteY2451" fmla="*/ 1140949 h 2800590"/>
              <a:gd name="connsiteX2452" fmla="*/ 10287036 w 12192000"/>
              <a:gd name="connsiteY2452" fmla="*/ 270633 h 2800590"/>
              <a:gd name="connsiteX2453" fmla="*/ 10182665 w 12192000"/>
              <a:gd name="connsiteY2453" fmla="*/ 268193 h 2800590"/>
              <a:gd name="connsiteX2454" fmla="*/ 9894876 w 12192000"/>
              <a:gd name="connsiteY2454" fmla="*/ 289973 h 2800590"/>
              <a:gd name="connsiteX2455" fmla="*/ 9841100 w 12192000"/>
              <a:gd name="connsiteY2455" fmla="*/ 300070 h 2800590"/>
              <a:gd name="connsiteX2456" fmla="*/ 9812039 w 12192000"/>
              <a:gd name="connsiteY2456" fmla="*/ 323787 h 2800590"/>
              <a:gd name="connsiteX2457" fmla="*/ 9802003 w 12192000"/>
              <a:gd name="connsiteY2457" fmla="*/ 334551 h 2800590"/>
              <a:gd name="connsiteX2458" fmla="*/ 9821983 w 12192000"/>
              <a:gd name="connsiteY2458" fmla="*/ 331209 h 2800590"/>
              <a:gd name="connsiteX2459" fmla="*/ 10015951 w 12192000"/>
              <a:gd name="connsiteY2459" fmla="*/ 319214 h 2800590"/>
              <a:gd name="connsiteX2460" fmla="*/ 10178510 w 12192000"/>
              <a:gd name="connsiteY2460" fmla="*/ 323222 h 2800590"/>
              <a:gd name="connsiteX2461" fmla="*/ 11060609 w 12192000"/>
              <a:gd name="connsiteY2461" fmla="*/ 575622 h 2800590"/>
              <a:gd name="connsiteX2462" fmla="*/ 11748725 w 12192000"/>
              <a:gd name="connsiteY2462" fmla="*/ 1177910 h 2800590"/>
              <a:gd name="connsiteX2463" fmla="*/ 11827483 w 12192000"/>
              <a:gd name="connsiteY2463" fmla="*/ 1295118 h 2800590"/>
              <a:gd name="connsiteX2464" fmla="*/ 12134209 w 12192000"/>
              <a:gd name="connsiteY2464" fmla="*/ 1652448 h 2800590"/>
              <a:gd name="connsiteX2465" fmla="*/ 12192000 w 12192000"/>
              <a:gd name="connsiteY2465" fmla="*/ 1681804 h 2800590"/>
              <a:gd name="connsiteX2466" fmla="*/ 12192000 w 12192000"/>
              <a:gd name="connsiteY2466" fmla="*/ 1695630 h 2800590"/>
              <a:gd name="connsiteX2467" fmla="*/ 12127759 w 12192000"/>
              <a:gd name="connsiteY2467" fmla="*/ 1663238 h 2800590"/>
              <a:gd name="connsiteX2468" fmla="*/ 11817685 w 12192000"/>
              <a:gd name="connsiteY2468" fmla="*/ 1302436 h 2800590"/>
              <a:gd name="connsiteX2469" fmla="*/ 11739050 w 12192000"/>
              <a:gd name="connsiteY2469" fmla="*/ 1185476 h 2800590"/>
              <a:gd name="connsiteX2470" fmla="*/ 10178262 w 12192000"/>
              <a:gd name="connsiteY2470" fmla="*/ 335997 h 2800590"/>
              <a:gd name="connsiteX2471" fmla="*/ 10016982 w 12192000"/>
              <a:gd name="connsiteY2471" fmla="*/ 332023 h 2800590"/>
              <a:gd name="connsiteX2472" fmla="*/ 9789127 w 12192000"/>
              <a:gd name="connsiteY2472" fmla="*/ 348361 h 2800590"/>
              <a:gd name="connsiteX2473" fmla="*/ 9751776 w 12192000"/>
              <a:gd name="connsiteY2473" fmla="*/ 388423 h 2800590"/>
              <a:gd name="connsiteX2474" fmla="*/ 9909611 w 12192000"/>
              <a:gd name="connsiteY2474" fmla="*/ 381263 h 2800590"/>
              <a:gd name="connsiteX2475" fmla="*/ 10072713 w 12192000"/>
              <a:gd name="connsiteY2475" fmla="*/ 387594 h 2800590"/>
              <a:gd name="connsiteX2476" fmla="*/ 11599890 w 12192000"/>
              <a:gd name="connsiteY2476" fmla="*/ 1221321 h 2800590"/>
              <a:gd name="connsiteX2477" fmla="*/ 11678648 w 12192000"/>
              <a:gd name="connsiteY2477" fmla="*/ 1336669 h 2800590"/>
              <a:gd name="connsiteX2478" fmla="*/ 11976319 w 12192000"/>
              <a:gd name="connsiteY2478" fmla="*/ 1681843 h 2800590"/>
              <a:gd name="connsiteX2479" fmla="*/ 12147868 w 12192000"/>
              <a:gd name="connsiteY2479" fmla="*/ 1748726 h 2800590"/>
              <a:gd name="connsiteX2480" fmla="*/ 12192000 w 12192000"/>
              <a:gd name="connsiteY2480" fmla="*/ 1750847 h 2800590"/>
              <a:gd name="connsiteX2481" fmla="*/ 12192000 w 12192000"/>
              <a:gd name="connsiteY2481" fmla="*/ 1765788 h 2800590"/>
              <a:gd name="connsiteX2482" fmla="*/ 12156534 w 12192000"/>
              <a:gd name="connsiteY2482" fmla="*/ 1784663 h 2800590"/>
              <a:gd name="connsiteX2483" fmla="*/ 12071729 w 12192000"/>
              <a:gd name="connsiteY2483" fmla="*/ 1798960 h 2800590"/>
              <a:gd name="connsiteX2484" fmla="*/ 12036191 w 12192000"/>
              <a:gd name="connsiteY2484" fmla="*/ 1796382 h 2800590"/>
              <a:gd name="connsiteX2485" fmla="*/ 11985374 w 12192000"/>
              <a:gd name="connsiteY2485" fmla="*/ 1820632 h 2800590"/>
              <a:gd name="connsiteX2486" fmla="*/ 11902960 w 12192000"/>
              <a:gd name="connsiteY2486" fmla="*/ 1831837 h 2800590"/>
              <a:gd name="connsiteX2487" fmla="*/ 11875704 w 12192000"/>
              <a:gd name="connsiteY2487" fmla="*/ 1829074 h 2800590"/>
              <a:gd name="connsiteX2488" fmla="*/ 11872243 w 12192000"/>
              <a:gd name="connsiteY2488" fmla="*/ 1832927 h 2800590"/>
              <a:gd name="connsiteX2489" fmla="*/ 11815454 w 12192000"/>
              <a:gd name="connsiteY2489" fmla="*/ 1857097 h 2800590"/>
              <a:gd name="connsiteX2490" fmla="*/ 11735559 w 12192000"/>
              <a:gd name="connsiteY2490" fmla="*/ 1864868 h 2800590"/>
              <a:gd name="connsiteX2491" fmla="*/ 11712867 w 12192000"/>
              <a:gd name="connsiteY2491" fmla="*/ 1861846 h 2800590"/>
              <a:gd name="connsiteX2492" fmla="*/ 11696307 w 12192000"/>
              <a:gd name="connsiteY2492" fmla="*/ 1877267 h 2800590"/>
              <a:gd name="connsiteX2493" fmla="*/ 11644416 w 12192000"/>
              <a:gd name="connsiteY2493" fmla="*/ 1895297 h 2800590"/>
              <a:gd name="connsiteX2494" fmla="*/ 11576595 w 12192000"/>
              <a:gd name="connsiteY2494" fmla="*/ 1899414 h 2800590"/>
              <a:gd name="connsiteX2495" fmla="*/ 11545194 w 12192000"/>
              <a:gd name="connsiteY2495" fmla="*/ 1894932 h 2800590"/>
              <a:gd name="connsiteX2496" fmla="*/ 11550402 w 12192000"/>
              <a:gd name="connsiteY2496" fmla="*/ 1899019 h 2800590"/>
              <a:gd name="connsiteX2497" fmla="*/ 11167894 w 12192000"/>
              <a:gd name="connsiteY2497" fmla="*/ 1839361 h 2800590"/>
              <a:gd name="connsiteX2498" fmla="*/ 10917354 w 12192000"/>
              <a:gd name="connsiteY2498" fmla="*/ 1555581 h 2800590"/>
              <a:gd name="connsiteX2499" fmla="*/ 10835867 w 12192000"/>
              <a:gd name="connsiteY2499" fmla="*/ 1447303 h 2800590"/>
              <a:gd name="connsiteX2500" fmla="*/ 9726664 w 12192000"/>
              <a:gd name="connsiteY2500" fmla="*/ 760651 h 2800590"/>
              <a:gd name="connsiteX2501" fmla="*/ 9553676 w 12192000"/>
              <a:gd name="connsiteY2501" fmla="*/ 727485 h 2800590"/>
              <a:gd name="connsiteX2502" fmla="*/ 9529120 w 12192000"/>
              <a:gd name="connsiteY2502" fmla="*/ 795438 h 2800590"/>
              <a:gd name="connsiteX2503" fmla="*/ 9615689 w 12192000"/>
              <a:gd name="connsiteY2503" fmla="*/ 813260 h 2800590"/>
              <a:gd name="connsiteX2504" fmla="*/ 10695962 w 12192000"/>
              <a:gd name="connsiteY2504" fmla="*/ 1482031 h 2800590"/>
              <a:gd name="connsiteX2505" fmla="*/ 10779309 w 12192000"/>
              <a:gd name="connsiteY2505" fmla="*/ 1590185 h 2800590"/>
              <a:gd name="connsiteX2506" fmla="*/ 11016578 w 12192000"/>
              <a:gd name="connsiteY2506" fmla="*/ 1857841 h 2800590"/>
              <a:gd name="connsiteX2507" fmla="*/ 11364482 w 12192000"/>
              <a:gd name="connsiteY2507" fmla="*/ 1940197 h 2800590"/>
              <a:gd name="connsiteX2508" fmla="*/ 11372916 w 12192000"/>
              <a:gd name="connsiteY2508" fmla="*/ 1949375 h 2800590"/>
              <a:gd name="connsiteX2509" fmla="*/ 11008764 w 12192000"/>
              <a:gd name="connsiteY2509" fmla="*/ 1867516 h 2800590"/>
              <a:gd name="connsiteX2510" fmla="*/ 10769387 w 12192000"/>
              <a:gd name="connsiteY2510" fmla="*/ 1597627 h 2800590"/>
              <a:gd name="connsiteX2511" fmla="*/ 10686287 w 12192000"/>
              <a:gd name="connsiteY2511" fmla="*/ 1489845 h 2800590"/>
              <a:gd name="connsiteX2512" fmla="*/ 9612596 w 12192000"/>
              <a:gd name="connsiteY2512" fmla="*/ 825302 h 2800590"/>
              <a:gd name="connsiteX2513" fmla="*/ 9524854 w 12192000"/>
              <a:gd name="connsiteY2513" fmla="*/ 807242 h 2800590"/>
              <a:gd name="connsiteX2514" fmla="*/ 9501537 w 12192000"/>
              <a:gd name="connsiteY2514" fmla="*/ 871766 h 2800590"/>
              <a:gd name="connsiteX2515" fmla="*/ 9499306 w 12192000"/>
              <a:gd name="connsiteY2515" fmla="*/ 878992 h 2800590"/>
              <a:gd name="connsiteX2516" fmla="*/ 9500253 w 12192000"/>
              <a:gd name="connsiteY2516" fmla="*/ 879200 h 2800590"/>
              <a:gd name="connsiteX2517" fmla="*/ 10544769 w 12192000"/>
              <a:gd name="connsiteY2517" fmla="*/ 1525813 h 2800590"/>
              <a:gd name="connsiteX2518" fmla="*/ 10630350 w 12192000"/>
              <a:gd name="connsiteY2518" fmla="*/ 1634215 h 2800590"/>
              <a:gd name="connsiteX2519" fmla="*/ 10856083 w 12192000"/>
              <a:gd name="connsiteY2519" fmla="*/ 1887607 h 2800590"/>
              <a:gd name="connsiteX2520" fmla="*/ 11187367 w 12192000"/>
              <a:gd name="connsiteY2520" fmla="*/ 1990428 h 2800590"/>
              <a:gd name="connsiteX2521" fmla="*/ 11193568 w 12192000"/>
              <a:gd name="connsiteY2521" fmla="*/ 2001094 h 2800590"/>
              <a:gd name="connsiteX2522" fmla="*/ 11138375 w 12192000"/>
              <a:gd name="connsiteY2522" fmla="*/ 2012009 h 2800590"/>
              <a:gd name="connsiteX2523" fmla="*/ 10848146 w 12192000"/>
              <a:gd name="connsiteY2523" fmla="*/ 1897034 h 2800590"/>
              <a:gd name="connsiteX2524" fmla="*/ 10620551 w 12192000"/>
              <a:gd name="connsiteY2524" fmla="*/ 1641781 h 2800590"/>
              <a:gd name="connsiteX2525" fmla="*/ 10535218 w 12192000"/>
              <a:gd name="connsiteY2525" fmla="*/ 1533751 h 2800590"/>
              <a:gd name="connsiteX2526" fmla="*/ 9497117 w 12192000"/>
              <a:gd name="connsiteY2526" fmla="*/ 891262 h 2800590"/>
              <a:gd name="connsiteX2527" fmla="*/ 9495620 w 12192000"/>
              <a:gd name="connsiteY2527" fmla="*/ 890932 h 2800590"/>
              <a:gd name="connsiteX2528" fmla="*/ 9470337 w 12192000"/>
              <a:gd name="connsiteY2528" fmla="*/ 972829 h 2800590"/>
              <a:gd name="connsiteX2529" fmla="*/ 9532095 w 12192000"/>
              <a:gd name="connsiteY2529" fmla="*/ 992386 h 2800590"/>
              <a:gd name="connsiteX2530" fmla="*/ 10392709 w 12192000"/>
              <a:gd name="connsiteY2530" fmla="*/ 1570092 h 2800590"/>
              <a:gd name="connsiteX2531" fmla="*/ 10481391 w 12192000"/>
              <a:gd name="connsiteY2531" fmla="*/ 1679610 h 2800590"/>
              <a:gd name="connsiteX2532" fmla="*/ 10694845 w 12192000"/>
              <a:gd name="connsiteY2532" fmla="*/ 1917747 h 2800590"/>
              <a:gd name="connsiteX2533" fmla="*/ 11009757 w 12192000"/>
              <a:gd name="connsiteY2533" fmla="*/ 2041776 h 2800590"/>
              <a:gd name="connsiteX2534" fmla="*/ 11012857 w 12192000"/>
              <a:gd name="connsiteY2534" fmla="*/ 2054179 h 2800590"/>
              <a:gd name="connsiteX2535" fmla="*/ 10988671 w 12192000"/>
              <a:gd name="connsiteY2535" fmla="*/ 2055544 h 2800590"/>
              <a:gd name="connsiteX2536" fmla="*/ 10688148 w 12192000"/>
              <a:gd name="connsiteY2536" fmla="*/ 1926677 h 2800590"/>
              <a:gd name="connsiteX2537" fmla="*/ 10473204 w 12192000"/>
              <a:gd name="connsiteY2537" fmla="*/ 1686804 h 2800590"/>
              <a:gd name="connsiteX2538" fmla="*/ 10384648 w 12192000"/>
              <a:gd name="connsiteY2538" fmla="*/ 1577657 h 2800590"/>
              <a:gd name="connsiteX2539" fmla="*/ 9529336 w 12192000"/>
              <a:gd name="connsiteY2539" fmla="*/ 1003592 h 2800590"/>
              <a:gd name="connsiteX2540" fmla="*/ 9466936 w 12192000"/>
              <a:gd name="connsiteY2540" fmla="*/ 983843 h 2800590"/>
              <a:gd name="connsiteX2541" fmla="*/ 9450828 w 12192000"/>
              <a:gd name="connsiteY2541" fmla="*/ 1036020 h 2800590"/>
              <a:gd name="connsiteX2542" fmla="*/ 9440339 w 12192000"/>
              <a:gd name="connsiteY2542" fmla="*/ 1068358 h 2800590"/>
              <a:gd name="connsiteX2543" fmla="*/ 9651611 w 12192000"/>
              <a:gd name="connsiteY2543" fmla="*/ 1159755 h 2800590"/>
              <a:gd name="connsiteX2544" fmla="*/ 10243129 w 12192000"/>
              <a:gd name="connsiteY2544" fmla="*/ 1613502 h 2800590"/>
              <a:gd name="connsiteX2545" fmla="*/ 10336523 w 12192000"/>
              <a:gd name="connsiteY2545" fmla="*/ 1725129 h 2800590"/>
              <a:gd name="connsiteX2546" fmla="*/ 10536087 w 12192000"/>
              <a:gd name="connsiteY2546" fmla="*/ 1946646 h 2800590"/>
              <a:gd name="connsiteX2547" fmla="*/ 10834999 w 12192000"/>
              <a:gd name="connsiteY2547" fmla="*/ 2091140 h 2800590"/>
              <a:gd name="connsiteX2548" fmla="*/ 10834875 w 12192000"/>
              <a:gd name="connsiteY2548" fmla="*/ 2103668 h 2800590"/>
              <a:gd name="connsiteX2549" fmla="*/ 10528149 w 12192000"/>
              <a:gd name="connsiteY2549" fmla="*/ 1955948 h 2800590"/>
              <a:gd name="connsiteX2550" fmla="*/ 10327221 w 12192000"/>
              <a:gd name="connsiteY2550" fmla="*/ 1732695 h 2800590"/>
              <a:gd name="connsiteX2551" fmla="*/ 10234199 w 12192000"/>
              <a:gd name="connsiteY2551" fmla="*/ 1621068 h 2800590"/>
              <a:gd name="connsiteX2552" fmla="*/ 9646214 w 12192000"/>
              <a:gd name="connsiteY2552" fmla="*/ 1170560 h 2800590"/>
              <a:gd name="connsiteX2553" fmla="*/ 9436585 w 12192000"/>
              <a:gd name="connsiteY2553" fmla="*/ 1079932 h 2800590"/>
              <a:gd name="connsiteX2554" fmla="*/ 9406523 w 12192000"/>
              <a:gd name="connsiteY2554" fmla="*/ 1172612 h 2800590"/>
              <a:gd name="connsiteX2555" fmla="*/ 9520676 w 12192000"/>
              <a:gd name="connsiteY2555" fmla="*/ 1223032 h 2800590"/>
              <a:gd name="connsiteX2556" fmla="*/ 10092929 w 12192000"/>
              <a:gd name="connsiteY2556" fmla="*/ 1656913 h 2800590"/>
              <a:gd name="connsiteX2557" fmla="*/ 10193021 w 12192000"/>
              <a:gd name="connsiteY2557" fmla="*/ 1773749 h 2800590"/>
              <a:gd name="connsiteX2558" fmla="*/ 10376709 w 12192000"/>
              <a:gd name="connsiteY2558" fmla="*/ 1976414 h 2800590"/>
              <a:gd name="connsiteX2559" fmla="*/ 10659372 w 12192000"/>
              <a:gd name="connsiteY2559" fmla="*/ 2142489 h 2800590"/>
              <a:gd name="connsiteX2560" fmla="*/ 10655651 w 12192000"/>
              <a:gd name="connsiteY2560" fmla="*/ 2154024 h 2800590"/>
              <a:gd name="connsiteX2561" fmla="*/ 10368275 w 12192000"/>
              <a:gd name="connsiteY2561" fmla="*/ 1985220 h 2800590"/>
              <a:gd name="connsiteX2562" fmla="*/ 10183594 w 12192000"/>
              <a:gd name="connsiteY2562" fmla="*/ 1781439 h 2800590"/>
              <a:gd name="connsiteX2563" fmla="*/ 10084371 w 12192000"/>
              <a:gd name="connsiteY2563" fmla="*/ 1664975 h 2800590"/>
              <a:gd name="connsiteX2564" fmla="*/ 9515074 w 12192000"/>
              <a:gd name="connsiteY2564" fmla="*/ 1233946 h 2800590"/>
              <a:gd name="connsiteX2565" fmla="*/ 9402715 w 12192000"/>
              <a:gd name="connsiteY2565" fmla="*/ 1184352 h 2800590"/>
              <a:gd name="connsiteX2566" fmla="*/ 9372477 w 12192000"/>
              <a:gd name="connsiteY2566" fmla="*/ 1277575 h 2800590"/>
              <a:gd name="connsiteX2567" fmla="*/ 9389665 w 12192000"/>
              <a:gd name="connsiteY2567" fmla="*/ 1285337 h 2800590"/>
              <a:gd name="connsiteX2568" fmla="*/ 9942977 w 12192000"/>
              <a:gd name="connsiteY2568" fmla="*/ 1700199 h 2800590"/>
              <a:gd name="connsiteX2569" fmla="*/ 10053612 w 12192000"/>
              <a:gd name="connsiteY2569" fmla="*/ 1825593 h 2800590"/>
              <a:gd name="connsiteX2570" fmla="*/ 10217455 w 12192000"/>
              <a:gd name="connsiteY2570" fmla="*/ 2005683 h 2800590"/>
              <a:gd name="connsiteX2571" fmla="*/ 10453111 w 12192000"/>
              <a:gd name="connsiteY2571" fmla="*/ 2175232 h 2800590"/>
              <a:gd name="connsiteX2572" fmla="*/ 10483871 w 12192000"/>
              <a:gd name="connsiteY2572" fmla="*/ 2193589 h 2800590"/>
              <a:gd name="connsiteX2573" fmla="*/ 10476553 w 12192000"/>
              <a:gd name="connsiteY2573" fmla="*/ 2204131 h 2800590"/>
              <a:gd name="connsiteX2574" fmla="*/ 10445918 w 12192000"/>
              <a:gd name="connsiteY2574" fmla="*/ 2185899 h 2800590"/>
              <a:gd name="connsiteX2575" fmla="*/ 10208153 w 12192000"/>
              <a:gd name="connsiteY2575" fmla="*/ 2014490 h 2800590"/>
              <a:gd name="connsiteX2576" fmla="*/ 10043566 w 12192000"/>
              <a:gd name="connsiteY2576" fmla="*/ 1833654 h 2800590"/>
              <a:gd name="connsiteX2577" fmla="*/ 9933303 w 12192000"/>
              <a:gd name="connsiteY2577" fmla="*/ 1708632 h 2800590"/>
              <a:gd name="connsiteX2578" fmla="*/ 9383288 w 12192000"/>
              <a:gd name="connsiteY2578" fmla="*/ 1296325 h 2800590"/>
              <a:gd name="connsiteX2579" fmla="*/ 9368555 w 12192000"/>
              <a:gd name="connsiteY2579" fmla="*/ 1289669 h 2800590"/>
              <a:gd name="connsiteX2580" fmla="*/ 9360426 w 12192000"/>
              <a:gd name="connsiteY2580" fmla="*/ 1314730 h 2800590"/>
              <a:gd name="connsiteX2581" fmla="*/ 9329588 w 12192000"/>
              <a:gd name="connsiteY2581" fmla="*/ 1388135 h 2800590"/>
              <a:gd name="connsiteX2582" fmla="*/ 9342064 w 12192000"/>
              <a:gd name="connsiteY2582" fmla="*/ 1394682 h 2800590"/>
              <a:gd name="connsiteX2583" fmla="*/ 9791537 w 12192000"/>
              <a:gd name="connsiteY2583" fmla="*/ 1743734 h 2800590"/>
              <a:gd name="connsiteX2584" fmla="*/ 9920280 w 12192000"/>
              <a:gd name="connsiteY2584" fmla="*/ 1885499 h 2800590"/>
              <a:gd name="connsiteX2585" fmla="*/ 10056713 w 12192000"/>
              <a:gd name="connsiteY2585" fmla="*/ 2035203 h 2800590"/>
              <a:gd name="connsiteX2586" fmla="*/ 10233951 w 12192000"/>
              <a:gd name="connsiteY2586" fmla="*/ 2187140 h 2800590"/>
              <a:gd name="connsiteX2587" fmla="*/ 10305888 w 12192000"/>
              <a:gd name="connsiteY2587" fmla="*/ 2244937 h 2800590"/>
              <a:gd name="connsiteX2588" fmla="*/ 10298074 w 12192000"/>
              <a:gd name="connsiteY2588" fmla="*/ 2254240 h 2800590"/>
              <a:gd name="connsiteX2589" fmla="*/ 10226757 w 12192000"/>
              <a:gd name="connsiteY2589" fmla="*/ 2196938 h 2800590"/>
              <a:gd name="connsiteX2590" fmla="*/ 10047906 w 12192000"/>
              <a:gd name="connsiteY2590" fmla="*/ 2043761 h 2800590"/>
              <a:gd name="connsiteX2591" fmla="*/ 9911474 w 12192000"/>
              <a:gd name="connsiteY2591" fmla="*/ 1893685 h 2800590"/>
              <a:gd name="connsiteX2592" fmla="*/ 9783103 w 12192000"/>
              <a:gd name="connsiteY2592" fmla="*/ 1752292 h 2800590"/>
              <a:gd name="connsiteX2593" fmla="*/ 9336284 w 12192000"/>
              <a:gd name="connsiteY2593" fmla="*/ 1405179 h 2800590"/>
              <a:gd name="connsiteX2594" fmla="*/ 9324928 w 12192000"/>
              <a:gd name="connsiteY2594" fmla="*/ 1399227 h 2800590"/>
              <a:gd name="connsiteX2595" fmla="*/ 9303673 w 12192000"/>
              <a:gd name="connsiteY2595" fmla="*/ 1449823 h 2800590"/>
              <a:gd name="connsiteX2596" fmla="*/ 9275988 w 12192000"/>
              <a:gd name="connsiteY2596" fmla="*/ 1500465 h 2800590"/>
              <a:gd name="connsiteX2597" fmla="*/ 9436392 w 12192000"/>
              <a:gd name="connsiteY2597" fmla="*/ 1608099 h 2800590"/>
              <a:gd name="connsiteX2598" fmla="*/ 9642207 w 12192000"/>
              <a:gd name="connsiteY2598" fmla="*/ 1787888 h 2800590"/>
              <a:gd name="connsiteX2599" fmla="*/ 9808158 w 12192000"/>
              <a:gd name="connsiteY2599" fmla="*/ 1965871 h 2800590"/>
              <a:gd name="connsiteX2600" fmla="*/ 9898328 w 12192000"/>
              <a:gd name="connsiteY2600" fmla="*/ 2065094 h 2800590"/>
              <a:gd name="connsiteX2601" fmla="*/ 10022358 w 12192000"/>
              <a:gd name="connsiteY2601" fmla="*/ 2189124 h 2800590"/>
              <a:gd name="connsiteX2602" fmla="*/ 10130015 w 12192000"/>
              <a:gd name="connsiteY2602" fmla="*/ 2297278 h 2800590"/>
              <a:gd name="connsiteX2603" fmla="*/ 10119845 w 12192000"/>
              <a:gd name="connsiteY2603" fmla="*/ 2304348 h 2800590"/>
              <a:gd name="connsiteX2604" fmla="*/ 10012931 w 12192000"/>
              <a:gd name="connsiteY2604" fmla="*/ 2197062 h 2800590"/>
              <a:gd name="connsiteX2605" fmla="*/ 9888158 w 12192000"/>
              <a:gd name="connsiteY2605" fmla="*/ 2073032 h 2800590"/>
              <a:gd name="connsiteX2606" fmla="*/ 9797740 w 12192000"/>
              <a:gd name="connsiteY2606" fmla="*/ 1973809 h 2800590"/>
              <a:gd name="connsiteX2607" fmla="*/ 9632408 w 12192000"/>
              <a:gd name="connsiteY2607" fmla="*/ 1796322 h 2800590"/>
              <a:gd name="connsiteX2608" fmla="*/ 9427952 w 12192000"/>
              <a:gd name="connsiteY2608" fmla="*/ 1617491 h 2800590"/>
              <a:gd name="connsiteX2609" fmla="*/ 9269984 w 12192000"/>
              <a:gd name="connsiteY2609" fmla="*/ 1511447 h 2800590"/>
              <a:gd name="connsiteX2610" fmla="*/ 9233652 w 12192000"/>
              <a:gd name="connsiteY2610" fmla="*/ 1577905 h 2800590"/>
              <a:gd name="connsiteX2611" fmla="*/ 9210584 w 12192000"/>
              <a:gd name="connsiteY2611" fmla="*/ 1607319 h 2800590"/>
              <a:gd name="connsiteX2612" fmla="*/ 9317640 w 12192000"/>
              <a:gd name="connsiteY2612" fmla="*/ 1682604 h 2800590"/>
              <a:gd name="connsiteX2613" fmla="*/ 9490518 w 12192000"/>
              <a:gd name="connsiteY2613" fmla="*/ 1831299 h 2800590"/>
              <a:gd name="connsiteX2614" fmla="*/ 9737461 w 12192000"/>
              <a:gd name="connsiteY2614" fmla="*/ 2094614 h 2800590"/>
              <a:gd name="connsiteX2615" fmla="*/ 9785213 w 12192000"/>
              <a:gd name="connsiteY2615" fmla="*/ 2148443 h 2800590"/>
              <a:gd name="connsiteX2616" fmla="*/ 9951909 w 12192000"/>
              <a:gd name="connsiteY2616" fmla="*/ 2347882 h 2800590"/>
              <a:gd name="connsiteX2617" fmla="*/ 9941738 w 12192000"/>
              <a:gd name="connsiteY2617" fmla="*/ 2354704 h 2800590"/>
              <a:gd name="connsiteX2618" fmla="*/ 9775910 w 12192000"/>
              <a:gd name="connsiteY2618" fmla="*/ 2156257 h 2800590"/>
              <a:gd name="connsiteX2619" fmla="*/ 9728159 w 12192000"/>
              <a:gd name="connsiteY2619" fmla="*/ 2102428 h 2800590"/>
              <a:gd name="connsiteX2620" fmla="*/ 9481836 w 12192000"/>
              <a:gd name="connsiteY2620" fmla="*/ 1839857 h 2800590"/>
              <a:gd name="connsiteX2621" fmla="*/ 9309888 w 12192000"/>
              <a:gd name="connsiteY2621" fmla="*/ 1691947 h 2800590"/>
              <a:gd name="connsiteX2622" fmla="*/ 9203109 w 12192000"/>
              <a:gd name="connsiteY2622" fmla="*/ 1616850 h 2800590"/>
              <a:gd name="connsiteX2623" fmla="*/ 9132740 w 12192000"/>
              <a:gd name="connsiteY2623" fmla="*/ 1706577 h 2800590"/>
              <a:gd name="connsiteX2624" fmla="*/ 9222870 w 12192000"/>
              <a:gd name="connsiteY2624" fmla="*/ 1771023 h 2800590"/>
              <a:gd name="connsiteX2625" fmla="*/ 9775042 w 12192000"/>
              <a:gd name="connsiteY2625" fmla="*/ 2398486 h 2800590"/>
              <a:gd name="connsiteX2626" fmla="*/ 9763879 w 12192000"/>
              <a:gd name="connsiteY2626" fmla="*/ 2404936 h 2800590"/>
              <a:gd name="connsiteX2627" fmla="*/ 9208381 w 12192000"/>
              <a:gd name="connsiteY2627" fmla="*/ 1775807 h 2800590"/>
              <a:gd name="connsiteX2628" fmla="*/ 9124890 w 12192000"/>
              <a:gd name="connsiteY2628" fmla="*/ 1716586 h 2800590"/>
              <a:gd name="connsiteX2629" fmla="*/ 9101375 w 12192000"/>
              <a:gd name="connsiteY2629" fmla="*/ 1746570 h 2800590"/>
              <a:gd name="connsiteX2630" fmla="*/ 8514777 w 12192000"/>
              <a:gd name="connsiteY2630" fmla="*/ 2083822 h 2800590"/>
              <a:gd name="connsiteX2631" fmla="*/ 7829285 w 12192000"/>
              <a:gd name="connsiteY2631" fmla="*/ 2138363 h 2800590"/>
              <a:gd name="connsiteX2632" fmla="*/ 7601475 w 12192000"/>
              <a:gd name="connsiteY2632" fmla="*/ 2101298 h 2800590"/>
              <a:gd name="connsiteX2633" fmla="*/ 7580709 w 12192000"/>
              <a:gd name="connsiteY2633" fmla="*/ 2099078 h 2800590"/>
              <a:gd name="connsiteX2634" fmla="*/ 7497182 w 12192000"/>
              <a:gd name="connsiteY2634" fmla="*/ 2082671 h 2800590"/>
              <a:gd name="connsiteX2635" fmla="*/ 7423812 w 12192000"/>
              <a:gd name="connsiteY2635" fmla="*/ 2074025 h 2800590"/>
              <a:gd name="connsiteX2636" fmla="*/ 7326205 w 12192000"/>
              <a:gd name="connsiteY2636" fmla="*/ 2053727 h 2800590"/>
              <a:gd name="connsiteX2637" fmla="*/ 7267038 w 12192000"/>
              <a:gd name="connsiteY2637" fmla="*/ 2045745 h 2800590"/>
              <a:gd name="connsiteX2638" fmla="*/ 7206309 w 12192000"/>
              <a:gd name="connsiteY2638" fmla="*/ 2032565 h 2800590"/>
              <a:gd name="connsiteX2639" fmla="*/ 7111258 w 12192000"/>
              <a:gd name="connsiteY2639" fmla="*/ 2019203 h 2800590"/>
              <a:gd name="connsiteX2640" fmla="*/ 7088071 w 12192000"/>
              <a:gd name="connsiteY2640" fmla="*/ 2013912 h 2800590"/>
              <a:gd name="connsiteX2641" fmla="*/ 7012920 w 12192000"/>
              <a:gd name="connsiteY2641" fmla="*/ 2002126 h 2800590"/>
              <a:gd name="connsiteX2642" fmla="*/ 7012295 w 12192000"/>
              <a:gd name="connsiteY2642" fmla="*/ 2002080 h 2800590"/>
              <a:gd name="connsiteX2643" fmla="*/ 7007982 w 12192000"/>
              <a:gd name="connsiteY2643" fmla="*/ 2001351 h 2800590"/>
              <a:gd name="connsiteX2644" fmla="*/ 6953367 w 12192000"/>
              <a:gd name="connsiteY2644" fmla="*/ 1992785 h 2800590"/>
              <a:gd name="connsiteX2645" fmla="*/ 6943804 w 12192000"/>
              <a:gd name="connsiteY2645" fmla="*/ 1990502 h 2800590"/>
              <a:gd name="connsiteX2646" fmla="*/ 6897195 w 12192000"/>
              <a:gd name="connsiteY2646" fmla="*/ 1982624 h 2800590"/>
              <a:gd name="connsiteX2647" fmla="*/ 6876353 w 12192000"/>
              <a:gd name="connsiteY2647" fmla="*/ 1981356 h 2800590"/>
              <a:gd name="connsiteX2648" fmla="*/ 6742562 w 12192000"/>
              <a:gd name="connsiteY2648" fmla="*/ 1957707 h 2800590"/>
              <a:gd name="connsiteX2649" fmla="*/ 6689542 w 12192000"/>
              <a:gd name="connsiteY2649" fmla="*/ 1952125 h 2800590"/>
              <a:gd name="connsiteX2650" fmla="*/ 6639047 w 12192000"/>
              <a:gd name="connsiteY2650" fmla="*/ 1942166 h 2800590"/>
              <a:gd name="connsiteX2651" fmla="*/ 6531604 w 12192000"/>
              <a:gd name="connsiteY2651" fmla="*/ 1928708 h 2800590"/>
              <a:gd name="connsiteX2652" fmla="*/ 6495281 w 12192000"/>
              <a:gd name="connsiteY2652" fmla="*/ 1920966 h 2800590"/>
              <a:gd name="connsiteX2653" fmla="*/ 6439937 w 12192000"/>
              <a:gd name="connsiteY2653" fmla="*/ 1913371 h 2800590"/>
              <a:gd name="connsiteX2654" fmla="*/ 6406123 w 12192000"/>
              <a:gd name="connsiteY2654" fmla="*/ 1910800 h 2800590"/>
              <a:gd name="connsiteX2655" fmla="*/ 6314510 w 12192000"/>
              <a:gd name="connsiteY2655" fmla="*/ 1896546 h 2800590"/>
              <a:gd name="connsiteX2656" fmla="*/ 6247856 w 12192000"/>
              <a:gd name="connsiteY2656" fmla="*/ 1889855 h 2800590"/>
              <a:gd name="connsiteX2657" fmla="*/ 6223789 w 12192000"/>
              <a:gd name="connsiteY2657" fmla="*/ 1885586 h 2800590"/>
              <a:gd name="connsiteX2658" fmla="*/ 6121163 w 12192000"/>
              <a:gd name="connsiteY2658" fmla="*/ 1874129 h 2800590"/>
              <a:gd name="connsiteX2659" fmla="*/ 6108413 w 12192000"/>
              <a:gd name="connsiteY2659" fmla="*/ 1873655 h 2800590"/>
              <a:gd name="connsiteX2660" fmla="*/ 6074067 w 12192000"/>
              <a:gd name="connsiteY2660" fmla="*/ 1869019 h 2800590"/>
              <a:gd name="connsiteX2661" fmla="*/ 6027983 w 12192000"/>
              <a:gd name="connsiteY2661" fmla="*/ 1867391 h 2800590"/>
              <a:gd name="connsiteX2662" fmla="*/ 5998392 w 12192000"/>
              <a:gd name="connsiteY2662" fmla="*/ 1863735 h 2800590"/>
              <a:gd name="connsiteX2663" fmla="*/ 5962013 w 12192000"/>
              <a:gd name="connsiteY2663" fmla="*/ 1863190 h 2800590"/>
              <a:gd name="connsiteX2664" fmla="*/ 5900836 w 12192000"/>
              <a:gd name="connsiteY2664" fmla="*/ 1856769 h 2800590"/>
              <a:gd name="connsiteX2665" fmla="*/ 5879184 w 12192000"/>
              <a:gd name="connsiteY2665" fmla="*/ 1855751 h 2800590"/>
              <a:gd name="connsiteX2666" fmla="*/ 5802268 w 12192000"/>
              <a:gd name="connsiteY2666" fmla="*/ 1855972 h 2800590"/>
              <a:gd name="connsiteX2667" fmla="*/ 5794783 w 12192000"/>
              <a:gd name="connsiteY2667" fmla="*/ 1855387 h 2800590"/>
              <a:gd name="connsiteX2668" fmla="*/ 5793337 w 12192000"/>
              <a:gd name="connsiteY2668" fmla="*/ 1855506 h 2800590"/>
              <a:gd name="connsiteX2669" fmla="*/ 5697172 w 12192000"/>
              <a:gd name="connsiteY2669" fmla="*/ 1853796 h 2800590"/>
              <a:gd name="connsiteX2670" fmla="*/ 5635429 w 12192000"/>
              <a:gd name="connsiteY2670" fmla="*/ 1856725 h 2800590"/>
              <a:gd name="connsiteX2671" fmla="*/ 5608317 w 12192000"/>
              <a:gd name="connsiteY2671" fmla="*/ 1855527 h 2800590"/>
              <a:gd name="connsiteX2672" fmla="*/ 5575668 w 12192000"/>
              <a:gd name="connsiteY2672" fmla="*/ 1858806 h 2800590"/>
              <a:gd name="connsiteX2673" fmla="*/ 4447228 w 12192000"/>
              <a:gd name="connsiteY2673" fmla="*/ 1562899 h 2800590"/>
              <a:gd name="connsiteX2674" fmla="*/ 4277801 w 12192000"/>
              <a:gd name="connsiteY2674" fmla="*/ 1483272 h 2800590"/>
              <a:gd name="connsiteX2675" fmla="*/ 3822953 w 12192000"/>
              <a:gd name="connsiteY2675" fmla="*/ 1279321 h 2800590"/>
              <a:gd name="connsiteX2676" fmla="*/ 3746232 w 12192000"/>
              <a:gd name="connsiteY2676" fmla="*/ 1250686 h 2800590"/>
              <a:gd name="connsiteX2677" fmla="*/ 3737370 w 12192000"/>
              <a:gd name="connsiteY2677" fmla="*/ 1256065 h 2800590"/>
              <a:gd name="connsiteX2678" fmla="*/ 3218089 w 12192000"/>
              <a:gd name="connsiteY2678" fmla="*/ 1747330 h 2800590"/>
              <a:gd name="connsiteX2679" fmla="*/ 2604515 w 12192000"/>
              <a:gd name="connsiteY2679" fmla="*/ 2800590 h 2800590"/>
              <a:gd name="connsiteX2680" fmla="*/ 2593352 w 12192000"/>
              <a:gd name="connsiteY2680" fmla="*/ 2795133 h 2800590"/>
              <a:gd name="connsiteX2681" fmla="*/ 3208291 w 12192000"/>
              <a:gd name="connsiteY2681" fmla="*/ 1739144 h 2800590"/>
              <a:gd name="connsiteX2682" fmla="*/ 3730991 w 12192000"/>
              <a:gd name="connsiteY2682" fmla="*/ 1245073 h 2800590"/>
              <a:gd name="connsiteX2683" fmla="*/ 3731068 w 12192000"/>
              <a:gd name="connsiteY2683" fmla="*/ 1245026 h 2800590"/>
              <a:gd name="connsiteX2684" fmla="*/ 3686303 w 12192000"/>
              <a:gd name="connsiteY2684" fmla="*/ 1228318 h 2800590"/>
              <a:gd name="connsiteX2685" fmla="*/ 3587324 w 12192000"/>
              <a:gd name="connsiteY2685" fmla="*/ 1290869 h 2800590"/>
              <a:gd name="connsiteX2686" fmla="*/ 3093936 w 12192000"/>
              <a:gd name="connsiteY2686" fmla="*/ 1744850 h 2800590"/>
              <a:gd name="connsiteX2687" fmla="*/ 2470562 w 12192000"/>
              <a:gd name="connsiteY2687" fmla="*/ 2727785 h 2800590"/>
              <a:gd name="connsiteX2688" fmla="*/ 2464238 w 12192000"/>
              <a:gd name="connsiteY2688" fmla="*/ 2739320 h 2800590"/>
              <a:gd name="connsiteX2689" fmla="*/ 2453323 w 12192000"/>
              <a:gd name="connsiteY2689" fmla="*/ 2733366 h 2800590"/>
              <a:gd name="connsiteX2690" fmla="*/ 2459648 w 12192000"/>
              <a:gd name="connsiteY2690" fmla="*/ 2721832 h 2800590"/>
              <a:gd name="connsiteX2691" fmla="*/ 3084014 w 12192000"/>
              <a:gd name="connsiteY2691" fmla="*/ 1736912 h 2800590"/>
              <a:gd name="connsiteX2692" fmla="*/ 3580250 w 12192000"/>
              <a:gd name="connsiteY2692" fmla="*/ 1280461 h 2800590"/>
              <a:gd name="connsiteX2693" fmla="*/ 3671499 w 12192000"/>
              <a:gd name="connsiteY2693" fmla="*/ 1222793 h 2800590"/>
              <a:gd name="connsiteX2694" fmla="*/ 3667333 w 12192000"/>
              <a:gd name="connsiteY2694" fmla="*/ 1221238 h 2800590"/>
              <a:gd name="connsiteX2695" fmla="*/ 3630923 w 12192000"/>
              <a:gd name="connsiteY2695" fmla="*/ 1210373 h 2800590"/>
              <a:gd name="connsiteX2696" fmla="*/ 3571269 w 12192000"/>
              <a:gd name="connsiteY2696" fmla="*/ 1242129 h 2800590"/>
              <a:gd name="connsiteX2697" fmla="*/ 2969287 w 12192000"/>
              <a:gd name="connsiteY2697" fmla="*/ 1743733 h 2800590"/>
              <a:gd name="connsiteX2698" fmla="*/ 2344427 w 12192000"/>
              <a:gd name="connsiteY2698" fmla="*/ 2644561 h 2800590"/>
              <a:gd name="connsiteX2699" fmla="*/ 2323961 w 12192000"/>
              <a:gd name="connsiteY2699" fmla="*/ 2678173 h 2800590"/>
              <a:gd name="connsiteX2700" fmla="*/ 2313294 w 12192000"/>
              <a:gd name="connsiteY2700" fmla="*/ 2671723 h 2800590"/>
              <a:gd name="connsiteX2701" fmla="*/ 2333264 w 12192000"/>
              <a:gd name="connsiteY2701" fmla="*/ 2637863 h 2800590"/>
              <a:gd name="connsiteX2702" fmla="*/ 2959241 w 12192000"/>
              <a:gd name="connsiteY2702" fmla="*/ 1734431 h 2800590"/>
              <a:gd name="connsiteX2703" fmla="*/ 3564257 w 12192000"/>
              <a:gd name="connsiteY2703" fmla="*/ 1230176 h 2800590"/>
              <a:gd name="connsiteX2704" fmla="*/ 3612087 w 12192000"/>
              <a:gd name="connsiteY2704" fmla="*/ 1204752 h 2800590"/>
              <a:gd name="connsiteX2705" fmla="*/ 3575307 w 12192000"/>
              <a:gd name="connsiteY2705" fmla="*/ 1193776 h 2800590"/>
              <a:gd name="connsiteX2706" fmla="*/ 3553430 w 12192000"/>
              <a:gd name="connsiteY2706" fmla="*/ 1203463 h 2800590"/>
              <a:gd name="connsiteX2707" fmla="*/ 2844513 w 12192000"/>
              <a:gd name="connsiteY2707" fmla="*/ 1740508 h 2800590"/>
              <a:gd name="connsiteX2708" fmla="*/ 2225729 w 12192000"/>
              <a:gd name="connsiteY2708" fmla="*/ 2554639 h 2800590"/>
              <a:gd name="connsiteX2709" fmla="*/ 2183683 w 12192000"/>
              <a:gd name="connsiteY2709" fmla="*/ 2616902 h 2800590"/>
              <a:gd name="connsiteX2710" fmla="*/ 2173388 w 12192000"/>
              <a:gd name="connsiteY2710" fmla="*/ 2609956 h 2800590"/>
              <a:gd name="connsiteX2711" fmla="*/ 2215435 w 12192000"/>
              <a:gd name="connsiteY2711" fmla="*/ 2547941 h 2800590"/>
              <a:gd name="connsiteX2712" fmla="*/ 2835582 w 12192000"/>
              <a:gd name="connsiteY2712" fmla="*/ 1732198 h 2800590"/>
              <a:gd name="connsiteX2713" fmla="*/ 3548083 w 12192000"/>
              <a:gd name="connsiteY2713" fmla="*/ 1192340 h 2800590"/>
              <a:gd name="connsiteX2714" fmla="*/ 3557119 w 12192000"/>
              <a:gd name="connsiteY2714" fmla="*/ 1188349 h 2800590"/>
              <a:gd name="connsiteX2715" fmla="*/ 3528583 w 12192000"/>
              <a:gd name="connsiteY2715" fmla="*/ 1179833 h 2800590"/>
              <a:gd name="connsiteX2716" fmla="*/ 3326940 w 12192000"/>
              <a:gd name="connsiteY2716" fmla="*/ 1275008 h 2800590"/>
              <a:gd name="connsiteX2717" fmla="*/ 2719987 w 12192000"/>
              <a:gd name="connsiteY2717" fmla="*/ 1738276 h 2800590"/>
              <a:gd name="connsiteX2718" fmla="*/ 2116583 w 12192000"/>
              <a:gd name="connsiteY2718" fmla="*/ 2459012 h 2800590"/>
              <a:gd name="connsiteX2719" fmla="*/ 2043281 w 12192000"/>
              <a:gd name="connsiteY2719" fmla="*/ 2555755 h 2800590"/>
              <a:gd name="connsiteX2720" fmla="*/ 2033359 w 12192000"/>
              <a:gd name="connsiteY2720" fmla="*/ 2548190 h 2800590"/>
              <a:gd name="connsiteX2721" fmla="*/ 2106661 w 12192000"/>
              <a:gd name="connsiteY2721" fmla="*/ 2451446 h 2800590"/>
              <a:gd name="connsiteX2722" fmla="*/ 2711305 w 12192000"/>
              <a:gd name="connsiteY2722" fmla="*/ 1729470 h 2800590"/>
              <a:gd name="connsiteX2723" fmla="*/ 3320822 w 12192000"/>
              <a:gd name="connsiteY2723" fmla="*/ 1263917 h 2800590"/>
              <a:gd name="connsiteX2724" fmla="*/ 3510284 w 12192000"/>
              <a:gd name="connsiteY2724" fmla="*/ 1174373 h 2800590"/>
              <a:gd name="connsiteX2725" fmla="*/ 3490779 w 12192000"/>
              <a:gd name="connsiteY2725" fmla="*/ 1168552 h 2800590"/>
              <a:gd name="connsiteX2726" fmla="*/ 3412320 w 12192000"/>
              <a:gd name="connsiteY2726" fmla="*/ 1196143 h 2800590"/>
              <a:gd name="connsiteX2727" fmla="*/ 2596082 w 12192000"/>
              <a:gd name="connsiteY2727" fmla="*/ 1736416 h 2800590"/>
              <a:gd name="connsiteX2728" fmla="*/ 2016491 w 12192000"/>
              <a:gd name="connsiteY2728" fmla="*/ 2362765 h 2800590"/>
              <a:gd name="connsiteX2729" fmla="*/ 1902879 w 12192000"/>
              <a:gd name="connsiteY2729" fmla="*/ 2494609 h 2800590"/>
              <a:gd name="connsiteX2730" fmla="*/ 1893577 w 12192000"/>
              <a:gd name="connsiteY2730" fmla="*/ 2486423 h 2800590"/>
              <a:gd name="connsiteX2731" fmla="*/ 2006444 w 12192000"/>
              <a:gd name="connsiteY2731" fmla="*/ 2354579 h 2800590"/>
              <a:gd name="connsiteX2732" fmla="*/ 2587027 w 12192000"/>
              <a:gd name="connsiteY2732" fmla="*/ 1727114 h 2800590"/>
              <a:gd name="connsiteX2733" fmla="*/ 3407112 w 12192000"/>
              <a:gd name="connsiteY2733" fmla="*/ 1184360 h 2800590"/>
              <a:gd name="connsiteX2734" fmla="*/ 3469929 w 12192000"/>
              <a:gd name="connsiteY2734" fmla="*/ 1162330 h 2800590"/>
              <a:gd name="connsiteX2735" fmla="*/ 3458090 w 12192000"/>
              <a:gd name="connsiteY2735" fmla="*/ 1158797 h 2800590"/>
              <a:gd name="connsiteX2736" fmla="*/ 3436879 w 12192000"/>
              <a:gd name="connsiteY2736" fmla="*/ 1164143 h 2800590"/>
              <a:gd name="connsiteX2737" fmla="*/ 3289284 w 12192000"/>
              <a:gd name="connsiteY2737" fmla="*/ 1215864 h 2800590"/>
              <a:gd name="connsiteX2738" fmla="*/ 2472673 w 12192000"/>
              <a:gd name="connsiteY2738" fmla="*/ 1734184 h 2800590"/>
              <a:gd name="connsiteX2739" fmla="*/ 1935873 w 12192000"/>
              <a:gd name="connsiteY2739" fmla="*/ 2257093 h 2800590"/>
              <a:gd name="connsiteX2740" fmla="*/ 1762727 w 12192000"/>
              <a:gd name="connsiteY2740" fmla="*/ 2433711 h 2800590"/>
              <a:gd name="connsiteX2741" fmla="*/ 1753920 w 12192000"/>
              <a:gd name="connsiteY2741" fmla="*/ 2425029 h 2800590"/>
              <a:gd name="connsiteX2742" fmla="*/ 1925454 w 12192000"/>
              <a:gd name="connsiteY2742" fmla="*/ 2248658 h 2800590"/>
              <a:gd name="connsiteX2743" fmla="*/ 2463000 w 12192000"/>
              <a:gd name="connsiteY2743" fmla="*/ 1725005 h 2800590"/>
              <a:gd name="connsiteX2744" fmla="*/ 3283206 w 12192000"/>
              <a:gd name="connsiteY2744" fmla="*/ 1204081 h 2800590"/>
              <a:gd name="connsiteX2745" fmla="*/ 3414243 w 12192000"/>
              <a:gd name="connsiteY2745" fmla="*/ 1158219 h 2800590"/>
              <a:gd name="connsiteX2746" fmla="*/ 3309997 w 12192000"/>
              <a:gd name="connsiteY2746" fmla="*/ 1185104 h 2800590"/>
              <a:gd name="connsiteX2747" fmla="*/ 3163766 w 12192000"/>
              <a:gd name="connsiteY2747" fmla="*/ 1236328 h 2800590"/>
              <a:gd name="connsiteX2748" fmla="*/ 2346533 w 12192000"/>
              <a:gd name="connsiteY2748" fmla="*/ 1732447 h 2800590"/>
              <a:gd name="connsiteX2749" fmla="*/ 1870012 w 12192000"/>
              <a:gd name="connsiteY2749" fmla="*/ 2148442 h 2800590"/>
              <a:gd name="connsiteX2750" fmla="*/ 1621952 w 12192000"/>
              <a:gd name="connsiteY2750" fmla="*/ 2371695 h 2800590"/>
              <a:gd name="connsiteX2751" fmla="*/ 1613891 w 12192000"/>
              <a:gd name="connsiteY2751" fmla="*/ 2362393 h 2800590"/>
              <a:gd name="connsiteX2752" fmla="*/ 1861950 w 12192000"/>
              <a:gd name="connsiteY2752" fmla="*/ 2139140 h 2800590"/>
              <a:gd name="connsiteX2753" fmla="*/ 2338969 w 12192000"/>
              <a:gd name="connsiteY2753" fmla="*/ 1721408 h 2800590"/>
              <a:gd name="connsiteX2754" fmla="*/ 3158929 w 12192000"/>
              <a:gd name="connsiteY2754" fmla="*/ 1223925 h 2800590"/>
              <a:gd name="connsiteX2755" fmla="*/ 3306028 w 12192000"/>
              <a:gd name="connsiteY2755" fmla="*/ 1172329 h 2800590"/>
              <a:gd name="connsiteX2756" fmla="*/ 3379650 w 12192000"/>
              <a:gd name="connsiteY2756" fmla="*/ 1153345 h 2800590"/>
              <a:gd name="connsiteX2757" fmla="*/ 3368734 w 12192000"/>
              <a:gd name="connsiteY2757" fmla="*/ 1155236 h 2800590"/>
              <a:gd name="connsiteX2758" fmla="*/ 3183859 w 12192000"/>
              <a:gd name="connsiteY2758" fmla="*/ 1203957 h 2800590"/>
              <a:gd name="connsiteX2759" fmla="*/ 3038992 w 12192000"/>
              <a:gd name="connsiteY2759" fmla="*/ 1254685 h 2800590"/>
              <a:gd name="connsiteX2760" fmla="*/ 2221637 w 12192000"/>
              <a:gd name="connsiteY2760" fmla="*/ 1729594 h 2800590"/>
              <a:gd name="connsiteX2761" fmla="*/ 1824742 w 12192000"/>
              <a:gd name="connsiteY2761" fmla="*/ 2041777 h 2800590"/>
              <a:gd name="connsiteX2762" fmla="*/ 1481428 w 12192000"/>
              <a:gd name="connsiteY2762" fmla="*/ 2311045 h 2800590"/>
              <a:gd name="connsiteX2763" fmla="*/ 1474109 w 12192000"/>
              <a:gd name="connsiteY2763" fmla="*/ 2301123 h 2800590"/>
              <a:gd name="connsiteX2764" fmla="*/ 1817052 w 12192000"/>
              <a:gd name="connsiteY2764" fmla="*/ 2032102 h 2800590"/>
              <a:gd name="connsiteX2765" fmla="*/ 2213947 w 12192000"/>
              <a:gd name="connsiteY2765" fmla="*/ 1719672 h 2800590"/>
              <a:gd name="connsiteX2766" fmla="*/ 3034527 w 12192000"/>
              <a:gd name="connsiteY2766" fmla="*/ 1243646 h 2800590"/>
              <a:gd name="connsiteX2767" fmla="*/ 3180138 w 12192000"/>
              <a:gd name="connsiteY2767" fmla="*/ 1192670 h 2800590"/>
              <a:gd name="connsiteX2768" fmla="*/ 3251868 w 12192000"/>
              <a:gd name="connsiteY2768" fmla="*/ 1173755 h 2800590"/>
              <a:gd name="connsiteX2769" fmla="*/ 3242966 w 12192000"/>
              <a:gd name="connsiteY2769" fmla="*/ 1175374 h 2800590"/>
              <a:gd name="connsiteX2770" fmla="*/ 3058713 w 12192000"/>
              <a:gd name="connsiteY2770" fmla="*/ 1224793 h 2800590"/>
              <a:gd name="connsiteX2771" fmla="*/ 2915336 w 12192000"/>
              <a:gd name="connsiteY2771" fmla="*/ 1275025 h 2800590"/>
              <a:gd name="connsiteX2772" fmla="*/ 2096739 w 12192000"/>
              <a:gd name="connsiteY2772" fmla="*/ 1727486 h 2800590"/>
              <a:gd name="connsiteX2773" fmla="*/ 1799068 w 12192000"/>
              <a:gd name="connsiteY2773" fmla="*/ 1938336 h 2800590"/>
              <a:gd name="connsiteX2774" fmla="*/ 1341027 w 12192000"/>
              <a:gd name="connsiteY2774" fmla="*/ 2249898 h 2800590"/>
              <a:gd name="connsiteX2775" fmla="*/ 1334701 w 12192000"/>
              <a:gd name="connsiteY2775" fmla="*/ 2239356 h 2800590"/>
              <a:gd name="connsiteX2776" fmla="*/ 1792122 w 12192000"/>
              <a:gd name="connsiteY2776" fmla="*/ 1928042 h 2800590"/>
              <a:gd name="connsiteX2777" fmla="*/ 2090166 w 12192000"/>
              <a:gd name="connsiteY2777" fmla="*/ 1717191 h 2800590"/>
              <a:gd name="connsiteX2778" fmla="*/ 2910870 w 12192000"/>
              <a:gd name="connsiteY2778" fmla="*/ 1263491 h 2800590"/>
              <a:gd name="connsiteX2779" fmla="*/ 3054993 w 12192000"/>
              <a:gd name="connsiteY2779" fmla="*/ 1213011 h 2800590"/>
              <a:gd name="connsiteX2780" fmla="*/ 3158873 w 12192000"/>
              <a:gd name="connsiteY2780" fmla="*/ 1185146 h 2800590"/>
              <a:gd name="connsiteX2781" fmla="*/ 3118233 w 12192000"/>
              <a:gd name="connsiteY2781" fmla="*/ 1192981 h 2800590"/>
              <a:gd name="connsiteX2782" fmla="*/ 2932700 w 12192000"/>
              <a:gd name="connsiteY2782" fmla="*/ 1243769 h 2800590"/>
              <a:gd name="connsiteX2783" fmla="*/ 2790810 w 12192000"/>
              <a:gd name="connsiteY2783" fmla="*/ 1293381 h 2800590"/>
              <a:gd name="connsiteX2784" fmla="*/ 1972213 w 12192000"/>
              <a:gd name="connsiteY2784" fmla="*/ 1723764 h 2800590"/>
              <a:gd name="connsiteX2785" fmla="*/ 1791378 w 12192000"/>
              <a:gd name="connsiteY2785" fmla="*/ 1838864 h 2800590"/>
              <a:gd name="connsiteX2786" fmla="*/ 1200128 w 12192000"/>
              <a:gd name="connsiteY2786" fmla="*/ 2188751 h 2800590"/>
              <a:gd name="connsiteX2787" fmla="*/ 1194795 w 12192000"/>
              <a:gd name="connsiteY2787" fmla="*/ 2177589 h 2800590"/>
              <a:gd name="connsiteX2788" fmla="*/ 1785052 w 12192000"/>
              <a:gd name="connsiteY2788" fmla="*/ 1830306 h 2800590"/>
              <a:gd name="connsiteX2789" fmla="*/ 1966012 w 12192000"/>
              <a:gd name="connsiteY2789" fmla="*/ 1715330 h 2800590"/>
              <a:gd name="connsiteX2790" fmla="*/ 2786841 w 12192000"/>
              <a:gd name="connsiteY2790" fmla="*/ 1283707 h 2800590"/>
              <a:gd name="connsiteX2791" fmla="*/ 2929474 w 12192000"/>
              <a:gd name="connsiteY2791" fmla="*/ 1234095 h 2800590"/>
              <a:gd name="connsiteX2792" fmla="*/ 3041297 w 12192000"/>
              <a:gd name="connsiteY2792" fmla="*/ 1203425 h 2800590"/>
              <a:gd name="connsiteX2793" fmla="*/ 2994594 w 12192000"/>
              <a:gd name="connsiteY2793" fmla="*/ 1212985 h 2800590"/>
              <a:gd name="connsiteX2794" fmla="*/ 2807430 w 12192000"/>
              <a:gd name="connsiteY2794" fmla="*/ 1265475 h 2800590"/>
              <a:gd name="connsiteX2795" fmla="*/ 2666905 w 12192000"/>
              <a:gd name="connsiteY2795" fmla="*/ 1315087 h 2800590"/>
              <a:gd name="connsiteX2796" fmla="*/ 1848308 w 12192000"/>
              <a:gd name="connsiteY2796" fmla="*/ 1723641 h 2800590"/>
              <a:gd name="connsiteX2797" fmla="*/ 1801178 w 12192000"/>
              <a:gd name="connsiteY2797" fmla="*/ 1750679 h 2800590"/>
              <a:gd name="connsiteX2798" fmla="*/ 1059479 w 12192000"/>
              <a:gd name="connsiteY2798" fmla="*/ 2127481 h 2800590"/>
              <a:gd name="connsiteX2799" fmla="*/ 1055262 w 12192000"/>
              <a:gd name="connsiteY2799" fmla="*/ 2115823 h 2800590"/>
              <a:gd name="connsiteX2800" fmla="*/ 1794603 w 12192000"/>
              <a:gd name="connsiteY2800" fmla="*/ 1739145 h 2800590"/>
              <a:gd name="connsiteX2801" fmla="*/ 1841858 w 12192000"/>
              <a:gd name="connsiteY2801" fmla="*/ 1711982 h 2800590"/>
              <a:gd name="connsiteX2802" fmla="*/ 2662811 w 12192000"/>
              <a:gd name="connsiteY2802" fmla="*/ 1302684 h 2800590"/>
              <a:gd name="connsiteX2803" fmla="*/ 2803833 w 12192000"/>
              <a:gd name="connsiteY2803" fmla="*/ 1253072 h 2800590"/>
              <a:gd name="connsiteX2804" fmla="*/ 2915369 w 12192000"/>
              <a:gd name="connsiteY2804" fmla="*/ 1221813 h 2800590"/>
              <a:gd name="connsiteX2805" fmla="*/ 2872555 w 12192000"/>
              <a:gd name="connsiteY2805" fmla="*/ 1231066 h 2800590"/>
              <a:gd name="connsiteX2806" fmla="*/ 2682780 w 12192000"/>
              <a:gd name="connsiteY2806" fmla="*/ 1285320 h 2800590"/>
              <a:gd name="connsiteX2807" fmla="*/ 2543743 w 12192000"/>
              <a:gd name="connsiteY2807" fmla="*/ 1334064 h 2800590"/>
              <a:gd name="connsiteX2808" fmla="*/ 1752557 w 12192000"/>
              <a:gd name="connsiteY2808" fmla="*/ 1706153 h 2800590"/>
              <a:gd name="connsiteX2809" fmla="*/ 1724030 w 12192000"/>
              <a:gd name="connsiteY2809" fmla="*/ 1721036 h 2800590"/>
              <a:gd name="connsiteX2810" fmla="*/ 919326 w 12192000"/>
              <a:gd name="connsiteY2810" fmla="*/ 2066211 h 2800590"/>
              <a:gd name="connsiteX2811" fmla="*/ 916349 w 12192000"/>
              <a:gd name="connsiteY2811" fmla="*/ 2053808 h 2800590"/>
              <a:gd name="connsiteX2812" fmla="*/ 1718202 w 12192000"/>
              <a:gd name="connsiteY2812" fmla="*/ 1709502 h 2800590"/>
              <a:gd name="connsiteX2813" fmla="*/ 1746852 w 12192000"/>
              <a:gd name="connsiteY2813" fmla="*/ 1694742 h 2800590"/>
              <a:gd name="connsiteX2814" fmla="*/ 2539278 w 12192000"/>
              <a:gd name="connsiteY2814" fmla="*/ 1322653 h 2800590"/>
              <a:gd name="connsiteX2815" fmla="*/ 2678936 w 12192000"/>
              <a:gd name="connsiteY2815" fmla="*/ 1273786 h 2800590"/>
              <a:gd name="connsiteX2816" fmla="*/ 2808169 w 12192000"/>
              <a:gd name="connsiteY2816" fmla="*/ 1236822 h 2800590"/>
              <a:gd name="connsiteX2817" fmla="*/ 2748192 w 12192000"/>
              <a:gd name="connsiteY2817" fmla="*/ 1250522 h 2800590"/>
              <a:gd name="connsiteX2818" fmla="*/ 2556766 w 12192000"/>
              <a:gd name="connsiteY2818" fmla="*/ 1306653 h 2800590"/>
              <a:gd name="connsiteX2819" fmla="*/ 2419094 w 12192000"/>
              <a:gd name="connsiteY2819" fmla="*/ 1354776 h 2800590"/>
              <a:gd name="connsiteX2820" fmla="*/ 1744867 w 12192000"/>
              <a:gd name="connsiteY2820" fmla="*/ 1650587 h 2800590"/>
              <a:gd name="connsiteX2821" fmla="*/ 1598885 w 12192000"/>
              <a:gd name="connsiteY2821" fmla="*/ 1719299 h 2800590"/>
              <a:gd name="connsiteX2822" fmla="*/ 778056 w 12192000"/>
              <a:gd name="connsiteY2822" fmla="*/ 2005560 h 2800590"/>
              <a:gd name="connsiteX2823" fmla="*/ 776443 w 12192000"/>
              <a:gd name="connsiteY2823" fmla="*/ 1993157 h 2800590"/>
              <a:gd name="connsiteX2824" fmla="*/ 1593552 w 12192000"/>
              <a:gd name="connsiteY2824" fmla="*/ 1707888 h 2800590"/>
              <a:gd name="connsiteX2825" fmla="*/ 1739534 w 12192000"/>
              <a:gd name="connsiteY2825" fmla="*/ 1639052 h 2800590"/>
              <a:gd name="connsiteX2826" fmla="*/ 2414629 w 12192000"/>
              <a:gd name="connsiteY2826" fmla="*/ 1342249 h 2800590"/>
              <a:gd name="connsiteX2827" fmla="*/ 2552797 w 12192000"/>
              <a:gd name="connsiteY2827" fmla="*/ 1294002 h 2800590"/>
              <a:gd name="connsiteX2828" fmla="*/ 2714284 w 12192000"/>
              <a:gd name="connsiteY2828" fmla="*/ 1246633 h 2800590"/>
              <a:gd name="connsiteX2829" fmla="*/ 2626927 w 12192000"/>
              <a:gd name="connsiteY2829" fmla="*/ 1267790 h 2800590"/>
              <a:gd name="connsiteX2830" fmla="*/ 2430752 w 12192000"/>
              <a:gd name="connsiteY2830" fmla="*/ 1326745 h 2800590"/>
              <a:gd name="connsiteX2831" fmla="*/ 2294319 w 12192000"/>
              <a:gd name="connsiteY2831" fmla="*/ 1374497 h 2800590"/>
              <a:gd name="connsiteX2832" fmla="*/ 1742140 w 12192000"/>
              <a:gd name="connsiteY2832" fmla="*/ 1601967 h 2800590"/>
              <a:gd name="connsiteX2833" fmla="*/ 1473491 w 12192000"/>
              <a:gd name="connsiteY2833" fmla="*/ 1717067 h 2800590"/>
              <a:gd name="connsiteX2834" fmla="*/ 636415 w 12192000"/>
              <a:gd name="connsiteY2834" fmla="*/ 1943917 h 2800590"/>
              <a:gd name="connsiteX2835" fmla="*/ 636415 w 12192000"/>
              <a:gd name="connsiteY2835" fmla="*/ 1931514 h 2800590"/>
              <a:gd name="connsiteX2836" fmla="*/ 1469025 w 12192000"/>
              <a:gd name="connsiteY2836" fmla="*/ 1705532 h 2800590"/>
              <a:gd name="connsiteX2837" fmla="*/ 1737425 w 12192000"/>
              <a:gd name="connsiteY2837" fmla="*/ 1590681 h 2800590"/>
              <a:gd name="connsiteX2838" fmla="*/ 2290227 w 12192000"/>
              <a:gd name="connsiteY2838" fmla="*/ 1362838 h 2800590"/>
              <a:gd name="connsiteX2839" fmla="*/ 2426659 w 12192000"/>
              <a:gd name="connsiteY2839" fmla="*/ 1314963 h 2800590"/>
              <a:gd name="connsiteX2840" fmla="*/ 2623130 w 12192000"/>
              <a:gd name="connsiteY2840" fmla="*/ 1255888 h 2800590"/>
              <a:gd name="connsiteX2841" fmla="*/ 2554318 w 12192000"/>
              <a:gd name="connsiteY2841" fmla="*/ 1272036 h 2800590"/>
              <a:gd name="connsiteX2842" fmla="*/ 2305234 w 12192000"/>
              <a:gd name="connsiteY2842" fmla="*/ 1347086 h 2800590"/>
              <a:gd name="connsiteX2843" fmla="*/ 2170414 w 12192000"/>
              <a:gd name="connsiteY2843" fmla="*/ 1394218 h 2800590"/>
              <a:gd name="connsiteX2844" fmla="*/ 1746480 w 12192000"/>
              <a:gd name="connsiteY2844" fmla="*/ 1559673 h 2800590"/>
              <a:gd name="connsiteX2845" fmla="*/ 1349585 w 12192000"/>
              <a:gd name="connsiteY2845" fmla="*/ 1714834 h 2800590"/>
              <a:gd name="connsiteX2846" fmla="*/ 496385 w 12192000"/>
              <a:gd name="connsiteY2846" fmla="*/ 1882522 h 2800590"/>
              <a:gd name="connsiteX2847" fmla="*/ 497377 w 12192000"/>
              <a:gd name="connsiteY2847" fmla="*/ 1870119 h 2800590"/>
              <a:gd name="connsiteX2848" fmla="*/ 1345368 w 12192000"/>
              <a:gd name="connsiteY2848" fmla="*/ 1703176 h 2800590"/>
              <a:gd name="connsiteX2849" fmla="*/ 1742263 w 12192000"/>
              <a:gd name="connsiteY2849" fmla="*/ 1548139 h 2800590"/>
              <a:gd name="connsiteX2850" fmla="*/ 2166570 w 12192000"/>
              <a:gd name="connsiteY2850" fmla="*/ 1382559 h 2800590"/>
              <a:gd name="connsiteX2851" fmla="*/ 2301761 w 12192000"/>
              <a:gd name="connsiteY2851" fmla="*/ 1335304 h 2800590"/>
              <a:gd name="connsiteX2852" fmla="*/ 2502056 w 12192000"/>
              <a:gd name="connsiteY2852" fmla="*/ 1273802 h 2800590"/>
              <a:gd name="connsiteX2853" fmla="*/ 2648640 w 12192000"/>
              <a:gd name="connsiteY2853" fmla="*/ 1236536 h 2800590"/>
              <a:gd name="connsiteX2854" fmla="*/ 2485932 w 12192000"/>
              <a:gd name="connsiteY2854" fmla="*/ 1274145 h 2800590"/>
              <a:gd name="connsiteX2855" fmla="*/ 2179717 w 12192000"/>
              <a:gd name="connsiteY2855" fmla="*/ 1366932 h 2800590"/>
              <a:gd name="connsiteX2856" fmla="*/ 2046385 w 12192000"/>
              <a:gd name="connsiteY2856" fmla="*/ 1413567 h 2800590"/>
              <a:gd name="connsiteX2857" fmla="*/ 1759132 w 12192000"/>
              <a:gd name="connsiteY2857" fmla="*/ 1520605 h 2800590"/>
              <a:gd name="connsiteX2858" fmla="*/ 1224439 w 12192000"/>
              <a:gd name="connsiteY2858" fmla="*/ 1712106 h 2800590"/>
              <a:gd name="connsiteX2859" fmla="*/ 355239 w 12192000"/>
              <a:gd name="connsiteY2859" fmla="*/ 1820384 h 2800590"/>
              <a:gd name="connsiteX2860" fmla="*/ 357348 w 12192000"/>
              <a:gd name="connsiteY2860" fmla="*/ 1807981 h 2800590"/>
              <a:gd name="connsiteX2861" fmla="*/ 1220718 w 12192000"/>
              <a:gd name="connsiteY2861" fmla="*/ 1699951 h 2800590"/>
              <a:gd name="connsiteX2862" fmla="*/ 1754666 w 12192000"/>
              <a:gd name="connsiteY2862" fmla="*/ 1508822 h 2800590"/>
              <a:gd name="connsiteX2863" fmla="*/ 2042167 w 12192000"/>
              <a:gd name="connsiteY2863" fmla="*/ 1401660 h 2800590"/>
              <a:gd name="connsiteX2864" fmla="*/ 2175872 w 12192000"/>
              <a:gd name="connsiteY2864" fmla="*/ 1354901 h 2800590"/>
              <a:gd name="connsiteX2865" fmla="*/ 2582297 w 12192000"/>
              <a:gd name="connsiteY2865" fmla="*/ 1236449 h 2800590"/>
              <a:gd name="connsiteX2866" fmla="*/ 2776058 w 12192000"/>
              <a:gd name="connsiteY2866" fmla="*/ 1194169 h 2800590"/>
              <a:gd name="connsiteX2867" fmla="*/ 2757980 w 12192000"/>
              <a:gd name="connsiteY2867" fmla="*/ 1197144 h 2800590"/>
              <a:gd name="connsiteX2868" fmla="*/ 2054694 w 12192000"/>
              <a:gd name="connsiteY2868" fmla="*/ 1387148 h 2800590"/>
              <a:gd name="connsiteX2869" fmla="*/ 1922603 w 12192000"/>
              <a:gd name="connsiteY2869" fmla="*/ 1433287 h 2800590"/>
              <a:gd name="connsiteX2870" fmla="*/ 1783193 w 12192000"/>
              <a:gd name="connsiteY2870" fmla="*/ 1482899 h 2800590"/>
              <a:gd name="connsiteX2871" fmla="*/ 1100162 w 12192000"/>
              <a:gd name="connsiteY2871" fmla="*/ 1709873 h 2800590"/>
              <a:gd name="connsiteX2872" fmla="*/ 214838 w 12192000"/>
              <a:gd name="connsiteY2872" fmla="*/ 1759485 h 2800590"/>
              <a:gd name="connsiteX2873" fmla="*/ 218064 w 12192000"/>
              <a:gd name="connsiteY2873" fmla="*/ 1747082 h 2800590"/>
              <a:gd name="connsiteX2874" fmla="*/ 1096937 w 12192000"/>
              <a:gd name="connsiteY2874" fmla="*/ 1697470 h 2800590"/>
              <a:gd name="connsiteX2875" fmla="*/ 1779101 w 12192000"/>
              <a:gd name="connsiteY2875" fmla="*/ 1471488 h 2800590"/>
              <a:gd name="connsiteX2876" fmla="*/ 1918510 w 12192000"/>
              <a:gd name="connsiteY2876" fmla="*/ 1421876 h 2800590"/>
              <a:gd name="connsiteX2877" fmla="*/ 2050725 w 12192000"/>
              <a:gd name="connsiteY2877" fmla="*/ 1375737 h 2800590"/>
              <a:gd name="connsiteX2878" fmla="*/ 3027381 w 12192000"/>
              <a:gd name="connsiteY2878" fmla="*/ 1145011 h 2800590"/>
              <a:gd name="connsiteX2879" fmla="*/ 3044340 w 12192000"/>
              <a:gd name="connsiteY2879" fmla="*/ 1143724 h 2800590"/>
              <a:gd name="connsiteX2880" fmla="*/ 3027870 w 12192000"/>
              <a:gd name="connsiteY2880" fmla="*/ 1144676 h 2800590"/>
              <a:gd name="connsiteX2881" fmla="*/ 1929176 w 12192000"/>
              <a:gd name="connsiteY2881" fmla="*/ 1407489 h 2800590"/>
              <a:gd name="connsiteX2882" fmla="*/ 1798573 w 12192000"/>
              <a:gd name="connsiteY2882" fmla="*/ 1453132 h 2800590"/>
              <a:gd name="connsiteX2883" fmla="*/ 975513 w 12192000"/>
              <a:gd name="connsiteY2883" fmla="*/ 1707517 h 2800590"/>
              <a:gd name="connsiteX2884" fmla="*/ 74313 w 12192000"/>
              <a:gd name="connsiteY2884" fmla="*/ 1697223 h 2800590"/>
              <a:gd name="connsiteX2885" fmla="*/ 78377 w 12192000"/>
              <a:gd name="connsiteY2885" fmla="*/ 1685645 h 2800590"/>
              <a:gd name="connsiteX2886" fmla="*/ 29239 w 12192000"/>
              <a:gd name="connsiteY2886" fmla="*/ 1673112 h 2800590"/>
              <a:gd name="connsiteX2887" fmla="*/ 0 w 12192000"/>
              <a:gd name="connsiteY2887" fmla="*/ 1661630 h 2800590"/>
              <a:gd name="connsiteX2888" fmla="*/ 0 w 12192000"/>
              <a:gd name="connsiteY2888" fmla="*/ 1646056 h 2800590"/>
              <a:gd name="connsiteX2889" fmla="*/ 6107 w 12192000"/>
              <a:gd name="connsiteY2889" fmla="*/ 1648111 h 2800590"/>
              <a:gd name="connsiteX2890" fmla="*/ 1422143 w 12192000"/>
              <a:gd name="connsiteY2890" fmla="*/ 1501008 h 2800590"/>
              <a:gd name="connsiteX2891" fmla="*/ 1708777 w 12192000"/>
              <a:gd name="connsiteY2891" fmla="*/ 1399428 h 2800590"/>
              <a:gd name="connsiteX2892" fmla="*/ 3002358 w 12192000"/>
              <a:gd name="connsiteY2892" fmla="*/ 1089881 h 2800590"/>
              <a:gd name="connsiteX2893" fmla="*/ 3192172 w 12192000"/>
              <a:gd name="connsiteY2893" fmla="*/ 1098904 h 2800590"/>
              <a:gd name="connsiteX2894" fmla="*/ 3304163 w 12192000"/>
              <a:gd name="connsiteY2894" fmla="*/ 1114972 h 2800590"/>
              <a:gd name="connsiteX2895" fmla="*/ 3335675 w 12192000"/>
              <a:gd name="connsiteY2895" fmla="*/ 1116888 h 2800590"/>
              <a:gd name="connsiteX2896" fmla="*/ 3399302 w 12192000"/>
              <a:gd name="connsiteY2896" fmla="*/ 1127243 h 2800590"/>
              <a:gd name="connsiteX2897" fmla="*/ 3423691 w 12192000"/>
              <a:gd name="connsiteY2897" fmla="*/ 1129963 h 2800590"/>
              <a:gd name="connsiteX2898" fmla="*/ 3431297 w 12192000"/>
              <a:gd name="connsiteY2898" fmla="*/ 1128580 h 2800590"/>
              <a:gd name="connsiteX2899" fmla="*/ 3491415 w 12192000"/>
              <a:gd name="connsiteY2899" fmla="*/ 1121906 h 2800590"/>
              <a:gd name="connsiteX2900" fmla="*/ 3557155 w 12192000"/>
              <a:gd name="connsiteY2900" fmla="*/ 1110503 h 2800590"/>
              <a:gd name="connsiteX2901" fmla="*/ 3609727 w 12192000"/>
              <a:gd name="connsiteY2901" fmla="*/ 1105318 h 2800590"/>
              <a:gd name="connsiteX2902" fmla="*/ 3682363 w 12192000"/>
              <a:gd name="connsiteY2902" fmla="*/ 1093508 h 2800590"/>
              <a:gd name="connsiteX2903" fmla="*/ 3711668 w 12192000"/>
              <a:gd name="connsiteY2903" fmla="*/ 1091041 h 2800590"/>
              <a:gd name="connsiteX2904" fmla="*/ 3739048 w 12192000"/>
              <a:gd name="connsiteY2904" fmla="*/ 1086884 h 2800590"/>
              <a:gd name="connsiteX2905" fmla="*/ 3741333 w 12192000"/>
              <a:gd name="connsiteY2905" fmla="*/ 1086321 h 2800590"/>
              <a:gd name="connsiteX2906" fmla="*/ 3762451 w 12192000"/>
              <a:gd name="connsiteY2906" fmla="*/ 1083332 h 2800590"/>
              <a:gd name="connsiteX2907" fmla="*/ 3808183 w 12192000"/>
              <a:gd name="connsiteY2907" fmla="*/ 1076391 h 2800590"/>
              <a:gd name="connsiteX2908" fmla="*/ 3814739 w 12192000"/>
              <a:gd name="connsiteY2908" fmla="*/ 1075932 h 2800590"/>
              <a:gd name="connsiteX2909" fmla="*/ 3848341 w 12192000"/>
              <a:gd name="connsiteY2909" fmla="*/ 1071176 h 2800590"/>
              <a:gd name="connsiteX2910" fmla="*/ 3868376 w 12192000"/>
              <a:gd name="connsiteY2910" fmla="*/ 1066307 h 2800590"/>
              <a:gd name="connsiteX2911" fmla="*/ 3979704 w 12192000"/>
              <a:gd name="connsiteY2911" fmla="*/ 1050605 h 2800590"/>
              <a:gd name="connsiteX2912" fmla="*/ 3993940 w 12192000"/>
              <a:gd name="connsiteY2912" fmla="*/ 1047224 h 2800590"/>
              <a:gd name="connsiteX2913" fmla="*/ 4088328 w 12192000"/>
              <a:gd name="connsiteY2913" fmla="*/ 1034824 h 2800590"/>
              <a:gd name="connsiteX2914" fmla="*/ 4119138 w 12192000"/>
              <a:gd name="connsiteY2914" fmla="*/ 1027662 h 2800590"/>
              <a:gd name="connsiteX2915" fmla="*/ 4206940 w 12192000"/>
              <a:gd name="connsiteY2915" fmla="*/ 1016951 h 2800590"/>
              <a:gd name="connsiteX2916" fmla="*/ 4245483 w 12192000"/>
              <a:gd name="connsiteY2916" fmla="*/ 1008187 h 2800590"/>
              <a:gd name="connsiteX2917" fmla="*/ 4320811 w 12192000"/>
              <a:gd name="connsiteY2917" fmla="*/ 999699 h 2800590"/>
              <a:gd name="connsiteX2918" fmla="*/ 4371386 w 12192000"/>
              <a:gd name="connsiteY2918" fmla="*/ 988455 h 2800590"/>
              <a:gd name="connsiteX2919" fmla="*/ 5943517 w 12192000"/>
              <a:gd name="connsiteY2919" fmla="*/ 1338652 h 2800590"/>
              <a:gd name="connsiteX2920" fmla="*/ 6355916 w 12192000"/>
              <a:gd name="connsiteY2920" fmla="*/ 1555704 h 2800590"/>
              <a:gd name="connsiteX2921" fmla="*/ 6405031 w 12192000"/>
              <a:gd name="connsiteY2921" fmla="*/ 1581873 h 2800590"/>
              <a:gd name="connsiteX2922" fmla="*/ 6430583 w 12192000"/>
              <a:gd name="connsiteY2922" fmla="*/ 1569472 h 2800590"/>
              <a:gd name="connsiteX2923" fmla="*/ 6781711 w 12192000"/>
              <a:gd name="connsiteY2923" fmla="*/ 1407242 h 2800590"/>
              <a:gd name="connsiteX2924" fmla="*/ 6990750 w 12192000"/>
              <a:gd name="connsiteY2924" fmla="*/ 1334222 h 2800590"/>
              <a:gd name="connsiteX2925" fmla="*/ 7061521 w 12192000"/>
              <a:gd name="connsiteY2925" fmla="*/ 1316422 h 2800590"/>
              <a:gd name="connsiteX2926" fmla="*/ 7091673 w 12192000"/>
              <a:gd name="connsiteY2926" fmla="*/ 1304779 h 2800590"/>
              <a:gd name="connsiteX2927" fmla="*/ 7213646 w 12192000"/>
              <a:gd name="connsiteY2927" fmla="*/ 1268922 h 2800590"/>
              <a:gd name="connsiteX2928" fmla="*/ 7218882 w 12192000"/>
              <a:gd name="connsiteY2928" fmla="*/ 1266720 h 2800590"/>
              <a:gd name="connsiteX2929" fmla="*/ 7397270 w 12192000"/>
              <a:gd name="connsiteY2929" fmla="*/ 1208918 h 2800590"/>
              <a:gd name="connsiteX2930" fmla="*/ 7400193 w 12192000"/>
              <a:gd name="connsiteY2930" fmla="*/ 1208227 h 2800590"/>
              <a:gd name="connsiteX2931" fmla="*/ 7518694 w 12192000"/>
              <a:gd name="connsiteY2931" fmla="*/ 1166003 h 2800590"/>
              <a:gd name="connsiteX2932" fmla="*/ 7564982 w 12192000"/>
              <a:gd name="connsiteY2932" fmla="*/ 1153757 h 2800590"/>
              <a:gd name="connsiteX2933" fmla="*/ 7641731 w 12192000"/>
              <a:gd name="connsiteY2933" fmla="*/ 1123833 h 2800590"/>
              <a:gd name="connsiteX2934" fmla="*/ 7713752 w 12192000"/>
              <a:gd name="connsiteY2934" fmla="*/ 1102757 h 2800590"/>
              <a:gd name="connsiteX2935" fmla="*/ 7763281 w 12192000"/>
              <a:gd name="connsiteY2935" fmla="*/ 1081788 h 2800590"/>
              <a:gd name="connsiteX2936" fmla="*/ 7854285 w 12192000"/>
              <a:gd name="connsiteY2936" fmla="*/ 1053432 h 2800590"/>
              <a:gd name="connsiteX2937" fmla="*/ 7884954 w 12192000"/>
              <a:gd name="connsiteY2937" fmla="*/ 1039245 h 2800590"/>
              <a:gd name="connsiteX2938" fmla="*/ 8004168 w 12192000"/>
              <a:gd name="connsiteY2938" fmla="*/ 998496 h 2800590"/>
              <a:gd name="connsiteX2939" fmla="*/ 8006007 w 12192000"/>
              <a:gd name="connsiteY2939" fmla="*/ 997571 h 2800590"/>
              <a:gd name="connsiteX2940" fmla="*/ 8106309 w 12192000"/>
              <a:gd name="connsiteY2940" fmla="*/ 957877 h 2800590"/>
              <a:gd name="connsiteX2941" fmla="*/ 8177216 w 12192000"/>
              <a:gd name="connsiteY2941" fmla="*/ 935289 h 2800590"/>
              <a:gd name="connsiteX2942" fmla="*/ 8285943 w 12192000"/>
              <a:gd name="connsiteY2942" fmla="*/ 891121 h 2800590"/>
              <a:gd name="connsiteX2943" fmla="*/ 8325829 w 12192000"/>
              <a:gd name="connsiteY2943" fmla="*/ 879814 h 2800590"/>
              <a:gd name="connsiteX2944" fmla="*/ 8404380 w 12192000"/>
              <a:gd name="connsiteY2944" fmla="*/ 845160 h 2800590"/>
              <a:gd name="connsiteX2945" fmla="*/ 8470747 w 12192000"/>
              <a:gd name="connsiteY2945" fmla="*/ 824491 h 2800590"/>
              <a:gd name="connsiteX2946" fmla="*/ 8521438 w 12192000"/>
              <a:gd name="connsiteY2946" fmla="*/ 800279 h 2800590"/>
              <a:gd name="connsiteX2947" fmla="*/ 8606475 w 12192000"/>
              <a:gd name="connsiteY2947" fmla="*/ 771332 h 2800590"/>
              <a:gd name="connsiteX2948" fmla="*/ 8639848 w 12192000"/>
              <a:gd name="connsiteY2948" fmla="*/ 754106 h 2800590"/>
              <a:gd name="connsiteX2949" fmla="*/ 8726315 w 12192000"/>
              <a:gd name="connsiteY2949" fmla="*/ 723424 h 2800590"/>
              <a:gd name="connsiteX2950" fmla="*/ 8729477 w 12192000"/>
              <a:gd name="connsiteY2950" fmla="*/ 721621 h 2800590"/>
              <a:gd name="connsiteX2951" fmla="*/ 8883405 w 12192000"/>
              <a:gd name="connsiteY2951" fmla="*/ 656854 h 2800590"/>
              <a:gd name="connsiteX2952" fmla="*/ 8905479 w 12192000"/>
              <a:gd name="connsiteY2952" fmla="*/ 650562 h 2800590"/>
              <a:gd name="connsiteX2953" fmla="*/ 8967339 w 12192000"/>
              <a:gd name="connsiteY2953" fmla="*/ 621434 h 2800590"/>
              <a:gd name="connsiteX2954" fmla="*/ 9035175 w 12192000"/>
              <a:gd name="connsiteY2954" fmla="*/ 598470 h 2800590"/>
              <a:gd name="connsiteX2955" fmla="*/ 9084548 w 12192000"/>
              <a:gd name="connsiteY2955" fmla="*/ 573405 h 2800590"/>
              <a:gd name="connsiteX2956" fmla="*/ 9171082 w 12192000"/>
              <a:gd name="connsiteY2956" fmla="*/ 541587 h 2800590"/>
              <a:gd name="connsiteX2957" fmla="*/ 9202199 w 12192000"/>
              <a:gd name="connsiteY2957" fmla="*/ 524598 h 2800590"/>
              <a:gd name="connsiteX2958" fmla="*/ 9303409 w 12192000"/>
              <a:gd name="connsiteY2958" fmla="*/ 484324 h 2800590"/>
              <a:gd name="connsiteX2959" fmla="*/ 9317013 w 12192000"/>
              <a:gd name="connsiteY2959" fmla="*/ 476342 h 2800590"/>
              <a:gd name="connsiteX2960" fmla="*/ 9470910 w 12192000"/>
              <a:gd name="connsiteY2960" fmla="*/ 410213 h 2800590"/>
              <a:gd name="connsiteX2961" fmla="*/ 9471586 w 12192000"/>
              <a:gd name="connsiteY2961" fmla="*/ 410019 h 2800590"/>
              <a:gd name="connsiteX2962" fmla="*/ 9496723 w 12192000"/>
              <a:gd name="connsiteY2962" fmla="*/ 395849 h 2800590"/>
              <a:gd name="connsiteX2963" fmla="*/ 9586277 w 12192000"/>
              <a:gd name="connsiteY2963" fmla="*/ 357630 h 2800590"/>
              <a:gd name="connsiteX2964" fmla="*/ 9600843 w 12192000"/>
              <a:gd name="connsiteY2964" fmla="*/ 352660 h 2800590"/>
              <a:gd name="connsiteX2965" fmla="*/ 9611502 w 12192000"/>
              <a:gd name="connsiteY2965" fmla="*/ 346221 h 2800590"/>
              <a:gd name="connsiteX2966" fmla="*/ 9699488 w 12192000"/>
              <a:gd name="connsiteY2966" fmla="*/ 305841 h 2800590"/>
              <a:gd name="connsiteX2967" fmla="*/ 9748339 w 12192000"/>
              <a:gd name="connsiteY2967" fmla="*/ 287821 h 2800590"/>
              <a:gd name="connsiteX2968" fmla="*/ 9782690 w 12192000"/>
              <a:gd name="connsiteY2968" fmla="*/ 269036 h 2800590"/>
              <a:gd name="connsiteX2969" fmla="*/ 9864511 w 12192000"/>
              <a:gd name="connsiteY2969" fmla="*/ 236667 h 2800590"/>
              <a:gd name="connsiteX2970" fmla="*/ 9893062 w 12192000"/>
              <a:gd name="connsiteY2970" fmla="*/ 219794 h 2800590"/>
              <a:gd name="connsiteX2971" fmla="*/ 9996697 w 12192000"/>
              <a:gd name="connsiteY2971" fmla="*/ 175031 h 2800590"/>
              <a:gd name="connsiteX2972" fmla="*/ 10011904 w 12192000"/>
              <a:gd name="connsiteY2972" fmla="*/ 165528 h 2800590"/>
              <a:gd name="connsiteX2973" fmla="*/ 10716799 w 12192000"/>
              <a:gd name="connsiteY2973" fmla="*/ 0 h 2800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</a:cxnLst>
            <a:rect l="l" t="t" r="r" b="b"/>
            <a:pathLst>
              <a:path w="12192000" h="2800590">
                <a:moveTo>
                  <a:pt x="7415159" y="2052768"/>
                </a:moveTo>
                <a:lnTo>
                  <a:pt x="7424315" y="2055211"/>
                </a:lnTo>
                <a:lnTo>
                  <a:pt x="7416996" y="2052826"/>
                </a:lnTo>
                <a:close/>
                <a:moveTo>
                  <a:pt x="7361715" y="2034807"/>
                </a:moveTo>
                <a:lnTo>
                  <a:pt x="7348238" y="2034908"/>
                </a:lnTo>
                <a:lnTo>
                  <a:pt x="7363068" y="2038866"/>
                </a:lnTo>
                <a:lnTo>
                  <a:pt x="7375662" y="2039353"/>
                </a:lnTo>
                <a:close/>
                <a:moveTo>
                  <a:pt x="7237931" y="2014458"/>
                </a:moveTo>
                <a:lnTo>
                  <a:pt x="7223641" y="2014745"/>
                </a:lnTo>
                <a:lnTo>
                  <a:pt x="7228966" y="2016203"/>
                </a:lnTo>
                <a:lnTo>
                  <a:pt x="7245653" y="2016990"/>
                </a:lnTo>
                <a:close/>
                <a:moveTo>
                  <a:pt x="7295722" y="2013298"/>
                </a:moveTo>
                <a:lnTo>
                  <a:pt x="7272588" y="2013762"/>
                </a:lnTo>
                <a:lnTo>
                  <a:pt x="7288337" y="2018922"/>
                </a:lnTo>
                <a:lnTo>
                  <a:pt x="7288716" y="2019023"/>
                </a:lnTo>
                <a:lnTo>
                  <a:pt x="7317448" y="2020379"/>
                </a:lnTo>
                <a:close/>
                <a:moveTo>
                  <a:pt x="7098054" y="1994842"/>
                </a:moveTo>
                <a:lnTo>
                  <a:pt x="7099479" y="1995240"/>
                </a:lnTo>
                <a:lnTo>
                  <a:pt x="7111340" y="1996028"/>
                </a:lnTo>
                <a:lnTo>
                  <a:pt x="7109934" y="1995564"/>
                </a:lnTo>
                <a:close/>
                <a:moveTo>
                  <a:pt x="7174474" y="1993648"/>
                </a:moveTo>
                <a:lnTo>
                  <a:pt x="7149951" y="1994574"/>
                </a:lnTo>
                <a:lnTo>
                  <a:pt x="7169338" y="1999881"/>
                </a:lnTo>
                <a:lnTo>
                  <a:pt x="7199611" y="2001892"/>
                </a:lnTo>
                <a:close/>
                <a:moveTo>
                  <a:pt x="7234740" y="1991372"/>
                </a:moveTo>
                <a:lnTo>
                  <a:pt x="7207393" y="1992405"/>
                </a:lnTo>
                <a:lnTo>
                  <a:pt x="7238611" y="2002631"/>
                </a:lnTo>
                <a:lnTo>
                  <a:pt x="7262422" y="2002000"/>
                </a:lnTo>
                <a:close/>
                <a:moveTo>
                  <a:pt x="7021930" y="1973533"/>
                </a:moveTo>
                <a:lnTo>
                  <a:pt x="7049243" y="1981178"/>
                </a:lnTo>
                <a:lnTo>
                  <a:pt x="7054758" y="1981634"/>
                </a:lnTo>
                <a:lnTo>
                  <a:pt x="7067412" y="1981538"/>
                </a:lnTo>
                <a:lnTo>
                  <a:pt x="7043232" y="1973561"/>
                </a:lnTo>
                <a:lnTo>
                  <a:pt x="7038786" y="1973835"/>
                </a:lnTo>
                <a:close/>
                <a:moveTo>
                  <a:pt x="6966981" y="1972548"/>
                </a:moveTo>
                <a:lnTo>
                  <a:pt x="6975007" y="1975048"/>
                </a:lnTo>
                <a:lnTo>
                  <a:pt x="6989026" y="1976206"/>
                </a:lnTo>
                <a:lnTo>
                  <a:pt x="6978656" y="1972757"/>
                </a:lnTo>
                <a:close/>
                <a:moveTo>
                  <a:pt x="7107011" y="1969633"/>
                </a:moveTo>
                <a:lnTo>
                  <a:pt x="7078271" y="1971403"/>
                </a:lnTo>
                <a:lnTo>
                  <a:pt x="7108040" y="1981231"/>
                </a:lnTo>
                <a:lnTo>
                  <a:pt x="7135966" y="1981020"/>
                </a:lnTo>
                <a:lnTo>
                  <a:pt x="7131740" y="1979634"/>
                </a:lnTo>
                <a:close/>
                <a:moveTo>
                  <a:pt x="7167573" y="1965584"/>
                </a:moveTo>
                <a:lnTo>
                  <a:pt x="7164379" y="1966100"/>
                </a:lnTo>
                <a:lnTo>
                  <a:pt x="7133340" y="1968012"/>
                </a:lnTo>
                <a:lnTo>
                  <a:pt x="7135083" y="1968716"/>
                </a:lnTo>
                <a:lnTo>
                  <a:pt x="7171815" y="1980749"/>
                </a:lnTo>
                <a:lnTo>
                  <a:pt x="7202940" y="1980514"/>
                </a:lnTo>
                <a:lnTo>
                  <a:pt x="7205833" y="1980273"/>
                </a:lnTo>
                <a:close/>
                <a:moveTo>
                  <a:pt x="6856581" y="1956712"/>
                </a:moveTo>
                <a:lnTo>
                  <a:pt x="6859953" y="1957523"/>
                </a:lnTo>
                <a:lnTo>
                  <a:pt x="6885749" y="1960086"/>
                </a:lnTo>
                <a:lnTo>
                  <a:pt x="6877435" y="1957495"/>
                </a:lnTo>
                <a:lnTo>
                  <a:pt x="6876599" y="1957526"/>
                </a:lnTo>
                <a:close/>
                <a:moveTo>
                  <a:pt x="6927221" y="1955654"/>
                </a:moveTo>
                <a:lnTo>
                  <a:pt x="6914298" y="1956132"/>
                </a:lnTo>
                <a:lnTo>
                  <a:pt x="6930103" y="1961056"/>
                </a:lnTo>
                <a:lnTo>
                  <a:pt x="6943965" y="1961221"/>
                </a:lnTo>
                <a:close/>
                <a:moveTo>
                  <a:pt x="6984313" y="1953543"/>
                </a:moveTo>
                <a:lnTo>
                  <a:pt x="6960200" y="1954435"/>
                </a:lnTo>
                <a:lnTo>
                  <a:pt x="6981991" y="1961675"/>
                </a:lnTo>
                <a:lnTo>
                  <a:pt x="7008140" y="1961986"/>
                </a:lnTo>
                <a:lnTo>
                  <a:pt x="6992586" y="1956856"/>
                </a:lnTo>
                <a:close/>
                <a:moveTo>
                  <a:pt x="7049421" y="1946341"/>
                </a:moveTo>
                <a:lnTo>
                  <a:pt x="7015999" y="1950845"/>
                </a:lnTo>
                <a:lnTo>
                  <a:pt x="7048674" y="1961632"/>
                </a:lnTo>
                <a:lnTo>
                  <a:pt x="7082166" y="1959584"/>
                </a:lnTo>
                <a:close/>
                <a:moveTo>
                  <a:pt x="7100787" y="1939419"/>
                </a:moveTo>
                <a:lnTo>
                  <a:pt x="7072127" y="1943281"/>
                </a:lnTo>
                <a:lnTo>
                  <a:pt x="7108496" y="1957974"/>
                </a:lnTo>
                <a:lnTo>
                  <a:pt x="7142362" y="1955903"/>
                </a:lnTo>
                <a:lnTo>
                  <a:pt x="7111279" y="1943969"/>
                </a:lnTo>
                <a:close/>
                <a:moveTo>
                  <a:pt x="6748535" y="1938183"/>
                </a:moveTo>
                <a:lnTo>
                  <a:pt x="6739575" y="1938349"/>
                </a:lnTo>
                <a:lnTo>
                  <a:pt x="6747984" y="1940460"/>
                </a:lnTo>
                <a:lnTo>
                  <a:pt x="6756671" y="1940762"/>
                </a:lnTo>
                <a:close/>
                <a:moveTo>
                  <a:pt x="6811685" y="1937007"/>
                </a:moveTo>
                <a:lnTo>
                  <a:pt x="6788060" y="1937447"/>
                </a:lnTo>
                <a:lnTo>
                  <a:pt x="6803665" y="1942396"/>
                </a:lnTo>
                <a:lnTo>
                  <a:pt x="6832158" y="1943387"/>
                </a:lnTo>
                <a:close/>
                <a:moveTo>
                  <a:pt x="6864466" y="1934786"/>
                </a:moveTo>
                <a:lnTo>
                  <a:pt x="6851828" y="1936260"/>
                </a:lnTo>
                <a:lnTo>
                  <a:pt x="6850598" y="1936283"/>
                </a:lnTo>
                <a:lnTo>
                  <a:pt x="6877950" y="1944805"/>
                </a:lnTo>
                <a:lnTo>
                  <a:pt x="6892947" y="1944257"/>
                </a:lnTo>
                <a:close/>
                <a:moveTo>
                  <a:pt x="6920996" y="1928191"/>
                </a:moveTo>
                <a:lnTo>
                  <a:pt x="6891555" y="1931626"/>
                </a:lnTo>
                <a:lnTo>
                  <a:pt x="6925938" y="1943050"/>
                </a:lnTo>
                <a:lnTo>
                  <a:pt x="6955413" y="1941971"/>
                </a:lnTo>
                <a:close/>
                <a:moveTo>
                  <a:pt x="6630313" y="1922045"/>
                </a:moveTo>
                <a:lnTo>
                  <a:pt x="6634137" y="1922204"/>
                </a:lnTo>
                <a:lnTo>
                  <a:pt x="6633699" y="1922063"/>
                </a:lnTo>
                <a:close/>
                <a:moveTo>
                  <a:pt x="6696031" y="1921538"/>
                </a:moveTo>
                <a:lnTo>
                  <a:pt x="6687005" y="1922340"/>
                </a:lnTo>
                <a:lnTo>
                  <a:pt x="6675542" y="1922280"/>
                </a:lnTo>
                <a:lnTo>
                  <a:pt x="6683408" y="1924255"/>
                </a:lnTo>
                <a:lnTo>
                  <a:pt x="6707803" y="1925270"/>
                </a:lnTo>
                <a:close/>
                <a:moveTo>
                  <a:pt x="6985839" y="1920626"/>
                </a:moveTo>
                <a:lnTo>
                  <a:pt x="6948030" y="1925037"/>
                </a:lnTo>
                <a:lnTo>
                  <a:pt x="6987373" y="1940802"/>
                </a:lnTo>
                <a:lnTo>
                  <a:pt x="6998391" y="1940399"/>
                </a:lnTo>
                <a:lnTo>
                  <a:pt x="7025671" y="1936736"/>
                </a:lnTo>
                <a:close/>
                <a:moveTo>
                  <a:pt x="6747394" y="1916974"/>
                </a:moveTo>
                <a:lnTo>
                  <a:pt x="6728730" y="1918632"/>
                </a:lnTo>
                <a:lnTo>
                  <a:pt x="6755981" y="1927274"/>
                </a:lnTo>
                <a:lnTo>
                  <a:pt x="6758842" y="1927393"/>
                </a:lnTo>
                <a:lnTo>
                  <a:pt x="6776771" y="1926128"/>
                </a:lnTo>
                <a:close/>
                <a:moveTo>
                  <a:pt x="7042274" y="1914042"/>
                </a:moveTo>
                <a:lnTo>
                  <a:pt x="7009283" y="1917891"/>
                </a:lnTo>
                <a:lnTo>
                  <a:pt x="7048379" y="1933686"/>
                </a:lnTo>
                <a:lnTo>
                  <a:pt x="7078302" y="1929667"/>
                </a:lnTo>
                <a:close/>
                <a:moveTo>
                  <a:pt x="6804942" y="1911860"/>
                </a:moveTo>
                <a:lnTo>
                  <a:pt x="6779480" y="1914123"/>
                </a:lnTo>
                <a:lnTo>
                  <a:pt x="6810390" y="1923754"/>
                </a:lnTo>
                <a:lnTo>
                  <a:pt x="6831187" y="1922286"/>
                </a:lnTo>
                <a:close/>
                <a:moveTo>
                  <a:pt x="6866542" y="1906387"/>
                </a:moveTo>
                <a:lnTo>
                  <a:pt x="6830487" y="1909591"/>
                </a:lnTo>
                <a:lnTo>
                  <a:pt x="6857217" y="1920216"/>
                </a:lnTo>
                <a:lnTo>
                  <a:pt x="6857793" y="1920408"/>
                </a:lnTo>
                <a:lnTo>
                  <a:pt x="6894998" y="1917781"/>
                </a:lnTo>
                <a:close/>
                <a:moveTo>
                  <a:pt x="6583364" y="1905804"/>
                </a:moveTo>
                <a:lnTo>
                  <a:pt x="6565962" y="1906530"/>
                </a:lnTo>
                <a:lnTo>
                  <a:pt x="6569529" y="1907465"/>
                </a:lnTo>
                <a:lnTo>
                  <a:pt x="6593302" y="1909014"/>
                </a:lnTo>
                <a:close/>
                <a:moveTo>
                  <a:pt x="6639067" y="1903479"/>
                </a:moveTo>
                <a:lnTo>
                  <a:pt x="6618866" y="1904322"/>
                </a:lnTo>
                <a:lnTo>
                  <a:pt x="6629093" y="1907624"/>
                </a:lnTo>
                <a:lnTo>
                  <a:pt x="6649374" y="1906747"/>
                </a:lnTo>
                <a:close/>
                <a:moveTo>
                  <a:pt x="6692817" y="1898120"/>
                </a:moveTo>
                <a:lnTo>
                  <a:pt x="6672415" y="1900773"/>
                </a:lnTo>
                <a:lnTo>
                  <a:pt x="6686224" y="1905152"/>
                </a:lnTo>
                <a:lnTo>
                  <a:pt x="6708224" y="1904200"/>
                </a:lnTo>
                <a:close/>
                <a:moveTo>
                  <a:pt x="6926685" y="1896701"/>
                </a:moveTo>
                <a:lnTo>
                  <a:pt x="6893603" y="1903228"/>
                </a:lnTo>
                <a:lnTo>
                  <a:pt x="6924692" y="1915685"/>
                </a:lnTo>
                <a:lnTo>
                  <a:pt x="6966351" y="1912744"/>
                </a:lnTo>
                <a:close/>
                <a:moveTo>
                  <a:pt x="6458122" y="1892721"/>
                </a:moveTo>
                <a:lnTo>
                  <a:pt x="6462148" y="1893827"/>
                </a:lnTo>
                <a:lnTo>
                  <a:pt x="6474796" y="1893617"/>
                </a:lnTo>
                <a:lnTo>
                  <a:pt x="6472505" y="1892863"/>
                </a:lnTo>
                <a:close/>
                <a:moveTo>
                  <a:pt x="6751236" y="1890525"/>
                </a:moveTo>
                <a:lnTo>
                  <a:pt x="6717791" y="1894873"/>
                </a:lnTo>
                <a:lnTo>
                  <a:pt x="6718121" y="1895003"/>
                </a:lnTo>
                <a:lnTo>
                  <a:pt x="6742831" y="1902703"/>
                </a:lnTo>
                <a:lnTo>
                  <a:pt x="6778055" y="1901179"/>
                </a:lnTo>
                <a:close/>
                <a:moveTo>
                  <a:pt x="6531981" y="1889205"/>
                </a:moveTo>
                <a:lnTo>
                  <a:pt x="6509721" y="1891396"/>
                </a:lnTo>
                <a:lnTo>
                  <a:pt x="6514470" y="1892960"/>
                </a:lnTo>
                <a:lnTo>
                  <a:pt x="6542182" y="1892500"/>
                </a:lnTo>
                <a:close/>
                <a:moveTo>
                  <a:pt x="6978650" y="1886448"/>
                </a:moveTo>
                <a:lnTo>
                  <a:pt x="6946941" y="1892704"/>
                </a:lnTo>
                <a:lnTo>
                  <a:pt x="6990660" y="1910367"/>
                </a:lnTo>
                <a:lnTo>
                  <a:pt x="7020604" y="1904644"/>
                </a:lnTo>
                <a:close/>
                <a:moveTo>
                  <a:pt x="6579341" y="1884544"/>
                </a:moveTo>
                <a:lnTo>
                  <a:pt x="6562681" y="1886184"/>
                </a:lnTo>
                <a:lnTo>
                  <a:pt x="6580291" y="1891869"/>
                </a:lnTo>
                <a:lnTo>
                  <a:pt x="6601344" y="1891520"/>
                </a:lnTo>
                <a:close/>
                <a:moveTo>
                  <a:pt x="6808377" y="1883097"/>
                </a:moveTo>
                <a:lnTo>
                  <a:pt x="6774813" y="1887460"/>
                </a:lnTo>
                <a:lnTo>
                  <a:pt x="6806255" y="1899959"/>
                </a:lnTo>
                <a:lnTo>
                  <a:pt x="6819421" y="1899389"/>
                </a:lnTo>
                <a:lnTo>
                  <a:pt x="6840638" y="1896014"/>
                </a:lnTo>
                <a:close/>
                <a:moveTo>
                  <a:pt x="6364858" y="1878813"/>
                </a:moveTo>
                <a:lnTo>
                  <a:pt x="6359872" y="1879224"/>
                </a:lnTo>
                <a:lnTo>
                  <a:pt x="6361688" y="1879612"/>
                </a:lnTo>
                <a:lnTo>
                  <a:pt x="6368291" y="1879757"/>
                </a:lnTo>
                <a:close/>
                <a:moveTo>
                  <a:pt x="6642628" y="1878316"/>
                </a:moveTo>
                <a:lnTo>
                  <a:pt x="6611318" y="1881397"/>
                </a:lnTo>
                <a:lnTo>
                  <a:pt x="6641158" y="1890860"/>
                </a:lnTo>
                <a:lnTo>
                  <a:pt x="6655815" y="1890617"/>
                </a:lnTo>
                <a:lnTo>
                  <a:pt x="6669351" y="1888860"/>
                </a:lnTo>
                <a:close/>
                <a:moveTo>
                  <a:pt x="6416800" y="1874533"/>
                </a:moveTo>
                <a:lnTo>
                  <a:pt x="6397638" y="1876112"/>
                </a:lnTo>
                <a:lnTo>
                  <a:pt x="6414636" y="1880780"/>
                </a:lnTo>
                <a:lnTo>
                  <a:pt x="6437303" y="1881280"/>
                </a:lnTo>
                <a:close/>
                <a:moveTo>
                  <a:pt x="6864079" y="1871380"/>
                </a:moveTo>
                <a:lnTo>
                  <a:pt x="6832035" y="1878556"/>
                </a:lnTo>
                <a:lnTo>
                  <a:pt x="6865667" y="1892033"/>
                </a:lnTo>
                <a:lnTo>
                  <a:pt x="6901176" y="1886384"/>
                </a:lnTo>
                <a:close/>
                <a:moveTo>
                  <a:pt x="6472380" y="1869953"/>
                </a:moveTo>
                <a:lnTo>
                  <a:pt x="6450158" y="1871784"/>
                </a:lnTo>
                <a:lnTo>
                  <a:pt x="6473792" y="1879566"/>
                </a:lnTo>
                <a:lnTo>
                  <a:pt x="6496777" y="1877834"/>
                </a:lnTo>
                <a:close/>
                <a:moveTo>
                  <a:pt x="6271827" y="1869237"/>
                </a:moveTo>
                <a:lnTo>
                  <a:pt x="6269073" y="1869425"/>
                </a:lnTo>
                <a:lnTo>
                  <a:pt x="6270053" y="1869646"/>
                </a:lnTo>
                <a:lnTo>
                  <a:pt x="6273907" y="1869834"/>
                </a:lnTo>
                <a:close/>
                <a:moveTo>
                  <a:pt x="6696740" y="1868877"/>
                </a:moveTo>
                <a:lnTo>
                  <a:pt x="6666392" y="1874585"/>
                </a:lnTo>
                <a:lnTo>
                  <a:pt x="6694338" y="1885616"/>
                </a:lnTo>
                <a:lnTo>
                  <a:pt x="6727907" y="1881258"/>
                </a:lnTo>
                <a:close/>
                <a:moveTo>
                  <a:pt x="6324241" y="1865662"/>
                </a:moveTo>
                <a:lnTo>
                  <a:pt x="6308720" y="1866721"/>
                </a:lnTo>
                <a:lnTo>
                  <a:pt x="6316126" y="1868854"/>
                </a:lnTo>
                <a:lnTo>
                  <a:pt x="6331693" y="1868160"/>
                </a:lnTo>
                <a:close/>
                <a:moveTo>
                  <a:pt x="6529313" y="1865262"/>
                </a:moveTo>
                <a:lnTo>
                  <a:pt x="6504266" y="1867326"/>
                </a:lnTo>
                <a:lnTo>
                  <a:pt x="6529237" y="1875387"/>
                </a:lnTo>
                <a:lnTo>
                  <a:pt x="6550938" y="1873751"/>
                </a:lnTo>
                <a:close/>
                <a:moveTo>
                  <a:pt x="6378581" y="1861957"/>
                </a:moveTo>
                <a:lnTo>
                  <a:pt x="6353685" y="1863655"/>
                </a:lnTo>
                <a:lnTo>
                  <a:pt x="6360010" y="1865779"/>
                </a:lnTo>
                <a:lnTo>
                  <a:pt x="6363512" y="1866741"/>
                </a:lnTo>
                <a:lnTo>
                  <a:pt x="6389587" y="1865578"/>
                </a:lnTo>
                <a:close/>
                <a:moveTo>
                  <a:pt x="6748536" y="1859136"/>
                </a:moveTo>
                <a:lnTo>
                  <a:pt x="6718002" y="1864879"/>
                </a:lnTo>
                <a:lnTo>
                  <a:pt x="6751503" y="1878195"/>
                </a:lnTo>
                <a:lnTo>
                  <a:pt x="6785204" y="1873819"/>
                </a:lnTo>
                <a:close/>
                <a:moveTo>
                  <a:pt x="6919745" y="1858914"/>
                </a:moveTo>
                <a:lnTo>
                  <a:pt x="6883433" y="1867046"/>
                </a:lnTo>
                <a:lnTo>
                  <a:pt x="6922789" y="1882946"/>
                </a:lnTo>
                <a:lnTo>
                  <a:pt x="6957751" y="1877385"/>
                </a:lnTo>
                <a:lnTo>
                  <a:pt x="6955011" y="1876197"/>
                </a:lnTo>
                <a:close/>
                <a:moveTo>
                  <a:pt x="6229522" y="1857083"/>
                </a:moveTo>
                <a:lnTo>
                  <a:pt x="6218498" y="1858003"/>
                </a:lnTo>
                <a:lnTo>
                  <a:pt x="6226424" y="1859793"/>
                </a:lnTo>
                <a:lnTo>
                  <a:pt x="6236985" y="1859227"/>
                </a:lnTo>
                <a:close/>
                <a:moveTo>
                  <a:pt x="6582428" y="1854560"/>
                </a:moveTo>
                <a:lnTo>
                  <a:pt x="6553040" y="1860999"/>
                </a:lnTo>
                <a:lnTo>
                  <a:pt x="6578458" y="1870977"/>
                </a:lnTo>
                <a:lnTo>
                  <a:pt x="6580241" y="1871542"/>
                </a:lnTo>
                <a:lnTo>
                  <a:pt x="6617143" y="1868761"/>
                </a:lnTo>
                <a:lnTo>
                  <a:pt x="6618032" y="1868610"/>
                </a:lnTo>
                <a:close/>
                <a:moveTo>
                  <a:pt x="6425457" y="1853979"/>
                </a:moveTo>
                <a:lnTo>
                  <a:pt x="6406882" y="1857534"/>
                </a:lnTo>
                <a:lnTo>
                  <a:pt x="6426332" y="1863939"/>
                </a:lnTo>
                <a:lnTo>
                  <a:pt x="6450435" y="1862864"/>
                </a:lnTo>
                <a:lnTo>
                  <a:pt x="6437447" y="1858669"/>
                </a:lnTo>
                <a:close/>
                <a:moveTo>
                  <a:pt x="6284670" y="1852402"/>
                </a:moveTo>
                <a:lnTo>
                  <a:pt x="6283946" y="1852541"/>
                </a:lnTo>
                <a:lnTo>
                  <a:pt x="6264978" y="1854124"/>
                </a:lnTo>
                <a:lnTo>
                  <a:pt x="6275521" y="1857160"/>
                </a:lnTo>
                <a:lnTo>
                  <a:pt x="6295647" y="1856080"/>
                </a:lnTo>
                <a:close/>
                <a:moveTo>
                  <a:pt x="6803258" y="1844669"/>
                </a:moveTo>
                <a:lnTo>
                  <a:pt x="6771131" y="1854151"/>
                </a:lnTo>
                <a:lnTo>
                  <a:pt x="6811646" y="1870386"/>
                </a:lnTo>
                <a:lnTo>
                  <a:pt x="6813582" y="1870135"/>
                </a:lnTo>
                <a:lnTo>
                  <a:pt x="6844100" y="1863300"/>
                </a:lnTo>
                <a:lnTo>
                  <a:pt x="6831368" y="1858151"/>
                </a:lnTo>
                <a:close/>
                <a:moveTo>
                  <a:pt x="6325642" y="1844536"/>
                </a:moveTo>
                <a:lnTo>
                  <a:pt x="6307271" y="1848063"/>
                </a:lnTo>
                <a:lnTo>
                  <a:pt x="6326250" y="1854439"/>
                </a:lnTo>
                <a:lnTo>
                  <a:pt x="6339937" y="1853705"/>
                </a:lnTo>
                <a:lnTo>
                  <a:pt x="6349664" y="1852441"/>
                </a:lnTo>
                <a:close/>
                <a:moveTo>
                  <a:pt x="6475953" y="1844315"/>
                </a:moveTo>
                <a:lnTo>
                  <a:pt x="6448980" y="1849478"/>
                </a:lnTo>
                <a:lnTo>
                  <a:pt x="6478960" y="1859156"/>
                </a:lnTo>
                <a:lnTo>
                  <a:pt x="6504899" y="1855678"/>
                </a:lnTo>
                <a:close/>
                <a:moveTo>
                  <a:pt x="6186873" y="1843959"/>
                </a:moveTo>
                <a:lnTo>
                  <a:pt x="6167813" y="1846088"/>
                </a:lnTo>
                <a:lnTo>
                  <a:pt x="6173842" y="1847918"/>
                </a:lnTo>
                <a:lnTo>
                  <a:pt x="6179271" y="1849144"/>
                </a:lnTo>
                <a:lnTo>
                  <a:pt x="6198133" y="1847827"/>
                </a:lnTo>
                <a:close/>
                <a:moveTo>
                  <a:pt x="6632876" y="1843507"/>
                </a:moveTo>
                <a:lnTo>
                  <a:pt x="6603798" y="1849878"/>
                </a:lnTo>
                <a:lnTo>
                  <a:pt x="6641295" y="1864679"/>
                </a:lnTo>
                <a:lnTo>
                  <a:pt x="6672781" y="1859359"/>
                </a:lnTo>
                <a:close/>
                <a:moveTo>
                  <a:pt x="6056940" y="1842726"/>
                </a:moveTo>
                <a:lnTo>
                  <a:pt x="6054961" y="1843039"/>
                </a:lnTo>
                <a:lnTo>
                  <a:pt x="6055994" y="1843309"/>
                </a:lnTo>
                <a:lnTo>
                  <a:pt x="6058785" y="1843178"/>
                </a:lnTo>
                <a:close/>
                <a:moveTo>
                  <a:pt x="6098158" y="1836223"/>
                </a:moveTo>
                <a:lnTo>
                  <a:pt x="6092719" y="1837081"/>
                </a:lnTo>
                <a:lnTo>
                  <a:pt x="6108127" y="1840848"/>
                </a:lnTo>
                <a:lnTo>
                  <a:pt x="6112744" y="1840630"/>
                </a:lnTo>
                <a:close/>
                <a:moveTo>
                  <a:pt x="6234223" y="1835496"/>
                </a:moveTo>
                <a:lnTo>
                  <a:pt x="6213965" y="1839432"/>
                </a:lnTo>
                <a:lnTo>
                  <a:pt x="6234339" y="1845299"/>
                </a:lnTo>
                <a:lnTo>
                  <a:pt x="6243385" y="1844668"/>
                </a:lnTo>
                <a:lnTo>
                  <a:pt x="6255459" y="1842613"/>
                </a:lnTo>
                <a:close/>
                <a:moveTo>
                  <a:pt x="6376400" y="1834792"/>
                </a:moveTo>
                <a:lnTo>
                  <a:pt x="6352026" y="1839472"/>
                </a:lnTo>
                <a:lnTo>
                  <a:pt x="6379602" y="1848552"/>
                </a:lnTo>
                <a:lnTo>
                  <a:pt x="6403608" y="1845434"/>
                </a:lnTo>
                <a:close/>
                <a:moveTo>
                  <a:pt x="6530171" y="1833939"/>
                </a:moveTo>
                <a:lnTo>
                  <a:pt x="6499199" y="1839867"/>
                </a:lnTo>
                <a:lnTo>
                  <a:pt x="6530675" y="1852222"/>
                </a:lnTo>
                <a:lnTo>
                  <a:pt x="6564878" y="1847635"/>
                </a:lnTo>
                <a:close/>
                <a:moveTo>
                  <a:pt x="6684861" y="1832118"/>
                </a:moveTo>
                <a:lnTo>
                  <a:pt x="6653094" y="1839078"/>
                </a:lnTo>
                <a:lnTo>
                  <a:pt x="6694769" y="1855644"/>
                </a:lnTo>
                <a:lnTo>
                  <a:pt x="6726445" y="1850291"/>
                </a:lnTo>
                <a:lnTo>
                  <a:pt x="6706968" y="1842492"/>
                </a:lnTo>
                <a:close/>
                <a:moveTo>
                  <a:pt x="6008018" y="1830379"/>
                </a:moveTo>
                <a:lnTo>
                  <a:pt x="6007223" y="1830529"/>
                </a:lnTo>
                <a:lnTo>
                  <a:pt x="6019621" y="1833779"/>
                </a:lnTo>
                <a:lnTo>
                  <a:pt x="6020093" y="1833724"/>
                </a:lnTo>
                <a:lnTo>
                  <a:pt x="6013719" y="1832167"/>
                </a:lnTo>
                <a:close/>
                <a:moveTo>
                  <a:pt x="5638107" y="1830330"/>
                </a:moveTo>
                <a:lnTo>
                  <a:pt x="5642142" y="1830989"/>
                </a:lnTo>
                <a:lnTo>
                  <a:pt x="5644341" y="1831161"/>
                </a:lnTo>
                <a:close/>
                <a:moveTo>
                  <a:pt x="6142760" y="1828802"/>
                </a:moveTo>
                <a:lnTo>
                  <a:pt x="6138285" y="1829892"/>
                </a:lnTo>
                <a:lnTo>
                  <a:pt x="6122616" y="1832364"/>
                </a:lnTo>
                <a:lnTo>
                  <a:pt x="6138947" y="1837323"/>
                </a:lnTo>
                <a:lnTo>
                  <a:pt x="6158791" y="1834310"/>
                </a:lnTo>
                <a:close/>
                <a:moveTo>
                  <a:pt x="6857815" y="1828566"/>
                </a:moveTo>
                <a:lnTo>
                  <a:pt x="6819324" y="1839927"/>
                </a:lnTo>
                <a:lnTo>
                  <a:pt x="6835478" y="1847671"/>
                </a:lnTo>
                <a:lnTo>
                  <a:pt x="6863442" y="1858969"/>
                </a:lnTo>
                <a:lnTo>
                  <a:pt x="6902160" y="1850297"/>
                </a:lnTo>
                <a:close/>
                <a:moveTo>
                  <a:pt x="6276738" y="1827234"/>
                </a:moveTo>
                <a:lnTo>
                  <a:pt x="6256797" y="1831109"/>
                </a:lnTo>
                <a:lnTo>
                  <a:pt x="6279080" y="1838594"/>
                </a:lnTo>
                <a:lnTo>
                  <a:pt x="6297868" y="1835397"/>
                </a:lnTo>
                <a:lnTo>
                  <a:pt x="6296550" y="1834963"/>
                </a:lnTo>
                <a:close/>
                <a:moveTo>
                  <a:pt x="6426966" y="1825085"/>
                </a:moveTo>
                <a:lnTo>
                  <a:pt x="6398867" y="1830479"/>
                </a:lnTo>
                <a:lnTo>
                  <a:pt x="6428756" y="1842167"/>
                </a:lnTo>
                <a:lnTo>
                  <a:pt x="6440464" y="1840646"/>
                </a:lnTo>
                <a:lnTo>
                  <a:pt x="6457132" y="1836927"/>
                </a:lnTo>
                <a:close/>
                <a:moveTo>
                  <a:pt x="5815218" y="1825071"/>
                </a:moveTo>
                <a:lnTo>
                  <a:pt x="5814887" y="1825150"/>
                </a:lnTo>
                <a:lnTo>
                  <a:pt x="5823401" y="1826846"/>
                </a:lnTo>
                <a:close/>
                <a:moveTo>
                  <a:pt x="5932651" y="1823580"/>
                </a:moveTo>
                <a:lnTo>
                  <a:pt x="5926436" y="1825289"/>
                </a:lnTo>
                <a:lnTo>
                  <a:pt x="5948148" y="1829569"/>
                </a:lnTo>
                <a:lnTo>
                  <a:pt x="5952421" y="1828758"/>
                </a:lnTo>
                <a:close/>
                <a:moveTo>
                  <a:pt x="6579921" y="1822314"/>
                </a:moveTo>
                <a:lnTo>
                  <a:pt x="6565810" y="1827118"/>
                </a:lnTo>
                <a:lnTo>
                  <a:pt x="6552559" y="1829654"/>
                </a:lnTo>
                <a:lnTo>
                  <a:pt x="6586771" y="1843158"/>
                </a:lnTo>
                <a:lnTo>
                  <a:pt x="6614921" y="1836374"/>
                </a:lnTo>
                <a:lnTo>
                  <a:pt x="6582394" y="1823453"/>
                </a:lnTo>
                <a:close/>
                <a:moveTo>
                  <a:pt x="6051519" y="1822132"/>
                </a:moveTo>
                <a:lnTo>
                  <a:pt x="6040282" y="1824262"/>
                </a:lnTo>
                <a:lnTo>
                  <a:pt x="6059954" y="1829071"/>
                </a:lnTo>
                <a:lnTo>
                  <a:pt x="6070438" y="1827848"/>
                </a:lnTo>
                <a:close/>
                <a:moveTo>
                  <a:pt x="6184169" y="1818722"/>
                </a:moveTo>
                <a:lnTo>
                  <a:pt x="6165596" y="1823243"/>
                </a:lnTo>
                <a:lnTo>
                  <a:pt x="6185834" y="1830204"/>
                </a:lnTo>
                <a:lnTo>
                  <a:pt x="6208269" y="1826798"/>
                </a:lnTo>
                <a:close/>
                <a:moveTo>
                  <a:pt x="5843797" y="1818286"/>
                </a:moveTo>
                <a:lnTo>
                  <a:pt x="5841640" y="1818798"/>
                </a:lnTo>
                <a:lnTo>
                  <a:pt x="5859783" y="1822738"/>
                </a:lnTo>
                <a:close/>
                <a:moveTo>
                  <a:pt x="6744697" y="1816585"/>
                </a:moveTo>
                <a:lnTo>
                  <a:pt x="6729815" y="1822269"/>
                </a:lnTo>
                <a:lnTo>
                  <a:pt x="6705667" y="1827559"/>
                </a:lnTo>
                <a:lnTo>
                  <a:pt x="6710889" y="1830012"/>
                </a:lnTo>
                <a:lnTo>
                  <a:pt x="6749004" y="1845285"/>
                </a:lnTo>
                <a:lnTo>
                  <a:pt x="6784018" y="1835443"/>
                </a:lnTo>
                <a:close/>
                <a:moveTo>
                  <a:pt x="5961250" y="1815713"/>
                </a:moveTo>
                <a:lnTo>
                  <a:pt x="5956094" y="1817132"/>
                </a:lnTo>
                <a:lnTo>
                  <a:pt x="5980301" y="1823475"/>
                </a:lnTo>
                <a:lnTo>
                  <a:pt x="5983853" y="1822802"/>
                </a:lnTo>
                <a:close/>
                <a:moveTo>
                  <a:pt x="6327000" y="1815470"/>
                </a:moveTo>
                <a:lnTo>
                  <a:pt x="6304757" y="1821789"/>
                </a:lnTo>
                <a:lnTo>
                  <a:pt x="6300710" y="1822575"/>
                </a:lnTo>
                <a:lnTo>
                  <a:pt x="6325416" y="1830710"/>
                </a:lnTo>
                <a:lnTo>
                  <a:pt x="6353671" y="1825902"/>
                </a:lnTo>
                <a:close/>
                <a:moveTo>
                  <a:pt x="6093874" y="1812005"/>
                </a:moveTo>
                <a:lnTo>
                  <a:pt x="6077100" y="1817283"/>
                </a:lnTo>
                <a:lnTo>
                  <a:pt x="6074545" y="1817767"/>
                </a:lnTo>
                <a:lnTo>
                  <a:pt x="6097386" y="1824703"/>
                </a:lnTo>
                <a:lnTo>
                  <a:pt x="6100651" y="1824321"/>
                </a:lnTo>
                <a:lnTo>
                  <a:pt x="6118108" y="1820332"/>
                </a:lnTo>
                <a:close/>
                <a:moveTo>
                  <a:pt x="6473141" y="1811435"/>
                </a:moveTo>
                <a:lnTo>
                  <a:pt x="6447321" y="1819504"/>
                </a:lnTo>
                <a:lnTo>
                  <a:pt x="6479179" y="1832008"/>
                </a:lnTo>
                <a:lnTo>
                  <a:pt x="6508627" y="1825438"/>
                </a:lnTo>
                <a:close/>
                <a:moveTo>
                  <a:pt x="5879803" y="1809739"/>
                </a:moveTo>
                <a:lnTo>
                  <a:pt x="5870399" y="1811971"/>
                </a:lnTo>
                <a:lnTo>
                  <a:pt x="5896870" y="1819352"/>
                </a:lnTo>
                <a:lnTo>
                  <a:pt x="5908421" y="1817780"/>
                </a:lnTo>
                <a:lnTo>
                  <a:pt x="5909436" y="1817500"/>
                </a:lnTo>
                <a:close/>
                <a:moveTo>
                  <a:pt x="6227739" y="1808115"/>
                </a:moveTo>
                <a:lnTo>
                  <a:pt x="6204897" y="1813676"/>
                </a:lnTo>
                <a:lnTo>
                  <a:pt x="6232852" y="1823066"/>
                </a:lnTo>
                <a:lnTo>
                  <a:pt x="6256757" y="1819437"/>
                </a:lnTo>
                <a:close/>
                <a:moveTo>
                  <a:pt x="6628633" y="1805730"/>
                </a:moveTo>
                <a:lnTo>
                  <a:pt x="6596619" y="1816629"/>
                </a:lnTo>
                <a:lnTo>
                  <a:pt x="6634450" y="1831667"/>
                </a:lnTo>
                <a:lnTo>
                  <a:pt x="6667121" y="1823793"/>
                </a:lnTo>
                <a:close/>
                <a:moveTo>
                  <a:pt x="6001252" y="1804711"/>
                </a:moveTo>
                <a:lnTo>
                  <a:pt x="5985834" y="1808951"/>
                </a:lnTo>
                <a:lnTo>
                  <a:pt x="6012918" y="1817294"/>
                </a:lnTo>
                <a:lnTo>
                  <a:pt x="6028619" y="1814318"/>
                </a:lnTo>
                <a:close/>
                <a:moveTo>
                  <a:pt x="6370786" y="1803032"/>
                </a:moveTo>
                <a:lnTo>
                  <a:pt x="6346394" y="1809961"/>
                </a:lnTo>
                <a:lnTo>
                  <a:pt x="6377007" y="1821932"/>
                </a:lnTo>
                <a:lnTo>
                  <a:pt x="6406254" y="1816955"/>
                </a:lnTo>
                <a:close/>
                <a:moveTo>
                  <a:pt x="5915314" y="1801309"/>
                </a:moveTo>
                <a:lnTo>
                  <a:pt x="5905029" y="1803751"/>
                </a:lnTo>
                <a:lnTo>
                  <a:pt x="5932881" y="1811049"/>
                </a:lnTo>
                <a:lnTo>
                  <a:pt x="5940068" y="1809071"/>
                </a:lnTo>
                <a:close/>
                <a:moveTo>
                  <a:pt x="6132154" y="1799960"/>
                </a:moveTo>
                <a:lnTo>
                  <a:pt x="6114266" y="1805588"/>
                </a:lnTo>
                <a:lnTo>
                  <a:pt x="6141553" y="1814974"/>
                </a:lnTo>
                <a:lnTo>
                  <a:pt x="6160241" y="1810703"/>
                </a:lnTo>
                <a:lnTo>
                  <a:pt x="6156714" y="1809522"/>
                </a:lnTo>
                <a:close/>
                <a:moveTo>
                  <a:pt x="6794535" y="1797556"/>
                </a:moveTo>
                <a:lnTo>
                  <a:pt x="6759134" y="1811073"/>
                </a:lnTo>
                <a:lnTo>
                  <a:pt x="6800377" y="1830844"/>
                </a:lnTo>
                <a:lnTo>
                  <a:pt x="6839834" y="1819754"/>
                </a:lnTo>
                <a:close/>
                <a:moveTo>
                  <a:pt x="6522666" y="1795957"/>
                </a:moveTo>
                <a:lnTo>
                  <a:pt x="6491703" y="1805634"/>
                </a:lnTo>
                <a:lnTo>
                  <a:pt x="6529871" y="1820699"/>
                </a:lnTo>
                <a:lnTo>
                  <a:pt x="6561219" y="1813705"/>
                </a:lnTo>
                <a:close/>
                <a:moveTo>
                  <a:pt x="6272087" y="1793993"/>
                </a:moveTo>
                <a:lnTo>
                  <a:pt x="6248715" y="1802314"/>
                </a:lnTo>
                <a:lnTo>
                  <a:pt x="6279704" y="1814403"/>
                </a:lnTo>
                <a:lnTo>
                  <a:pt x="6306135" y="1807310"/>
                </a:lnTo>
                <a:close/>
                <a:moveTo>
                  <a:pt x="6040903" y="1793805"/>
                </a:moveTo>
                <a:lnTo>
                  <a:pt x="6019693" y="1799638"/>
                </a:lnTo>
                <a:lnTo>
                  <a:pt x="6050024" y="1810262"/>
                </a:lnTo>
                <a:lnTo>
                  <a:pt x="6074494" y="1805624"/>
                </a:lnTo>
                <a:lnTo>
                  <a:pt x="6074917" y="1805492"/>
                </a:lnTo>
                <a:close/>
                <a:moveTo>
                  <a:pt x="5955224" y="1788555"/>
                </a:moveTo>
                <a:lnTo>
                  <a:pt x="5938439" y="1794353"/>
                </a:lnTo>
                <a:lnTo>
                  <a:pt x="5964448" y="1802364"/>
                </a:lnTo>
                <a:lnTo>
                  <a:pt x="5981330" y="1797718"/>
                </a:lnTo>
                <a:close/>
                <a:moveTo>
                  <a:pt x="6419502" y="1788009"/>
                </a:moveTo>
                <a:lnTo>
                  <a:pt x="6409251" y="1792105"/>
                </a:lnTo>
                <a:lnTo>
                  <a:pt x="6390842" y="1797335"/>
                </a:lnTo>
                <a:lnTo>
                  <a:pt x="6426823" y="1811458"/>
                </a:lnTo>
                <a:lnTo>
                  <a:pt x="6453444" y="1803352"/>
                </a:lnTo>
                <a:close/>
                <a:moveTo>
                  <a:pt x="6683274" y="1787128"/>
                </a:moveTo>
                <a:lnTo>
                  <a:pt x="6646345" y="1799700"/>
                </a:lnTo>
                <a:lnTo>
                  <a:pt x="6687295" y="1818931"/>
                </a:lnTo>
                <a:lnTo>
                  <a:pt x="6728753" y="1808939"/>
                </a:lnTo>
                <a:close/>
                <a:moveTo>
                  <a:pt x="6173495" y="1786951"/>
                </a:moveTo>
                <a:lnTo>
                  <a:pt x="6149511" y="1794498"/>
                </a:lnTo>
                <a:lnTo>
                  <a:pt x="6160061" y="1798615"/>
                </a:lnTo>
                <a:lnTo>
                  <a:pt x="6181550" y="1805834"/>
                </a:lnTo>
                <a:lnTo>
                  <a:pt x="6206990" y="1800020"/>
                </a:lnTo>
                <a:close/>
                <a:moveTo>
                  <a:pt x="6085110" y="1781645"/>
                </a:moveTo>
                <a:lnTo>
                  <a:pt x="6062631" y="1787828"/>
                </a:lnTo>
                <a:lnTo>
                  <a:pt x="6095313" y="1799069"/>
                </a:lnTo>
                <a:lnTo>
                  <a:pt x="6114415" y="1793054"/>
                </a:lnTo>
                <a:close/>
                <a:moveTo>
                  <a:pt x="6573774" y="1779985"/>
                </a:moveTo>
                <a:lnTo>
                  <a:pt x="6539215" y="1790786"/>
                </a:lnTo>
                <a:lnTo>
                  <a:pt x="6579901" y="1809537"/>
                </a:lnTo>
                <a:lnTo>
                  <a:pt x="6589925" y="1807300"/>
                </a:lnTo>
                <a:lnTo>
                  <a:pt x="6613929" y="1798830"/>
                </a:lnTo>
                <a:close/>
                <a:moveTo>
                  <a:pt x="6313157" y="1779369"/>
                </a:moveTo>
                <a:lnTo>
                  <a:pt x="6289607" y="1787755"/>
                </a:lnTo>
                <a:lnTo>
                  <a:pt x="6325989" y="1801982"/>
                </a:lnTo>
                <a:lnTo>
                  <a:pt x="6351008" y="1795268"/>
                </a:lnTo>
                <a:lnTo>
                  <a:pt x="6333157" y="1788261"/>
                </a:lnTo>
                <a:close/>
                <a:moveTo>
                  <a:pt x="5992077" y="1775824"/>
                </a:moveTo>
                <a:lnTo>
                  <a:pt x="5971750" y="1782845"/>
                </a:lnTo>
                <a:lnTo>
                  <a:pt x="5999745" y="1792651"/>
                </a:lnTo>
                <a:lnTo>
                  <a:pt x="6020735" y="1786875"/>
                </a:lnTo>
                <a:lnTo>
                  <a:pt x="6017265" y="1785683"/>
                </a:lnTo>
                <a:close/>
                <a:moveTo>
                  <a:pt x="6218154" y="1772898"/>
                </a:moveTo>
                <a:lnTo>
                  <a:pt x="6193332" y="1780709"/>
                </a:lnTo>
                <a:lnTo>
                  <a:pt x="6229593" y="1794855"/>
                </a:lnTo>
                <a:lnTo>
                  <a:pt x="6239454" y="1792601"/>
                </a:lnTo>
                <a:lnTo>
                  <a:pt x="6254675" y="1787183"/>
                </a:lnTo>
                <a:close/>
                <a:moveTo>
                  <a:pt x="6465490" y="1769636"/>
                </a:moveTo>
                <a:lnTo>
                  <a:pt x="6435174" y="1781748"/>
                </a:lnTo>
                <a:lnTo>
                  <a:pt x="6462536" y="1794121"/>
                </a:lnTo>
                <a:lnTo>
                  <a:pt x="6471778" y="1797768"/>
                </a:lnTo>
                <a:lnTo>
                  <a:pt x="6504775" y="1787721"/>
                </a:lnTo>
                <a:close/>
                <a:moveTo>
                  <a:pt x="6736370" y="1769052"/>
                </a:moveTo>
                <a:lnTo>
                  <a:pt x="6698425" y="1781970"/>
                </a:lnTo>
                <a:lnTo>
                  <a:pt x="6745554" y="1804563"/>
                </a:lnTo>
                <a:lnTo>
                  <a:pt x="6780786" y="1790817"/>
                </a:lnTo>
                <a:close/>
                <a:moveTo>
                  <a:pt x="6122989" y="1767245"/>
                </a:moveTo>
                <a:lnTo>
                  <a:pt x="6101082" y="1775596"/>
                </a:lnTo>
                <a:lnTo>
                  <a:pt x="6131792" y="1787582"/>
                </a:lnTo>
                <a:lnTo>
                  <a:pt x="6155766" y="1780034"/>
                </a:lnTo>
                <a:close/>
                <a:moveTo>
                  <a:pt x="6361955" y="1761993"/>
                </a:moveTo>
                <a:lnTo>
                  <a:pt x="6330388" y="1773234"/>
                </a:lnTo>
                <a:lnTo>
                  <a:pt x="6337545" y="1776415"/>
                </a:lnTo>
                <a:lnTo>
                  <a:pt x="6371539" y="1789758"/>
                </a:lnTo>
                <a:lnTo>
                  <a:pt x="6404064" y="1781030"/>
                </a:lnTo>
                <a:close/>
                <a:moveTo>
                  <a:pt x="6033449" y="1761532"/>
                </a:moveTo>
                <a:lnTo>
                  <a:pt x="6010582" y="1769432"/>
                </a:lnTo>
                <a:lnTo>
                  <a:pt x="6021129" y="1773553"/>
                </a:lnTo>
                <a:lnTo>
                  <a:pt x="6042472" y="1780894"/>
                </a:lnTo>
                <a:lnTo>
                  <a:pt x="6066324" y="1774331"/>
                </a:lnTo>
                <a:close/>
                <a:moveTo>
                  <a:pt x="6623086" y="1758263"/>
                </a:moveTo>
                <a:lnTo>
                  <a:pt x="6589685" y="1773093"/>
                </a:lnTo>
                <a:lnTo>
                  <a:pt x="6631378" y="1792672"/>
                </a:lnTo>
                <a:lnTo>
                  <a:pt x="6667934" y="1779772"/>
                </a:lnTo>
                <a:close/>
                <a:moveTo>
                  <a:pt x="6262882" y="1757016"/>
                </a:moveTo>
                <a:lnTo>
                  <a:pt x="6245714" y="1764226"/>
                </a:lnTo>
                <a:lnTo>
                  <a:pt x="6236694" y="1767064"/>
                </a:lnTo>
                <a:lnTo>
                  <a:pt x="6272195" y="1780946"/>
                </a:lnTo>
                <a:lnTo>
                  <a:pt x="6296916" y="1772147"/>
                </a:lnTo>
                <a:close/>
                <a:moveTo>
                  <a:pt x="6512070" y="1751028"/>
                </a:moveTo>
                <a:lnTo>
                  <a:pt x="6480401" y="1763680"/>
                </a:lnTo>
                <a:lnTo>
                  <a:pt x="6521507" y="1782625"/>
                </a:lnTo>
                <a:lnTo>
                  <a:pt x="6556617" y="1771934"/>
                </a:lnTo>
                <a:close/>
                <a:moveTo>
                  <a:pt x="6166529" y="1750647"/>
                </a:moveTo>
                <a:lnTo>
                  <a:pt x="6141108" y="1760337"/>
                </a:lnTo>
                <a:lnTo>
                  <a:pt x="6175596" y="1773790"/>
                </a:lnTo>
                <a:lnTo>
                  <a:pt x="6201068" y="1765769"/>
                </a:lnTo>
                <a:close/>
                <a:moveTo>
                  <a:pt x="6072238" y="1746806"/>
                </a:moveTo>
                <a:lnTo>
                  <a:pt x="6056334" y="1753627"/>
                </a:lnTo>
                <a:lnTo>
                  <a:pt x="6050211" y="1755742"/>
                </a:lnTo>
                <a:lnTo>
                  <a:pt x="6084409" y="1769089"/>
                </a:lnTo>
                <a:lnTo>
                  <a:pt x="6106297" y="1760732"/>
                </a:lnTo>
                <a:lnTo>
                  <a:pt x="6084385" y="1752183"/>
                </a:lnTo>
                <a:close/>
                <a:moveTo>
                  <a:pt x="6410325" y="1744241"/>
                </a:moveTo>
                <a:lnTo>
                  <a:pt x="6405257" y="1746575"/>
                </a:lnTo>
                <a:lnTo>
                  <a:pt x="6378475" y="1756111"/>
                </a:lnTo>
                <a:lnTo>
                  <a:pt x="6419993" y="1774884"/>
                </a:lnTo>
                <a:lnTo>
                  <a:pt x="6450438" y="1762707"/>
                </a:lnTo>
                <a:close/>
                <a:moveTo>
                  <a:pt x="12076909" y="1742260"/>
                </a:moveTo>
                <a:lnTo>
                  <a:pt x="12083481" y="1744974"/>
                </a:lnTo>
                <a:lnTo>
                  <a:pt x="12052012" y="1785279"/>
                </a:lnTo>
                <a:lnTo>
                  <a:pt x="12070601" y="1786628"/>
                </a:lnTo>
                <a:cubicBezTo>
                  <a:pt x="12099481" y="1785461"/>
                  <a:pt x="12127295" y="1780911"/>
                  <a:pt x="12152814" y="1772756"/>
                </a:cubicBezTo>
                <a:lnTo>
                  <a:pt x="12172888" y="1762183"/>
                </a:lnTo>
                <a:lnTo>
                  <a:pt x="12146767" y="1760943"/>
                </a:lnTo>
                <a:close/>
                <a:moveTo>
                  <a:pt x="6308534" y="1737845"/>
                </a:moveTo>
                <a:lnTo>
                  <a:pt x="6278831" y="1750319"/>
                </a:lnTo>
                <a:lnTo>
                  <a:pt x="6314144" y="1766015"/>
                </a:lnTo>
                <a:lnTo>
                  <a:pt x="6345870" y="1754722"/>
                </a:lnTo>
                <a:close/>
                <a:moveTo>
                  <a:pt x="6670971" y="1737003"/>
                </a:moveTo>
                <a:lnTo>
                  <a:pt x="6636525" y="1752296"/>
                </a:lnTo>
                <a:lnTo>
                  <a:pt x="6682855" y="1774506"/>
                </a:lnTo>
                <a:lnTo>
                  <a:pt x="6720436" y="1761244"/>
                </a:lnTo>
                <a:close/>
                <a:moveTo>
                  <a:pt x="6210691" y="1733812"/>
                </a:moveTo>
                <a:lnTo>
                  <a:pt x="6182688" y="1744487"/>
                </a:lnTo>
                <a:lnTo>
                  <a:pt x="6213902" y="1758152"/>
                </a:lnTo>
                <a:lnTo>
                  <a:pt x="6218968" y="1760133"/>
                </a:lnTo>
                <a:lnTo>
                  <a:pt x="6242051" y="1752865"/>
                </a:lnTo>
                <a:lnTo>
                  <a:pt x="6247960" y="1750382"/>
                </a:lnTo>
                <a:close/>
                <a:moveTo>
                  <a:pt x="6564403" y="1730120"/>
                </a:moveTo>
                <a:lnTo>
                  <a:pt x="6528619" y="1744416"/>
                </a:lnTo>
                <a:lnTo>
                  <a:pt x="6574476" y="1765951"/>
                </a:lnTo>
                <a:lnTo>
                  <a:pt x="6607992" y="1751024"/>
                </a:lnTo>
                <a:close/>
                <a:moveTo>
                  <a:pt x="6115439" y="1728278"/>
                </a:moveTo>
                <a:lnTo>
                  <a:pt x="6088528" y="1739820"/>
                </a:lnTo>
                <a:lnTo>
                  <a:pt x="6088648" y="1739873"/>
                </a:lnTo>
                <a:lnTo>
                  <a:pt x="6124401" y="1753820"/>
                </a:lnTo>
                <a:lnTo>
                  <a:pt x="6150778" y="1743750"/>
                </a:lnTo>
                <a:close/>
                <a:moveTo>
                  <a:pt x="6454371" y="1723951"/>
                </a:moveTo>
                <a:lnTo>
                  <a:pt x="6424277" y="1737813"/>
                </a:lnTo>
                <a:lnTo>
                  <a:pt x="6465350" y="1756742"/>
                </a:lnTo>
                <a:lnTo>
                  <a:pt x="6497146" y="1744024"/>
                </a:lnTo>
                <a:close/>
                <a:moveTo>
                  <a:pt x="6354500" y="1718542"/>
                </a:moveTo>
                <a:lnTo>
                  <a:pt x="6323851" y="1731413"/>
                </a:lnTo>
                <a:lnTo>
                  <a:pt x="6362395" y="1748840"/>
                </a:lnTo>
                <a:lnTo>
                  <a:pt x="6395058" y="1737213"/>
                </a:lnTo>
                <a:close/>
                <a:moveTo>
                  <a:pt x="6254741" y="1713526"/>
                </a:moveTo>
                <a:lnTo>
                  <a:pt x="6226023" y="1726848"/>
                </a:lnTo>
                <a:lnTo>
                  <a:pt x="6263903" y="1743684"/>
                </a:lnTo>
                <a:lnTo>
                  <a:pt x="6293731" y="1731152"/>
                </a:lnTo>
                <a:close/>
                <a:moveTo>
                  <a:pt x="6157588" y="1710202"/>
                </a:moveTo>
                <a:lnTo>
                  <a:pt x="6130708" y="1721730"/>
                </a:lnTo>
                <a:lnTo>
                  <a:pt x="6166926" y="1737586"/>
                </a:lnTo>
                <a:lnTo>
                  <a:pt x="6195039" y="1726852"/>
                </a:lnTo>
                <a:close/>
                <a:moveTo>
                  <a:pt x="6611787" y="1706426"/>
                </a:moveTo>
                <a:lnTo>
                  <a:pt x="6577194" y="1723854"/>
                </a:lnTo>
                <a:lnTo>
                  <a:pt x="6621407" y="1745049"/>
                </a:lnTo>
                <a:lnTo>
                  <a:pt x="6655974" y="1729654"/>
                </a:lnTo>
                <a:lnTo>
                  <a:pt x="6649025" y="1726249"/>
                </a:lnTo>
                <a:close/>
                <a:moveTo>
                  <a:pt x="6505333" y="1700474"/>
                </a:moveTo>
                <a:lnTo>
                  <a:pt x="6469852" y="1716819"/>
                </a:lnTo>
                <a:lnTo>
                  <a:pt x="6513693" y="1737406"/>
                </a:lnTo>
                <a:lnTo>
                  <a:pt x="6549625" y="1723034"/>
                </a:lnTo>
                <a:lnTo>
                  <a:pt x="6539068" y="1717970"/>
                </a:lnTo>
                <a:close/>
                <a:moveTo>
                  <a:pt x="6399395" y="1697118"/>
                </a:moveTo>
                <a:lnTo>
                  <a:pt x="6369040" y="1712356"/>
                </a:lnTo>
                <a:lnTo>
                  <a:pt x="6409714" y="1731101"/>
                </a:lnTo>
                <a:lnTo>
                  <a:pt x="6439938" y="1717177"/>
                </a:lnTo>
                <a:lnTo>
                  <a:pt x="6428487" y="1711804"/>
                </a:lnTo>
                <a:close/>
                <a:moveTo>
                  <a:pt x="6299642" y="1692697"/>
                </a:moveTo>
                <a:lnTo>
                  <a:pt x="6269328" y="1706759"/>
                </a:lnTo>
                <a:lnTo>
                  <a:pt x="6309045" y="1724718"/>
                </a:lnTo>
                <a:lnTo>
                  <a:pt x="6339824" y="1711786"/>
                </a:lnTo>
                <a:lnTo>
                  <a:pt x="6317769" y="1701633"/>
                </a:lnTo>
                <a:close/>
                <a:moveTo>
                  <a:pt x="6203815" y="1690376"/>
                </a:moveTo>
                <a:lnTo>
                  <a:pt x="6173356" y="1703439"/>
                </a:lnTo>
                <a:lnTo>
                  <a:pt x="6211391" y="1720344"/>
                </a:lnTo>
                <a:lnTo>
                  <a:pt x="6240210" y="1706958"/>
                </a:lnTo>
                <a:lnTo>
                  <a:pt x="6208185" y="1692480"/>
                </a:lnTo>
                <a:close/>
                <a:moveTo>
                  <a:pt x="6553868" y="1675593"/>
                </a:moveTo>
                <a:lnTo>
                  <a:pt x="6523032" y="1692321"/>
                </a:lnTo>
                <a:lnTo>
                  <a:pt x="6518193" y="1694550"/>
                </a:lnTo>
                <a:lnTo>
                  <a:pt x="6543778" y="1707835"/>
                </a:lnTo>
                <a:lnTo>
                  <a:pt x="6563488" y="1717284"/>
                </a:lnTo>
                <a:lnTo>
                  <a:pt x="6598759" y="1699490"/>
                </a:lnTo>
                <a:close/>
                <a:moveTo>
                  <a:pt x="6449938" y="1671745"/>
                </a:moveTo>
                <a:lnTo>
                  <a:pt x="6413872" y="1689851"/>
                </a:lnTo>
                <a:lnTo>
                  <a:pt x="6433006" y="1699515"/>
                </a:lnTo>
                <a:lnTo>
                  <a:pt x="6455423" y="1710042"/>
                </a:lnTo>
                <a:lnTo>
                  <a:pt x="6491625" y="1693364"/>
                </a:lnTo>
                <a:close/>
                <a:moveTo>
                  <a:pt x="6347061" y="1670701"/>
                </a:moveTo>
                <a:lnTo>
                  <a:pt x="6313306" y="1686358"/>
                </a:lnTo>
                <a:lnTo>
                  <a:pt x="6322874" y="1691079"/>
                </a:lnTo>
                <a:lnTo>
                  <a:pt x="6354460" y="1705637"/>
                </a:lnTo>
                <a:lnTo>
                  <a:pt x="6363771" y="1701725"/>
                </a:lnTo>
                <a:lnTo>
                  <a:pt x="6386206" y="1690460"/>
                </a:lnTo>
                <a:close/>
                <a:moveTo>
                  <a:pt x="6252313" y="1669364"/>
                </a:moveTo>
                <a:lnTo>
                  <a:pt x="6248446" y="1671235"/>
                </a:lnTo>
                <a:lnTo>
                  <a:pt x="6218841" y="1683931"/>
                </a:lnTo>
                <a:lnTo>
                  <a:pt x="6254790" y="1700186"/>
                </a:lnTo>
                <a:lnTo>
                  <a:pt x="6285704" y="1685826"/>
                </a:lnTo>
                <a:close/>
                <a:moveTo>
                  <a:pt x="6499706" y="1646762"/>
                </a:moveTo>
                <a:lnTo>
                  <a:pt x="6462310" y="1665535"/>
                </a:lnTo>
                <a:lnTo>
                  <a:pt x="6504491" y="1687436"/>
                </a:lnTo>
                <a:lnTo>
                  <a:pt x="6518342" y="1681055"/>
                </a:lnTo>
                <a:lnTo>
                  <a:pt x="6541015" y="1668752"/>
                </a:lnTo>
                <a:close/>
                <a:moveTo>
                  <a:pt x="6299335" y="1646610"/>
                </a:moveTo>
                <a:lnTo>
                  <a:pt x="6265716" y="1662878"/>
                </a:lnTo>
                <a:lnTo>
                  <a:pt x="6299365" y="1679480"/>
                </a:lnTo>
                <a:lnTo>
                  <a:pt x="6333261" y="1663735"/>
                </a:lnTo>
                <a:close/>
                <a:moveTo>
                  <a:pt x="6400162" y="1645929"/>
                </a:moveTo>
                <a:lnTo>
                  <a:pt x="6397663" y="1647227"/>
                </a:lnTo>
                <a:lnTo>
                  <a:pt x="6362125" y="1663712"/>
                </a:lnTo>
                <a:lnTo>
                  <a:pt x="6400685" y="1683190"/>
                </a:lnTo>
                <a:lnTo>
                  <a:pt x="6436923" y="1664995"/>
                </a:lnTo>
                <a:close/>
                <a:moveTo>
                  <a:pt x="9022713" y="1644110"/>
                </a:moveTo>
                <a:lnTo>
                  <a:pt x="8943229" y="1740052"/>
                </a:lnTo>
                <a:cubicBezTo>
                  <a:pt x="8805207" y="1878771"/>
                  <a:pt x="8625813" y="1984351"/>
                  <a:pt x="8415304" y="2049467"/>
                </a:cubicBezTo>
                <a:cubicBezTo>
                  <a:pt x="8287182" y="2089033"/>
                  <a:pt x="8150966" y="2113157"/>
                  <a:pt x="8010565" y="2121528"/>
                </a:cubicBezTo>
                <a:lnTo>
                  <a:pt x="7803702" y="2122212"/>
                </a:lnTo>
                <a:lnTo>
                  <a:pt x="7817064" y="2124434"/>
                </a:lnTo>
                <a:cubicBezTo>
                  <a:pt x="8263730" y="2173255"/>
                  <a:pt x="8760252" y="2075400"/>
                  <a:pt x="9078755" y="1752434"/>
                </a:cubicBezTo>
                <a:lnTo>
                  <a:pt x="9116080" y="1710336"/>
                </a:lnTo>
                <a:close/>
                <a:moveTo>
                  <a:pt x="6352173" y="1621040"/>
                </a:moveTo>
                <a:lnTo>
                  <a:pt x="6314109" y="1639459"/>
                </a:lnTo>
                <a:lnTo>
                  <a:pt x="6348321" y="1656740"/>
                </a:lnTo>
                <a:lnTo>
                  <a:pt x="6386666" y="1638929"/>
                </a:lnTo>
                <a:close/>
                <a:moveTo>
                  <a:pt x="6449752" y="1620170"/>
                </a:moveTo>
                <a:lnTo>
                  <a:pt x="6412353" y="1639596"/>
                </a:lnTo>
                <a:lnTo>
                  <a:pt x="6449301" y="1658780"/>
                </a:lnTo>
                <a:lnTo>
                  <a:pt x="6486858" y="1639922"/>
                </a:lnTo>
                <a:close/>
                <a:moveTo>
                  <a:pt x="6404144" y="1595891"/>
                </a:moveTo>
                <a:lnTo>
                  <a:pt x="6364824" y="1614918"/>
                </a:lnTo>
                <a:lnTo>
                  <a:pt x="6399171" y="1632751"/>
                </a:lnTo>
                <a:lnTo>
                  <a:pt x="6436734" y="1613240"/>
                </a:lnTo>
                <a:close/>
                <a:moveTo>
                  <a:pt x="8918022" y="1578218"/>
                </a:moveTo>
                <a:lnTo>
                  <a:pt x="8900757" y="1604696"/>
                </a:lnTo>
                <a:cubicBezTo>
                  <a:pt x="8750309" y="1808353"/>
                  <a:pt x="8524450" y="1957933"/>
                  <a:pt x="8247368" y="2037436"/>
                </a:cubicBezTo>
                <a:cubicBezTo>
                  <a:pt x="8120548" y="2073839"/>
                  <a:pt x="7985945" y="2095203"/>
                  <a:pt x="7847405" y="2101358"/>
                </a:cubicBezTo>
                <a:lnTo>
                  <a:pt x="7701260" y="2099832"/>
                </a:lnTo>
                <a:lnTo>
                  <a:pt x="7811887" y="2111134"/>
                </a:lnTo>
                <a:cubicBezTo>
                  <a:pt x="8265443" y="2130929"/>
                  <a:pt x="8677924" y="1990007"/>
                  <a:pt x="8938924" y="1726200"/>
                </a:cubicBezTo>
                <a:lnTo>
                  <a:pt x="9012674" y="1636989"/>
                </a:lnTo>
                <a:lnTo>
                  <a:pt x="8984627" y="1617094"/>
                </a:lnTo>
                <a:close/>
                <a:moveTo>
                  <a:pt x="9094791" y="1544136"/>
                </a:moveTo>
                <a:lnTo>
                  <a:pt x="9067080" y="1590557"/>
                </a:lnTo>
                <a:lnTo>
                  <a:pt x="9031145" y="1633933"/>
                </a:lnTo>
                <a:lnTo>
                  <a:pt x="9124584" y="1700745"/>
                </a:lnTo>
                <a:lnTo>
                  <a:pt x="9154540" y="1666957"/>
                </a:lnTo>
                <a:lnTo>
                  <a:pt x="9194457" y="1610765"/>
                </a:lnTo>
                <a:lnTo>
                  <a:pt x="9124965" y="1561892"/>
                </a:lnTo>
                <a:close/>
                <a:moveTo>
                  <a:pt x="8805080" y="1516258"/>
                </a:moveTo>
                <a:lnTo>
                  <a:pt x="8734556" y="1615859"/>
                </a:lnTo>
                <a:cubicBezTo>
                  <a:pt x="8465350" y="1952786"/>
                  <a:pt x="8041123" y="2074970"/>
                  <a:pt x="7645848" y="2078377"/>
                </a:cubicBezTo>
                <a:lnTo>
                  <a:pt x="7546141" y="2074401"/>
                </a:lnTo>
                <a:lnTo>
                  <a:pt x="7555543" y="2076852"/>
                </a:lnTo>
                <a:lnTo>
                  <a:pt x="7612260" y="2083809"/>
                </a:lnTo>
                <a:cubicBezTo>
                  <a:pt x="8061510" y="2117611"/>
                  <a:pt x="8587536" y="2006196"/>
                  <a:pt x="8890214" y="1596510"/>
                </a:cubicBezTo>
                <a:lnTo>
                  <a:pt x="8906475" y="1571478"/>
                </a:lnTo>
                <a:lnTo>
                  <a:pt x="8849856" y="1538430"/>
                </a:lnTo>
                <a:close/>
                <a:moveTo>
                  <a:pt x="8981954" y="1479027"/>
                </a:moveTo>
                <a:lnTo>
                  <a:pt x="8979006" y="1484688"/>
                </a:lnTo>
                <a:lnTo>
                  <a:pt x="8925005" y="1567507"/>
                </a:lnTo>
                <a:lnTo>
                  <a:pt x="9000644" y="1612124"/>
                </a:lnTo>
                <a:lnTo>
                  <a:pt x="9021124" y="1626768"/>
                </a:lnTo>
                <a:lnTo>
                  <a:pt x="9056289" y="1584231"/>
                </a:lnTo>
                <a:lnTo>
                  <a:pt x="9083998" y="1537785"/>
                </a:lnTo>
                <a:lnTo>
                  <a:pt x="8995161" y="1485509"/>
                </a:lnTo>
                <a:close/>
                <a:moveTo>
                  <a:pt x="8691617" y="1460076"/>
                </a:moveTo>
                <a:lnTo>
                  <a:pt x="8656185" y="1515968"/>
                </a:lnTo>
                <a:cubicBezTo>
                  <a:pt x="8629131" y="1555069"/>
                  <a:pt x="8600357" y="1592851"/>
                  <a:pt x="8569349" y="1628758"/>
                </a:cubicBezTo>
                <a:cubicBezTo>
                  <a:pt x="8338469" y="1895825"/>
                  <a:pt x="7966520" y="2046730"/>
                  <a:pt x="7545385" y="2056881"/>
                </a:cubicBezTo>
                <a:lnTo>
                  <a:pt x="7469765" y="2054493"/>
                </a:lnTo>
                <a:lnTo>
                  <a:pt x="7494640" y="2060977"/>
                </a:lnTo>
                <a:lnTo>
                  <a:pt x="7620751" y="2066807"/>
                </a:lnTo>
                <a:cubicBezTo>
                  <a:pt x="8019852" y="2068455"/>
                  <a:pt x="8452631" y="1949630"/>
                  <a:pt x="8724882" y="1608913"/>
                </a:cubicBezTo>
                <a:lnTo>
                  <a:pt x="8794299" y="1510920"/>
                </a:lnTo>
                <a:close/>
                <a:moveTo>
                  <a:pt x="9153619" y="1439886"/>
                </a:moveTo>
                <a:lnTo>
                  <a:pt x="9141143" y="1466489"/>
                </a:lnTo>
                <a:lnTo>
                  <a:pt x="9100979" y="1533771"/>
                </a:lnTo>
                <a:lnTo>
                  <a:pt x="9131719" y="1551859"/>
                </a:lnTo>
                <a:lnTo>
                  <a:pt x="9201462" y="1600904"/>
                </a:lnTo>
                <a:lnTo>
                  <a:pt x="9222117" y="1571828"/>
                </a:lnTo>
                <a:lnTo>
                  <a:pt x="9259087" y="1504131"/>
                </a:lnTo>
                <a:lnTo>
                  <a:pt x="9200235" y="1464624"/>
                </a:lnTo>
                <a:close/>
                <a:moveTo>
                  <a:pt x="8862484" y="1420392"/>
                </a:moveTo>
                <a:lnTo>
                  <a:pt x="8816991" y="1499436"/>
                </a:lnTo>
                <a:lnTo>
                  <a:pt x="8812420" y="1505892"/>
                </a:lnTo>
                <a:lnTo>
                  <a:pt x="8866799" y="1533173"/>
                </a:lnTo>
                <a:lnTo>
                  <a:pt x="8913473" y="1560705"/>
                </a:lnTo>
                <a:lnTo>
                  <a:pt x="8967827" y="1477033"/>
                </a:lnTo>
                <a:lnTo>
                  <a:pt x="8969873" y="1473098"/>
                </a:lnTo>
                <a:close/>
                <a:moveTo>
                  <a:pt x="8576311" y="1413683"/>
                </a:moveTo>
                <a:lnTo>
                  <a:pt x="8575085" y="1415753"/>
                </a:lnTo>
                <a:cubicBezTo>
                  <a:pt x="8523334" y="1495829"/>
                  <a:pt x="8466963" y="1572697"/>
                  <a:pt x="8402157" y="1641781"/>
                </a:cubicBezTo>
                <a:cubicBezTo>
                  <a:pt x="8238934" y="1816291"/>
                  <a:pt x="8011711" y="1939452"/>
                  <a:pt x="7744801" y="1997126"/>
                </a:cubicBezTo>
                <a:cubicBezTo>
                  <a:pt x="7652570" y="2017173"/>
                  <a:pt x="7556431" y="2029492"/>
                  <a:pt x="7457954" y="2034092"/>
                </a:cubicBezTo>
                <a:lnTo>
                  <a:pt x="7401520" y="2034511"/>
                </a:lnTo>
                <a:lnTo>
                  <a:pt x="7421845" y="2041142"/>
                </a:lnTo>
                <a:lnTo>
                  <a:pt x="7517389" y="2044842"/>
                </a:lnTo>
                <a:cubicBezTo>
                  <a:pt x="7945963" y="2040671"/>
                  <a:pt x="8325358" y="1890639"/>
                  <a:pt x="8559055" y="1620572"/>
                </a:cubicBezTo>
                <a:cubicBezTo>
                  <a:pt x="8589845" y="1584945"/>
                  <a:pt x="8618419" y="1547410"/>
                  <a:pt x="8645289" y="1508536"/>
                </a:cubicBezTo>
                <a:lnTo>
                  <a:pt x="8679195" y="1454979"/>
                </a:lnTo>
                <a:close/>
                <a:moveTo>
                  <a:pt x="9034988" y="1377177"/>
                </a:moveTo>
                <a:lnTo>
                  <a:pt x="8987515" y="1468347"/>
                </a:lnTo>
                <a:lnTo>
                  <a:pt x="9001216" y="1475071"/>
                </a:lnTo>
                <a:lnTo>
                  <a:pt x="9090182" y="1527419"/>
                </a:lnTo>
                <a:lnTo>
                  <a:pt x="9129790" y="1461027"/>
                </a:lnTo>
                <a:lnTo>
                  <a:pt x="9142470" y="1433969"/>
                </a:lnTo>
                <a:lnTo>
                  <a:pt x="9037100" y="1378052"/>
                </a:lnTo>
                <a:close/>
                <a:moveTo>
                  <a:pt x="6908378" y="1376011"/>
                </a:moveTo>
                <a:lnTo>
                  <a:pt x="6785928" y="1418776"/>
                </a:lnTo>
                <a:cubicBezTo>
                  <a:pt x="6667107" y="1466404"/>
                  <a:pt x="6549403" y="1524449"/>
                  <a:pt x="6435668" y="1580635"/>
                </a:cubicBezTo>
                <a:lnTo>
                  <a:pt x="6418397" y="1588994"/>
                </a:lnTo>
                <a:lnTo>
                  <a:pt x="6450491" y="1606094"/>
                </a:lnTo>
                <a:lnTo>
                  <a:pt x="6571852" y="1543054"/>
                </a:lnTo>
                <a:cubicBezTo>
                  <a:pt x="6627294" y="1513783"/>
                  <a:pt x="6683666" y="1484016"/>
                  <a:pt x="6740719" y="1455256"/>
                </a:cubicBezTo>
                <a:close/>
                <a:moveTo>
                  <a:pt x="8461575" y="1371683"/>
                </a:moveTo>
                <a:lnTo>
                  <a:pt x="8420374" y="1434745"/>
                </a:lnTo>
                <a:cubicBezTo>
                  <a:pt x="8365042" y="1512760"/>
                  <a:pt x="8305290" y="1587519"/>
                  <a:pt x="8237570" y="1654433"/>
                </a:cubicBezTo>
                <a:cubicBezTo>
                  <a:pt x="8023666" y="1865407"/>
                  <a:pt x="7718421" y="1988086"/>
                  <a:pt x="7371403" y="2011779"/>
                </a:cubicBezTo>
                <a:lnTo>
                  <a:pt x="7334131" y="2012527"/>
                </a:lnTo>
                <a:lnTo>
                  <a:pt x="7365093" y="2022628"/>
                </a:lnTo>
                <a:lnTo>
                  <a:pt x="7378725" y="2023271"/>
                </a:lnTo>
                <a:cubicBezTo>
                  <a:pt x="7790644" y="2020405"/>
                  <a:pt x="8158873" y="1883081"/>
                  <a:pt x="8392730" y="1633223"/>
                </a:cubicBezTo>
                <a:cubicBezTo>
                  <a:pt x="8424885" y="1598867"/>
                  <a:pt x="8454970" y="1562549"/>
                  <a:pt x="8483452" y="1524848"/>
                </a:cubicBezTo>
                <a:lnTo>
                  <a:pt x="8564126" y="1408792"/>
                </a:lnTo>
                <a:lnTo>
                  <a:pt x="8502070" y="1383883"/>
                </a:lnTo>
                <a:close/>
                <a:moveTo>
                  <a:pt x="8745498" y="1371283"/>
                </a:moveTo>
                <a:lnTo>
                  <a:pt x="8732696" y="1395272"/>
                </a:lnTo>
                <a:lnTo>
                  <a:pt x="8698272" y="1449577"/>
                </a:lnTo>
                <a:lnTo>
                  <a:pt x="8708468" y="1453740"/>
                </a:lnTo>
                <a:lnTo>
                  <a:pt x="8801678" y="1500502"/>
                </a:lnTo>
                <a:lnTo>
                  <a:pt x="8806804" y="1493267"/>
                </a:lnTo>
                <a:lnTo>
                  <a:pt x="8851802" y="1415150"/>
                </a:lnTo>
                <a:lnTo>
                  <a:pt x="8814795" y="1396987"/>
                </a:lnTo>
                <a:close/>
                <a:moveTo>
                  <a:pt x="8347664" y="1337363"/>
                </a:moveTo>
                <a:lnTo>
                  <a:pt x="8263151" y="1455039"/>
                </a:lnTo>
                <a:cubicBezTo>
                  <a:pt x="8204205" y="1530898"/>
                  <a:pt x="8141012" y="1603332"/>
                  <a:pt x="8070253" y="1667579"/>
                </a:cubicBezTo>
                <a:cubicBezTo>
                  <a:pt x="7889259" y="1832050"/>
                  <a:pt x="7647849" y="1937122"/>
                  <a:pt x="7374465" y="1977340"/>
                </a:cubicBezTo>
                <a:lnTo>
                  <a:pt x="7265135" y="1989510"/>
                </a:lnTo>
                <a:lnTo>
                  <a:pt x="7273907" y="1992880"/>
                </a:lnTo>
                <a:lnTo>
                  <a:pt x="7298901" y="2001034"/>
                </a:lnTo>
                <a:lnTo>
                  <a:pt x="7368729" y="1999184"/>
                </a:lnTo>
                <a:cubicBezTo>
                  <a:pt x="7713223" y="1975817"/>
                  <a:pt x="8016194" y="1854318"/>
                  <a:pt x="8228144" y="1645378"/>
                </a:cubicBezTo>
                <a:cubicBezTo>
                  <a:pt x="8295368" y="1579085"/>
                  <a:pt x="8354747" y="1504667"/>
                  <a:pt x="8409785" y="1426978"/>
                </a:cubicBezTo>
                <a:lnTo>
                  <a:pt x="8448504" y="1367745"/>
                </a:lnTo>
                <a:close/>
                <a:moveTo>
                  <a:pt x="9202723" y="1335182"/>
                </a:moveTo>
                <a:lnTo>
                  <a:pt x="9158875" y="1428679"/>
                </a:lnTo>
                <a:lnTo>
                  <a:pt x="9207317" y="1454386"/>
                </a:lnTo>
                <a:lnTo>
                  <a:pt x="9265084" y="1493149"/>
                </a:lnTo>
                <a:lnTo>
                  <a:pt x="9291524" y="1444735"/>
                </a:lnTo>
                <a:lnTo>
                  <a:pt x="9313198" y="1393080"/>
                </a:lnTo>
                <a:close/>
                <a:moveTo>
                  <a:pt x="8627354" y="1327460"/>
                </a:moveTo>
                <a:lnTo>
                  <a:pt x="8582939" y="1402486"/>
                </a:lnTo>
                <a:lnTo>
                  <a:pt x="8685830" y="1444497"/>
                </a:lnTo>
                <a:lnTo>
                  <a:pt x="8721302" y="1388466"/>
                </a:lnTo>
                <a:lnTo>
                  <a:pt x="8732950" y="1366629"/>
                </a:lnTo>
                <a:close/>
                <a:moveTo>
                  <a:pt x="8911903" y="1326137"/>
                </a:moveTo>
                <a:lnTo>
                  <a:pt x="8888462" y="1375257"/>
                </a:lnTo>
                <a:lnTo>
                  <a:pt x="8868500" y="1409940"/>
                </a:lnTo>
                <a:lnTo>
                  <a:pt x="8975427" y="1462414"/>
                </a:lnTo>
                <a:lnTo>
                  <a:pt x="9022440" y="1371973"/>
                </a:lnTo>
                <a:close/>
                <a:moveTo>
                  <a:pt x="7083656" y="1323573"/>
                </a:moveTo>
                <a:lnTo>
                  <a:pt x="7063123" y="1328737"/>
                </a:lnTo>
                <a:lnTo>
                  <a:pt x="6918640" y="1384544"/>
                </a:lnTo>
                <a:cubicBezTo>
                  <a:pt x="6802673" y="1434156"/>
                  <a:pt x="6688317" y="1495303"/>
                  <a:pt x="6577683" y="1553721"/>
                </a:cubicBezTo>
                <a:lnTo>
                  <a:pt x="6463504" y="1613027"/>
                </a:lnTo>
                <a:lnTo>
                  <a:pt x="6500822" y="1632910"/>
                </a:lnTo>
                <a:lnTo>
                  <a:pt x="6541130" y="1612671"/>
                </a:lnTo>
                <a:cubicBezTo>
                  <a:pt x="6599351" y="1581334"/>
                  <a:pt x="6656759" y="1548832"/>
                  <a:pt x="6713619" y="1516635"/>
                </a:cubicBezTo>
                <a:cubicBezTo>
                  <a:pt x="6821278" y="1455613"/>
                  <a:pt x="6932656" y="1392606"/>
                  <a:pt x="7046019" y="1339397"/>
                </a:cubicBezTo>
                <a:close/>
                <a:moveTo>
                  <a:pt x="8236814" y="1308645"/>
                </a:moveTo>
                <a:lnTo>
                  <a:pt x="8107463" y="1473070"/>
                </a:lnTo>
                <a:cubicBezTo>
                  <a:pt x="8044829" y="1546867"/>
                  <a:pt x="7978100" y="1617099"/>
                  <a:pt x="7904178" y="1678866"/>
                </a:cubicBezTo>
                <a:cubicBezTo>
                  <a:pt x="7759104" y="1800118"/>
                  <a:pt x="7577958" y="1885300"/>
                  <a:pt x="7374611" y="1932134"/>
                </a:cubicBezTo>
                <a:lnTo>
                  <a:pt x="7192415" y="1961570"/>
                </a:lnTo>
                <a:lnTo>
                  <a:pt x="7234813" y="1977860"/>
                </a:lnTo>
                <a:lnTo>
                  <a:pt x="7328805" y="1970033"/>
                </a:lnTo>
                <a:cubicBezTo>
                  <a:pt x="7617879" y="1935320"/>
                  <a:pt x="7873139" y="1829102"/>
                  <a:pt x="8061943" y="1657533"/>
                </a:cubicBezTo>
                <a:cubicBezTo>
                  <a:pt x="8132144" y="1593782"/>
                  <a:pt x="8194966" y="1521751"/>
                  <a:pt x="8253632" y="1446233"/>
                </a:cubicBezTo>
                <a:lnTo>
                  <a:pt x="8334628" y="1333435"/>
                </a:lnTo>
                <a:lnTo>
                  <a:pt x="8280049" y="1316991"/>
                </a:lnTo>
                <a:close/>
                <a:moveTo>
                  <a:pt x="7198881" y="1294599"/>
                </a:moveTo>
                <a:lnTo>
                  <a:pt x="7160033" y="1304368"/>
                </a:lnTo>
                <a:lnTo>
                  <a:pt x="7050980" y="1350187"/>
                </a:lnTo>
                <a:cubicBezTo>
                  <a:pt x="6937988" y="1403272"/>
                  <a:pt x="6826859" y="1466155"/>
                  <a:pt x="6719325" y="1527054"/>
                </a:cubicBezTo>
                <a:cubicBezTo>
                  <a:pt x="6662256" y="1559356"/>
                  <a:pt x="6604636" y="1591972"/>
                  <a:pt x="6546187" y="1623428"/>
                </a:cubicBezTo>
                <a:lnTo>
                  <a:pt x="6513667" y="1639754"/>
                </a:lnTo>
                <a:lnTo>
                  <a:pt x="6554431" y="1661473"/>
                </a:lnTo>
                <a:lnTo>
                  <a:pt x="6688742" y="1588593"/>
                </a:lnTo>
                <a:cubicBezTo>
                  <a:pt x="6744632" y="1556244"/>
                  <a:pt x="6799710" y="1522825"/>
                  <a:pt x="6854267" y="1489721"/>
                </a:cubicBezTo>
                <a:cubicBezTo>
                  <a:pt x="6958824" y="1426218"/>
                  <a:pt x="7066978" y="1360606"/>
                  <a:pt x="7177364" y="1304421"/>
                </a:cubicBezTo>
                <a:close/>
                <a:moveTo>
                  <a:pt x="8514477" y="1290711"/>
                </a:moveTo>
                <a:lnTo>
                  <a:pt x="8468532" y="1361035"/>
                </a:lnTo>
                <a:lnTo>
                  <a:pt x="8521367" y="1377345"/>
                </a:lnTo>
                <a:lnTo>
                  <a:pt x="8570843" y="1397547"/>
                </a:lnTo>
                <a:lnTo>
                  <a:pt x="8615010" y="1322882"/>
                </a:lnTo>
                <a:lnTo>
                  <a:pt x="8562901" y="1303553"/>
                </a:lnTo>
                <a:close/>
                <a:moveTo>
                  <a:pt x="8128139" y="1287664"/>
                </a:moveTo>
                <a:lnTo>
                  <a:pt x="7951993" y="1492992"/>
                </a:lnTo>
                <a:cubicBezTo>
                  <a:pt x="7885636" y="1564666"/>
                  <a:pt x="7815311" y="1632541"/>
                  <a:pt x="7738102" y="1691765"/>
                </a:cubicBezTo>
                <a:cubicBezTo>
                  <a:pt x="7588967" y="1806234"/>
                  <a:pt x="7408686" y="1884448"/>
                  <a:pt x="7207777" y="1925001"/>
                </a:cubicBezTo>
                <a:lnTo>
                  <a:pt x="7125938" y="1936030"/>
                </a:lnTo>
                <a:lnTo>
                  <a:pt x="7170810" y="1953270"/>
                </a:lnTo>
                <a:lnTo>
                  <a:pt x="7370457" y="1921115"/>
                </a:lnTo>
                <a:cubicBezTo>
                  <a:pt x="7572177" y="1874758"/>
                  <a:pt x="7751757" y="1790368"/>
                  <a:pt x="7895497" y="1670184"/>
                </a:cubicBezTo>
                <a:cubicBezTo>
                  <a:pt x="7968861" y="1608852"/>
                  <a:pt x="8035185" y="1539023"/>
                  <a:pt x="8097509" y="1465582"/>
                </a:cubicBezTo>
                <a:lnTo>
                  <a:pt x="8223062" y="1305990"/>
                </a:lnTo>
                <a:close/>
                <a:moveTo>
                  <a:pt x="9077977" y="1280331"/>
                </a:moveTo>
                <a:lnTo>
                  <a:pt x="9045546" y="1356901"/>
                </a:lnTo>
                <a:lnTo>
                  <a:pt x="9040676" y="1366254"/>
                </a:lnTo>
                <a:lnTo>
                  <a:pt x="9043255" y="1367323"/>
                </a:lnTo>
                <a:lnTo>
                  <a:pt x="9147722" y="1422761"/>
                </a:lnTo>
                <a:lnTo>
                  <a:pt x="9191001" y="1330405"/>
                </a:lnTo>
                <a:lnTo>
                  <a:pt x="9191427" y="1329262"/>
                </a:lnTo>
                <a:lnTo>
                  <a:pt x="9164366" y="1315079"/>
                </a:lnTo>
                <a:close/>
                <a:moveTo>
                  <a:pt x="8794850" y="1278798"/>
                </a:moveTo>
                <a:lnTo>
                  <a:pt x="8751196" y="1360603"/>
                </a:lnTo>
                <a:lnTo>
                  <a:pt x="8819877" y="1386078"/>
                </a:lnTo>
                <a:lnTo>
                  <a:pt x="8857822" y="1404699"/>
                </a:lnTo>
                <a:lnTo>
                  <a:pt x="8877935" y="1369784"/>
                </a:lnTo>
                <a:lnTo>
                  <a:pt x="8900919" y="1321582"/>
                </a:lnTo>
                <a:lnTo>
                  <a:pt x="8807401" y="1282803"/>
                </a:lnTo>
                <a:close/>
                <a:moveTo>
                  <a:pt x="7297395" y="1277932"/>
                </a:moveTo>
                <a:lnTo>
                  <a:pt x="7246990" y="1286215"/>
                </a:lnTo>
                <a:lnTo>
                  <a:pt x="7182822" y="1315459"/>
                </a:lnTo>
                <a:cubicBezTo>
                  <a:pt x="7072684" y="1371521"/>
                  <a:pt x="6964777" y="1437008"/>
                  <a:pt x="6860344" y="1500264"/>
                </a:cubicBezTo>
                <a:cubicBezTo>
                  <a:pt x="6805578" y="1533473"/>
                  <a:pt x="6750292" y="1567006"/>
                  <a:pt x="6694175" y="1599477"/>
                </a:cubicBezTo>
                <a:lnTo>
                  <a:pt x="6567277" y="1668318"/>
                </a:lnTo>
                <a:lnTo>
                  <a:pt x="6612639" y="1692488"/>
                </a:lnTo>
                <a:lnTo>
                  <a:pt x="6674128" y="1661467"/>
                </a:lnTo>
                <a:cubicBezTo>
                  <a:pt x="6785136" y="1601239"/>
                  <a:pt x="6891647" y="1531890"/>
                  <a:pt x="6996158" y="1463798"/>
                </a:cubicBezTo>
                <a:cubicBezTo>
                  <a:pt x="7046885" y="1430806"/>
                  <a:pt x="7098482" y="1397256"/>
                  <a:pt x="7150839" y="1364559"/>
                </a:cubicBezTo>
                <a:close/>
                <a:moveTo>
                  <a:pt x="7253032" y="1269881"/>
                </a:moveTo>
                <a:lnTo>
                  <a:pt x="7230293" y="1276569"/>
                </a:lnTo>
                <a:lnTo>
                  <a:pt x="7242691" y="1274601"/>
                </a:lnTo>
                <a:close/>
                <a:moveTo>
                  <a:pt x="8024203" y="1267599"/>
                </a:moveTo>
                <a:lnTo>
                  <a:pt x="7998192" y="1296110"/>
                </a:lnTo>
                <a:cubicBezTo>
                  <a:pt x="7867714" y="1440977"/>
                  <a:pt x="7732894" y="1590804"/>
                  <a:pt x="7571654" y="1704044"/>
                </a:cubicBezTo>
                <a:cubicBezTo>
                  <a:pt x="7460988" y="1781825"/>
                  <a:pt x="7334191" y="1840620"/>
                  <a:pt x="7195417" y="1879967"/>
                </a:cubicBezTo>
                <a:lnTo>
                  <a:pt x="7064848" y="1910039"/>
                </a:lnTo>
                <a:lnTo>
                  <a:pt x="7102572" y="1926408"/>
                </a:lnTo>
                <a:lnTo>
                  <a:pt x="7204223" y="1912756"/>
                </a:lnTo>
                <a:cubicBezTo>
                  <a:pt x="7403598" y="1872611"/>
                  <a:pt x="7582436" y="1795119"/>
                  <a:pt x="7730290" y="1681719"/>
                </a:cubicBezTo>
                <a:cubicBezTo>
                  <a:pt x="7806878" y="1622867"/>
                  <a:pt x="7876768" y="1555209"/>
                  <a:pt x="7942798" y="1483783"/>
                </a:cubicBezTo>
                <a:lnTo>
                  <a:pt x="8113590" y="1284855"/>
                </a:lnTo>
                <a:close/>
                <a:moveTo>
                  <a:pt x="7400295" y="1261829"/>
                </a:moveTo>
                <a:lnTo>
                  <a:pt x="7389711" y="1262762"/>
                </a:lnTo>
                <a:lnTo>
                  <a:pt x="7334272" y="1271872"/>
                </a:lnTo>
                <a:lnTo>
                  <a:pt x="7315658" y="1281102"/>
                </a:lnTo>
                <a:cubicBezTo>
                  <a:pt x="7208497" y="1340017"/>
                  <a:pt x="7103815" y="1408109"/>
                  <a:pt x="7002607" y="1473968"/>
                </a:cubicBezTo>
                <a:cubicBezTo>
                  <a:pt x="6897957" y="1542270"/>
                  <a:pt x="6791031" y="1611867"/>
                  <a:pt x="6679400" y="1672361"/>
                </a:cubicBezTo>
                <a:lnTo>
                  <a:pt x="6625672" y="1699431"/>
                </a:lnTo>
                <a:lnTo>
                  <a:pt x="6654302" y="1714685"/>
                </a:lnTo>
                <a:lnTo>
                  <a:pt x="6671096" y="1722920"/>
                </a:lnTo>
                <a:lnTo>
                  <a:pt x="6720475" y="1700928"/>
                </a:lnTo>
                <a:cubicBezTo>
                  <a:pt x="6866857" y="1626348"/>
                  <a:pt x="7003507" y="1530838"/>
                  <a:pt x="7136806" y="1437629"/>
                </a:cubicBezTo>
                <a:cubicBezTo>
                  <a:pt x="7185922" y="1403273"/>
                  <a:pt x="7235907" y="1368327"/>
                  <a:pt x="7286682" y="1334203"/>
                </a:cubicBezTo>
                <a:close/>
                <a:moveTo>
                  <a:pt x="8402498" y="1261013"/>
                </a:moveTo>
                <a:lnTo>
                  <a:pt x="8355683" y="1326198"/>
                </a:lnTo>
                <a:lnTo>
                  <a:pt x="8455517" y="1357017"/>
                </a:lnTo>
                <a:lnTo>
                  <a:pt x="8501168" y="1287181"/>
                </a:lnTo>
                <a:close/>
                <a:moveTo>
                  <a:pt x="7920518" y="1256050"/>
                </a:moveTo>
                <a:lnTo>
                  <a:pt x="7855063" y="1322157"/>
                </a:lnTo>
                <a:cubicBezTo>
                  <a:pt x="7716893" y="1463427"/>
                  <a:pt x="7574012" y="1609658"/>
                  <a:pt x="7405704" y="1717563"/>
                </a:cubicBezTo>
                <a:cubicBezTo>
                  <a:pt x="7294174" y="1789144"/>
                  <a:pt x="7167134" y="1842260"/>
                  <a:pt x="7028711" y="1876571"/>
                </a:cubicBezTo>
                <a:lnTo>
                  <a:pt x="7000531" y="1882131"/>
                </a:lnTo>
                <a:lnTo>
                  <a:pt x="7042686" y="1900423"/>
                </a:lnTo>
                <a:lnTo>
                  <a:pt x="7145525" y="1880766"/>
                </a:lnTo>
                <a:cubicBezTo>
                  <a:pt x="7301364" y="1842170"/>
                  <a:pt x="7443040" y="1779796"/>
                  <a:pt x="7564957" y="1694245"/>
                </a:cubicBezTo>
                <a:cubicBezTo>
                  <a:pt x="7724956" y="1581750"/>
                  <a:pt x="7859279" y="1432543"/>
                  <a:pt x="7989262" y="1288172"/>
                </a:cubicBezTo>
                <a:lnTo>
                  <a:pt x="8009814" y="1265646"/>
                </a:lnTo>
                <a:close/>
                <a:moveTo>
                  <a:pt x="7498235" y="1253189"/>
                </a:moveTo>
                <a:lnTo>
                  <a:pt x="7427825" y="1259400"/>
                </a:lnTo>
                <a:lnTo>
                  <a:pt x="7293719" y="1344870"/>
                </a:lnTo>
                <a:cubicBezTo>
                  <a:pt x="7243070" y="1378901"/>
                  <a:pt x="7193179" y="1413753"/>
                  <a:pt x="7144124" y="1448047"/>
                </a:cubicBezTo>
                <a:cubicBezTo>
                  <a:pt x="7010452" y="1541535"/>
                  <a:pt x="6873359" y="1637603"/>
                  <a:pt x="6726048" y="1712550"/>
                </a:cubicBezTo>
                <a:lnTo>
                  <a:pt x="6686112" y="1730281"/>
                </a:lnTo>
                <a:lnTo>
                  <a:pt x="6737072" y="1755266"/>
                </a:lnTo>
                <a:lnTo>
                  <a:pt x="6880200" y="1684523"/>
                </a:lnTo>
                <a:cubicBezTo>
                  <a:pt x="7020506" y="1606076"/>
                  <a:pt x="7150854" y="1508077"/>
                  <a:pt x="7278200" y="1412450"/>
                </a:cubicBezTo>
                <a:cubicBezTo>
                  <a:pt x="7325767" y="1376668"/>
                  <a:pt x="7374138" y="1340296"/>
                  <a:pt x="7423315" y="1304699"/>
                </a:cubicBezTo>
                <a:close/>
                <a:moveTo>
                  <a:pt x="7817370" y="1248670"/>
                </a:moveTo>
                <a:lnTo>
                  <a:pt x="7713174" y="1345847"/>
                </a:lnTo>
                <a:cubicBezTo>
                  <a:pt x="7567066" y="1483768"/>
                  <a:pt x="7415503" y="1626402"/>
                  <a:pt x="7240497" y="1728850"/>
                </a:cubicBezTo>
                <a:cubicBezTo>
                  <a:pt x="7193077" y="1756517"/>
                  <a:pt x="7143379" y="1781000"/>
                  <a:pt x="7091608" y="1802288"/>
                </a:cubicBezTo>
                <a:lnTo>
                  <a:pt x="6938219" y="1853885"/>
                </a:lnTo>
                <a:lnTo>
                  <a:pt x="6959662" y="1864398"/>
                </a:lnTo>
                <a:lnTo>
                  <a:pt x="6980772" y="1873558"/>
                </a:lnTo>
                <a:lnTo>
                  <a:pt x="7092995" y="1844823"/>
                </a:lnTo>
                <a:cubicBezTo>
                  <a:pt x="7204221" y="1811328"/>
                  <a:pt x="7307098" y="1764882"/>
                  <a:pt x="7399254" y="1705657"/>
                </a:cubicBezTo>
                <a:cubicBezTo>
                  <a:pt x="7566322" y="1598495"/>
                  <a:pt x="7708707" y="1452760"/>
                  <a:pt x="7846505" y="1311986"/>
                </a:cubicBezTo>
                <a:lnTo>
                  <a:pt x="7903658" y="1254238"/>
                </a:lnTo>
                <a:lnTo>
                  <a:pt x="7878257" y="1251508"/>
                </a:lnTo>
                <a:close/>
                <a:moveTo>
                  <a:pt x="7598077" y="1246784"/>
                </a:moveTo>
                <a:lnTo>
                  <a:pt x="7563710" y="1247413"/>
                </a:lnTo>
                <a:lnTo>
                  <a:pt x="7523070" y="1250999"/>
                </a:lnTo>
                <a:lnTo>
                  <a:pt x="7430432" y="1314668"/>
                </a:lnTo>
                <a:cubicBezTo>
                  <a:pt x="7381362" y="1350249"/>
                  <a:pt x="7333084" y="1386714"/>
                  <a:pt x="7285643" y="1422745"/>
                </a:cubicBezTo>
                <a:cubicBezTo>
                  <a:pt x="7158016" y="1518651"/>
                  <a:pt x="7027111" y="1617208"/>
                  <a:pt x="6885967" y="1696021"/>
                </a:cubicBezTo>
                <a:lnTo>
                  <a:pt x="6751482" y="1762331"/>
                </a:lnTo>
                <a:lnTo>
                  <a:pt x="6796823" y="1784561"/>
                </a:lnTo>
                <a:lnTo>
                  <a:pt x="6901151" y="1743857"/>
                </a:lnTo>
                <a:cubicBezTo>
                  <a:pt x="7090545" y="1653688"/>
                  <a:pt x="7257488" y="1518495"/>
                  <a:pt x="7418974" y="1387768"/>
                </a:cubicBezTo>
                <a:cubicBezTo>
                  <a:pt x="7464927" y="1350559"/>
                  <a:pt x="7511655" y="1312730"/>
                  <a:pt x="7559190" y="1275645"/>
                </a:cubicBezTo>
                <a:close/>
                <a:moveTo>
                  <a:pt x="7360660" y="1245333"/>
                </a:moveTo>
                <a:lnTo>
                  <a:pt x="7316496" y="1254538"/>
                </a:lnTo>
                <a:lnTo>
                  <a:pt x="7288386" y="1267349"/>
                </a:lnTo>
                <a:lnTo>
                  <a:pt x="7329420" y="1260837"/>
                </a:lnTo>
                <a:close/>
                <a:moveTo>
                  <a:pt x="7697677" y="1244960"/>
                </a:moveTo>
                <a:lnTo>
                  <a:pt x="7620016" y="1246382"/>
                </a:lnTo>
                <a:lnTo>
                  <a:pt x="7567842" y="1285025"/>
                </a:lnTo>
                <a:cubicBezTo>
                  <a:pt x="7520337" y="1322032"/>
                  <a:pt x="7473609" y="1359799"/>
                  <a:pt x="7427532" y="1396946"/>
                </a:cubicBezTo>
                <a:cubicBezTo>
                  <a:pt x="7265426" y="1528046"/>
                  <a:pt x="7097861" y="1663734"/>
                  <a:pt x="6907229" y="1754524"/>
                </a:cubicBezTo>
                <a:lnTo>
                  <a:pt x="6810721" y="1791375"/>
                </a:lnTo>
                <a:lnTo>
                  <a:pt x="6858121" y="1814614"/>
                </a:lnTo>
                <a:lnTo>
                  <a:pt x="6909942" y="1800048"/>
                </a:lnTo>
                <a:cubicBezTo>
                  <a:pt x="6964962" y="1780471"/>
                  <a:pt x="7017721" y="1757398"/>
                  <a:pt x="7067970" y="1730834"/>
                </a:cubicBezTo>
                <a:cubicBezTo>
                  <a:pt x="7249674" y="1634711"/>
                  <a:pt x="7408431" y="1496046"/>
                  <a:pt x="7561980" y="1361970"/>
                </a:cubicBezTo>
                <a:cubicBezTo>
                  <a:pt x="7606259" y="1323335"/>
                  <a:pt x="7651282" y="1283986"/>
                  <a:pt x="7697188" y="1245351"/>
                </a:cubicBezTo>
                <a:close/>
                <a:moveTo>
                  <a:pt x="7726471" y="1244433"/>
                </a:moveTo>
                <a:lnTo>
                  <a:pt x="7719299" y="1244564"/>
                </a:lnTo>
                <a:lnTo>
                  <a:pt x="7705266" y="1255801"/>
                </a:lnTo>
                <a:cubicBezTo>
                  <a:pt x="7659530" y="1294343"/>
                  <a:pt x="7614570" y="1333629"/>
                  <a:pt x="7570043" y="1372264"/>
                </a:cubicBezTo>
                <a:cubicBezTo>
                  <a:pt x="7415997" y="1506836"/>
                  <a:pt x="7256743" y="1645874"/>
                  <a:pt x="7073923" y="1742617"/>
                </a:cubicBezTo>
                <a:cubicBezTo>
                  <a:pt x="7026505" y="1767733"/>
                  <a:pt x="6976849" y="1789758"/>
                  <a:pt x="6925168" y="1808686"/>
                </a:cubicBezTo>
                <a:lnTo>
                  <a:pt x="6875769" y="1823267"/>
                </a:lnTo>
                <a:lnTo>
                  <a:pt x="6921889" y="1845879"/>
                </a:lnTo>
                <a:lnTo>
                  <a:pt x="6926580" y="1844828"/>
                </a:lnTo>
                <a:cubicBezTo>
                  <a:pt x="7037154" y="1815265"/>
                  <a:pt x="7140274" y="1772943"/>
                  <a:pt x="7234295" y="1717936"/>
                </a:cubicBezTo>
                <a:cubicBezTo>
                  <a:pt x="7407937" y="1616231"/>
                  <a:pt x="7559004" y="1474094"/>
                  <a:pt x="7704616" y="1336669"/>
                </a:cubicBezTo>
                <a:lnTo>
                  <a:pt x="7799973" y="1247859"/>
                </a:lnTo>
                <a:close/>
                <a:moveTo>
                  <a:pt x="8678196" y="1241578"/>
                </a:moveTo>
                <a:lnTo>
                  <a:pt x="8633563" y="1316972"/>
                </a:lnTo>
                <a:lnTo>
                  <a:pt x="8738647" y="1355949"/>
                </a:lnTo>
                <a:lnTo>
                  <a:pt x="8781991" y="1274695"/>
                </a:lnTo>
                <a:close/>
                <a:moveTo>
                  <a:pt x="8292280" y="1237928"/>
                </a:moveTo>
                <a:lnTo>
                  <a:pt x="8286190" y="1245879"/>
                </a:lnTo>
                <a:lnTo>
                  <a:pt x="8245140" y="1298060"/>
                </a:lnTo>
                <a:lnTo>
                  <a:pt x="8300785" y="1309252"/>
                </a:lnTo>
                <a:lnTo>
                  <a:pt x="8342702" y="1322191"/>
                </a:lnTo>
                <a:lnTo>
                  <a:pt x="8389171" y="1257478"/>
                </a:lnTo>
                <a:lnTo>
                  <a:pt x="8359052" y="1249490"/>
                </a:lnTo>
                <a:close/>
                <a:moveTo>
                  <a:pt x="3772967" y="1234460"/>
                </a:moveTo>
                <a:lnTo>
                  <a:pt x="3759919" y="1242380"/>
                </a:lnTo>
                <a:lnTo>
                  <a:pt x="3785813" y="1251572"/>
                </a:lnTo>
                <a:cubicBezTo>
                  <a:pt x="3955330" y="1317036"/>
                  <a:pt x="4120844" y="1395323"/>
                  <a:pt x="4283630" y="1472357"/>
                </a:cubicBezTo>
                <a:cubicBezTo>
                  <a:pt x="4340065" y="1499023"/>
                  <a:pt x="4396498" y="1525690"/>
                  <a:pt x="4452931" y="1551860"/>
                </a:cubicBezTo>
                <a:cubicBezTo>
                  <a:pt x="4743532" y="1686370"/>
                  <a:pt x="5072645" y="1817462"/>
                  <a:pt x="5407410" y="1843154"/>
                </a:cubicBezTo>
                <a:lnTo>
                  <a:pt x="5443339" y="1843923"/>
                </a:lnTo>
                <a:lnTo>
                  <a:pt x="5358510" y="1833264"/>
                </a:lnTo>
                <a:cubicBezTo>
                  <a:pt x="5084792" y="1788602"/>
                  <a:pt x="4823845" y="1687114"/>
                  <a:pt x="4604126" y="1589813"/>
                </a:cubicBezTo>
                <a:cubicBezTo>
                  <a:pt x="4568901" y="1574347"/>
                  <a:pt x="4533711" y="1558520"/>
                  <a:pt x="4498576" y="1542310"/>
                </a:cubicBezTo>
                <a:cubicBezTo>
                  <a:pt x="4459382" y="1524450"/>
                  <a:pt x="4420152" y="1506428"/>
                  <a:pt x="4380870" y="1488233"/>
                </a:cubicBezTo>
                <a:cubicBezTo>
                  <a:pt x="4192502" y="1401443"/>
                  <a:pt x="4000836" y="1313005"/>
                  <a:pt x="3803930" y="1244067"/>
                </a:cubicBezTo>
                <a:close/>
                <a:moveTo>
                  <a:pt x="9241159" y="1232114"/>
                </a:moveTo>
                <a:lnTo>
                  <a:pt x="9206975" y="1323795"/>
                </a:lnTo>
                <a:lnTo>
                  <a:pt x="9317857" y="1381979"/>
                </a:lnTo>
                <a:lnTo>
                  <a:pt x="9347884" y="1310420"/>
                </a:lnTo>
                <a:lnTo>
                  <a:pt x="9356399" y="1284177"/>
                </a:lnTo>
                <a:close/>
                <a:moveTo>
                  <a:pt x="8956987" y="1231666"/>
                </a:moveTo>
                <a:lnTo>
                  <a:pt x="8917198" y="1315042"/>
                </a:lnTo>
                <a:lnTo>
                  <a:pt x="9028120" y="1361046"/>
                </a:lnTo>
                <a:lnTo>
                  <a:pt x="9033918" y="1349893"/>
                </a:lnTo>
                <a:lnTo>
                  <a:pt x="9065537" y="1275328"/>
                </a:lnTo>
                <a:close/>
                <a:moveTo>
                  <a:pt x="7458984" y="1226244"/>
                </a:moveTo>
                <a:lnTo>
                  <a:pt x="7437614" y="1229293"/>
                </a:lnTo>
                <a:lnTo>
                  <a:pt x="7407480" y="1235574"/>
                </a:lnTo>
                <a:lnTo>
                  <a:pt x="7369293" y="1254508"/>
                </a:lnTo>
                <a:lnTo>
                  <a:pt x="7415268" y="1247212"/>
                </a:lnTo>
                <a:lnTo>
                  <a:pt x="7424346" y="1246508"/>
                </a:lnTo>
                <a:lnTo>
                  <a:pt x="7441300" y="1235708"/>
                </a:lnTo>
                <a:close/>
                <a:moveTo>
                  <a:pt x="3795571" y="1220742"/>
                </a:moveTo>
                <a:lnTo>
                  <a:pt x="3786696" y="1226128"/>
                </a:lnTo>
                <a:lnTo>
                  <a:pt x="3807567" y="1232590"/>
                </a:lnTo>
                <a:cubicBezTo>
                  <a:pt x="4005213" y="1301672"/>
                  <a:pt x="4197434" y="1390319"/>
                  <a:pt x="4386080" y="1477318"/>
                </a:cubicBezTo>
                <a:lnTo>
                  <a:pt x="4503784" y="1531519"/>
                </a:lnTo>
                <a:cubicBezTo>
                  <a:pt x="4538922" y="1547482"/>
                  <a:pt x="4574022" y="1563271"/>
                  <a:pt x="4609085" y="1578899"/>
                </a:cubicBezTo>
                <a:cubicBezTo>
                  <a:pt x="4847735" y="1684712"/>
                  <a:pt x="5134882" y="1795278"/>
                  <a:pt x="5433938" y="1832044"/>
                </a:cubicBezTo>
                <a:lnTo>
                  <a:pt x="5517492" y="1839186"/>
                </a:lnTo>
                <a:lnTo>
                  <a:pt x="5483263" y="1835438"/>
                </a:lnTo>
                <a:cubicBezTo>
                  <a:pt x="5266474" y="1802431"/>
                  <a:pt x="5028244" y="1729966"/>
                  <a:pt x="4760775" y="1616851"/>
                </a:cubicBezTo>
                <a:cubicBezTo>
                  <a:pt x="4726790" y="1602464"/>
                  <a:pt x="4691687" y="1587332"/>
                  <a:pt x="4653487" y="1570464"/>
                </a:cubicBezTo>
                <a:cubicBezTo>
                  <a:pt x="4596559" y="1545658"/>
                  <a:pt x="4539753" y="1519612"/>
                  <a:pt x="4482947" y="1493938"/>
                </a:cubicBezTo>
                <a:cubicBezTo>
                  <a:pt x="4271321" y="1398544"/>
                  <a:pt x="4055156" y="1301013"/>
                  <a:pt x="3832558" y="1230650"/>
                </a:cubicBezTo>
                <a:close/>
                <a:moveTo>
                  <a:pt x="8185621" y="1219460"/>
                </a:moveTo>
                <a:lnTo>
                  <a:pt x="8142067" y="1271429"/>
                </a:lnTo>
                <a:lnTo>
                  <a:pt x="8137751" y="1276461"/>
                </a:lnTo>
                <a:lnTo>
                  <a:pt x="8231464" y="1295309"/>
                </a:lnTo>
                <a:lnTo>
                  <a:pt x="8275523" y="1239305"/>
                </a:lnTo>
                <a:lnTo>
                  <a:pt x="8278420" y="1235528"/>
                </a:lnTo>
                <a:close/>
                <a:moveTo>
                  <a:pt x="7420516" y="1215628"/>
                </a:moveTo>
                <a:lnTo>
                  <a:pt x="7408799" y="1218400"/>
                </a:lnTo>
                <a:lnTo>
                  <a:pt x="7377311" y="1229585"/>
                </a:lnTo>
                <a:lnTo>
                  <a:pt x="7403313" y="1224165"/>
                </a:lnTo>
                <a:close/>
                <a:moveTo>
                  <a:pt x="3709932" y="1214903"/>
                </a:moveTo>
                <a:lnTo>
                  <a:pt x="3699088" y="1220785"/>
                </a:lnTo>
                <a:lnTo>
                  <a:pt x="3744466" y="1236894"/>
                </a:lnTo>
                <a:lnTo>
                  <a:pt x="3756760" y="1229432"/>
                </a:lnTo>
                <a:close/>
                <a:moveTo>
                  <a:pt x="8564761" y="1213746"/>
                </a:moveTo>
                <a:lnTo>
                  <a:pt x="8521382" y="1280143"/>
                </a:lnTo>
                <a:lnTo>
                  <a:pt x="8566621" y="1292142"/>
                </a:lnTo>
                <a:lnTo>
                  <a:pt x="8621215" y="1312392"/>
                </a:lnTo>
                <a:lnTo>
                  <a:pt x="8665288" y="1237886"/>
                </a:lnTo>
                <a:close/>
                <a:moveTo>
                  <a:pt x="7557965" y="1212121"/>
                </a:moveTo>
                <a:lnTo>
                  <a:pt x="7495491" y="1221035"/>
                </a:lnTo>
                <a:lnTo>
                  <a:pt x="7452090" y="1244357"/>
                </a:lnTo>
                <a:lnTo>
                  <a:pt x="7518577" y="1239202"/>
                </a:lnTo>
                <a:close/>
                <a:moveTo>
                  <a:pt x="3815214" y="1208820"/>
                </a:moveTo>
                <a:lnTo>
                  <a:pt x="3809329" y="1212392"/>
                </a:lnTo>
                <a:lnTo>
                  <a:pt x="3931612" y="1250885"/>
                </a:lnTo>
                <a:cubicBezTo>
                  <a:pt x="4121506" y="1317502"/>
                  <a:pt x="4306662" y="1401047"/>
                  <a:pt x="4488405" y="1483023"/>
                </a:cubicBezTo>
                <a:cubicBezTo>
                  <a:pt x="4545210" y="1508697"/>
                  <a:pt x="4602016" y="1534372"/>
                  <a:pt x="4658821" y="1559425"/>
                </a:cubicBezTo>
                <a:cubicBezTo>
                  <a:pt x="4697021" y="1576293"/>
                  <a:pt x="4731999" y="1591425"/>
                  <a:pt x="4765983" y="1605813"/>
                </a:cubicBezTo>
                <a:cubicBezTo>
                  <a:pt x="5032026" y="1718370"/>
                  <a:pt x="5268986" y="1790524"/>
                  <a:pt x="5484517" y="1823438"/>
                </a:cubicBezTo>
                <a:lnTo>
                  <a:pt x="5589940" y="1835030"/>
                </a:lnTo>
                <a:lnTo>
                  <a:pt x="5472291" y="1815844"/>
                </a:lnTo>
                <a:cubicBezTo>
                  <a:pt x="5299525" y="1780832"/>
                  <a:pt x="5114798" y="1723362"/>
                  <a:pt x="4916801" y="1643270"/>
                </a:cubicBezTo>
                <a:cubicBezTo>
                  <a:pt x="4881824" y="1629130"/>
                  <a:pt x="4846106" y="1614247"/>
                  <a:pt x="4807778" y="1597875"/>
                </a:cubicBezTo>
                <a:cubicBezTo>
                  <a:pt x="4733362" y="1565875"/>
                  <a:pt x="4657208" y="1532263"/>
                  <a:pt x="4583782" y="1499767"/>
                </a:cubicBezTo>
                <a:cubicBezTo>
                  <a:pt x="4380296" y="1409745"/>
                  <a:pt x="4172591" y="1317640"/>
                  <a:pt x="3959369" y="1248971"/>
                </a:cubicBezTo>
                <a:close/>
                <a:moveTo>
                  <a:pt x="4059743" y="1208044"/>
                </a:moveTo>
                <a:lnTo>
                  <a:pt x="4266319" y="1265566"/>
                </a:lnTo>
                <a:cubicBezTo>
                  <a:pt x="4479015" y="1333327"/>
                  <a:pt x="4687316" y="1422838"/>
                  <a:pt x="4890382" y="1510185"/>
                </a:cubicBezTo>
                <a:cubicBezTo>
                  <a:pt x="5016769" y="1564510"/>
                  <a:pt x="5147621" y="1620696"/>
                  <a:pt x="5277481" y="1670804"/>
                </a:cubicBezTo>
                <a:cubicBezTo>
                  <a:pt x="5315929" y="1685563"/>
                  <a:pt x="5354253" y="1699703"/>
                  <a:pt x="5391463" y="1712850"/>
                </a:cubicBezTo>
                <a:cubicBezTo>
                  <a:pt x="5481911" y="1744509"/>
                  <a:pt x="5582686" y="1775159"/>
                  <a:pt x="5690095" y="1800291"/>
                </a:cubicBezTo>
                <a:lnTo>
                  <a:pt x="5786652" y="1819525"/>
                </a:lnTo>
                <a:lnTo>
                  <a:pt x="5788085" y="1819185"/>
                </a:lnTo>
                <a:lnTo>
                  <a:pt x="5736550" y="1808007"/>
                </a:lnTo>
                <a:cubicBezTo>
                  <a:pt x="5672907" y="1791675"/>
                  <a:pt x="5608547" y="1772648"/>
                  <a:pt x="5543648" y="1750927"/>
                </a:cubicBezTo>
                <a:cubicBezTo>
                  <a:pt x="5505695" y="1738524"/>
                  <a:pt x="5466625" y="1724384"/>
                  <a:pt x="5427556" y="1709749"/>
                </a:cubicBezTo>
                <a:cubicBezTo>
                  <a:pt x="5278721" y="1654184"/>
                  <a:pt x="5129017" y="1590060"/>
                  <a:pt x="4984522" y="1528170"/>
                </a:cubicBezTo>
                <a:cubicBezTo>
                  <a:pt x="4727782" y="1418279"/>
                  <a:pt x="4462482" y="1304916"/>
                  <a:pt x="4191973" y="1235336"/>
                </a:cubicBezTo>
                <a:close/>
                <a:moveTo>
                  <a:pt x="8079921" y="1206521"/>
                </a:moveTo>
                <a:lnTo>
                  <a:pt x="8034499" y="1256313"/>
                </a:lnTo>
                <a:lnTo>
                  <a:pt x="8041782" y="1257159"/>
                </a:lnTo>
                <a:lnTo>
                  <a:pt x="8123293" y="1273553"/>
                </a:lnTo>
                <a:lnTo>
                  <a:pt x="8132145" y="1263243"/>
                </a:lnTo>
                <a:lnTo>
                  <a:pt x="8171014" y="1216930"/>
                </a:lnTo>
                <a:lnTo>
                  <a:pt x="8152084" y="1213653"/>
                </a:lnTo>
                <a:close/>
                <a:moveTo>
                  <a:pt x="7654950" y="1204574"/>
                </a:moveTo>
                <a:lnTo>
                  <a:pt x="7585347" y="1208767"/>
                </a:lnTo>
                <a:lnTo>
                  <a:pt x="7579965" y="1211894"/>
                </a:lnTo>
                <a:lnTo>
                  <a:pt x="7542986" y="1237310"/>
                </a:lnTo>
                <a:lnTo>
                  <a:pt x="7588482" y="1233783"/>
                </a:lnTo>
                <a:lnTo>
                  <a:pt x="7615905" y="1233552"/>
                </a:lnTo>
                <a:close/>
                <a:moveTo>
                  <a:pt x="3731036" y="1203455"/>
                </a:moveTo>
                <a:lnTo>
                  <a:pt x="3724651" y="1206919"/>
                </a:lnTo>
                <a:lnTo>
                  <a:pt x="3770477" y="1221107"/>
                </a:lnTo>
                <a:lnTo>
                  <a:pt x="3778577" y="1216190"/>
                </a:lnTo>
                <a:close/>
                <a:moveTo>
                  <a:pt x="2805513" y="1202423"/>
                </a:moveTo>
                <a:lnTo>
                  <a:pt x="2778391" y="1206545"/>
                </a:lnTo>
                <a:lnTo>
                  <a:pt x="2736862" y="1216144"/>
                </a:lnTo>
                <a:close/>
                <a:moveTo>
                  <a:pt x="3962690" y="1201668"/>
                </a:moveTo>
                <a:lnTo>
                  <a:pt x="4134276" y="1246606"/>
                </a:lnTo>
                <a:cubicBezTo>
                  <a:pt x="4358320" y="1315390"/>
                  <a:pt x="4576991" y="1409970"/>
                  <a:pt x="4790290" y="1502248"/>
                </a:cubicBezTo>
                <a:cubicBezTo>
                  <a:pt x="4898817" y="1549255"/>
                  <a:pt x="5011189" y="1597751"/>
                  <a:pt x="5122319" y="1642154"/>
                </a:cubicBezTo>
                <a:cubicBezTo>
                  <a:pt x="5160520" y="1657409"/>
                  <a:pt x="5198223" y="1671921"/>
                  <a:pt x="5234564" y="1685316"/>
                </a:cubicBezTo>
                <a:cubicBezTo>
                  <a:pt x="5365168" y="1733409"/>
                  <a:pt x="5491215" y="1771214"/>
                  <a:pt x="5612507" y="1798718"/>
                </a:cubicBezTo>
                <a:lnTo>
                  <a:pt x="5700915" y="1815337"/>
                </a:lnTo>
                <a:lnTo>
                  <a:pt x="5687361" y="1812632"/>
                </a:lnTo>
                <a:cubicBezTo>
                  <a:pt x="5579300" y="1787283"/>
                  <a:pt x="5477943" y="1756354"/>
                  <a:pt x="5386998" y="1724385"/>
                </a:cubicBezTo>
                <a:cubicBezTo>
                  <a:pt x="5349789" y="1711238"/>
                  <a:pt x="5311216" y="1697098"/>
                  <a:pt x="5272642" y="1682215"/>
                </a:cubicBezTo>
                <a:cubicBezTo>
                  <a:pt x="5142535" y="1632603"/>
                  <a:pt x="5012181" y="1575797"/>
                  <a:pt x="4885173" y="1520976"/>
                </a:cubicBezTo>
                <a:cubicBezTo>
                  <a:pt x="4614788" y="1404884"/>
                  <a:pt x="4335227" y="1285320"/>
                  <a:pt x="4048967" y="1217599"/>
                </a:cubicBezTo>
                <a:close/>
                <a:moveTo>
                  <a:pt x="3831660" y="1198839"/>
                </a:moveTo>
                <a:lnTo>
                  <a:pt x="3831436" y="1198975"/>
                </a:lnTo>
                <a:lnTo>
                  <a:pt x="3871419" y="1209331"/>
                </a:lnTo>
                <a:cubicBezTo>
                  <a:pt x="4117905" y="1279755"/>
                  <a:pt x="4356715" y="1385567"/>
                  <a:pt x="4589735" y="1488729"/>
                </a:cubicBezTo>
                <a:cubicBezTo>
                  <a:pt x="4663036" y="1521224"/>
                  <a:pt x="4738573" y="1554837"/>
                  <a:pt x="4812988" y="1586712"/>
                </a:cubicBezTo>
                <a:cubicBezTo>
                  <a:pt x="4851315" y="1603084"/>
                  <a:pt x="4887406" y="1617844"/>
                  <a:pt x="4921761" y="1631983"/>
                </a:cubicBezTo>
                <a:cubicBezTo>
                  <a:pt x="5118784" y="1711610"/>
                  <a:pt x="5302531" y="1768755"/>
                  <a:pt x="5474309" y="1803587"/>
                </a:cubicBezTo>
                <a:lnTo>
                  <a:pt x="5625594" y="1828287"/>
                </a:lnTo>
                <a:lnTo>
                  <a:pt x="5452069" y="1791389"/>
                </a:lnTo>
                <a:cubicBezTo>
                  <a:pt x="5330843" y="1761089"/>
                  <a:pt x="5204860" y="1720725"/>
                  <a:pt x="5074319" y="1670307"/>
                </a:cubicBezTo>
                <a:cubicBezTo>
                  <a:pt x="5038599" y="1656540"/>
                  <a:pt x="5001392" y="1641657"/>
                  <a:pt x="4963560" y="1626029"/>
                </a:cubicBezTo>
                <a:cubicBezTo>
                  <a:pt x="4870539" y="1587580"/>
                  <a:pt x="4776525" y="1546526"/>
                  <a:pt x="4685610" y="1506836"/>
                </a:cubicBezTo>
                <a:cubicBezTo>
                  <a:pt x="4462729" y="1409535"/>
                  <a:pt x="4234685" y="1309792"/>
                  <a:pt x="4000067" y="1240258"/>
                </a:cubicBezTo>
                <a:close/>
                <a:moveTo>
                  <a:pt x="7977190" y="1198813"/>
                </a:moveTo>
                <a:lnTo>
                  <a:pt x="7932043" y="1244410"/>
                </a:lnTo>
                <a:lnTo>
                  <a:pt x="8019876" y="1254614"/>
                </a:lnTo>
                <a:lnTo>
                  <a:pt x="8065087" y="1205055"/>
                </a:lnTo>
                <a:lnTo>
                  <a:pt x="8012969" y="1199905"/>
                </a:lnTo>
                <a:close/>
                <a:moveTo>
                  <a:pt x="7755789" y="1198498"/>
                </a:moveTo>
                <a:lnTo>
                  <a:pt x="7678372" y="1203162"/>
                </a:lnTo>
                <a:lnTo>
                  <a:pt x="7637587" y="1233369"/>
                </a:lnTo>
                <a:lnTo>
                  <a:pt x="7712969" y="1232734"/>
                </a:lnTo>
                <a:close/>
                <a:moveTo>
                  <a:pt x="3654639" y="1197748"/>
                </a:moveTo>
                <a:lnTo>
                  <a:pt x="3646459" y="1202102"/>
                </a:lnTo>
                <a:lnTo>
                  <a:pt x="3683456" y="1215236"/>
                </a:lnTo>
                <a:lnTo>
                  <a:pt x="3686553" y="1213279"/>
                </a:lnTo>
                <a:lnTo>
                  <a:pt x="3693153" y="1209697"/>
                </a:lnTo>
                <a:close/>
                <a:moveTo>
                  <a:pt x="7876606" y="1195742"/>
                </a:moveTo>
                <a:lnTo>
                  <a:pt x="7842987" y="1224779"/>
                </a:lnTo>
                <a:lnTo>
                  <a:pt x="7830027" y="1236864"/>
                </a:lnTo>
                <a:lnTo>
                  <a:pt x="7901394" y="1240850"/>
                </a:lnTo>
                <a:lnTo>
                  <a:pt x="7915307" y="1242466"/>
                </a:lnTo>
                <a:lnTo>
                  <a:pt x="7959057" y="1198259"/>
                </a:lnTo>
                <a:close/>
                <a:moveTo>
                  <a:pt x="7826782" y="1194222"/>
                </a:moveTo>
                <a:lnTo>
                  <a:pt x="7778542" y="1197128"/>
                </a:lnTo>
                <a:lnTo>
                  <a:pt x="7734298" y="1232555"/>
                </a:lnTo>
                <a:lnTo>
                  <a:pt x="7750428" y="1232419"/>
                </a:lnTo>
                <a:lnTo>
                  <a:pt x="7812812" y="1235903"/>
                </a:lnTo>
                <a:lnTo>
                  <a:pt x="7834894" y="1215337"/>
                </a:lnTo>
                <a:lnTo>
                  <a:pt x="7858207" y="1195181"/>
                </a:lnTo>
                <a:close/>
                <a:moveTo>
                  <a:pt x="8840572" y="1193117"/>
                </a:moveTo>
                <a:lnTo>
                  <a:pt x="8800702" y="1267832"/>
                </a:lnTo>
                <a:lnTo>
                  <a:pt x="8812268" y="1271524"/>
                </a:lnTo>
                <a:lnTo>
                  <a:pt x="8906210" y="1310485"/>
                </a:lnTo>
                <a:lnTo>
                  <a:pt x="8945917" y="1227213"/>
                </a:lnTo>
                <a:lnTo>
                  <a:pt x="8922123" y="1217642"/>
                </a:lnTo>
                <a:close/>
                <a:moveTo>
                  <a:pt x="3753059" y="1191509"/>
                </a:moveTo>
                <a:lnTo>
                  <a:pt x="3749361" y="1193515"/>
                </a:lnTo>
                <a:lnTo>
                  <a:pt x="3793200" y="1207315"/>
                </a:lnTo>
                <a:lnTo>
                  <a:pt x="3798424" y="1204144"/>
                </a:lnTo>
                <a:close/>
                <a:moveTo>
                  <a:pt x="3850612" y="1190976"/>
                </a:moveTo>
                <a:lnTo>
                  <a:pt x="4003178" y="1228485"/>
                </a:lnTo>
                <a:cubicBezTo>
                  <a:pt x="4238474" y="1298188"/>
                  <a:pt x="4467287" y="1398187"/>
                  <a:pt x="4690449" y="1495674"/>
                </a:cubicBezTo>
                <a:cubicBezTo>
                  <a:pt x="4781362" y="1535363"/>
                  <a:pt x="4875252" y="1576417"/>
                  <a:pt x="4968149" y="1614742"/>
                </a:cubicBezTo>
                <a:cubicBezTo>
                  <a:pt x="5005358" y="1630370"/>
                  <a:pt x="5042568" y="1645253"/>
                  <a:pt x="5078660" y="1659021"/>
                </a:cubicBezTo>
                <a:cubicBezTo>
                  <a:pt x="5273496" y="1734230"/>
                  <a:pt x="5458057" y="1786973"/>
                  <a:pt x="5631691" y="1817206"/>
                </a:cubicBezTo>
                <a:lnTo>
                  <a:pt x="5664500" y="1821593"/>
                </a:lnTo>
                <a:lnTo>
                  <a:pt x="5610430" y="1811445"/>
                </a:lnTo>
                <a:cubicBezTo>
                  <a:pt x="5488422" y="1783788"/>
                  <a:pt x="5361665" y="1745719"/>
                  <a:pt x="5230347" y="1697223"/>
                </a:cubicBezTo>
                <a:cubicBezTo>
                  <a:pt x="5193885" y="1683704"/>
                  <a:pt x="5155930" y="1669192"/>
                  <a:pt x="5117729" y="1653936"/>
                </a:cubicBezTo>
                <a:cubicBezTo>
                  <a:pt x="5006102" y="1609534"/>
                  <a:pt x="4894477" y="1560914"/>
                  <a:pt x="4785329" y="1513907"/>
                </a:cubicBezTo>
                <a:cubicBezTo>
                  <a:pt x="4501549" y="1391118"/>
                  <a:pt x="4208220" y="1264235"/>
                  <a:pt x="3905961" y="1199864"/>
                </a:cubicBezTo>
                <a:close/>
                <a:moveTo>
                  <a:pt x="7525024" y="1190903"/>
                </a:moveTo>
                <a:lnTo>
                  <a:pt x="7472526" y="1203323"/>
                </a:lnTo>
                <a:lnTo>
                  <a:pt x="7447455" y="1215753"/>
                </a:lnTo>
                <a:lnTo>
                  <a:pt x="7489903" y="1209698"/>
                </a:lnTo>
                <a:close/>
                <a:moveTo>
                  <a:pt x="8454297" y="1187996"/>
                </a:moveTo>
                <a:lnTo>
                  <a:pt x="8430559" y="1221941"/>
                </a:lnTo>
                <a:lnTo>
                  <a:pt x="8409981" y="1250594"/>
                </a:lnTo>
                <a:lnTo>
                  <a:pt x="8508076" y="1276613"/>
                </a:lnTo>
                <a:lnTo>
                  <a:pt x="8551286" y="1210510"/>
                </a:lnTo>
                <a:lnTo>
                  <a:pt x="8463100" y="1189334"/>
                </a:lnTo>
                <a:close/>
                <a:moveTo>
                  <a:pt x="3673081" y="1187931"/>
                </a:moveTo>
                <a:lnTo>
                  <a:pt x="3669492" y="1189841"/>
                </a:lnTo>
                <a:lnTo>
                  <a:pt x="3707857" y="1201719"/>
                </a:lnTo>
                <a:lnTo>
                  <a:pt x="3713376" y="1198725"/>
                </a:lnTo>
                <a:close/>
                <a:moveTo>
                  <a:pt x="3997792" y="1182693"/>
                </a:moveTo>
                <a:lnTo>
                  <a:pt x="4194826" y="1223801"/>
                </a:lnTo>
                <a:cubicBezTo>
                  <a:pt x="4466202" y="1293257"/>
                  <a:pt x="4731998" y="1407241"/>
                  <a:pt x="4988614" y="1517255"/>
                </a:cubicBezTo>
                <a:cubicBezTo>
                  <a:pt x="5132985" y="1579270"/>
                  <a:pt x="5282193" y="1643145"/>
                  <a:pt x="5431153" y="1698586"/>
                </a:cubicBezTo>
                <a:cubicBezTo>
                  <a:pt x="5470098" y="1713222"/>
                  <a:pt x="5509043" y="1726989"/>
                  <a:pt x="5546748" y="1739640"/>
                </a:cubicBezTo>
                <a:cubicBezTo>
                  <a:pt x="5611276" y="1761237"/>
                  <a:pt x="5675252" y="1780157"/>
                  <a:pt x="5738504" y="1796401"/>
                </a:cubicBezTo>
                <a:lnTo>
                  <a:pt x="5814510" y="1812907"/>
                </a:lnTo>
                <a:lnTo>
                  <a:pt x="5819891" y="1811628"/>
                </a:lnTo>
                <a:lnTo>
                  <a:pt x="5700794" y="1778461"/>
                </a:lnTo>
                <a:cubicBezTo>
                  <a:pt x="5661973" y="1766058"/>
                  <a:pt x="5622407" y="1752539"/>
                  <a:pt x="5582964" y="1738276"/>
                </a:cubicBezTo>
                <a:cubicBezTo>
                  <a:pt x="5414532" y="1677625"/>
                  <a:pt x="5246472" y="1605564"/>
                  <a:pt x="5083993" y="1535859"/>
                </a:cubicBezTo>
                <a:cubicBezTo>
                  <a:pt x="4841143" y="1431922"/>
                  <a:pt x="4590232" y="1324265"/>
                  <a:pt x="4335597" y="1253692"/>
                </a:cubicBezTo>
                <a:cubicBezTo>
                  <a:pt x="4255600" y="1231615"/>
                  <a:pt x="4174361" y="1212762"/>
                  <a:pt x="4093990" y="1197630"/>
                </a:cubicBezTo>
                <a:close/>
                <a:moveTo>
                  <a:pt x="9119705" y="1181816"/>
                </a:moveTo>
                <a:lnTo>
                  <a:pt x="9082719" y="1269137"/>
                </a:lnTo>
                <a:lnTo>
                  <a:pt x="9169221" y="1303984"/>
                </a:lnTo>
                <a:lnTo>
                  <a:pt x="9195678" y="1317867"/>
                </a:lnTo>
                <a:lnTo>
                  <a:pt x="9229617" y="1226900"/>
                </a:lnTo>
                <a:lnTo>
                  <a:pt x="9166856" y="1198546"/>
                </a:lnTo>
                <a:close/>
                <a:moveTo>
                  <a:pt x="3602441" y="1181763"/>
                </a:moveTo>
                <a:lnTo>
                  <a:pt x="3594905" y="1185099"/>
                </a:lnTo>
                <a:lnTo>
                  <a:pt x="3614914" y="1190904"/>
                </a:lnTo>
                <a:lnTo>
                  <a:pt x="3628839" y="1195848"/>
                </a:lnTo>
                <a:lnTo>
                  <a:pt x="3636090" y="1191993"/>
                </a:lnTo>
                <a:lnTo>
                  <a:pt x="3605206" y="1182411"/>
                </a:lnTo>
                <a:close/>
                <a:moveTo>
                  <a:pt x="3920484" y="1181666"/>
                </a:moveTo>
                <a:lnTo>
                  <a:pt x="4027561" y="1201402"/>
                </a:lnTo>
                <a:lnTo>
                  <a:pt x="3951604" y="1185724"/>
                </a:lnTo>
                <a:close/>
                <a:moveTo>
                  <a:pt x="3692769" y="1178718"/>
                </a:moveTo>
                <a:lnTo>
                  <a:pt x="3692435" y="1178868"/>
                </a:lnTo>
                <a:lnTo>
                  <a:pt x="3732018" y="1188610"/>
                </a:lnTo>
                <a:lnTo>
                  <a:pt x="3734722" y="1187143"/>
                </a:lnTo>
                <a:close/>
                <a:moveTo>
                  <a:pt x="3620389" y="1173816"/>
                </a:moveTo>
                <a:lnTo>
                  <a:pt x="3619297" y="1174300"/>
                </a:lnTo>
                <a:lnTo>
                  <a:pt x="3650944" y="1184098"/>
                </a:lnTo>
                <a:lnTo>
                  <a:pt x="3653567" y="1182703"/>
                </a:lnTo>
                <a:close/>
                <a:moveTo>
                  <a:pt x="7622262" y="1173080"/>
                </a:moveTo>
                <a:lnTo>
                  <a:pt x="7568201" y="1181965"/>
                </a:lnTo>
                <a:lnTo>
                  <a:pt x="7526236" y="1204515"/>
                </a:lnTo>
                <a:lnTo>
                  <a:pt x="7577238" y="1197238"/>
                </a:lnTo>
                <a:lnTo>
                  <a:pt x="7581168" y="1197002"/>
                </a:lnTo>
                <a:close/>
                <a:moveTo>
                  <a:pt x="8343434" y="1171145"/>
                </a:moveTo>
                <a:lnTo>
                  <a:pt x="8300505" y="1227190"/>
                </a:lnTo>
                <a:lnTo>
                  <a:pt x="8361711" y="1237790"/>
                </a:lnTo>
                <a:lnTo>
                  <a:pt x="8396653" y="1247059"/>
                </a:lnTo>
                <a:lnTo>
                  <a:pt x="8420389" y="1214003"/>
                </a:lnTo>
                <a:lnTo>
                  <a:pt x="8440128" y="1185842"/>
                </a:lnTo>
                <a:close/>
                <a:moveTo>
                  <a:pt x="3553224" y="1170225"/>
                </a:moveTo>
                <a:lnTo>
                  <a:pt x="3548880" y="1171747"/>
                </a:lnTo>
                <a:lnTo>
                  <a:pt x="3576539" y="1179771"/>
                </a:lnTo>
                <a:lnTo>
                  <a:pt x="3582574" y="1177106"/>
                </a:lnTo>
                <a:close/>
                <a:moveTo>
                  <a:pt x="7575250" y="1164023"/>
                </a:moveTo>
                <a:lnTo>
                  <a:pt x="7565066" y="1166719"/>
                </a:lnTo>
                <a:lnTo>
                  <a:pt x="7548674" y="1173116"/>
                </a:lnTo>
                <a:lnTo>
                  <a:pt x="7562508" y="1170842"/>
                </a:lnTo>
                <a:close/>
                <a:moveTo>
                  <a:pt x="8724871" y="1162515"/>
                </a:moveTo>
                <a:lnTo>
                  <a:pt x="8720293" y="1170468"/>
                </a:lnTo>
                <a:lnTo>
                  <a:pt x="8684590" y="1230778"/>
                </a:lnTo>
                <a:lnTo>
                  <a:pt x="8787841" y="1263728"/>
                </a:lnTo>
                <a:lnTo>
                  <a:pt x="8827590" y="1189213"/>
                </a:lnTo>
                <a:lnTo>
                  <a:pt x="8778463" y="1174438"/>
                </a:lnTo>
                <a:close/>
                <a:moveTo>
                  <a:pt x="3512900" y="1160773"/>
                </a:moveTo>
                <a:lnTo>
                  <a:pt x="3512064" y="1161066"/>
                </a:lnTo>
                <a:lnTo>
                  <a:pt x="3528407" y="1165808"/>
                </a:lnTo>
                <a:lnTo>
                  <a:pt x="3530387" y="1164872"/>
                </a:lnTo>
                <a:close/>
                <a:moveTo>
                  <a:pt x="7716528" y="1160251"/>
                </a:moveTo>
                <a:lnTo>
                  <a:pt x="7685738" y="1162648"/>
                </a:lnTo>
                <a:lnTo>
                  <a:pt x="7656406" y="1167469"/>
                </a:lnTo>
                <a:lnTo>
                  <a:pt x="7608413" y="1195361"/>
                </a:lnTo>
                <a:lnTo>
                  <a:pt x="7672567" y="1191498"/>
                </a:lnTo>
                <a:lnTo>
                  <a:pt x="7704244" y="1167987"/>
                </a:lnTo>
                <a:close/>
                <a:moveTo>
                  <a:pt x="3905769" y="1157566"/>
                </a:moveTo>
                <a:lnTo>
                  <a:pt x="3904718" y="1158072"/>
                </a:lnTo>
                <a:lnTo>
                  <a:pt x="4096221" y="1184607"/>
                </a:lnTo>
                <a:cubicBezTo>
                  <a:pt x="4176841" y="1199739"/>
                  <a:pt x="4258453" y="1218715"/>
                  <a:pt x="4338698" y="1240917"/>
                </a:cubicBezTo>
                <a:cubicBezTo>
                  <a:pt x="4594200" y="1311738"/>
                  <a:pt x="4845608" y="1419395"/>
                  <a:pt x="5088708" y="1523704"/>
                </a:cubicBezTo>
                <a:cubicBezTo>
                  <a:pt x="5251063" y="1593161"/>
                  <a:pt x="5418872" y="1665222"/>
                  <a:pt x="5587058" y="1725749"/>
                </a:cubicBezTo>
                <a:cubicBezTo>
                  <a:pt x="5626252" y="1739888"/>
                  <a:pt x="5665818" y="1753407"/>
                  <a:pt x="5704391" y="1765686"/>
                </a:cubicBezTo>
                <a:lnTo>
                  <a:pt x="5846495" y="1805307"/>
                </a:lnTo>
                <a:lnTo>
                  <a:pt x="5855413" y="1803188"/>
                </a:lnTo>
                <a:lnTo>
                  <a:pt x="5738250" y="1764943"/>
                </a:lnTo>
                <a:cubicBezTo>
                  <a:pt x="5550222" y="1699455"/>
                  <a:pt x="5363557" y="1619084"/>
                  <a:pt x="5182970" y="1541690"/>
                </a:cubicBezTo>
                <a:cubicBezTo>
                  <a:pt x="4954259" y="1443334"/>
                  <a:pt x="4717859" y="1341630"/>
                  <a:pt x="4479101" y="1270437"/>
                </a:cubicBezTo>
                <a:cubicBezTo>
                  <a:pt x="4398357" y="1246499"/>
                  <a:pt x="4316621" y="1225538"/>
                  <a:pt x="4236375" y="1208422"/>
                </a:cubicBezTo>
                <a:cubicBezTo>
                  <a:pt x="4171920" y="1194523"/>
                  <a:pt x="4107150" y="1182776"/>
                  <a:pt x="4042170" y="1173175"/>
                </a:cubicBezTo>
                <a:close/>
                <a:moveTo>
                  <a:pt x="8238574" y="1156276"/>
                </a:moveTo>
                <a:lnTo>
                  <a:pt x="8194525" y="1208836"/>
                </a:lnTo>
                <a:lnTo>
                  <a:pt x="8286656" y="1224792"/>
                </a:lnTo>
                <a:lnTo>
                  <a:pt x="8329440" y="1169017"/>
                </a:lnTo>
                <a:lnTo>
                  <a:pt x="8253503" y="1157475"/>
                </a:lnTo>
                <a:close/>
                <a:moveTo>
                  <a:pt x="3878790" y="1154479"/>
                </a:moveTo>
                <a:lnTo>
                  <a:pt x="3881836" y="1154901"/>
                </a:lnTo>
                <a:lnTo>
                  <a:pt x="3881960" y="1154841"/>
                </a:lnTo>
                <a:close/>
                <a:moveTo>
                  <a:pt x="7813027" y="1152737"/>
                </a:moveTo>
                <a:lnTo>
                  <a:pt x="7743816" y="1158126"/>
                </a:lnTo>
                <a:lnTo>
                  <a:pt x="7712802" y="1177662"/>
                </a:lnTo>
                <a:lnTo>
                  <a:pt x="7696029" y="1190085"/>
                </a:lnTo>
                <a:lnTo>
                  <a:pt x="7772038" y="1185508"/>
                </a:lnTo>
                <a:close/>
                <a:moveTo>
                  <a:pt x="8134705" y="1147934"/>
                </a:moveTo>
                <a:lnTo>
                  <a:pt x="8117168" y="1165693"/>
                </a:lnTo>
                <a:lnTo>
                  <a:pt x="8090006" y="1195467"/>
                </a:lnTo>
                <a:lnTo>
                  <a:pt x="8153664" y="1201759"/>
                </a:lnTo>
                <a:lnTo>
                  <a:pt x="8179929" y="1206308"/>
                </a:lnTo>
                <a:lnTo>
                  <a:pt x="8222971" y="1155023"/>
                </a:lnTo>
                <a:close/>
                <a:moveTo>
                  <a:pt x="3927242" y="1147745"/>
                </a:moveTo>
                <a:lnTo>
                  <a:pt x="4043970" y="1161107"/>
                </a:lnTo>
                <a:cubicBezTo>
                  <a:pt x="4109221" y="1170752"/>
                  <a:pt x="4174259" y="1182553"/>
                  <a:pt x="4238980" y="1196515"/>
                </a:cubicBezTo>
                <a:cubicBezTo>
                  <a:pt x="4319598" y="1213755"/>
                  <a:pt x="4401582" y="1234716"/>
                  <a:pt x="4482697" y="1258530"/>
                </a:cubicBezTo>
                <a:cubicBezTo>
                  <a:pt x="4722199" y="1329971"/>
                  <a:pt x="4958849" y="1432171"/>
                  <a:pt x="5187807" y="1530279"/>
                </a:cubicBezTo>
                <a:cubicBezTo>
                  <a:pt x="5368146" y="1607921"/>
                  <a:pt x="5554686" y="1688169"/>
                  <a:pt x="5742343" y="1753532"/>
                </a:cubicBezTo>
                <a:cubicBezTo>
                  <a:pt x="5782032" y="1767300"/>
                  <a:pt x="5822096" y="1780447"/>
                  <a:pt x="5861534" y="1792354"/>
                </a:cubicBezTo>
                <a:lnTo>
                  <a:pt x="5880308" y="1797273"/>
                </a:lnTo>
                <a:lnTo>
                  <a:pt x="5892902" y="1794281"/>
                </a:lnTo>
                <a:lnTo>
                  <a:pt x="5892295" y="1794090"/>
                </a:lnTo>
                <a:cubicBezTo>
                  <a:pt x="5684421" y="1724137"/>
                  <a:pt x="5478904" y="1635208"/>
                  <a:pt x="5280209" y="1549131"/>
                </a:cubicBezTo>
                <a:cubicBezTo>
                  <a:pt x="5065885" y="1456357"/>
                  <a:pt x="4844367" y="1360358"/>
                  <a:pt x="4621362" y="1288669"/>
                </a:cubicBezTo>
                <a:cubicBezTo>
                  <a:pt x="4539750" y="1262747"/>
                  <a:pt x="4457644" y="1239925"/>
                  <a:pt x="4377272" y="1220701"/>
                </a:cubicBezTo>
                <a:cubicBezTo>
                  <a:pt x="4243940" y="1188577"/>
                  <a:pt x="4109982" y="1165454"/>
                  <a:pt x="3976336" y="1151303"/>
                </a:cubicBezTo>
                <a:close/>
                <a:moveTo>
                  <a:pt x="8034356" y="1145178"/>
                </a:moveTo>
                <a:lnTo>
                  <a:pt x="7989429" y="1187191"/>
                </a:lnTo>
                <a:lnTo>
                  <a:pt x="8013825" y="1187936"/>
                </a:lnTo>
                <a:lnTo>
                  <a:pt x="8075172" y="1194001"/>
                </a:lnTo>
                <a:lnTo>
                  <a:pt x="8108564" y="1157398"/>
                </a:lnTo>
                <a:lnTo>
                  <a:pt x="8119156" y="1146685"/>
                </a:lnTo>
                <a:lnTo>
                  <a:pt x="8113689" y="1146246"/>
                </a:lnTo>
                <a:close/>
                <a:moveTo>
                  <a:pt x="7916635" y="1144669"/>
                </a:moveTo>
                <a:lnTo>
                  <a:pt x="7836241" y="1150929"/>
                </a:lnTo>
                <a:lnTo>
                  <a:pt x="7794763" y="1184139"/>
                </a:lnTo>
                <a:lnTo>
                  <a:pt x="7826667" y="1182218"/>
                </a:lnTo>
                <a:lnTo>
                  <a:pt x="7871613" y="1183591"/>
                </a:lnTo>
                <a:close/>
                <a:moveTo>
                  <a:pt x="7936673" y="1143863"/>
                </a:moveTo>
                <a:lnTo>
                  <a:pt x="7890022" y="1184154"/>
                </a:lnTo>
                <a:lnTo>
                  <a:pt x="7970581" y="1186615"/>
                </a:lnTo>
                <a:lnTo>
                  <a:pt x="7971279" y="1185911"/>
                </a:lnTo>
                <a:lnTo>
                  <a:pt x="8015083" y="1144919"/>
                </a:lnTo>
                <a:close/>
                <a:moveTo>
                  <a:pt x="8999784" y="1141989"/>
                </a:moveTo>
                <a:lnTo>
                  <a:pt x="8962263" y="1220612"/>
                </a:lnTo>
                <a:lnTo>
                  <a:pt x="9070286" y="1264129"/>
                </a:lnTo>
                <a:lnTo>
                  <a:pt x="9107089" y="1177340"/>
                </a:lnTo>
                <a:lnTo>
                  <a:pt x="9037718" y="1152727"/>
                </a:lnTo>
                <a:close/>
                <a:moveTo>
                  <a:pt x="8613448" y="1137724"/>
                </a:moveTo>
                <a:lnTo>
                  <a:pt x="8576667" y="1195523"/>
                </a:lnTo>
                <a:lnTo>
                  <a:pt x="8571823" y="1202938"/>
                </a:lnTo>
                <a:lnTo>
                  <a:pt x="8671772" y="1226925"/>
                </a:lnTo>
                <a:lnTo>
                  <a:pt x="8709130" y="1163771"/>
                </a:lnTo>
                <a:lnTo>
                  <a:pt x="8711559" y="1159553"/>
                </a:lnTo>
                <a:close/>
                <a:moveTo>
                  <a:pt x="7686054" y="1135945"/>
                </a:moveTo>
                <a:lnTo>
                  <a:pt x="7669374" y="1139109"/>
                </a:lnTo>
                <a:lnTo>
                  <a:pt x="7643175" y="1146044"/>
                </a:lnTo>
                <a:lnTo>
                  <a:pt x="7604135" y="1162655"/>
                </a:lnTo>
                <a:lnTo>
                  <a:pt x="7600529" y="1164593"/>
                </a:lnTo>
                <a:lnTo>
                  <a:pt x="7651131" y="1156275"/>
                </a:lnTo>
                <a:close/>
                <a:moveTo>
                  <a:pt x="3953193" y="1134760"/>
                </a:moveTo>
                <a:lnTo>
                  <a:pt x="3949528" y="1136523"/>
                </a:lnTo>
                <a:lnTo>
                  <a:pt x="3977552" y="1138550"/>
                </a:lnTo>
                <a:cubicBezTo>
                  <a:pt x="4111780" y="1152732"/>
                  <a:pt x="4246361" y="1175895"/>
                  <a:pt x="4380373" y="1208049"/>
                </a:cubicBezTo>
                <a:cubicBezTo>
                  <a:pt x="4460992" y="1227274"/>
                  <a:pt x="4543473" y="1250220"/>
                  <a:pt x="4625332" y="1276266"/>
                </a:cubicBezTo>
                <a:cubicBezTo>
                  <a:pt x="4848585" y="1347583"/>
                  <a:pt x="5070847" y="1443706"/>
                  <a:pt x="5285417" y="1536728"/>
                </a:cubicBezTo>
                <a:cubicBezTo>
                  <a:pt x="5483866" y="1622681"/>
                  <a:pt x="5689135" y="1711610"/>
                  <a:pt x="5896511" y="1781439"/>
                </a:cubicBezTo>
                <a:lnTo>
                  <a:pt x="5918477" y="1788204"/>
                </a:lnTo>
                <a:lnTo>
                  <a:pt x="5922055" y="1787354"/>
                </a:lnTo>
                <a:lnTo>
                  <a:pt x="5937040" y="1782172"/>
                </a:lnTo>
                <a:lnTo>
                  <a:pt x="5876669" y="1760981"/>
                </a:lnTo>
                <a:cubicBezTo>
                  <a:pt x="5707211" y="1697656"/>
                  <a:pt x="5540422" y="1624913"/>
                  <a:pt x="5377821" y="1553844"/>
                </a:cubicBezTo>
                <a:cubicBezTo>
                  <a:pt x="5178009" y="1466403"/>
                  <a:pt x="4971374" y="1376109"/>
                  <a:pt x="4764121" y="1305784"/>
                </a:cubicBezTo>
                <a:cubicBezTo>
                  <a:pt x="4681641" y="1277878"/>
                  <a:pt x="4599161" y="1253072"/>
                  <a:pt x="4518913" y="1231367"/>
                </a:cubicBezTo>
                <a:cubicBezTo>
                  <a:pt x="4364137" y="1190275"/>
                  <a:pt x="4209507" y="1161083"/>
                  <a:pt x="4056340" y="1143778"/>
                </a:cubicBezTo>
                <a:close/>
                <a:moveTo>
                  <a:pt x="9278969" y="1130709"/>
                </a:moveTo>
                <a:lnTo>
                  <a:pt x="9245577" y="1220267"/>
                </a:lnTo>
                <a:lnTo>
                  <a:pt x="9360322" y="1272086"/>
                </a:lnTo>
                <a:lnTo>
                  <a:pt x="9390536" y="1178976"/>
                </a:lnTo>
                <a:lnTo>
                  <a:pt x="9288673" y="1134014"/>
                </a:lnTo>
                <a:close/>
                <a:moveTo>
                  <a:pt x="3879781" y="1129785"/>
                </a:moveTo>
                <a:lnTo>
                  <a:pt x="3876569" y="1131244"/>
                </a:lnTo>
                <a:lnTo>
                  <a:pt x="3923900" y="1134669"/>
                </a:lnTo>
                <a:lnTo>
                  <a:pt x="3928244" y="1132579"/>
                </a:lnTo>
                <a:lnTo>
                  <a:pt x="3903710" y="1130434"/>
                </a:lnTo>
                <a:close/>
                <a:moveTo>
                  <a:pt x="3842350" y="1128769"/>
                </a:moveTo>
                <a:lnTo>
                  <a:pt x="3850310" y="1129345"/>
                </a:lnTo>
                <a:lnTo>
                  <a:pt x="3851057" y="1129005"/>
                </a:lnTo>
                <a:close/>
                <a:moveTo>
                  <a:pt x="3108141" y="1128134"/>
                </a:moveTo>
                <a:lnTo>
                  <a:pt x="3060666" y="1128731"/>
                </a:lnTo>
                <a:cubicBezTo>
                  <a:pt x="2635064" y="1151156"/>
                  <a:pt x="2207920" y="1287832"/>
                  <a:pt x="1803660" y="1427830"/>
                </a:cubicBezTo>
                <a:cubicBezTo>
                  <a:pt x="1766451" y="1440233"/>
                  <a:pt x="1730358" y="1453380"/>
                  <a:pt x="1694017" y="1466031"/>
                </a:cubicBezTo>
                <a:lnTo>
                  <a:pt x="1674421" y="1472853"/>
                </a:lnTo>
                <a:cubicBezTo>
                  <a:pt x="1426362" y="1559673"/>
                  <a:pt x="1134644" y="1655176"/>
                  <a:pt x="850865" y="1705284"/>
                </a:cubicBezTo>
                <a:cubicBezTo>
                  <a:pt x="608797" y="1747366"/>
                  <a:pt x="396375" y="1752056"/>
                  <a:pt x="208762" y="1718900"/>
                </a:cubicBezTo>
                <a:lnTo>
                  <a:pt x="80078" y="1686079"/>
                </a:lnTo>
                <a:lnTo>
                  <a:pt x="170699" y="1713965"/>
                </a:lnTo>
                <a:cubicBezTo>
                  <a:pt x="392020" y="1771183"/>
                  <a:pt x="655671" y="1765051"/>
                  <a:pt x="972783" y="1695486"/>
                </a:cubicBezTo>
                <a:cubicBezTo>
                  <a:pt x="1233246" y="1637440"/>
                  <a:pt x="1498794" y="1546651"/>
                  <a:pt x="1794356" y="1441473"/>
                </a:cubicBezTo>
                <a:cubicBezTo>
                  <a:pt x="1837766" y="1426094"/>
                  <a:pt x="1881342" y="1410875"/>
                  <a:pt x="1925084" y="1395831"/>
                </a:cubicBezTo>
                <a:cubicBezTo>
                  <a:pt x="2252243" y="1283367"/>
                  <a:pt x="2623634" y="1171322"/>
                  <a:pt x="3003729" y="1134572"/>
                </a:cubicBezTo>
                <a:close/>
                <a:moveTo>
                  <a:pt x="3977217" y="1123207"/>
                </a:moveTo>
                <a:lnTo>
                  <a:pt x="3971051" y="1126172"/>
                </a:lnTo>
                <a:lnTo>
                  <a:pt x="4006870" y="1128080"/>
                </a:lnTo>
                <a:cubicBezTo>
                  <a:pt x="4177390" y="1144491"/>
                  <a:pt x="4349876" y="1175685"/>
                  <a:pt x="4522509" y="1221692"/>
                </a:cubicBezTo>
                <a:cubicBezTo>
                  <a:pt x="4603005" y="1242901"/>
                  <a:pt x="4685858" y="1267955"/>
                  <a:pt x="4768586" y="1296110"/>
                </a:cubicBezTo>
                <a:cubicBezTo>
                  <a:pt x="4976336" y="1366559"/>
                  <a:pt x="5183216" y="1457349"/>
                  <a:pt x="5383276" y="1544169"/>
                </a:cubicBezTo>
                <a:cubicBezTo>
                  <a:pt x="5545693" y="1615238"/>
                  <a:pt x="5712296" y="1688051"/>
                  <a:pt x="5881409" y="1751202"/>
                </a:cubicBezTo>
                <a:lnTo>
                  <a:pt x="5953540" y="1776466"/>
                </a:lnTo>
                <a:lnTo>
                  <a:pt x="5974870" y="1769090"/>
                </a:lnTo>
                <a:lnTo>
                  <a:pt x="5834265" y="1714059"/>
                </a:lnTo>
                <a:cubicBezTo>
                  <a:pt x="5713041" y="1664354"/>
                  <a:pt x="5593447" y="1611456"/>
                  <a:pt x="5475928" y="1559673"/>
                </a:cubicBezTo>
                <a:cubicBezTo>
                  <a:pt x="5290751" y="1477690"/>
                  <a:pt x="5099250" y="1392854"/>
                  <a:pt x="4907749" y="1324017"/>
                </a:cubicBezTo>
                <a:cubicBezTo>
                  <a:pt x="4824278" y="1294126"/>
                  <a:pt x="4741301" y="1267212"/>
                  <a:pt x="4661178" y="1244142"/>
                </a:cubicBezTo>
                <a:cubicBezTo>
                  <a:pt x="4449085" y="1182562"/>
                  <a:pt x="4238601" y="1143132"/>
                  <a:pt x="4032884" y="1125892"/>
                </a:cubicBezTo>
                <a:close/>
                <a:moveTo>
                  <a:pt x="3902221" y="1119589"/>
                </a:moveTo>
                <a:lnTo>
                  <a:pt x="3896474" y="1122200"/>
                </a:lnTo>
                <a:lnTo>
                  <a:pt x="3944505" y="1124758"/>
                </a:lnTo>
                <a:lnTo>
                  <a:pt x="3950418" y="1121914"/>
                </a:lnTo>
                <a:close/>
                <a:moveTo>
                  <a:pt x="8502795" y="1118644"/>
                </a:moveTo>
                <a:lnTo>
                  <a:pt x="8462029" y="1176940"/>
                </a:lnTo>
                <a:lnTo>
                  <a:pt x="8466026" y="1177547"/>
                </a:lnTo>
                <a:lnTo>
                  <a:pt x="8558350" y="1199704"/>
                </a:lnTo>
                <a:lnTo>
                  <a:pt x="8565380" y="1188949"/>
                </a:lnTo>
                <a:lnTo>
                  <a:pt x="8599893" y="1134708"/>
                </a:lnTo>
                <a:lnTo>
                  <a:pt x="8567372" y="1127473"/>
                </a:lnTo>
                <a:close/>
                <a:moveTo>
                  <a:pt x="7784884" y="1117200"/>
                </a:moveTo>
                <a:lnTo>
                  <a:pt x="7722563" y="1129021"/>
                </a:lnTo>
                <a:lnTo>
                  <a:pt x="7685208" y="1150730"/>
                </a:lnTo>
                <a:lnTo>
                  <a:pt x="7738206" y="1146598"/>
                </a:lnTo>
                <a:close/>
                <a:moveTo>
                  <a:pt x="3843523" y="1116757"/>
                </a:moveTo>
                <a:lnTo>
                  <a:pt x="3837038" y="1119034"/>
                </a:lnTo>
                <a:lnTo>
                  <a:pt x="3869218" y="1120748"/>
                </a:lnTo>
                <a:lnTo>
                  <a:pt x="3874690" y="1118261"/>
                </a:lnTo>
                <a:close/>
                <a:moveTo>
                  <a:pt x="3802574" y="1116703"/>
                </a:moveTo>
                <a:lnTo>
                  <a:pt x="3796217" y="1116860"/>
                </a:lnTo>
                <a:lnTo>
                  <a:pt x="3801346" y="1117133"/>
                </a:lnTo>
                <a:close/>
                <a:moveTo>
                  <a:pt x="3098035" y="1114283"/>
                </a:moveTo>
                <a:cubicBezTo>
                  <a:pt x="2628209" y="1114283"/>
                  <a:pt x="2161611" y="1278127"/>
                  <a:pt x="1710390" y="1436760"/>
                </a:cubicBezTo>
                <a:lnTo>
                  <a:pt x="1678142" y="1448047"/>
                </a:lnTo>
                <a:cubicBezTo>
                  <a:pt x="1635476" y="1463055"/>
                  <a:pt x="1592809" y="1478062"/>
                  <a:pt x="1550391" y="1492698"/>
                </a:cubicBezTo>
                <a:cubicBezTo>
                  <a:pt x="1225434" y="1605069"/>
                  <a:pt x="963607" y="1671921"/>
                  <a:pt x="726214" y="1703548"/>
                </a:cubicBezTo>
                <a:cubicBezTo>
                  <a:pt x="586169" y="1721688"/>
                  <a:pt x="455734" y="1727095"/>
                  <a:pt x="333975" y="1719632"/>
                </a:cubicBezTo>
                <a:lnTo>
                  <a:pt x="201649" y="1703968"/>
                </a:lnTo>
                <a:lnTo>
                  <a:pt x="238153" y="1711196"/>
                </a:lnTo>
                <a:cubicBezTo>
                  <a:pt x="417599" y="1739040"/>
                  <a:pt x="619719" y="1732897"/>
                  <a:pt x="848632" y="1693129"/>
                </a:cubicBezTo>
                <a:cubicBezTo>
                  <a:pt x="1131668" y="1643517"/>
                  <a:pt x="1422888" y="1547891"/>
                  <a:pt x="1670328" y="1461194"/>
                </a:cubicBezTo>
                <a:lnTo>
                  <a:pt x="1689925" y="1454372"/>
                </a:lnTo>
                <a:lnTo>
                  <a:pt x="1799939" y="1416667"/>
                </a:lnTo>
                <a:cubicBezTo>
                  <a:pt x="2205175" y="1275584"/>
                  <a:pt x="2633392" y="1139058"/>
                  <a:pt x="3060658" y="1116770"/>
                </a:cubicBezTo>
                <a:lnTo>
                  <a:pt x="3128239" y="1115943"/>
                </a:lnTo>
                <a:lnTo>
                  <a:pt x="3101135" y="1114283"/>
                </a:lnTo>
                <a:close/>
                <a:moveTo>
                  <a:pt x="7731393" y="1110281"/>
                </a:moveTo>
                <a:lnTo>
                  <a:pt x="7718099" y="1114165"/>
                </a:lnTo>
                <a:lnTo>
                  <a:pt x="7704678" y="1119875"/>
                </a:lnTo>
                <a:lnTo>
                  <a:pt x="7717838" y="1117443"/>
                </a:lnTo>
                <a:lnTo>
                  <a:pt x="7725297" y="1113102"/>
                </a:lnTo>
                <a:close/>
                <a:moveTo>
                  <a:pt x="8884622" y="1109512"/>
                </a:moveTo>
                <a:lnTo>
                  <a:pt x="8867020" y="1143554"/>
                </a:lnTo>
                <a:lnTo>
                  <a:pt x="8846487" y="1182032"/>
                </a:lnTo>
                <a:lnTo>
                  <a:pt x="8925713" y="1205888"/>
                </a:lnTo>
                <a:lnTo>
                  <a:pt x="8951192" y="1216152"/>
                </a:lnTo>
                <a:lnTo>
                  <a:pt x="8988128" y="1138690"/>
                </a:lnTo>
                <a:lnTo>
                  <a:pt x="8886121" y="1109817"/>
                </a:lnTo>
                <a:close/>
                <a:moveTo>
                  <a:pt x="4009891" y="1107494"/>
                </a:moveTo>
                <a:lnTo>
                  <a:pt x="3999660" y="1112414"/>
                </a:lnTo>
                <a:lnTo>
                  <a:pt x="4072519" y="1117059"/>
                </a:lnTo>
                <a:cubicBezTo>
                  <a:pt x="4266774" y="1135881"/>
                  <a:pt x="4465029" y="1174285"/>
                  <a:pt x="4664649" y="1232235"/>
                </a:cubicBezTo>
                <a:cubicBezTo>
                  <a:pt x="4745020" y="1255429"/>
                  <a:pt x="4828121" y="1281847"/>
                  <a:pt x="4911965" y="1312358"/>
                </a:cubicBezTo>
                <a:cubicBezTo>
                  <a:pt x="5103840" y="1381443"/>
                  <a:pt x="5295586" y="1466403"/>
                  <a:pt x="5481013" y="1548015"/>
                </a:cubicBezTo>
                <a:cubicBezTo>
                  <a:pt x="5598282" y="1599984"/>
                  <a:pt x="5717569" y="1652696"/>
                  <a:pt x="5838512" y="1702199"/>
                </a:cubicBezTo>
                <a:lnTo>
                  <a:pt x="5993349" y="1762699"/>
                </a:lnTo>
                <a:lnTo>
                  <a:pt x="6016173" y="1754807"/>
                </a:lnTo>
                <a:lnTo>
                  <a:pt x="5959177" y="1732618"/>
                </a:lnTo>
                <a:cubicBezTo>
                  <a:pt x="5828483" y="1678897"/>
                  <a:pt x="5699801" y="1621069"/>
                  <a:pt x="5573291" y="1563891"/>
                </a:cubicBezTo>
                <a:cubicBezTo>
                  <a:pt x="5402874" y="1487364"/>
                  <a:pt x="5226006" y="1408109"/>
                  <a:pt x="5050754" y="1341381"/>
                </a:cubicBezTo>
                <a:cubicBezTo>
                  <a:pt x="4966413" y="1309382"/>
                  <a:pt x="4883066" y="1280359"/>
                  <a:pt x="4802693" y="1255429"/>
                </a:cubicBezTo>
                <a:cubicBezTo>
                  <a:pt x="4582046" y="1185988"/>
                  <a:pt x="4367535" y="1140163"/>
                  <a:pt x="4159977" y="1117967"/>
                </a:cubicBezTo>
                <a:close/>
                <a:moveTo>
                  <a:pt x="7876283" y="1106672"/>
                </a:moveTo>
                <a:lnTo>
                  <a:pt x="7815999" y="1112656"/>
                </a:lnTo>
                <a:lnTo>
                  <a:pt x="7765492" y="1144471"/>
                </a:lnTo>
                <a:lnTo>
                  <a:pt x="7829616" y="1139473"/>
                </a:lnTo>
                <a:lnTo>
                  <a:pt x="7837699" y="1133011"/>
                </a:lnTo>
                <a:close/>
                <a:moveTo>
                  <a:pt x="3837398" y="1104489"/>
                </a:moveTo>
                <a:lnTo>
                  <a:pt x="3821601" y="1104602"/>
                </a:lnTo>
                <a:lnTo>
                  <a:pt x="3836952" y="1104646"/>
                </a:lnTo>
                <a:close/>
                <a:moveTo>
                  <a:pt x="3906882" y="1103991"/>
                </a:moveTo>
                <a:lnTo>
                  <a:pt x="3879318" y="1104189"/>
                </a:lnTo>
                <a:lnTo>
                  <a:pt x="3877689" y="1104761"/>
                </a:lnTo>
                <a:lnTo>
                  <a:pt x="3879694" y="1104766"/>
                </a:lnTo>
                <a:lnTo>
                  <a:pt x="3901337" y="1106146"/>
                </a:lnTo>
                <a:lnTo>
                  <a:pt x="3903353" y="1105229"/>
                </a:lnTo>
                <a:close/>
                <a:moveTo>
                  <a:pt x="8395065" y="1103915"/>
                </a:moveTo>
                <a:lnTo>
                  <a:pt x="8393460" y="1105834"/>
                </a:lnTo>
                <a:lnTo>
                  <a:pt x="8351821" y="1160196"/>
                </a:lnTo>
                <a:lnTo>
                  <a:pt x="8447875" y="1174789"/>
                </a:lnTo>
                <a:lnTo>
                  <a:pt x="8488591" y="1116702"/>
                </a:lnTo>
                <a:close/>
                <a:moveTo>
                  <a:pt x="3954766" y="1103648"/>
                </a:moveTo>
                <a:lnTo>
                  <a:pt x="3945027" y="1103718"/>
                </a:lnTo>
                <a:lnTo>
                  <a:pt x="3932624" y="1108140"/>
                </a:lnTo>
                <a:lnTo>
                  <a:pt x="3973621" y="1110754"/>
                </a:lnTo>
                <a:lnTo>
                  <a:pt x="3984134" y="1105697"/>
                </a:lnTo>
                <a:close/>
                <a:moveTo>
                  <a:pt x="3002072" y="1102199"/>
                </a:moveTo>
                <a:cubicBezTo>
                  <a:pt x="2562823" y="1104239"/>
                  <a:pt x="2131703" y="1259770"/>
                  <a:pt x="1713118" y="1410838"/>
                </a:cubicBezTo>
                <a:cubicBezTo>
                  <a:pt x="1618979" y="1444822"/>
                  <a:pt x="1521616" y="1479923"/>
                  <a:pt x="1426237" y="1512543"/>
                </a:cubicBezTo>
                <a:cubicBezTo>
                  <a:pt x="1138891" y="1610728"/>
                  <a:pt x="877725" y="1672076"/>
                  <a:pt x="640980" y="1696607"/>
                </a:cubicBezTo>
                <a:lnTo>
                  <a:pt x="433236" y="1707744"/>
                </a:lnTo>
                <a:lnTo>
                  <a:pt x="386636" y="1707384"/>
                </a:lnTo>
                <a:lnTo>
                  <a:pt x="272217" y="1700780"/>
                </a:lnTo>
                <a:lnTo>
                  <a:pt x="335296" y="1706988"/>
                </a:lnTo>
                <a:lnTo>
                  <a:pt x="386636" y="1707384"/>
                </a:lnTo>
                <a:lnTo>
                  <a:pt x="412310" y="1708866"/>
                </a:lnTo>
                <a:lnTo>
                  <a:pt x="433236" y="1707744"/>
                </a:lnTo>
                <a:lnTo>
                  <a:pt x="523123" y="1708439"/>
                </a:lnTo>
                <a:cubicBezTo>
                  <a:pt x="587969" y="1705734"/>
                  <a:pt x="655091" y="1699843"/>
                  <a:pt x="724602" y="1690773"/>
                </a:cubicBezTo>
                <a:cubicBezTo>
                  <a:pt x="961127" y="1659766"/>
                  <a:pt x="1222209" y="1593038"/>
                  <a:pt x="1546298" y="1480915"/>
                </a:cubicBezTo>
                <a:cubicBezTo>
                  <a:pt x="1588882" y="1466280"/>
                  <a:pt x="1631466" y="1451433"/>
                  <a:pt x="1674049" y="1436388"/>
                </a:cubicBezTo>
                <a:lnTo>
                  <a:pt x="1706173" y="1425102"/>
                </a:lnTo>
                <a:cubicBezTo>
                  <a:pt x="2101860" y="1286189"/>
                  <a:pt x="2509415" y="1143477"/>
                  <a:pt x="2921280" y="1109970"/>
                </a:cubicBezTo>
                <a:lnTo>
                  <a:pt x="3051576" y="1104556"/>
                </a:lnTo>
                <a:close/>
                <a:moveTo>
                  <a:pt x="7971766" y="1097194"/>
                </a:moveTo>
                <a:lnTo>
                  <a:pt x="7903222" y="1103998"/>
                </a:lnTo>
                <a:lnTo>
                  <a:pt x="7854261" y="1137552"/>
                </a:lnTo>
                <a:lnTo>
                  <a:pt x="7928530" y="1131762"/>
                </a:lnTo>
                <a:lnTo>
                  <a:pt x="7931517" y="1131802"/>
                </a:lnTo>
                <a:lnTo>
                  <a:pt x="7970287" y="1098284"/>
                </a:lnTo>
                <a:close/>
                <a:moveTo>
                  <a:pt x="8293197" y="1094651"/>
                </a:moveTo>
                <a:lnTo>
                  <a:pt x="8255368" y="1136236"/>
                </a:lnTo>
                <a:lnTo>
                  <a:pt x="8248065" y="1144951"/>
                </a:lnTo>
                <a:lnTo>
                  <a:pt x="8255314" y="1145533"/>
                </a:lnTo>
                <a:lnTo>
                  <a:pt x="8337837" y="1158071"/>
                </a:lnTo>
                <a:lnTo>
                  <a:pt x="8380868" y="1101974"/>
                </a:lnTo>
                <a:lnTo>
                  <a:pt x="8357819" y="1098823"/>
                </a:lnTo>
                <a:close/>
                <a:moveTo>
                  <a:pt x="4041838" y="1094061"/>
                </a:moveTo>
                <a:lnTo>
                  <a:pt x="4035406" y="1096333"/>
                </a:lnTo>
                <a:lnTo>
                  <a:pt x="4200111" y="1110491"/>
                </a:lnTo>
                <a:cubicBezTo>
                  <a:pt x="4396366" y="1134141"/>
                  <a:pt x="4598686" y="1178656"/>
                  <a:pt x="4806414" y="1244018"/>
                </a:cubicBezTo>
                <a:cubicBezTo>
                  <a:pt x="4886538" y="1268824"/>
                  <a:pt x="4970133" y="1298095"/>
                  <a:pt x="5054474" y="1330219"/>
                </a:cubicBezTo>
                <a:cubicBezTo>
                  <a:pt x="5230596" y="1397195"/>
                  <a:pt x="5406966" y="1476450"/>
                  <a:pt x="5577630" y="1553472"/>
                </a:cubicBezTo>
                <a:cubicBezTo>
                  <a:pt x="5703956" y="1610216"/>
                  <a:pt x="5832451" y="1667951"/>
                  <a:pt x="5962913" y="1721672"/>
                </a:cubicBezTo>
                <a:lnTo>
                  <a:pt x="6032950" y="1749006"/>
                </a:lnTo>
                <a:lnTo>
                  <a:pt x="6052846" y="1742125"/>
                </a:lnTo>
                <a:lnTo>
                  <a:pt x="6057323" y="1740203"/>
                </a:lnTo>
                <a:lnTo>
                  <a:pt x="5670777" y="1569099"/>
                </a:lnTo>
                <a:cubicBezTo>
                  <a:pt x="5515118" y="1498030"/>
                  <a:pt x="5354253" y="1424481"/>
                  <a:pt x="5194132" y="1360482"/>
                </a:cubicBezTo>
                <a:cubicBezTo>
                  <a:pt x="5108551" y="1326249"/>
                  <a:pt x="5024831" y="1295366"/>
                  <a:pt x="4945203" y="1268452"/>
                </a:cubicBezTo>
                <a:cubicBezTo>
                  <a:pt x="4643997" y="1166438"/>
                  <a:pt x="4355845" y="1108423"/>
                  <a:pt x="4082671" y="1094500"/>
                </a:cubicBezTo>
                <a:close/>
                <a:moveTo>
                  <a:pt x="3994939" y="1093557"/>
                </a:moveTo>
                <a:lnTo>
                  <a:pt x="4005901" y="1093797"/>
                </a:lnTo>
                <a:lnTo>
                  <a:pt x="4008425" y="1094014"/>
                </a:lnTo>
                <a:lnTo>
                  <a:pt x="4009059" y="1093709"/>
                </a:lnTo>
                <a:close/>
                <a:moveTo>
                  <a:pt x="8073235" y="1090502"/>
                </a:moveTo>
                <a:lnTo>
                  <a:pt x="8037702" y="1090649"/>
                </a:lnTo>
                <a:lnTo>
                  <a:pt x="7996141" y="1094775"/>
                </a:lnTo>
                <a:lnTo>
                  <a:pt x="7978100" y="1108082"/>
                </a:lnTo>
                <a:lnTo>
                  <a:pt x="7950345" y="1132054"/>
                </a:lnTo>
                <a:lnTo>
                  <a:pt x="8027725" y="1133090"/>
                </a:lnTo>
                <a:close/>
                <a:moveTo>
                  <a:pt x="8175124" y="1090080"/>
                </a:moveTo>
                <a:lnTo>
                  <a:pt x="8092912" y="1090421"/>
                </a:lnTo>
                <a:lnTo>
                  <a:pt x="8047007" y="1133348"/>
                </a:lnTo>
                <a:lnTo>
                  <a:pt x="8114774" y="1134255"/>
                </a:lnTo>
                <a:lnTo>
                  <a:pt x="8130221" y="1135495"/>
                </a:lnTo>
                <a:close/>
                <a:moveTo>
                  <a:pt x="8219557" y="1089896"/>
                </a:moveTo>
                <a:lnTo>
                  <a:pt x="8191903" y="1090011"/>
                </a:lnTo>
                <a:lnTo>
                  <a:pt x="8145757" y="1136741"/>
                </a:lnTo>
                <a:lnTo>
                  <a:pt x="8232473" y="1143700"/>
                </a:lnTo>
                <a:lnTo>
                  <a:pt x="8245803" y="1127818"/>
                </a:lnTo>
                <a:lnTo>
                  <a:pt x="8276879" y="1093597"/>
                </a:lnTo>
                <a:close/>
                <a:moveTo>
                  <a:pt x="9158678" y="1089737"/>
                </a:moveTo>
                <a:lnTo>
                  <a:pt x="9157870" y="1091710"/>
                </a:lnTo>
                <a:lnTo>
                  <a:pt x="9124613" y="1170227"/>
                </a:lnTo>
                <a:lnTo>
                  <a:pt x="9171958" y="1187020"/>
                </a:lnTo>
                <a:lnTo>
                  <a:pt x="9234036" y="1215055"/>
                </a:lnTo>
                <a:lnTo>
                  <a:pt x="9267022" y="1126640"/>
                </a:lnTo>
                <a:close/>
                <a:moveTo>
                  <a:pt x="8768942" y="1085949"/>
                </a:moveTo>
                <a:lnTo>
                  <a:pt x="8731151" y="1151604"/>
                </a:lnTo>
                <a:lnTo>
                  <a:pt x="8781315" y="1162407"/>
                </a:lnTo>
                <a:lnTo>
                  <a:pt x="8833506" y="1178123"/>
                </a:lnTo>
                <a:lnTo>
                  <a:pt x="8854990" y="1137848"/>
                </a:lnTo>
                <a:lnTo>
                  <a:pt x="8871060" y="1106749"/>
                </a:lnTo>
                <a:close/>
                <a:moveTo>
                  <a:pt x="7839364" y="1082888"/>
                </a:moveTo>
                <a:lnTo>
                  <a:pt x="7803823" y="1090466"/>
                </a:lnTo>
                <a:lnTo>
                  <a:pt x="7763780" y="1108955"/>
                </a:lnTo>
                <a:lnTo>
                  <a:pt x="7812173" y="1100014"/>
                </a:lnTo>
                <a:close/>
                <a:moveTo>
                  <a:pt x="4081019" y="1080221"/>
                </a:moveTo>
                <a:lnTo>
                  <a:pt x="4076105" y="1081957"/>
                </a:lnTo>
                <a:lnTo>
                  <a:pt x="4134230" y="1084334"/>
                </a:lnTo>
                <a:cubicBezTo>
                  <a:pt x="4393285" y="1102607"/>
                  <a:pt x="4665382" y="1159822"/>
                  <a:pt x="4948925" y="1255925"/>
                </a:cubicBezTo>
                <a:cubicBezTo>
                  <a:pt x="5028676" y="1282839"/>
                  <a:pt x="5112643" y="1313847"/>
                  <a:pt x="5198473" y="1348079"/>
                </a:cubicBezTo>
                <a:cubicBezTo>
                  <a:pt x="5358842" y="1412202"/>
                  <a:pt x="5519955" y="1485752"/>
                  <a:pt x="5675614" y="1556945"/>
                </a:cubicBezTo>
                <a:lnTo>
                  <a:pt x="6073604" y="1733210"/>
                </a:lnTo>
                <a:lnTo>
                  <a:pt x="6100407" y="1721696"/>
                </a:lnTo>
                <a:lnTo>
                  <a:pt x="5987972" y="1672466"/>
                </a:lnTo>
                <a:cubicBezTo>
                  <a:pt x="5914425" y="1639092"/>
                  <a:pt x="5841536" y="1605131"/>
                  <a:pt x="5769257" y="1571457"/>
                </a:cubicBezTo>
                <a:cubicBezTo>
                  <a:pt x="5628609" y="1505969"/>
                  <a:pt x="5483121" y="1438125"/>
                  <a:pt x="5338750" y="1377598"/>
                </a:cubicBezTo>
                <a:cubicBezTo>
                  <a:pt x="5250814" y="1340390"/>
                  <a:pt x="5168953" y="1308762"/>
                  <a:pt x="5088582" y="1279615"/>
                </a:cubicBezTo>
                <a:cubicBezTo>
                  <a:pt x="4799982" y="1174965"/>
                  <a:pt x="4524570" y="1110840"/>
                  <a:pt x="4263920" y="1087341"/>
                </a:cubicBezTo>
                <a:close/>
                <a:moveTo>
                  <a:pt x="4017820" y="1077761"/>
                </a:moveTo>
                <a:lnTo>
                  <a:pt x="4013260" y="1079387"/>
                </a:lnTo>
                <a:lnTo>
                  <a:pt x="4041579" y="1080545"/>
                </a:lnTo>
                <a:lnTo>
                  <a:pt x="4046319" y="1078871"/>
                </a:lnTo>
                <a:close/>
                <a:moveTo>
                  <a:pt x="4085839" y="1064905"/>
                </a:moveTo>
                <a:lnTo>
                  <a:pt x="4069852" y="1065614"/>
                </a:lnTo>
                <a:lnTo>
                  <a:pt x="4083978" y="1065563"/>
                </a:lnTo>
                <a:close/>
                <a:moveTo>
                  <a:pt x="8659798" y="1064886"/>
                </a:moveTo>
                <a:lnTo>
                  <a:pt x="8619866" y="1127637"/>
                </a:lnTo>
                <a:lnTo>
                  <a:pt x="8717794" y="1148727"/>
                </a:lnTo>
                <a:lnTo>
                  <a:pt x="8755523" y="1083216"/>
                </a:lnTo>
                <a:lnTo>
                  <a:pt x="8673611" y="1066532"/>
                </a:lnTo>
                <a:close/>
                <a:moveTo>
                  <a:pt x="7938917" y="1063917"/>
                </a:moveTo>
                <a:lnTo>
                  <a:pt x="7914910" y="1066783"/>
                </a:lnTo>
                <a:lnTo>
                  <a:pt x="7882911" y="1073605"/>
                </a:lnTo>
                <a:lnTo>
                  <a:pt x="7858551" y="1085851"/>
                </a:lnTo>
                <a:lnTo>
                  <a:pt x="7841882" y="1096350"/>
                </a:lnTo>
                <a:lnTo>
                  <a:pt x="7900867" y="1089890"/>
                </a:lnTo>
                <a:close/>
                <a:moveTo>
                  <a:pt x="4133125" y="1062807"/>
                </a:moveTo>
                <a:lnTo>
                  <a:pt x="4129916" y="1062950"/>
                </a:lnTo>
                <a:lnTo>
                  <a:pt x="4120195" y="1066384"/>
                </a:lnTo>
                <a:lnTo>
                  <a:pt x="4342460" y="1083010"/>
                </a:lnTo>
                <a:cubicBezTo>
                  <a:pt x="4580844" y="1111563"/>
                  <a:pt x="4830980" y="1173157"/>
                  <a:pt x="5091558" y="1267708"/>
                </a:cubicBezTo>
                <a:cubicBezTo>
                  <a:pt x="5172056" y="1296855"/>
                  <a:pt x="5254162" y="1328979"/>
                  <a:pt x="5342223" y="1365816"/>
                </a:cubicBezTo>
                <a:cubicBezTo>
                  <a:pt x="5486842" y="1426590"/>
                  <a:pt x="5632453" y="1494434"/>
                  <a:pt x="5773351" y="1560046"/>
                </a:cubicBezTo>
                <a:cubicBezTo>
                  <a:pt x="5845505" y="1593658"/>
                  <a:pt x="5918271" y="1627557"/>
                  <a:pt x="5991685" y="1660867"/>
                </a:cubicBezTo>
                <a:lnTo>
                  <a:pt x="6115662" y="1715143"/>
                </a:lnTo>
                <a:lnTo>
                  <a:pt x="6142641" y="1703556"/>
                </a:lnTo>
                <a:lnTo>
                  <a:pt x="6096525" y="1683052"/>
                </a:lnTo>
                <a:cubicBezTo>
                  <a:pt x="6018401" y="1646929"/>
                  <a:pt x="5941007" y="1610092"/>
                  <a:pt x="5864264" y="1573565"/>
                </a:cubicBezTo>
                <a:cubicBezTo>
                  <a:pt x="5738497" y="1513783"/>
                  <a:pt x="5608516" y="1451892"/>
                  <a:pt x="5479771" y="1395334"/>
                </a:cubicBezTo>
                <a:cubicBezTo>
                  <a:pt x="5390469" y="1356141"/>
                  <a:pt x="5308239" y="1322157"/>
                  <a:pt x="5228364" y="1291397"/>
                </a:cubicBezTo>
                <a:cubicBezTo>
                  <a:pt x="4835809" y="1139616"/>
                  <a:pt x="4469418" y="1063318"/>
                  <a:pt x="4133125" y="1062807"/>
                </a:cubicBezTo>
                <a:close/>
                <a:moveTo>
                  <a:pt x="9039197" y="1057467"/>
                </a:moveTo>
                <a:lnTo>
                  <a:pt x="9011763" y="1116887"/>
                </a:lnTo>
                <a:lnTo>
                  <a:pt x="9005254" y="1130527"/>
                </a:lnTo>
                <a:lnTo>
                  <a:pt x="9042067" y="1140947"/>
                </a:lnTo>
                <a:lnTo>
                  <a:pt x="9112002" y="1165754"/>
                </a:lnTo>
                <a:lnTo>
                  <a:pt x="9145715" y="1086252"/>
                </a:lnTo>
                <a:lnTo>
                  <a:pt x="9145855" y="1085908"/>
                </a:lnTo>
                <a:close/>
                <a:moveTo>
                  <a:pt x="7894932" y="1053454"/>
                </a:moveTo>
                <a:lnTo>
                  <a:pt x="7861254" y="1063947"/>
                </a:lnTo>
                <a:lnTo>
                  <a:pt x="7852910" y="1067800"/>
                </a:lnTo>
                <a:lnTo>
                  <a:pt x="7875979" y="1062989"/>
                </a:lnTo>
                <a:close/>
                <a:moveTo>
                  <a:pt x="8032002" y="1052803"/>
                </a:moveTo>
                <a:lnTo>
                  <a:pt x="7966517" y="1060621"/>
                </a:lnTo>
                <a:lnTo>
                  <a:pt x="7928171" y="1086900"/>
                </a:lnTo>
                <a:lnTo>
                  <a:pt x="7972658" y="1082028"/>
                </a:lnTo>
                <a:lnTo>
                  <a:pt x="7993408" y="1081245"/>
                </a:lnTo>
                <a:close/>
                <a:moveTo>
                  <a:pt x="8551109" y="1051935"/>
                </a:moveTo>
                <a:lnTo>
                  <a:pt x="8531768" y="1077213"/>
                </a:lnTo>
                <a:lnTo>
                  <a:pt x="8511211" y="1106609"/>
                </a:lnTo>
                <a:lnTo>
                  <a:pt x="8535027" y="1109366"/>
                </a:lnTo>
                <a:lnTo>
                  <a:pt x="8606258" y="1124707"/>
                </a:lnTo>
                <a:lnTo>
                  <a:pt x="8645412" y="1063172"/>
                </a:lnTo>
                <a:close/>
                <a:moveTo>
                  <a:pt x="4125984" y="1050719"/>
                </a:moveTo>
                <a:lnTo>
                  <a:pt x="4111971" y="1051179"/>
                </a:lnTo>
                <a:lnTo>
                  <a:pt x="4124249" y="1051332"/>
                </a:lnTo>
                <a:close/>
                <a:moveTo>
                  <a:pt x="4261423" y="1046275"/>
                </a:moveTo>
                <a:lnTo>
                  <a:pt x="4168491" y="1049324"/>
                </a:lnTo>
                <a:lnTo>
                  <a:pt x="4161488" y="1051798"/>
                </a:lnTo>
                <a:lnTo>
                  <a:pt x="4234766" y="1052714"/>
                </a:lnTo>
                <a:cubicBezTo>
                  <a:pt x="4544462" y="1066809"/>
                  <a:pt x="4878173" y="1142523"/>
                  <a:pt x="5233077" y="1279615"/>
                </a:cubicBezTo>
                <a:cubicBezTo>
                  <a:pt x="5313201" y="1310374"/>
                  <a:pt x="5395555" y="1344482"/>
                  <a:pt x="5484981" y="1383675"/>
                </a:cubicBezTo>
                <a:cubicBezTo>
                  <a:pt x="5613971" y="1440357"/>
                  <a:pt x="5744079" y="1502248"/>
                  <a:pt x="5869471" y="1562154"/>
                </a:cubicBezTo>
                <a:cubicBezTo>
                  <a:pt x="5946091" y="1598619"/>
                  <a:pt x="6023363" y="1635386"/>
                  <a:pt x="6101352" y="1671436"/>
                </a:cubicBezTo>
                <a:lnTo>
                  <a:pt x="6158394" y="1696789"/>
                </a:lnTo>
                <a:lnTo>
                  <a:pt x="6189444" y="1683452"/>
                </a:lnTo>
                <a:lnTo>
                  <a:pt x="5962371" y="1574061"/>
                </a:lnTo>
                <a:cubicBezTo>
                  <a:pt x="5851737" y="1520232"/>
                  <a:pt x="5737257" y="1464542"/>
                  <a:pt x="5624018" y="1412822"/>
                </a:cubicBezTo>
                <a:cubicBezTo>
                  <a:pt x="5533228" y="1371148"/>
                  <a:pt x="5450377" y="1335304"/>
                  <a:pt x="5371370" y="1302932"/>
                </a:cubicBezTo>
                <a:cubicBezTo>
                  <a:pt x="4965482" y="1136732"/>
                  <a:pt x="4598064" y="1051442"/>
                  <a:pt x="4261423" y="1046275"/>
                </a:cubicBezTo>
                <a:close/>
                <a:moveTo>
                  <a:pt x="8130475" y="1041046"/>
                </a:moveTo>
                <a:lnTo>
                  <a:pt x="8057096" y="1049807"/>
                </a:lnTo>
                <a:lnTo>
                  <a:pt x="8015616" y="1080407"/>
                </a:lnTo>
                <a:lnTo>
                  <a:pt x="8086896" y="1077718"/>
                </a:lnTo>
                <a:lnTo>
                  <a:pt x="8101633" y="1063927"/>
                </a:lnTo>
                <a:close/>
                <a:moveTo>
                  <a:pt x="8447863" y="1040803"/>
                </a:moveTo>
                <a:lnTo>
                  <a:pt x="8403266" y="1094111"/>
                </a:lnTo>
                <a:lnTo>
                  <a:pt x="8496832" y="1104944"/>
                </a:lnTo>
                <a:lnTo>
                  <a:pt x="8521768" y="1069369"/>
                </a:lnTo>
                <a:lnTo>
                  <a:pt x="8536491" y="1050193"/>
                </a:lnTo>
                <a:lnTo>
                  <a:pt x="8464118" y="1041570"/>
                </a:lnTo>
                <a:close/>
                <a:moveTo>
                  <a:pt x="8227316" y="1037293"/>
                </a:moveTo>
                <a:lnTo>
                  <a:pt x="8154602" y="1038905"/>
                </a:lnTo>
                <a:lnTo>
                  <a:pt x="8109571" y="1074842"/>
                </a:lnTo>
                <a:lnTo>
                  <a:pt x="8107320" y="1076947"/>
                </a:lnTo>
                <a:lnTo>
                  <a:pt x="8130656" y="1076066"/>
                </a:lnTo>
                <a:lnTo>
                  <a:pt x="8187217" y="1077849"/>
                </a:lnTo>
                <a:close/>
                <a:moveTo>
                  <a:pt x="9314215" y="1037174"/>
                </a:moveTo>
                <a:lnTo>
                  <a:pt x="9304101" y="1063307"/>
                </a:lnTo>
                <a:lnTo>
                  <a:pt x="9283272" y="1119169"/>
                </a:lnTo>
                <a:lnTo>
                  <a:pt x="9293102" y="1122514"/>
                </a:lnTo>
                <a:lnTo>
                  <a:pt x="9394346" y="1167233"/>
                </a:lnTo>
                <a:lnTo>
                  <a:pt x="9424385" y="1074658"/>
                </a:lnTo>
                <a:lnTo>
                  <a:pt x="9410224" y="1068536"/>
                </a:lnTo>
                <a:close/>
                <a:moveTo>
                  <a:pt x="8346526" y="1036024"/>
                </a:moveTo>
                <a:lnTo>
                  <a:pt x="8304128" y="1082633"/>
                </a:lnTo>
                <a:lnTo>
                  <a:pt x="8388655" y="1092420"/>
                </a:lnTo>
                <a:lnTo>
                  <a:pt x="8432390" y="1040074"/>
                </a:lnTo>
                <a:close/>
                <a:moveTo>
                  <a:pt x="8326711" y="1035090"/>
                </a:moveTo>
                <a:lnTo>
                  <a:pt x="8244764" y="1036906"/>
                </a:lnTo>
                <a:lnTo>
                  <a:pt x="8241911" y="1039369"/>
                </a:lnTo>
                <a:lnTo>
                  <a:pt x="8203409" y="1078359"/>
                </a:lnTo>
                <a:lnTo>
                  <a:pt x="8288288" y="1081034"/>
                </a:lnTo>
                <a:lnTo>
                  <a:pt x="8329875" y="1035239"/>
                </a:lnTo>
                <a:close/>
                <a:moveTo>
                  <a:pt x="8924590" y="1032215"/>
                </a:moveTo>
                <a:lnTo>
                  <a:pt x="8890546" y="1098056"/>
                </a:lnTo>
                <a:lnTo>
                  <a:pt x="8993594" y="1127226"/>
                </a:lnTo>
                <a:lnTo>
                  <a:pt x="9000476" y="1112794"/>
                </a:lnTo>
                <a:lnTo>
                  <a:pt x="9027536" y="1054358"/>
                </a:lnTo>
                <a:lnTo>
                  <a:pt x="8993654" y="1045323"/>
                </a:lnTo>
                <a:close/>
                <a:moveTo>
                  <a:pt x="4387732" y="1031428"/>
                </a:moveTo>
                <a:lnTo>
                  <a:pt x="4231457" y="1034427"/>
                </a:lnTo>
                <a:lnTo>
                  <a:pt x="4388397" y="1039578"/>
                </a:lnTo>
                <a:cubicBezTo>
                  <a:pt x="4691282" y="1061693"/>
                  <a:pt x="5018504" y="1145497"/>
                  <a:pt x="5375216" y="1291397"/>
                </a:cubicBezTo>
                <a:cubicBezTo>
                  <a:pt x="5454470" y="1323893"/>
                  <a:pt x="5537321" y="1359861"/>
                  <a:pt x="5628359" y="1401535"/>
                </a:cubicBezTo>
                <a:cubicBezTo>
                  <a:pt x="5741599" y="1453504"/>
                  <a:pt x="5856202" y="1509317"/>
                  <a:pt x="5966960" y="1562774"/>
                </a:cubicBezTo>
                <a:lnTo>
                  <a:pt x="6204249" y="1677093"/>
                </a:lnTo>
                <a:lnTo>
                  <a:pt x="6238312" y="1662461"/>
                </a:lnTo>
                <a:lnTo>
                  <a:pt x="6058494" y="1573813"/>
                </a:lnTo>
                <a:cubicBezTo>
                  <a:pt x="5962868" y="1526061"/>
                  <a:pt x="5863890" y="1476697"/>
                  <a:pt x="5766280" y="1430062"/>
                </a:cubicBezTo>
                <a:cubicBezTo>
                  <a:pt x="5673629" y="1385908"/>
                  <a:pt x="5590529" y="1347955"/>
                  <a:pt x="5512390" y="1314219"/>
                </a:cubicBezTo>
                <a:cubicBezTo>
                  <a:pt x="5099063" y="1135771"/>
                  <a:pt x="4726770" y="1041770"/>
                  <a:pt x="4387732" y="1031428"/>
                </a:cubicBezTo>
                <a:close/>
                <a:moveTo>
                  <a:pt x="7994535" y="1028087"/>
                </a:moveTo>
                <a:lnTo>
                  <a:pt x="7957996" y="1035861"/>
                </a:lnTo>
                <a:lnTo>
                  <a:pt x="7923920" y="1052991"/>
                </a:lnTo>
                <a:lnTo>
                  <a:pt x="7931837" y="1051339"/>
                </a:lnTo>
                <a:lnTo>
                  <a:pt x="7963355" y="1047234"/>
                </a:lnTo>
                <a:lnTo>
                  <a:pt x="7979121" y="1036471"/>
                </a:lnTo>
                <a:close/>
                <a:moveTo>
                  <a:pt x="4326245" y="1018780"/>
                </a:moveTo>
                <a:lnTo>
                  <a:pt x="4314800" y="1018844"/>
                </a:lnTo>
                <a:lnTo>
                  <a:pt x="4309832" y="1019413"/>
                </a:lnTo>
                <a:close/>
                <a:moveTo>
                  <a:pt x="4515505" y="1017718"/>
                </a:moveTo>
                <a:lnTo>
                  <a:pt x="4342848" y="1018687"/>
                </a:lnTo>
                <a:lnTo>
                  <a:pt x="4516797" y="1027110"/>
                </a:lnTo>
                <a:cubicBezTo>
                  <a:pt x="4822362" y="1054543"/>
                  <a:pt x="5154130" y="1146461"/>
                  <a:pt x="5517352" y="1303552"/>
                </a:cubicBezTo>
                <a:cubicBezTo>
                  <a:pt x="5595615" y="1337412"/>
                  <a:pt x="5678590" y="1375365"/>
                  <a:pt x="5771614" y="1419644"/>
                </a:cubicBezTo>
                <a:cubicBezTo>
                  <a:pt x="5869348" y="1466279"/>
                  <a:pt x="5968324" y="1515643"/>
                  <a:pt x="6064074" y="1563394"/>
                </a:cubicBezTo>
                <a:lnTo>
                  <a:pt x="6252032" y="1656127"/>
                </a:lnTo>
                <a:lnTo>
                  <a:pt x="6285760" y="1639757"/>
                </a:lnTo>
                <a:lnTo>
                  <a:pt x="6155856" y="1574185"/>
                </a:lnTo>
                <a:cubicBezTo>
                  <a:pt x="6075239" y="1532883"/>
                  <a:pt x="5991890" y="1490341"/>
                  <a:pt x="5909535" y="1449411"/>
                </a:cubicBezTo>
                <a:cubicBezTo>
                  <a:pt x="5815149" y="1402528"/>
                  <a:pt x="5731676" y="1362590"/>
                  <a:pt x="5654529" y="1327614"/>
                </a:cubicBezTo>
                <a:cubicBezTo>
                  <a:pt x="5234069" y="1136221"/>
                  <a:pt x="4857019" y="1033296"/>
                  <a:pt x="4515505" y="1017718"/>
                </a:cubicBezTo>
                <a:close/>
                <a:moveTo>
                  <a:pt x="8812500" y="1010942"/>
                </a:moveTo>
                <a:lnTo>
                  <a:pt x="8808525" y="1017183"/>
                </a:lnTo>
                <a:lnTo>
                  <a:pt x="8775115" y="1075226"/>
                </a:lnTo>
                <a:lnTo>
                  <a:pt x="8876976" y="1095300"/>
                </a:lnTo>
                <a:lnTo>
                  <a:pt x="8910915" y="1029620"/>
                </a:lnTo>
                <a:close/>
                <a:moveTo>
                  <a:pt x="8093189" y="1007711"/>
                </a:moveTo>
                <a:lnTo>
                  <a:pt x="8085143" y="1008810"/>
                </a:lnTo>
                <a:lnTo>
                  <a:pt x="8038193" y="1018799"/>
                </a:lnTo>
                <a:lnTo>
                  <a:pt x="7993322" y="1043331"/>
                </a:lnTo>
                <a:lnTo>
                  <a:pt x="8055920" y="1035177"/>
                </a:lnTo>
                <a:close/>
                <a:moveTo>
                  <a:pt x="9193922" y="1003645"/>
                </a:moveTo>
                <a:lnTo>
                  <a:pt x="9163336" y="1078358"/>
                </a:lnTo>
                <a:lnTo>
                  <a:pt x="9271326" y="1115104"/>
                </a:lnTo>
                <a:lnTo>
                  <a:pt x="9291946" y="1059834"/>
                </a:lnTo>
                <a:lnTo>
                  <a:pt x="9301555" y="1033039"/>
                </a:lnTo>
                <a:lnTo>
                  <a:pt x="9268533" y="1022252"/>
                </a:lnTo>
                <a:close/>
                <a:moveTo>
                  <a:pt x="8705151" y="998405"/>
                </a:moveTo>
                <a:lnTo>
                  <a:pt x="8671379" y="1046687"/>
                </a:lnTo>
                <a:lnTo>
                  <a:pt x="8666802" y="1053880"/>
                </a:lnTo>
                <a:lnTo>
                  <a:pt x="8761652" y="1072573"/>
                </a:lnTo>
                <a:lnTo>
                  <a:pt x="8797579" y="1010191"/>
                </a:lnTo>
                <a:lnTo>
                  <a:pt x="8798555" y="1008659"/>
                </a:lnTo>
                <a:close/>
                <a:moveTo>
                  <a:pt x="4592244" y="998309"/>
                </a:moveTo>
                <a:cubicBezTo>
                  <a:pt x="4541196" y="996571"/>
                  <a:pt x="4490987" y="996881"/>
                  <a:pt x="4441588" y="999234"/>
                </a:cubicBezTo>
                <a:lnTo>
                  <a:pt x="4393021" y="1004334"/>
                </a:lnTo>
                <a:lnTo>
                  <a:pt x="4463354" y="1002515"/>
                </a:lnTo>
                <a:cubicBezTo>
                  <a:pt x="4820128" y="1009565"/>
                  <a:pt x="5215596" y="1113353"/>
                  <a:pt x="5658870" y="1315211"/>
                </a:cubicBezTo>
                <a:cubicBezTo>
                  <a:pt x="5736264" y="1350311"/>
                  <a:pt x="5820110" y="1390249"/>
                  <a:pt x="5914373" y="1437132"/>
                </a:cubicBezTo>
                <a:cubicBezTo>
                  <a:pt x="5996726" y="1478062"/>
                  <a:pt x="6080075" y="1520728"/>
                  <a:pt x="6160818" y="1562030"/>
                </a:cubicBezTo>
                <a:lnTo>
                  <a:pt x="6300520" y="1632595"/>
                </a:lnTo>
                <a:lnTo>
                  <a:pt x="6338712" y="1614059"/>
                </a:lnTo>
                <a:lnTo>
                  <a:pt x="6253220" y="1569720"/>
                </a:lnTo>
                <a:cubicBezTo>
                  <a:pt x="6187608" y="1535240"/>
                  <a:pt x="6119764" y="1499643"/>
                  <a:pt x="6052913" y="1465163"/>
                </a:cubicBezTo>
                <a:cubicBezTo>
                  <a:pt x="5954681" y="1414559"/>
                  <a:pt x="5873317" y="1373877"/>
                  <a:pt x="5796668" y="1337289"/>
                </a:cubicBezTo>
                <a:cubicBezTo>
                  <a:pt x="5348021" y="1122977"/>
                  <a:pt x="4949584" y="1010474"/>
                  <a:pt x="4592244" y="998309"/>
                </a:cubicBezTo>
                <a:close/>
                <a:moveTo>
                  <a:pt x="8188975" y="994635"/>
                </a:moveTo>
                <a:lnTo>
                  <a:pt x="8120782" y="1003945"/>
                </a:lnTo>
                <a:lnTo>
                  <a:pt x="8113277" y="1008362"/>
                </a:lnTo>
                <a:lnTo>
                  <a:pt x="8081433" y="1031853"/>
                </a:lnTo>
                <a:lnTo>
                  <a:pt x="8083721" y="1031555"/>
                </a:lnTo>
                <a:lnTo>
                  <a:pt x="8146936" y="1027986"/>
                </a:lnTo>
                <a:close/>
                <a:moveTo>
                  <a:pt x="8057955" y="993592"/>
                </a:moveTo>
                <a:lnTo>
                  <a:pt x="8054695" y="994367"/>
                </a:lnTo>
                <a:lnTo>
                  <a:pt x="8010458" y="1009490"/>
                </a:lnTo>
                <a:lnTo>
                  <a:pt x="7999389" y="1015054"/>
                </a:lnTo>
                <a:lnTo>
                  <a:pt x="8030227" y="1008673"/>
                </a:lnTo>
                <a:close/>
                <a:moveTo>
                  <a:pt x="8283550" y="987750"/>
                </a:moveTo>
                <a:lnTo>
                  <a:pt x="8214271" y="991285"/>
                </a:lnTo>
                <a:lnTo>
                  <a:pt x="8169909" y="1026689"/>
                </a:lnTo>
                <a:lnTo>
                  <a:pt x="8239431" y="1022764"/>
                </a:lnTo>
                <a:lnTo>
                  <a:pt x="8242979" y="1022813"/>
                </a:lnTo>
                <a:close/>
                <a:moveTo>
                  <a:pt x="8600830" y="986951"/>
                </a:moveTo>
                <a:lnTo>
                  <a:pt x="8559584" y="1040858"/>
                </a:lnTo>
                <a:lnTo>
                  <a:pt x="8641854" y="1048964"/>
                </a:lnTo>
                <a:lnTo>
                  <a:pt x="8653049" y="1051170"/>
                </a:lnTo>
                <a:lnTo>
                  <a:pt x="8660449" y="1039540"/>
                </a:lnTo>
                <a:lnTo>
                  <a:pt x="8690374" y="996782"/>
                </a:lnTo>
                <a:close/>
                <a:moveTo>
                  <a:pt x="8379576" y="982849"/>
                </a:moveTo>
                <a:lnTo>
                  <a:pt x="8302846" y="986765"/>
                </a:lnTo>
                <a:lnTo>
                  <a:pt x="8260801" y="1023062"/>
                </a:lnTo>
                <a:lnTo>
                  <a:pt x="8339933" y="1024164"/>
                </a:lnTo>
                <a:lnTo>
                  <a:pt x="8365321" y="996207"/>
                </a:lnTo>
                <a:close/>
                <a:moveTo>
                  <a:pt x="4567843" y="982534"/>
                </a:moveTo>
                <a:lnTo>
                  <a:pt x="4513292" y="987757"/>
                </a:lnTo>
                <a:lnTo>
                  <a:pt x="4591450" y="986716"/>
                </a:lnTo>
                <a:cubicBezTo>
                  <a:pt x="4950732" y="998817"/>
                  <a:pt x="5350987" y="1111787"/>
                  <a:pt x="5801504" y="1326994"/>
                </a:cubicBezTo>
                <a:cubicBezTo>
                  <a:pt x="5878277" y="1364203"/>
                  <a:pt x="5959766" y="1404388"/>
                  <a:pt x="6058122" y="1454993"/>
                </a:cubicBezTo>
                <a:cubicBezTo>
                  <a:pt x="6124974" y="1489473"/>
                  <a:pt x="6192817" y="1525193"/>
                  <a:pt x="6258429" y="1559674"/>
                </a:cubicBezTo>
                <a:lnTo>
                  <a:pt x="6351354" y="1607923"/>
                </a:lnTo>
                <a:lnTo>
                  <a:pt x="6390792" y="1588784"/>
                </a:lnTo>
                <a:lnTo>
                  <a:pt x="6350086" y="1567115"/>
                </a:lnTo>
                <a:cubicBezTo>
                  <a:pt x="6215515" y="1494557"/>
                  <a:pt x="6076353" y="1419396"/>
                  <a:pt x="5938060" y="1350187"/>
                </a:cubicBezTo>
                <a:cubicBezTo>
                  <a:pt x="5417136" y="1089725"/>
                  <a:pt x="4965141" y="968028"/>
                  <a:pt x="4567843" y="982534"/>
                </a:cubicBezTo>
                <a:close/>
                <a:moveTo>
                  <a:pt x="8496712" y="982413"/>
                </a:moveTo>
                <a:lnTo>
                  <a:pt x="8456329" y="1030684"/>
                </a:lnTo>
                <a:lnTo>
                  <a:pt x="8544779" y="1039399"/>
                </a:lnTo>
                <a:lnTo>
                  <a:pt x="8586269" y="985364"/>
                </a:lnTo>
                <a:close/>
                <a:moveTo>
                  <a:pt x="8430719" y="980238"/>
                </a:moveTo>
                <a:lnTo>
                  <a:pt x="8399533" y="981830"/>
                </a:lnTo>
                <a:lnTo>
                  <a:pt x="8374623" y="1005137"/>
                </a:lnTo>
                <a:lnTo>
                  <a:pt x="8357098" y="1024403"/>
                </a:lnTo>
                <a:lnTo>
                  <a:pt x="8398419" y="1024978"/>
                </a:lnTo>
                <a:lnTo>
                  <a:pt x="8441459" y="1029219"/>
                </a:lnTo>
                <a:lnTo>
                  <a:pt x="8480998" y="981895"/>
                </a:lnTo>
                <a:close/>
                <a:moveTo>
                  <a:pt x="9076672" y="976302"/>
                </a:moveTo>
                <a:lnTo>
                  <a:pt x="9044372" y="1046260"/>
                </a:lnTo>
                <a:lnTo>
                  <a:pt x="9150531" y="1074472"/>
                </a:lnTo>
                <a:lnTo>
                  <a:pt x="9180822" y="1000377"/>
                </a:lnTo>
                <a:lnTo>
                  <a:pt x="9101436" y="980579"/>
                </a:lnTo>
                <a:close/>
                <a:moveTo>
                  <a:pt x="8151807" y="971291"/>
                </a:moveTo>
                <a:lnTo>
                  <a:pt x="8104552" y="982520"/>
                </a:lnTo>
                <a:lnTo>
                  <a:pt x="8072839" y="999858"/>
                </a:lnTo>
                <a:lnTo>
                  <a:pt x="8104104" y="993389"/>
                </a:lnTo>
                <a:lnTo>
                  <a:pt x="8116672" y="991931"/>
                </a:lnTo>
                <a:close/>
                <a:moveTo>
                  <a:pt x="8965210" y="957052"/>
                </a:moveTo>
                <a:lnTo>
                  <a:pt x="8948492" y="985990"/>
                </a:lnTo>
                <a:lnTo>
                  <a:pt x="8930409" y="1020962"/>
                </a:lnTo>
                <a:lnTo>
                  <a:pt x="8996506" y="1033540"/>
                </a:lnTo>
                <a:lnTo>
                  <a:pt x="9032719" y="1043164"/>
                </a:lnTo>
                <a:lnTo>
                  <a:pt x="9064643" y="974224"/>
                </a:lnTo>
                <a:close/>
                <a:moveTo>
                  <a:pt x="8243786" y="952980"/>
                </a:moveTo>
                <a:lnTo>
                  <a:pt x="8199161" y="960039"/>
                </a:lnTo>
                <a:lnTo>
                  <a:pt x="8192807" y="961549"/>
                </a:lnTo>
                <a:lnTo>
                  <a:pt x="8147210" y="988388"/>
                </a:lnTo>
                <a:lnTo>
                  <a:pt x="8205352" y="981643"/>
                </a:lnTo>
                <a:lnTo>
                  <a:pt x="8232416" y="960172"/>
                </a:lnTo>
                <a:close/>
                <a:moveTo>
                  <a:pt x="9348324" y="949045"/>
                </a:moveTo>
                <a:lnTo>
                  <a:pt x="9318612" y="1025813"/>
                </a:lnTo>
                <a:lnTo>
                  <a:pt x="9414243" y="1057069"/>
                </a:lnTo>
                <a:lnTo>
                  <a:pt x="9428142" y="1063082"/>
                </a:lnTo>
                <a:lnTo>
                  <a:pt x="9437929" y="1032919"/>
                </a:lnTo>
                <a:lnTo>
                  <a:pt x="9455555" y="980241"/>
                </a:lnTo>
                <a:lnTo>
                  <a:pt x="9382030" y="956972"/>
                </a:lnTo>
                <a:close/>
                <a:moveTo>
                  <a:pt x="8856071" y="942538"/>
                </a:moveTo>
                <a:lnTo>
                  <a:pt x="8819555" y="999866"/>
                </a:lnTo>
                <a:lnTo>
                  <a:pt x="8916734" y="1018359"/>
                </a:lnTo>
                <a:lnTo>
                  <a:pt x="8936617" y="979881"/>
                </a:lnTo>
                <a:lnTo>
                  <a:pt x="8951203" y="954633"/>
                </a:lnTo>
                <a:lnTo>
                  <a:pt x="8910375" y="947581"/>
                </a:lnTo>
                <a:close/>
                <a:moveTo>
                  <a:pt x="8204380" y="940407"/>
                </a:moveTo>
                <a:lnTo>
                  <a:pt x="8185584" y="945355"/>
                </a:lnTo>
                <a:lnTo>
                  <a:pt x="8151161" y="959330"/>
                </a:lnTo>
                <a:lnTo>
                  <a:pt x="8185833" y="951302"/>
                </a:lnTo>
                <a:close/>
                <a:moveTo>
                  <a:pt x="8339815" y="939121"/>
                </a:moveTo>
                <a:lnTo>
                  <a:pt x="8324717" y="940179"/>
                </a:lnTo>
                <a:lnTo>
                  <a:pt x="8276081" y="947872"/>
                </a:lnTo>
                <a:lnTo>
                  <a:pt x="8239434" y="971204"/>
                </a:lnTo>
                <a:lnTo>
                  <a:pt x="8229926" y="978792"/>
                </a:lnTo>
                <a:lnTo>
                  <a:pt x="8271289" y="973993"/>
                </a:lnTo>
                <a:lnTo>
                  <a:pt x="8300705" y="972923"/>
                </a:lnTo>
                <a:close/>
                <a:moveTo>
                  <a:pt x="8751050" y="932784"/>
                </a:moveTo>
                <a:lnTo>
                  <a:pt x="8713107" y="987031"/>
                </a:lnTo>
                <a:lnTo>
                  <a:pt x="8805814" y="997268"/>
                </a:lnTo>
                <a:lnTo>
                  <a:pt x="8841548" y="941189"/>
                </a:lnTo>
                <a:close/>
                <a:moveTo>
                  <a:pt x="8433227" y="932572"/>
                </a:moveTo>
                <a:lnTo>
                  <a:pt x="8359645" y="937731"/>
                </a:lnTo>
                <a:lnTo>
                  <a:pt x="8319679" y="972233"/>
                </a:lnTo>
                <a:lnTo>
                  <a:pt x="8393782" y="969536"/>
                </a:lnTo>
                <a:close/>
                <a:moveTo>
                  <a:pt x="8648291" y="926794"/>
                </a:moveTo>
                <a:lnTo>
                  <a:pt x="8639301" y="936672"/>
                </a:lnTo>
                <a:lnTo>
                  <a:pt x="8609521" y="975592"/>
                </a:lnTo>
                <a:lnTo>
                  <a:pt x="8698340" y="985400"/>
                </a:lnTo>
                <a:lnTo>
                  <a:pt x="8736133" y="931399"/>
                </a:lnTo>
                <a:lnTo>
                  <a:pt x="8694174" y="927502"/>
                </a:lnTo>
                <a:close/>
                <a:moveTo>
                  <a:pt x="8533752" y="925525"/>
                </a:moveTo>
                <a:lnTo>
                  <a:pt x="8453712" y="931136"/>
                </a:lnTo>
                <a:lnTo>
                  <a:pt x="8413437" y="968821"/>
                </a:lnTo>
                <a:lnTo>
                  <a:pt x="8433707" y="968083"/>
                </a:lnTo>
                <a:lnTo>
                  <a:pt x="8490915" y="970026"/>
                </a:lnTo>
                <a:lnTo>
                  <a:pt x="8496916" y="962843"/>
                </a:lnTo>
                <a:close/>
                <a:moveTo>
                  <a:pt x="8551179" y="925294"/>
                </a:moveTo>
                <a:lnTo>
                  <a:pt x="8506962" y="970161"/>
                </a:lnTo>
                <a:lnTo>
                  <a:pt x="8506628" y="970560"/>
                </a:lnTo>
                <a:lnTo>
                  <a:pt x="8589398" y="973370"/>
                </a:lnTo>
                <a:lnTo>
                  <a:pt x="8595003" y="973989"/>
                </a:lnTo>
                <a:lnTo>
                  <a:pt x="8629751" y="928734"/>
                </a:lnTo>
                <a:lnTo>
                  <a:pt x="8631750" y="926538"/>
                </a:lnTo>
                <a:close/>
                <a:moveTo>
                  <a:pt x="9228151" y="920783"/>
                </a:moveTo>
                <a:lnTo>
                  <a:pt x="9225636" y="926177"/>
                </a:lnTo>
                <a:lnTo>
                  <a:pt x="9198592" y="992237"/>
                </a:lnTo>
                <a:lnTo>
                  <a:pt x="9271730" y="1010490"/>
                </a:lnTo>
                <a:lnTo>
                  <a:pt x="9305663" y="1021581"/>
                </a:lnTo>
                <a:lnTo>
                  <a:pt x="9332969" y="945434"/>
                </a:lnTo>
                <a:close/>
                <a:moveTo>
                  <a:pt x="8305936" y="913673"/>
                </a:moveTo>
                <a:lnTo>
                  <a:pt x="8248419" y="928814"/>
                </a:lnTo>
                <a:lnTo>
                  <a:pt x="8224096" y="943131"/>
                </a:lnTo>
                <a:lnTo>
                  <a:pt x="8269115" y="936961"/>
                </a:lnTo>
                <a:close/>
                <a:moveTo>
                  <a:pt x="9114412" y="901532"/>
                </a:moveTo>
                <a:lnTo>
                  <a:pt x="9086351" y="955339"/>
                </a:lnTo>
                <a:lnTo>
                  <a:pt x="9081985" y="964795"/>
                </a:lnTo>
                <a:lnTo>
                  <a:pt x="9103668" y="968548"/>
                </a:lnTo>
                <a:lnTo>
                  <a:pt x="9185487" y="988967"/>
                </a:lnTo>
                <a:lnTo>
                  <a:pt x="9213559" y="920301"/>
                </a:lnTo>
                <a:lnTo>
                  <a:pt x="9214801" y="917644"/>
                </a:lnTo>
                <a:lnTo>
                  <a:pt x="9209218" y="916331"/>
                </a:lnTo>
                <a:close/>
                <a:moveTo>
                  <a:pt x="8396542" y="896698"/>
                </a:moveTo>
                <a:lnTo>
                  <a:pt x="8340603" y="906794"/>
                </a:lnTo>
                <a:lnTo>
                  <a:pt x="8299833" y="932750"/>
                </a:lnTo>
                <a:lnTo>
                  <a:pt x="8356112" y="925036"/>
                </a:lnTo>
                <a:lnTo>
                  <a:pt x="8359224" y="922347"/>
                </a:lnTo>
                <a:close/>
                <a:moveTo>
                  <a:pt x="9006491" y="885594"/>
                </a:moveTo>
                <a:lnTo>
                  <a:pt x="8971759" y="945715"/>
                </a:lnTo>
                <a:lnTo>
                  <a:pt x="9069972" y="962715"/>
                </a:lnTo>
                <a:lnTo>
                  <a:pt x="9075499" y="950781"/>
                </a:lnTo>
                <a:lnTo>
                  <a:pt x="9102095" y="899610"/>
                </a:lnTo>
                <a:lnTo>
                  <a:pt x="9017814" y="886454"/>
                </a:lnTo>
                <a:close/>
                <a:moveTo>
                  <a:pt x="8350768" y="885318"/>
                </a:moveTo>
                <a:lnTo>
                  <a:pt x="8330510" y="891194"/>
                </a:lnTo>
                <a:lnTo>
                  <a:pt x="8296381" y="906244"/>
                </a:lnTo>
                <a:lnTo>
                  <a:pt x="8328904" y="899146"/>
                </a:lnTo>
                <a:close/>
                <a:moveTo>
                  <a:pt x="8483749" y="885229"/>
                </a:moveTo>
                <a:lnTo>
                  <a:pt x="8436737" y="889444"/>
                </a:lnTo>
                <a:lnTo>
                  <a:pt x="8425189" y="891528"/>
                </a:lnTo>
                <a:lnTo>
                  <a:pt x="8381379" y="921590"/>
                </a:lnTo>
                <a:lnTo>
                  <a:pt x="8448929" y="917859"/>
                </a:lnTo>
                <a:close/>
                <a:moveTo>
                  <a:pt x="8897614" y="877319"/>
                </a:moveTo>
                <a:lnTo>
                  <a:pt x="8863496" y="930882"/>
                </a:lnTo>
                <a:lnTo>
                  <a:pt x="8912537" y="935463"/>
                </a:lnTo>
                <a:lnTo>
                  <a:pt x="8957756" y="943291"/>
                </a:lnTo>
                <a:lnTo>
                  <a:pt x="8991735" y="884472"/>
                </a:lnTo>
                <a:close/>
                <a:moveTo>
                  <a:pt x="8582244" y="876400"/>
                </a:moveTo>
                <a:lnTo>
                  <a:pt x="8508057" y="883050"/>
                </a:lnTo>
                <a:lnTo>
                  <a:pt x="8493772" y="893654"/>
                </a:lnTo>
                <a:lnTo>
                  <a:pt x="8469093" y="916745"/>
                </a:lnTo>
                <a:lnTo>
                  <a:pt x="8541706" y="912735"/>
                </a:lnTo>
                <a:lnTo>
                  <a:pt x="8546304" y="912810"/>
                </a:lnTo>
                <a:close/>
                <a:moveTo>
                  <a:pt x="8682902" y="870348"/>
                </a:moveTo>
                <a:lnTo>
                  <a:pt x="8648868" y="870427"/>
                </a:lnTo>
                <a:lnTo>
                  <a:pt x="8601024" y="874716"/>
                </a:lnTo>
                <a:lnTo>
                  <a:pt x="8563209" y="913086"/>
                </a:lnTo>
                <a:lnTo>
                  <a:pt x="8642810" y="914388"/>
                </a:lnTo>
                <a:close/>
                <a:moveTo>
                  <a:pt x="8782399" y="870117"/>
                </a:moveTo>
                <a:lnTo>
                  <a:pt x="8699700" y="870309"/>
                </a:lnTo>
                <a:lnTo>
                  <a:pt x="8659336" y="914659"/>
                </a:lnTo>
                <a:lnTo>
                  <a:pt x="8696312" y="915264"/>
                </a:lnTo>
                <a:lnTo>
                  <a:pt x="8744289" y="919746"/>
                </a:lnTo>
                <a:lnTo>
                  <a:pt x="8762216" y="894131"/>
                </a:lnTo>
                <a:close/>
                <a:moveTo>
                  <a:pt x="8802260" y="870071"/>
                </a:moveTo>
                <a:lnTo>
                  <a:pt x="8799270" y="870078"/>
                </a:lnTo>
                <a:lnTo>
                  <a:pt x="8772882" y="901573"/>
                </a:lnTo>
                <a:lnTo>
                  <a:pt x="8759197" y="921138"/>
                </a:lnTo>
                <a:lnTo>
                  <a:pt x="8848981" y="929526"/>
                </a:lnTo>
                <a:lnTo>
                  <a:pt x="8882958" y="876205"/>
                </a:lnTo>
                <a:close/>
                <a:moveTo>
                  <a:pt x="9380613" y="865618"/>
                </a:moveTo>
                <a:lnTo>
                  <a:pt x="9352567" y="938084"/>
                </a:lnTo>
                <a:lnTo>
                  <a:pt x="9383915" y="945462"/>
                </a:lnTo>
                <a:lnTo>
                  <a:pt x="9459213" y="969307"/>
                </a:lnTo>
                <a:lnTo>
                  <a:pt x="9486135" y="888845"/>
                </a:lnTo>
                <a:close/>
                <a:moveTo>
                  <a:pt x="8453169" y="857779"/>
                </a:moveTo>
                <a:lnTo>
                  <a:pt x="8428156" y="862872"/>
                </a:lnTo>
                <a:lnTo>
                  <a:pt x="8406334" y="869201"/>
                </a:lnTo>
                <a:lnTo>
                  <a:pt x="8379584" y="881976"/>
                </a:lnTo>
                <a:lnTo>
                  <a:pt x="8364982" y="891273"/>
                </a:lnTo>
                <a:lnTo>
                  <a:pt x="8410376" y="881366"/>
                </a:lnTo>
                <a:lnTo>
                  <a:pt x="8420378" y="880316"/>
                </a:lnTo>
                <a:close/>
                <a:moveTo>
                  <a:pt x="9263862" y="844190"/>
                </a:moveTo>
                <a:lnTo>
                  <a:pt x="9233185" y="909986"/>
                </a:lnTo>
                <a:lnTo>
                  <a:pt x="9336925" y="934403"/>
                </a:lnTo>
                <a:lnTo>
                  <a:pt x="9352751" y="890270"/>
                </a:lnTo>
                <a:lnTo>
                  <a:pt x="9364458" y="862062"/>
                </a:lnTo>
                <a:lnTo>
                  <a:pt x="9316875" y="851588"/>
                </a:lnTo>
                <a:close/>
                <a:moveTo>
                  <a:pt x="8545559" y="838967"/>
                </a:moveTo>
                <a:lnTo>
                  <a:pt x="8483319" y="851640"/>
                </a:lnTo>
                <a:lnTo>
                  <a:pt x="8445347" y="877695"/>
                </a:lnTo>
                <a:lnTo>
                  <a:pt x="8501340" y="871819"/>
                </a:lnTo>
                <a:close/>
                <a:moveTo>
                  <a:pt x="8492859" y="830500"/>
                </a:moveTo>
                <a:lnTo>
                  <a:pt x="8477121" y="835396"/>
                </a:lnTo>
                <a:lnTo>
                  <a:pt x="8461438" y="842886"/>
                </a:lnTo>
                <a:lnTo>
                  <a:pt x="8480052" y="839302"/>
                </a:lnTo>
                <a:close/>
                <a:moveTo>
                  <a:pt x="8633662" y="828960"/>
                </a:moveTo>
                <a:lnTo>
                  <a:pt x="8571779" y="835747"/>
                </a:lnTo>
                <a:lnTo>
                  <a:pt x="8526784" y="869149"/>
                </a:lnTo>
                <a:lnTo>
                  <a:pt x="8596638" y="861817"/>
                </a:lnTo>
                <a:lnTo>
                  <a:pt x="8611769" y="846489"/>
                </a:lnTo>
                <a:close/>
                <a:moveTo>
                  <a:pt x="9152426" y="828639"/>
                </a:moveTo>
                <a:lnTo>
                  <a:pt x="9120147" y="890535"/>
                </a:lnTo>
                <a:lnTo>
                  <a:pt x="9210087" y="904549"/>
                </a:lnTo>
                <a:lnTo>
                  <a:pt x="9219850" y="906847"/>
                </a:lnTo>
                <a:lnTo>
                  <a:pt x="9250048" y="842262"/>
                </a:lnTo>
                <a:close/>
                <a:moveTo>
                  <a:pt x="9045845" y="820164"/>
                </a:moveTo>
                <a:lnTo>
                  <a:pt x="9037314" y="832239"/>
                </a:lnTo>
                <a:lnTo>
                  <a:pt x="9013021" y="874290"/>
                </a:lnTo>
                <a:lnTo>
                  <a:pt x="9018613" y="874715"/>
                </a:lnTo>
                <a:lnTo>
                  <a:pt x="9107811" y="888613"/>
                </a:lnTo>
                <a:lnTo>
                  <a:pt x="9139891" y="826890"/>
                </a:lnTo>
                <a:lnTo>
                  <a:pt x="9125400" y="824868"/>
                </a:lnTo>
                <a:close/>
                <a:moveTo>
                  <a:pt x="8730220" y="818369"/>
                </a:moveTo>
                <a:lnTo>
                  <a:pt x="8656027" y="826507"/>
                </a:lnTo>
                <a:lnTo>
                  <a:pt x="8620330" y="855126"/>
                </a:lnTo>
                <a:lnTo>
                  <a:pt x="8615202" y="860329"/>
                </a:lnTo>
                <a:lnTo>
                  <a:pt x="8692775" y="859503"/>
                </a:lnTo>
                <a:close/>
                <a:moveTo>
                  <a:pt x="8944966" y="814199"/>
                </a:moveTo>
                <a:lnTo>
                  <a:pt x="8904991" y="866079"/>
                </a:lnTo>
                <a:lnTo>
                  <a:pt x="8998265" y="873168"/>
                </a:lnTo>
                <a:lnTo>
                  <a:pt x="9025779" y="825542"/>
                </a:lnTo>
                <a:lnTo>
                  <a:pt x="9030255" y="819242"/>
                </a:lnTo>
                <a:close/>
                <a:moveTo>
                  <a:pt x="8829719" y="813816"/>
                </a:moveTo>
                <a:lnTo>
                  <a:pt x="8758587" y="815258"/>
                </a:lnTo>
                <a:lnTo>
                  <a:pt x="8749160" y="816292"/>
                </a:lnTo>
                <a:lnTo>
                  <a:pt x="8747772" y="817491"/>
                </a:lnTo>
                <a:lnTo>
                  <a:pt x="8709699" y="859322"/>
                </a:lnTo>
                <a:lnTo>
                  <a:pt x="8792210" y="858443"/>
                </a:lnTo>
                <a:close/>
                <a:moveTo>
                  <a:pt x="8910710" y="812173"/>
                </a:moveTo>
                <a:lnTo>
                  <a:pt x="8846698" y="813471"/>
                </a:lnTo>
                <a:lnTo>
                  <a:pt x="8808750" y="858764"/>
                </a:lnTo>
                <a:lnTo>
                  <a:pt x="8890130" y="864949"/>
                </a:lnTo>
                <a:lnTo>
                  <a:pt x="8893191" y="860146"/>
                </a:lnTo>
                <a:lnTo>
                  <a:pt x="8929293" y="813272"/>
                </a:lnTo>
                <a:close/>
                <a:moveTo>
                  <a:pt x="8595924" y="801549"/>
                </a:moveTo>
                <a:lnTo>
                  <a:pt x="8563221" y="808610"/>
                </a:lnTo>
                <a:lnTo>
                  <a:pt x="8556206" y="810793"/>
                </a:lnTo>
                <a:lnTo>
                  <a:pt x="8513381" y="832886"/>
                </a:lnTo>
                <a:lnTo>
                  <a:pt x="8564095" y="823123"/>
                </a:lnTo>
                <a:lnTo>
                  <a:pt x="8567368" y="822765"/>
                </a:lnTo>
                <a:close/>
                <a:moveTo>
                  <a:pt x="9411795" y="785053"/>
                </a:moveTo>
                <a:lnTo>
                  <a:pt x="9385160" y="853872"/>
                </a:lnTo>
                <a:lnTo>
                  <a:pt x="9490109" y="876968"/>
                </a:lnTo>
                <a:lnTo>
                  <a:pt x="9514175" y="805044"/>
                </a:lnTo>
                <a:lnTo>
                  <a:pt x="9425154" y="786721"/>
                </a:lnTo>
                <a:close/>
                <a:moveTo>
                  <a:pt x="8692430" y="781906"/>
                </a:moveTo>
                <a:lnTo>
                  <a:pt x="8679700" y="783461"/>
                </a:lnTo>
                <a:lnTo>
                  <a:pt x="8627840" y="794658"/>
                </a:lnTo>
                <a:lnTo>
                  <a:pt x="8624791" y="796395"/>
                </a:lnTo>
                <a:lnTo>
                  <a:pt x="8593054" y="819954"/>
                </a:lnTo>
                <a:lnTo>
                  <a:pt x="8653117" y="813383"/>
                </a:lnTo>
                <a:close/>
                <a:moveTo>
                  <a:pt x="8637431" y="774115"/>
                </a:moveTo>
                <a:lnTo>
                  <a:pt x="8607710" y="784222"/>
                </a:lnTo>
                <a:lnTo>
                  <a:pt x="8598879" y="788778"/>
                </a:lnTo>
                <a:lnTo>
                  <a:pt x="8618887" y="784691"/>
                </a:lnTo>
                <a:close/>
                <a:moveTo>
                  <a:pt x="8782873" y="770859"/>
                </a:moveTo>
                <a:lnTo>
                  <a:pt x="8715114" y="779135"/>
                </a:lnTo>
                <a:lnTo>
                  <a:pt x="8675443" y="810940"/>
                </a:lnTo>
                <a:lnTo>
                  <a:pt x="8741056" y="803761"/>
                </a:lnTo>
                <a:lnTo>
                  <a:pt x="8744811" y="803672"/>
                </a:lnTo>
                <a:close/>
                <a:moveTo>
                  <a:pt x="9298055" y="770853"/>
                </a:moveTo>
                <a:lnTo>
                  <a:pt x="9269373" y="832370"/>
                </a:lnTo>
                <a:lnTo>
                  <a:pt x="9318984" y="839309"/>
                </a:lnTo>
                <a:lnTo>
                  <a:pt x="9369305" y="850383"/>
                </a:lnTo>
                <a:lnTo>
                  <a:pt x="9397177" y="783228"/>
                </a:lnTo>
                <a:close/>
                <a:moveTo>
                  <a:pt x="9192071" y="761267"/>
                </a:moveTo>
                <a:lnTo>
                  <a:pt x="9168660" y="797511"/>
                </a:lnTo>
                <a:lnTo>
                  <a:pt x="9158563" y="816872"/>
                </a:lnTo>
                <a:lnTo>
                  <a:pt x="9255576" y="830440"/>
                </a:lnTo>
                <a:lnTo>
                  <a:pt x="9284244" y="769129"/>
                </a:lnTo>
                <a:lnTo>
                  <a:pt x="9237958" y="763350"/>
                </a:lnTo>
                <a:close/>
                <a:moveTo>
                  <a:pt x="8878166" y="759219"/>
                </a:moveTo>
                <a:lnTo>
                  <a:pt x="8804899" y="768168"/>
                </a:lnTo>
                <a:lnTo>
                  <a:pt x="8764314" y="803209"/>
                </a:lnTo>
                <a:lnTo>
                  <a:pt x="8840148" y="801407"/>
                </a:lnTo>
                <a:lnTo>
                  <a:pt x="8866559" y="769983"/>
                </a:lnTo>
                <a:close/>
                <a:moveTo>
                  <a:pt x="9090709" y="756665"/>
                </a:moveTo>
                <a:lnTo>
                  <a:pt x="9054334" y="808149"/>
                </a:lnTo>
                <a:lnTo>
                  <a:pt x="9127426" y="812517"/>
                </a:lnTo>
                <a:lnTo>
                  <a:pt x="9146011" y="815116"/>
                </a:lnTo>
                <a:lnTo>
                  <a:pt x="9157869" y="792302"/>
                </a:lnTo>
                <a:lnTo>
                  <a:pt x="9178334" y="760643"/>
                </a:lnTo>
                <a:close/>
                <a:moveTo>
                  <a:pt x="8973619" y="755720"/>
                </a:moveTo>
                <a:lnTo>
                  <a:pt x="8897786" y="758243"/>
                </a:lnTo>
                <a:lnTo>
                  <a:pt x="8875935" y="778577"/>
                </a:lnTo>
                <a:lnTo>
                  <a:pt x="8857145" y="801003"/>
                </a:lnTo>
                <a:lnTo>
                  <a:pt x="8912659" y="799684"/>
                </a:lnTo>
                <a:lnTo>
                  <a:pt x="8938566" y="801232"/>
                </a:lnTo>
                <a:close/>
                <a:moveTo>
                  <a:pt x="9029169" y="753871"/>
                </a:moveTo>
                <a:lnTo>
                  <a:pt x="8990457" y="755159"/>
                </a:lnTo>
                <a:lnTo>
                  <a:pt x="8954235" y="802168"/>
                </a:lnTo>
                <a:lnTo>
                  <a:pt x="9038797" y="807221"/>
                </a:lnTo>
                <a:lnTo>
                  <a:pt x="9075218" y="755961"/>
                </a:lnTo>
                <a:close/>
                <a:moveTo>
                  <a:pt x="8737019" y="746204"/>
                </a:moveTo>
                <a:lnTo>
                  <a:pt x="8695294" y="756234"/>
                </a:lnTo>
                <a:lnTo>
                  <a:pt x="8660124" y="776268"/>
                </a:lnTo>
                <a:lnTo>
                  <a:pt x="8712948" y="765478"/>
                </a:lnTo>
                <a:close/>
                <a:moveTo>
                  <a:pt x="8833692" y="727048"/>
                </a:moveTo>
                <a:lnTo>
                  <a:pt x="8791768" y="733045"/>
                </a:lnTo>
                <a:lnTo>
                  <a:pt x="8773489" y="737438"/>
                </a:lnTo>
                <a:lnTo>
                  <a:pt x="8746339" y="754101"/>
                </a:lnTo>
                <a:lnTo>
                  <a:pt x="8735748" y="762592"/>
                </a:lnTo>
                <a:lnTo>
                  <a:pt x="8801124" y="755125"/>
                </a:lnTo>
                <a:close/>
                <a:moveTo>
                  <a:pt x="8927296" y="713660"/>
                </a:moveTo>
                <a:lnTo>
                  <a:pt x="8856266" y="723819"/>
                </a:lnTo>
                <a:lnTo>
                  <a:pt x="8822886" y="752639"/>
                </a:lnTo>
                <a:lnTo>
                  <a:pt x="8870897" y="747155"/>
                </a:lnTo>
                <a:lnTo>
                  <a:pt x="8892030" y="746363"/>
                </a:lnTo>
                <a:close/>
                <a:moveTo>
                  <a:pt x="9441727" y="713481"/>
                </a:moveTo>
                <a:lnTo>
                  <a:pt x="9433711" y="728427"/>
                </a:lnTo>
                <a:lnTo>
                  <a:pt x="9416416" y="773112"/>
                </a:lnTo>
                <a:lnTo>
                  <a:pt x="9427138" y="774442"/>
                </a:lnTo>
                <a:lnTo>
                  <a:pt x="9518145" y="793178"/>
                </a:lnTo>
                <a:lnTo>
                  <a:pt x="9540942" y="725043"/>
                </a:lnTo>
                <a:lnTo>
                  <a:pt x="9532067" y="723342"/>
                </a:lnTo>
                <a:close/>
                <a:moveTo>
                  <a:pt x="8796387" y="709322"/>
                </a:moveTo>
                <a:lnTo>
                  <a:pt x="8792866" y="710211"/>
                </a:lnTo>
                <a:lnTo>
                  <a:pt x="8764096" y="720864"/>
                </a:lnTo>
                <a:lnTo>
                  <a:pt x="8735635" y="733254"/>
                </a:lnTo>
                <a:lnTo>
                  <a:pt x="8732483" y="735049"/>
                </a:lnTo>
                <a:lnTo>
                  <a:pt x="8767488" y="727059"/>
                </a:lnTo>
                <a:close/>
                <a:moveTo>
                  <a:pt x="9020843" y="702982"/>
                </a:moveTo>
                <a:lnTo>
                  <a:pt x="8991284" y="704507"/>
                </a:lnTo>
                <a:lnTo>
                  <a:pt x="8949040" y="710550"/>
                </a:lnTo>
                <a:lnTo>
                  <a:pt x="8911331" y="745639"/>
                </a:lnTo>
                <a:lnTo>
                  <a:pt x="8983467" y="742933"/>
                </a:lnTo>
                <a:lnTo>
                  <a:pt x="8991802" y="732112"/>
                </a:lnTo>
                <a:close/>
                <a:moveTo>
                  <a:pt x="9337451" y="702715"/>
                </a:moveTo>
                <a:lnTo>
                  <a:pt x="9304126" y="759183"/>
                </a:lnTo>
                <a:lnTo>
                  <a:pt x="9402112" y="771338"/>
                </a:lnTo>
                <a:lnTo>
                  <a:pt x="9421929" y="723590"/>
                </a:lnTo>
                <a:lnTo>
                  <a:pt x="9428167" y="712001"/>
                </a:lnTo>
                <a:lnTo>
                  <a:pt x="9345114" y="702935"/>
                </a:lnTo>
                <a:close/>
                <a:moveTo>
                  <a:pt x="9231850" y="699683"/>
                </a:moveTo>
                <a:lnTo>
                  <a:pt x="9199897" y="749152"/>
                </a:lnTo>
                <a:lnTo>
                  <a:pt x="9235642" y="750689"/>
                </a:lnTo>
                <a:lnTo>
                  <a:pt x="9289764" y="757402"/>
                </a:lnTo>
                <a:lnTo>
                  <a:pt x="9322267" y="702279"/>
                </a:lnTo>
                <a:close/>
                <a:moveTo>
                  <a:pt x="9116363" y="698055"/>
                </a:moveTo>
                <a:lnTo>
                  <a:pt x="9040255" y="701981"/>
                </a:lnTo>
                <a:lnTo>
                  <a:pt x="9001479" y="740854"/>
                </a:lnTo>
                <a:lnTo>
                  <a:pt x="9000365" y="742300"/>
                </a:lnTo>
                <a:lnTo>
                  <a:pt x="9021825" y="741495"/>
                </a:lnTo>
                <a:lnTo>
                  <a:pt x="9083610" y="744151"/>
                </a:lnTo>
                <a:close/>
                <a:moveTo>
                  <a:pt x="9137372" y="696971"/>
                </a:moveTo>
                <a:lnTo>
                  <a:pt x="9133724" y="697159"/>
                </a:lnTo>
                <a:lnTo>
                  <a:pt x="9129590" y="701633"/>
                </a:lnTo>
                <a:lnTo>
                  <a:pt x="9099080" y="744817"/>
                </a:lnTo>
                <a:lnTo>
                  <a:pt x="9186144" y="748560"/>
                </a:lnTo>
                <a:lnTo>
                  <a:pt x="9217996" y="699285"/>
                </a:lnTo>
                <a:close/>
                <a:moveTo>
                  <a:pt x="8886125" y="686649"/>
                </a:moveTo>
                <a:lnTo>
                  <a:pt x="8835336" y="699481"/>
                </a:lnTo>
                <a:lnTo>
                  <a:pt x="8803968" y="718732"/>
                </a:lnTo>
                <a:lnTo>
                  <a:pt x="8827284" y="713410"/>
                </a:lnTo>
                <a:lnTo>
                  <a:pt x="8853634" y="709856"/>
                </a:lnTo>
                <a:lnTo>
                  <a:pt x="8862306" y="702380"/>
                </a:lnTo>
                <a:close/>
                <a:moveTo>
                  <a:pt x="8978250" y="666410"/>
                </a:moveTo>
                <a:lnTo>
                  <a:pt x="8942985" y="672282"/>
                </a:lnTo>
                <a:lnTo>
                  <a:pt x="8922506" y="677457"/>
                </a:lnTo>
                <a:lnTo>
                  <a:pt x="8878341" y="706524"/>
                </a:lnTo>
                <a:lnTo>
                  <a:pt x="8944633" y="697583"/>
                </a:lnTo>
                <a:close/>
                <a:moveTo>
                  <a:pt x="8932251" y="656185"/>
                </a:moveTo>
                <a:lnTo>
                  <a:pt x="8898572" y="667051"/>
                </a:lnTo>
                <a:lnTo>
                  <a:pt x="8877573" y="676929"/>
                </a:lnTo>
                <a:lnTo>
                  <a:pt x="8912041" y="669532"/>
                </a:lnTo>
                <a:close/>
                <a:moveTo>
                  <a:pt x="9587420" y="652142"/>
                </a:moveTo>
                <a:lnTo>
                  <a:pt x="9560036" y="709884"/>
                </a:lnTo>
                <a:lnTo>
                  <a:pt x="9558022" y="715459"/>
                </a:lnTo>
                <a:lnTo>
                  <a:pt x="9729591" y="748362"/>
                </a:lnTo>
                <a:cubicBezTo>
                  <a:pt x="10179737" y="855984"/>
                  <a:pt x="10579126" y="1101524"/>
                  <a:pt x="10845665" y="1439365"/>
                </a:cubicBezTo>
                <a:cubicBezTo>
                  <a:pt x="10873572" y="1474713"/>
                  <a:pt x="10900983" y="1511922"/>
                  <a:pt x="10927401" y="1547891"/>
                </a:cubicBezTo>
                <a:cubicBezTo>
                  <a:pt x="11001818" y="1648479"/>
                  <a:pt x="11077849" y="1752416"/>
                  <a:pt x="11175460" y="1829314"/>
                </a:cubicBezTo>
                <a:cubicBezTo>
                  <a:pt x="11270715" y="1903732"/>
                  <a:pt x="11402806" y="1933988"/>
                  <a:pt x="11482154" y="1920029"/>
                </a:cubicBezTo>
                <a:lnTo>
                  <a:pt x="11535952" y="1893613"/>
                </a:lnTo>
                <a:lnTo>
                  <a:pt x="11496262" y="1887949"/>
                </a:lnTo>
                <a:cubicBezTo>
                  <a:pt x="11440201" y="1874616"/>
                  <a:pt x="11380791" y="1849407"/>
                  <a:pt x="11328017" y="1809345"/>
                </a:cubicBezTo>
                <a:cubicBezTo>
                  <a:pt x="11222467" y="1729222"/>
                  <a:pt x="11143832" y="1618835"/>
                  <a:pt x="11066934" y="1511674"/>
                </a:cubicBezTo>
                <a:cubicBezTo>
                  <a:pt x="11041012" y="1475581"/>
                  <a:pt x="11014098" y="1438124"/>
                  <a:pt x="10986687" y="1402651"/>
                </a:cubicBezTo>
                <a:cubicBezTo>
                  <a:pt x="10676613" y="1000423"/>
                  <a:pt x="10185331" y="728922"/>
                  <a:pt x="9639972" y="657729"/>
                </a:cubicBezTo>
                <a:close/>
                <a:moveTo>
                  <a:pt x="9071561" y="652111"/>
                </a:moveTo>
                <a:lnTo>
                  <a:pt x="9055607" y="653527"/>
                </a:lnTo>
                <a:lnTo>
                  <a:pt x="9003347" y="662230"/>
                </a:lnTo>
                <a:lnTo>
                  <a:pt x="8993406" y="669265"/>
                </a:lnTo>
                <a:lnTo>
                  <a:pt x="8966084" y="694689"/>
                </a:lnTo>
                <a:lnTo>
                  <a:pt x="8980213" y="692784"/>
                </a:lnTo>
                <a:lnTo>
                  <a:pt x="9034010" y="689776"/>
                </a:lnTo>
                <a:close/>
                <a:moveTo>
                  <a:pt x="9165850" y="643744"/>
                </a:moveTo>
                <a:lnTo>
                  <a:pt x="9091791" y="650316"/>
                </a:lnTo>
                <a:lnTo>
                  <a:pt x="9053518" y="688685"/>
                </a:lnTo>
                <a:lnTo>
                  <a:pt x="9128001" y="684521"/>
                </a:lnTo>
                <a:close/>
                <a:moveTo>
                  <a:pt x="9479750" y="642588"/>
                </a:moveTo>
                <a:lnTo>
                  <a:pt x="9448149" y="701507"/>
                </a:lnTo>
                <a:lnTo>
                  <a:pt x="9533803" y="710815"/>
                </a:lnTo>
                <a:lnTo>
                  <a:pt x="9544986" y="712959"/>
                </a:lnTo>
                <a:lnTo>
                  <a:pt x="9547680" y="704907"/>
                </a:lnTo>
                <a:lnTo>
                  <a:pt x="9573431" y="650655"/>
                </a:lnTo>
                <a:lnTo>
                  <a:pt x="9516249" y="644576"/>
                </a:lnTo>
                <a:close/>
                <a:moveTo>
                  <a:pt x="9261151" y="638396"/>
                </a:moveTo>
                <a:lnTo>
                  <a:pt x="9222007" y="638761"/>
                </a:lnTo>
                <a:lnTo>
                  <a:pt x="9184619" y="642078"/>
                </a:lnTo>
                <a:lnTo>
                  <a:pt x="9145123" y="684823"/>
                </a:lnTo>
                <a:lnTo>
                  <a:pt x="9225966" y="686956"/>
                </a:lnTo>
                <a:lnTo>
                  <a:pt x="9245633" y="656531"/>
                </a:lnTo>
                <a:close/>
                <a:moveTo>
                  <a:pt x="9360480" y="637472"/>
                </a:moveTo>
                <a:lnTo>
                  <a:pt x="9276745" y="638251"/>
                </a:lnTo>
                <a:lnTo>
                  <a:pt x="9255487" y="663089"/>
                </a:lnTo>
                <a:lnTo>
                  <a:pt x="9239834" y="687322"/>
                </a:lnTo>
                <a:lnTo>
                  <a:pt x="9329688" y="689693"/>
                </a:lnTo>
                <a:close/>
                <a:moveTo>
                  <a:pt x="9382131" y="637270"/>
                </a:moveTo>
                <a:lnTo>
                  <a:pt x="9376040" y="637327"/>
                </a:lnTo>
                <a:lnTo>
                  <a:pt x="9344792" y="690275"/>
                </a:lnTo>
                <a:lnTo>
                  <a:pt x="9434606" y="700035"/>
                </a:lnTo>
                <a:lnTo>
                  <a:pt x="9465931" y="641835"/>
                </a:lnTo>
                <a:close/>
                <a:moveTo>
                  <a:pt x="9026672" y="630490"/>
                </a:moveTo>
                <a:lnTo>
                  <a:pt x="8986899" y="638552"/>
                </a:lnTo>
                <a:lnTo>
                  <a:pt x="8978224" y="641352"/>
                </a:lnTo>
                <a:lnTo>
                  <a:pt x="8974497" y="643238"/>
                </a:lnTo>
                <a:lnTo>
                  <a:pt x="8945435" y="662365"/>
                </a:lnTo>
                <a:lnTo>
                  <a:pt x="8997479" y="651196"/>
                </a:lnTo>
                <a:close/>
                <a:moveTo>
                  <a:pt x="9111695" y="613255"/>
                </a:moveTo>
                <a:lnTo>
                  <a:pt x="9056839" y="624375"/>
                </a:lnTo>
                <a:lnTo>
                  <a:pt x="9025953" y="646232"/>
                </a:lnTo>
                <a:lnTo>
                  <a:pt x="9083354" y="640283"/>
                </a:lnTo>
                <a:lnTo>
                  <a:pt x="9105901" y="617668"/>
                </a:lnTo>
                <a:close/>
                <a:moveTo>
                  <a:pt x="9074798" y="596354"/>
                </a:moveTo>
                <a:lnTo>
                  <a:pt x="9049650" y="605192"/>
                </a:lnTo>
                <a:lnTo>
                  <a:pt x="9030301" y="614987"/>
                </a:lnTo>
                <a:lnTo>
                  <a:pt x="9051570" y="608925"/>
                </a:lnTo>
                <a:lnTo>
                  <a:pt x="9058815" y="607691"/>
                </a:lnTo>
                <a:close/>
                <a:moveTo>
                  <a:pt x="9211351" y="594723"/>
                </a:moveTo>
                <a:lnTo>
                  <a:pt x="9197855" y="595789"/>
                </a:lnTo>
                <a:lnTo>
                  <a:pt x="9141084" y="607298"/>
                </a:lnTo>
                <a:lnTo>
                  <a:pt x="9114583" y="627467"/>
                </a:lnTo>
                <a:lnTo>
                  <a:pt x="9103926" y="638151"/>
                </a:lnTo>
                <a:lnTo>
                  <a:pt x="9178185" y="630454"/>
                </a:lnTo>
                <a:close/>
                <a:moveTo>
                  <a:pt x="9304840" y="587336"/>
                </a:moveTo>
                <a:lnTo>
                  <a:pt x="9229717" y="593272"/>
                </a:lnTo>
                <a:lnTo>
                  <a:pt x="9197179" y="628486"/>
                </a:lnTo>
                <a:lnTo>
                  <a:pt x="9202522" y="627932"/>
                </a:lnTo>
                <a:lnTo>
                  <a:pt x="9270910" y="626991"/>
                </a:lnTo>
                <a:close/>
                <a:moveTo>
                  <a:pt x="9620227" y="582962"/>
                </a:moveTo>
                <a:lnTo>
                  <a:pt x="9592846" y="640699"/>
                </a:lnTo>
                <a:lnTo>
                  <a:pt x="9641585" y="645823"/>
                </a:lnTo>
                <a:cubicBezTo>
                  <a:pt x="10190168" y="717512"/>
                  <a:pt x="10683434" y="990749"/>
                  <a:pt x="10996485" y="1395458"/>
                </a:cubicBezTo>
                <a:cubicBezTo>
                  <a:pt x="11024020" y="1431054"/>
                  <a:pt x="11050934" y="1468511"/>
                  <a:pt x="11076980" y="1504852"/>
                </a:cubicBezTo>
                <a:cubicBezTo>
                  <a:pt x="11153383" y="1610773"/>
                  <a:pt x="11232265" y="1720416"/>
                  <a:pt x="11335582" y="1799546"/>
                </a:cubicBezTo>
                <a:cubicBezTo>
                  <a:pt x="11438899" y="1878677"/>
                  <a:pt x="11566030" y="1897406"/>
                  <a:pt x="11642060" y="1883142"/>
                </a:cubicBezTo>
                <a:cubicBezTo>
                  <a:pt x="11660665" y="1879670"/>
                  <a:pt x="11676509" y="1874243"/>
                  <a:pt x="11689284" y="1867081"/>
                </a:cubicBezTo>
                <a:lnTo>
                  <a:pt x="11697242" y="1859765"/>
                </a:lnTo>
                <a:lnTo>
                  <a:pt x="11649502" y="1853407"/>
                </a:lnTo>
                <a:cubicBezTo>
                  <a:pt x="11591673" y="1839733"/>
                  <a:pt x="11534526" y="1814369"/>
                  <a:pt x="11487643" y="1779578"/>
                </a:cubicBezTo>
                <a:cubicBezTo>
                  <a:pt x="11377257" y="1697222"/>
                  <a:pt x="11295397" y="1581131"/>
                  <a:pt x="11216390" y="1469504"/>
                </a:cubicBezTo>
                <a:cubicBezTo>
                  <a:pt x="11190592" y="1432295"/>
                  <a:pt x="11163925" y="1395086"/>
                  <a:pt x="11136763" y="1359242"/>
                </a:cubicBezTo>
                <a:cubicBezTo>
                  <a:pt x="10822968" y="944362"/>
                  <a:pt x="10303532" y="658102"/>
                  <a:pt x="9747631" y="593483"/>
                </a:cubicBezTo>
                <a:close/>
                <a:moveTo>
                  <a:pt x="9402405" y="579628"/>
                </a:moveTo>
                <a:lnTo>
                  <a:pt x="9321446" y="586024"/>
                </a:lnTo>
                <a:lnTo>
                  <a:pt x="9286567" y="626775"/>
                </a:lnTo>
                <a:lnTo>
                  <a:pt x="9367444" y="625662"/>
                </a:lnTo>
                <a:lnTo>
                  <a:pt x="9371885" y="618130"/>
                </a:lnTo>
                <a:close/>
                <a:moveTo>
                  <a:pt x="9515316" y="579046"/>
                </a:moveTo>
                <a:lnTo>
                  <a:pt x="9509771" y="586614"/>
                </a:lnTo>
                <a:lnTo>
                  <a:pt x="9485935" y="631056"/>
                </a:lnTo>
                <a:lnTo>
                  <a:pt x="9517073" y="632734"/>
                </a:lnTo>
                <a:lnTo>
                  <a:pt x="9578855" y="639229"/>
                </a:lnTo>
                <a:lnTo>
                  <a:pt x="9606116" y="581797"/>
                </a:lnTo>
                <a:lnTo>
                  <a:pt x="9583758" y="579950"/>
                </a:lnTo>
                <a:close/>
                <a:moveTo>
                  <a:pt x="9424892" y="577851"/>
                </a:moveTo>
                <a:lnTo>
                  <a:pt x="9420633" y="578188"/>
                </a:lnTo>
                <a:lnTo>
                  <a:pt x="9383139" y="625518"/>
                </a:lnTo>
                <a:lnTo>
                  <a:pt x="9472132" y="630313"/>
                </a:lnTo>
                <a:lnTo>
                  <a:pt x="9499108" y="580191"/>
                </a:lnTo>
                <a:lnTo>
                  <a:pt x="9500098" y="578845"/>
                </a:lnTo>
                <a:close/>
                <a:moveTo>
                  <a:pt x="9167698" y="570603"/>
                </a:moveTo>
                <a:lnTo>
                  <a:pt x="9124019" y="581495"/>
                </a:lnTo>
                <a:lnTo>
                  <a:pt x="9095385" y="597097"/>
                </a:lnTo>
                <a:lnTo>
                  <a:pt x="9087263" y="602844"/>
                </a:lnTo>
                <a:lnTo>
                  <a:pt x="9136343" y="594482"/>
                </a:lnTo>
                <a:close/>
                <a:moveTo>
                  <a:pt x="9261632" y="549937"/>
                </a:moveTo>
                <a:lnTo>
                  <a:pt x="9236784" y="553374"/>
                </a:lnTo>
                <a:lnTo>
                  <a:pt x="9199825" y="562591"/>
                </a:lnTo>
                <a:lnTo>
                  <a:pt x="9164146" y="589746"/>
                </a:lnTo>
                <a:lnTo>
                  <a:pt x="9225706" y="579258"/>
                </a:lnTo>
                <a:lnTo>
                  <a:pt x="9229311" y="575374"/>
                </a:lnTo>
                <a:close/>
                <a:moveTo>
                  <a:pt x="9210536" y="538814"/>
                </a:moveTo>
                <a:lnTo>
                  <a:pt x="9183303" y="549195"/>
                </a:lnTo>
                <a:lnTo>
                  <a:pt x="9165937" y="558657"/>
                </a:lnTo>
                <a:lnTo>
                  <a:pt x="9190247" y="553428"/>
                </a:lnTo>
                <a:lnTo>
                  <a:pt x="9205746" y="541625"/>
                </a:lnTo>
                <a:close/>
                <a:moveTo>
                  <a:pt x="9346941" y="538134"/>
                </a:moveTo>
                <a:lnTo>
                  <a:pt x="9285886" y="546581"/>
                </a:lnTo>
                <a:lnTo>
                  <a:pt x="9247108" y="577104"/>
                </a:lnTo>
                <a:lnTo>
                  <a:pt x="9317811" y="572178"/>
                </a:lnTo>
                <a:close/>
                <a:moveTo>
                  <a:pt x="9446180" y="524404"/>
                </a:moveTo>
                <a:lnTo>
                  <a:pt x="9366810" y="535385"/>
                </a:lnTo>
                <a:lnTo>
                  <a:pt x="9359542" y="541514"/>
                </a:lnTo>
                <a:lnTo>
                  <a:pt x="9334279" y="571030"/>
                </a:lnTo>
                <a:lnTo>
                  <a:pt x="9413601" y="565503"/>
                </a:lnTo>
                <a:close/>
                <a:moveTo>
                  <a:pt x="9542504" y="521166"/>
                </a:moveTo>
                <a:lnTo>
                  <a:pt x="9464495" y="522820"/>
                </a:lnTo>
                <a:lnTo>
                  <a:pt x="9431172" y="564884"/>
                </a:lnTo>
                <a:lnTo>
                  <a:pt x="9509612" y="565904"/>
                </a:lnTo>
                <a:close/>
                <a:moveTo>
                  <a:pt x="9641841" y="519060"/>
                </a:moveTo>
                <a:lnTo>
                  <a:pt x="9557960" y="520838"/>
                </a:lnTo>
                <a:lnTo>
                  <a:pt x="9524799" y="566102"/>
                </a:lnTo>
                <a:lnTo>
                  <a:pt x="9583800" y="566869"/>
                </a:lnTo>
                <a:lnTo>
                  <a:pt x="9612095" y="569201"/>
                </a:lnTo>
                <a:lnTo>
                  <a:pt x="9621468" y="549453"/>
                </a:lnTo>
                <a:close/>
                <a:moveTo>
                  <a:pt x="9690987" y="518018"/>
                </a:moveTo>
                <a:lnTo>
                  <a:pt x="9657874" y="518720"/>
                </a:lnTo>
                <a:lnTo>
                  <a:pt x="9633233" y="555537"/>
                </a:lnTo>
                <a:lnTo>
                  <a:pt x="9626202" y="570363"/>
                </a:lnTo>
                <a:lnTo>
                  <a:pt x="9748747" y="580459"/>
                </a:lnTo>
                <a:cubicBezTo>
                  <a:pt x="10308245" y="645327"/>
                  <a:pt x="10830906" y="933448"/>
                  <a:pt x="11146686" y="1351056"/>
                </a:cubicBezTo>
                <a:cubicBezTo>
                  <a:pt x="11173972" y="1387148"/>
                  <a:pt x="11200638" y="1425474"/>
                  <a:pt x="11226437" y="1461566"/>
                </a:cubicBezTo>
                <a:cubicBezTo>
                  <a:pt x="11305071" y="1573193"/>
                  <a:pt x="11386310" y="1688168"/>
                  <a:pt x="11495085" y="1769160"/>
                </a:cubicBezTo>
                <a:cubicBezTo>
                  <a:pt x="11548169" y="1808601"/>
                  <a:pt x="11607921" y="1832198"/>
                  <a:pt x="11664199" y="1843577"/>
                </a:cubicBezTo>
                <a:lnTo>
                  <a:pt x="11709712" y="1848301"/>
                </a:lnTo>
                <a:lnTo>
                  <a:pt x="11718089" y="1840600"/>
                </a:lnTo>
                <a:lnTo>
                  <a:pt x="11728756" y="1847050"/>
                </a:lnTo>
                <a:lnTo>
                  <a:pt x="11725637" y="1849955"/>
                </a:lnTo>
                <a:lnTo>
                  <a:pt x="11744745" y="1851938"/>
                </a:lnTo>
                <a:cubicBezTo>
                  <a:pt x="11769880" y="1851973"/>
                  <a:pt x="11792880" y="1849407"/>
                  <a:pt x="11812477" y="1844694"/>
                </a:cubicBezTo>
                <a:lnTo>
                  <a:pt x="11855191" y="1826994"/>
                </a:lnTo>
                <a:lnTo>
                  <a:pt x="11814151" y="1822834"/>
                </a:lnTo>
                <a:cubicBezTo>
                  <a:pt x="11754462" y="1810462"/>
                  <a:pt x="11695454" y="1785718"/>
                  <a:pt x="11647021" y="1750803"/>
                </a:cubicBezTo>
                <a:cubicBezTo>
                  <a:pt x="11531053" y="1666587"/>
                  <a:pt x="11446961" y="1545038"/>
                  <a:pt x="11365722" y="1427458"/>
                </a:cubicBezTo>
                <a:cubicBezTo>
                  <a:pt x="11340047" y="1390249"/>
                  <a:pt x="11313629" y="1352172"/>
                  <a:pt x="11286715" y="1315831"/>
                </a:cubicBezTo>
                <a:cubicBezTo>
                  <a:pt x="10964238" y="881727"/>
                  <a:pt x="10429298" y="587653"/>
                  <a:pt x="9854297" y="529111"/>
                </a:cubicBezTo>
                <a:cubicBezTo>
                  <a:pt x="9799057" y="523468"/>
                  <a:pt x="9744573" y="519780"/>
                  <a:pt x="9690987" y="518018"/>
                </a:cubicBezTo>
                <a:close/>
                <a:moveTo>
                  <a:pt x="9311764" y="510481"/>
                </a:moveTo>
                <a:lnTo>
                  <a:pt x="9260773" y="524484"/>
                </a:lnTo>
                <a:lnTo>
                  <a:pt x="9223635" y="546248"/>
                </a:lnTo>
                <a:lnTo>
                  <a:pt x="9282367" y="533618"/>
                </a:lnTo>
                <a:close/>
                <a:moveTo>
                  <a:pt x="9400236" y="491956"/>
                </a:moveTo>
                <a:lnTo>
                  <a:pt x="9350177" y="499933"/>
                </a:lnTo>
                <a:lnTo>
                  <a:pt x="9342459" y="502052"/>
                </a:lnTo>
                <a:lnTo>
                  <a:pt x="9309235" y="528203"/>
                </a:lnTo>
                <a:lnTo>
                  <a:pt x="9364318" y="522246"/>
                </a:lnTo>
                <a:close/>
                <a:moveTo>
                  <a:pt x="9352374" y="478520"/>
                </a:moveTo>
                <a:lnTo>
                  <a:pt x="9331644" y="484737"/>
                </a:lnTo>
                <a:lnTo>
                  <a:pt x="9321383" y="488965"/>
                </a:lnTo>
                <a:lnTo>
                  <a:pt x="9300269" y="501338"/>
                </a:lnTo>
                <a:lnTo>
                  <a:pt x="9333425" y="493434"/>
                </a:lnTo>
                <a:close/>
                <a:moveTo>
                  <a:pt x="9486377" y="478229"/>
                </a:moveTo>
                <a:lnTo>
                  <a:pt x="9422524" y="488404"/>
                </a:lnTo>
                <a:lnTo>
                  <a:pt x="9385051" y="520003"/>
                </a:lnTo>
                <a:lnTo>
                  <a:pt x="9455727" y="512359"/>
                </a:lnTo>
                <a:lnTo>
                  <a:pt x="9472533" y="491158"/>
                </a:lnTo>
                <a:close/>
                <a:moveTo>
                  <a:pt x="9584033" y="464681"/>
                </a:moveTo>
                <a:lnTo>
                  <a:pt x="9567377" y="465322"/>
                </a:lnTo>
                <a:lnTo>
                  <a:pt x="9510052" y="474456"/>
                </a:lnTo>
                <a:lnTo>
                  <a:pt x="9482208" y="500460"/>
                </a:lnTo>
                <a:lnTo>
                  <a:pt x="9474380" y="510342"/>
                </a:lnTo>
                <a:lnTo>
                  <a:pt x="9493542" y="508269"/>
                </a:lnTo>
                <a:lnTo>
                  <a:pt x="9552512" y="507554"/>
                </a:lnTo>
                <a:close/>
                <a:moveTo>
                  <a:pt x="9680786" y="460959"/>
                </a:moveTo>
                <a:lnTo>
                  <a:pt x="9599538" y="464085"/>
                </a:lnTo>
                <a:lnTo>
                  <a:pt x="9567828" y="507368"/>
                </a:lnTo>
                <a:lnTo>
                  <a:pt x="9650349" y="506366"/>
                </a:lnTo>
                <a:close/>
                <a:moveTo>
                  <a:pt x="9800369" y="456359"/>
                </a:moveTo>
                <a:lnTo>
                  <a:pt x="9696947" y="460338"/>
                </a:lnTo>
                <a:lnTo>
                  <a:pt x="9666271" y="506173"/>
                </a:lnTo>
                <a:lnTo>
                  <a:pt x="9691318" y="505869"/>
                </a:lnTo>
                <a:cubicBezTo>
                  <a:pt x="9745251" y="507648"/>
                  <a:pt x="9800080" y="511375"/>
                  <a:pt x="9855661" y="517080"/>
                </a:cubicBezTo>
                <a:cubicBezTo>
                  <a:pt x="10434011" y="576118"/>
                  <a:pt x="10972672" y="872053"/>
                  <a:pt x="11296637" y="1308762"/>
                </a:cubicBezTo>
                <a:cubicBezTo>
                  <a:pt x="11323675" y="1345226"/>
                  <a:pt x="11350218" y="1383179"/>
                  <a:pt x="11375892" y="1420388"/>
                </a:cubicBezTo>
                <a:cubicBezTo>
                  <a:pt x="11456636" y="1537100"/>
                  <a:pt x="11540107" y="1657781"/>
                  <a:pt x="11654339" y="1740757"/>
                </a:cubicBezTo>
                <a:cubicBezTo>
                  <a:pt x="11701346" y="1774803"/>
                  <a:pt x="11758524" y="1798834"/>
                  <a:pt x="11816322" y="1810834"/>
                </a:cubicBezTo>
                <a:lnTo>
                  <a:pt x="11870690" y="1816351"/>
                </a:lnTo>
                <a:lnTo>
                  <a:pt x="11895205" y="1789625"/>
                </a:lnTo>
                <a:lnTo>
                  <a:pt x="11906243" y="1795082"/>
                </a:lnTo>
                <a:lnTo>
                  <a:pt x="11885760" y="1817881"/>
                </a:lnTo>
                <a:lnTo>
                  <a:pt x="11902290" y="1819558"/>
                </a:lnTo>
                <a:cubicBezTo>
                  <a:pt x="11930305" y="1819291"/>
                  <a:pt x="11957281" y="1815764"/>
                  <a:pt x="11982025" y="1808725"/>
                </a:cubicBezTo>
                <a:lnTo>
                  <a:pt x="12011774" y="1794612"/>
                </a:lnTo>
                <a:lnTo>
                  <a:pt x="11980412" y="1792338"/>
                </a:lnTo>
                <a:cubicBezTo>
                  <a:pt x="11919017" y="1781252"/>
                  <a:pt x="11858243" y="1757129"/>
                  <a:pt x="11808011" y="1721780"/>
                </a:cubicBezTo>
                <a:cubicBezTo>
                  <a:pt x="11686586" y="1635703"/>
                  <a:pt x="11600261" y="1508697"/>
                  <a:pt x="11516913" y="1385908"/>
                </a:cubicBezTo>
                <a:cubicBezTo>
                  <a:pt x="11491363" y="1348699"/>
                  <a:pt x="11465069" y="1309505"/>
                  <a:pt x="11438155" y="1272669"/>
                </a:cubicBezTo>
                <a:cubicBezTo>
                  <a:pt x="11107864" y="819216"/>
                  <a:pt x="10556428" y="517328"/>
                  <a:pt x="9963070" y="464988"/>
                </a:cubicBezTo>
                <a:cubicBezTo>
                  <a:pt x="9907970" y="460135"/>
                  <a:pt x="9853689" y="457271"/>
                  <a:pt x="9800369" y="456359"/>
                </a:cubicBezTo>
                <a:close/>
                <a:moveTo>
                  <a:pt x="9451376" y="448829"/>
                </a:moveTo>
                <a:lnTo>
                  <a:pt x="9400717" y="464022"/>
                </a:lnTo>
                <a:lnTo>
                  <a:pt x="9365728" y="483737"/>
                </a:lnTo>
                <a:lnTo>
                  <a:pt x="9362092" y="486599"/>
                </a:lnTo>
                <a:lnTo>
                  <a:pt x="9417774" y="473324"/>
                </a:lnTo>
                <a:lnTo>
                  <a:pt x="9423141" y="472640"/>
                </a:lnTo>
                <a:close/>
                <a:moveTo>
                  <a:pt x="9535753" y="432119"/>
                </a:moveTo>
                <a:lnTo>
                  <a:pt x="9476689" y="442729"/>
                </a:lnTo>
                <a:lnTo>
                  <a:pt x="9444439" y="469924"/>
                </a:lnTo>
                <a:lnTo>
                  <a:pt x="9503308" y="462418"/>
                </a:lnTo>
                <a:close/>
                <a:moveTo>
                  <a:pt x="9492270" y="418244"/>
                </a:moveTo>
                <a:lnTo>
                  <a:pt x="9467728" y="426263"/>
                </a:lnTo>
                <a:lnTo>
                  <a:pt x="9443158" y="440107"/>
                </a:lnTo>
                <a:lnTo>
                  <a:pt x="9470107" y="433033"/>
                </a:lnTo>
                <a:lnTo>
                  <a:pt x="9475964" y="428094"/>
                </a:lnTo>
                <a:close/>
                <a:moveTo>
                  <a:pt x="9629099" y="415350"/>
                </a:moveTo>
                <a:lnTo>
                  <a:pt x="9560063" y="427752"/>
                </a:lnTo>
                <a:lnTo>
                  <a:pt x="9526047" y="459519"/>
                </a:lnTo>
                <a:lnTo>
                  <a:pt x="9594219" y="450826"/>
                </a:lnTo>
                <a:lnTo>
                  <a:pt x="9595571" y="448988"/>
                </a:lnTo>
                <a:close/>
                <a:moveTo>
                  <a:pt x="9719493" y="404157"/>
                </a:moveTo>
                <a:lnTo>
                  <a:pt x="9679080" y="406371"/>
                </a:lnTo>
                <a:lnTo>
                  <a:pt x="9650020" y="411591"/>
                </a:lnTo>
                <a:lnTo>
                  <a:pt x="9612292" y="449373"/>
                </a:lnTo>
                <a:lnTo>
                  <a:pt x="9690050" y="447139"/>
                </a:lnTo>
                <a:lnTo>
                  <a:pt x="9717244" y="406569"/>
                </a:lnTo>
                <a:close/>
                <a:moveTo>
                  <a:pt x="9910416" y="393701"/>
                </a:moveTo>
                <a:lnTo>
                  <a:pt x="9738054" y="403141"/>
                </a:lnTo>
                <a:lnTo>
                  <a:pt x="9728035" y="413887"/>
                </a:lnTo>
                <a:lnTo>
                  <a:pt x="9706089" y="446678"/>
                </a:lnTo>
                <a:lnTo>
                  <a:pt x="9800245" y="443973"/>
                </a:lnTo>
                <a:cubicBezTo>
                  <a:pt x="9853937" y="444908"/>
                  <a:pt x="9908590" y="447810"/>
                  <a:pt x="9964062" y="452709"/>
                </a:cubicBezTo>
                <a:cubicBezTo>
                  <a:pt x="10561017" y="505297"/>
                  <a:pt x="11115801" y="809046"/>
                  <a:pt x="11448201" y="1265351"/>
                </a:cubicBezTo>
                <a:cubicBezTo>
                  <a:pt x="11475240" y="1302560"/>
                  <a:pt x="11501658" y="1341257"/>
                  <a:pt x="11527208" y="1378962"/>
                </a:cubicBezTo>
                <a:cubicBezTo>
                  <a:pt x="11609936" y="1500883"/>
                  <a:pt x="11695516" y="1627021"/>
                  <a:pt x="11815080" y="1711733"/>
                </a:cubicBezTo>
                <a:cubicBezTo>
                  <a:pt x="11863514" y="1746028"/>
                  <a:pt x="11922428" y="1769438"/>
                  <a:pt x="11981993" y="1780198"/>
                </a:cubicBezTo>
                <a:lnTo>
                  <a:pt x="12034175" y="1783985"/>
                </a:lnTo>
                <a:lnTo>
                  <a:pt x="12039280" y="1781563"/>
                </a:lnTo>
                <a:lnTo>
                  <a:pt x="12071610" y="1740842"/>
                </a:lnTo>
                <a:lnTo>
                  <a:pt x="12053729" y="1736060"/>
                </a:lnTo>
                <a:cubicBezTo>
                  <a:pt x="12023769" y="1724502"/>
                  <a:pt x="11995296" y="1709750"/>
                  <a:pt x="11969622" y="1692014"/>
                </a:cubicBezTo>
                <a:cubicBezTo>
                  <a:pt x="11842740" y="1604077"/>
                  <a:pt x="11754431" y="1471613"/>
                  <a:pt x="11668974" y="1343490"/>
                </a:cubicBezTo>
                <a:cubicBezTo>
                  <a:pt x="11644168" y="1305413"/>
                  <a:pt x="11617254" y="1265972"/>
                  <a:pt x="11590463" y="1228515"/>
                </a:cubicBezTo>
                <a:cubicBezTo>
                  <a:pt x="11251614" y="755342"/>
                  <a:pt x="10684179" y="445516"/>
                  <a:pt x="10072464" y="399997"/>
                </a:cubicBezTo>
                <a:cubicBezTo>
                  <a:pt x="10017519" y="395904"/>
                  <a:pt x="9963457" y="393817"/>
                  <a:pt x="9910416" y="393701"/>
                </a:cubicBezTo>
                <a:close/>
                <a:moveTo>
                  <a:pt x="9588346" y="388515"/>
                </a:moveTo>
                <a:lnTo>
                  <a:pt x="9575121" y="391175"/>
                </a:lnTo>
                <a:lnTo>
                  <a:pt x="9540855" y="402370"/>
                </a:lnTo>
                <a:lnTo>
                  <a:pt x="9505404" y="423767"/>
                </a:lnTo>
                <a:lnTo>
                  <a:pt x="9530301" y="417232"/>
                </a:lnTo>
                <a:lnTo>
                  <a:pt x="9555700" y="413491"/>
                </a:lnTo>
                <a:lnTo>
                  <a:pt x="9563182" y="406503"/>
                </a:lnTo>
                <a:close/>
                <a:moveTo>
                  <a:pt x="9672766" y="371539"/>
                </a:moveTo>
                <a:lnTo>
                  <a:pt x="9620352" y="382079"/>
                </a:lnTo>
                <a:lnTo>
                  <a:pt x="9581768" y="409652"/>
                </a:lnTo>
                <a:lnTo>
                  <a:pt x="9643899" y="400501"/>
                </a:lnTo>
                <a:close/>
                <a:moveTo>
                  <a:pt x="9767724" y="352443"/>
                </a:moveTo>
                <a:lnTo>
                  <a:pt x="9695470" y="366973"/>
                </a:lnTo>
                <a:lnTo>
                  <a:pt x="9691684" y="369868"/>
                </a:lnTo>
                <a:lnTo>
                  <a:pt x="9664060" y="397531"/>
                </a:lnTo>
                <a:lnTo>
                  <a:pt x="9714382" y="390120"/>
                </a:lnTo>
                <a:lnTo>
                  <a:pt x="9733390" y="389257"/>
                </a:lnTo>
                <a:close/>
                <a:moveTo>
                  <a:pt x="9640018" y="351579"/>
                </a:moveTo>
                <a:lnTo>
                  <a:pt x="9595502" y="369387"/>
                </a:lnTo>
                <a:lnTo>
                  <a:pt x="9579618" y="378974"/>
                </a:lnTo>
                <a:lnTo>
                  <a:pt x="9616534" y="368365"/>
                </a:lnTo>
                <a:close/>
                <a:moveTo>
                  <a:pt x="9728451" y="326537"/>
                </a:moveTo>
                <a:lnTo>
                  <a:pt x="9681818" y="339378"/>
                </a:lnTo>
                <a:lnTo>
                  <a:pt x="9674543" y="343353"/>
                </a:lnTo>
                <a:lnTo>
                  <a:pt x="9651672" y="359697"/>
                </a:lnTo>
                <a:lnTo>
                  <a:pt x="9694687" y="352502"/>
                </a:lnTo>
                <a:close/>
                <a:moveTo>
                  <a:pt x="9815080" y="304955"/>
                </a:moveTo>
                <a:lnTo>
                  <a:pt x="9789135" y="309826"/>
                </a:lnTo>
                <a:lnTo>
                  <a:pt x="9759560" y="317970"/>
                </a:lnTo>
                <a:lnTo>
                  <a:pt x="9719916" y="348282"/>
                </a:lnTo>
                <a:lnTo>
                  <a:pt x="9781160" y="338038"/>
                </a:lnTo>
                <a:lnTo>
                  <a:pt x="9802224" y="315453"/>
                </a:lnTo>
                <a:close/>
                <a:moveTo>
                  <a:pt x="9775492" y="290361"/>
                </a:moveTo>
                <a:lnTo>
                  <a:pt x="9766676" y="293003"/>
                </a:lnTo>
                <a:lnTo>
                  <a:pt x="9726494" y="314962"/>
                </a:lnTo>
                <a:lnTo>
                  <a:pt x="9751076" y="309137"/>
                </a:lnTo>
                <a:close/>
                <a:moveTo>
                  <a:pt x="9866274" y="263155"/>
                </a:moveTo>
                <a:lnTo>
                  <a:pt x="9819317" y="277227"/>
                </a:lnTo>
                <a:lnTo>
                  <a:pt x="9791760" y="293350"/>
                </a:lnTo>
                <a:lnTo>
                  <a:pt x="9780110" y="302258"/>
                </a:lnTo>
                <a:lnTo>
                  <a:pt x="9834031" y="289482"/>
                </a:lnTo>
                <a:close/>
                <a:moveTo>
                  <a:pt x="9901149" y="234744"/>
                </a:moveTo>
                <a:lnTo>
                  <a:pt x="9870233" y="247436"/>
                </a:lnTo>
                <a:lnTo>
                  <a:pt x="9856962" y="255201"/>
                </a:lnTo>
                <a:lnTo>
                  <a:pt x="9884903" y="247943"/>
                </a:lnTo>
                <a:lnTo>
                  <a:pt x="9900808" y="234957"/>
                </a:lnTo>
                <a:close/>
                <a:moveTo>
                  <a:pt x="10716799" y="0"/>
                </a:moveTo>
                <a:cubicBezTo>
                  <a:pt x="11254970" y="3247"/>
                  <a:pt x="11765743" y="206229"/>
                  <a:pt x="12156080" y="558954"/>
                </a:cubicBezTo>
                <a:lnTo>
                  <a:pt x="12192000" y="595633"/>
                </a:lnTo>
                <a:lnTo>
                  <a:pt x="12192000" y="611495"/>
                </a:lnTo>
                <a:lnTo>
                  <a:pt x="12152265" y="571000"/>
                </a:lnTo>
                <a:cubicBezTo>
                  <a:pt x="11762438" y="220300"/>
                  <a:pt x="11239863" y="10233"/>
                  <a:pt x="10717915" y="11907"/>
                </a:cubicBezTo>
                <a:cubicBezTo>
                  <a:pt x="10505887" y="12713"/>
                  <a:pt x="10309672" y="49736"/>
                  <a:pt x="10140836" y="118293"/>
                </a:cubicBezTo>
                <a:lnTo>
                  <a:pt x="10097669" y="138667"/>
                </a:lnTo>
                <a:lnTo>
                  <a:pt x="10217051" y="104384"/>
                </a:lnTo>
                <a:cubicBezTo>
                  <a:pt x="10334534" y="78147"/>
                  <a:pt x="10460577" y="64496"/>
                  <a:pt x="10592397" y="64496"/>
                </a:cubicBezTo>
                <a:lnTo>
                  <a:pt x="10609761" y="64496"/>
                </a:lnTo>
                <a:cubicBezTo>
                  <a:pt x="10954377" y="69333"/>
                  <a:pt x="11292693" y="157556"/>
                  <a:pt x="11595796" y="321610"/>
                </a:cubicBezTo>
                <a:cubicBezTo>
                  <a:pt x="11747912" y="402490"/>
                  <a:pt x="11888922" y="501440"/>
                  <a:pt x="12015970" y="615889"/>
                </a:cubicBezTo>
                <a:lnTo>
                  <a:pt x="12192000" y="795081"/>
                </a:lnTo>
                <a:lnTo>
                  <a:pt x="12192000" y="813320"/>
                </a:lnTo>
                <a:lnTo>
                  <a:pt x="12186949" y="806685"/>
                </a:lnTo>
                <a:cubicBezTo>
                  <a:pt x="11797017" y="356774"/>
                  <a:pt x="11213568" y="82326"/>
                  <a:pt x="10609513" y="76899"/>
                </a:cubicBezTo>
                <a:cubicBezTo>
                  <a:pt x="10396616" y="74790"/>
                  <a:pt x="10198664" y="108433"/>
                  <a:pt x="10027333" y="173270"/>
                </a:cubicBezTo>
                <a:lnTo>
                  <a:pt x="10013166" y="179520"/>
                </a:lnTo>
                <a:lnTo>
                  <a:pt x="9991020" y="193344"/>
                </a:lnTo>
                <a:lnTo>
                  <a:pt x="10117144" y="160940"/>
                </a:lnTo>
                <a:cubicBezTo>
                  <a:pt x="10238000" y="137321"/>
                  <a:pt x="10367252" y="126457"/>
                  <a:pt x="10501979" y="129364"/>
                </a:cubicBezTo>
                <a:cubicBezTo>
                  <a:pt x="11094205" y="142278"/>
                  <a:pt x="11666775" y="413200"/>
                  <a:pt x="12049352" y="850064"/>
                </a:cubicBezTo>
                <a:lnTo>
                  <a:pt x="12192000" y="1035259"/>
                </a:lnTo>
                <a:lnTo>
                  <a:pt x="12192000" y="1056408"/>
                </a:lnTo>
                <a:lnTo>
                  <a:pt x="12191015" y="1054873"/>
                </a:lnTo>
                <a:cubicBezTo>
                  <a:pt x="11821903" y="506910"/>
                  <a:pt x="11174593" y="157394"/>
                  <a:pt x="10501732" y="142635"/>
                </a:cubicBezTo>
                <a:cubicBezTo>
                  <a:pt x="10341455" y="139147"/>
                  <a:pt x="10189061" y="155298"/>
                  <a:pt x="10049535" y="189335"/>
                </a:cubicBezTo>
                <a:lnTo>
                  <a:pt x="9950562" y="218601"/>
                </a:lnTo>
                <a:lnTo>
                  <a:pt x="9916852" y="239645"/>
                </a:lnTo>
                <a:lnTo>
                  <a:pt x="9966502" y="226748"/>
                </a:lnTo>
                <a:cubicBezTo>
                  <a:pt x="10083321" y="203764"/>
                  <a:pt x="10194796" y="195157"/>
                  <a:pt x="10289439" y="193539"/>
                </a:cubicBezTo>
                <a:cubicBezTo>
                  <a:pt x="10327297" y="192892"/>
                  <a:pt x="10362461" y="193363"/>
                  <a:pt x="10394197" y="194479"/>
                </a:cubicBezTo>
                <a:cubicBezTo>
                  <a:pt x="11053663" y="217424"/>
                  <a:pt x="11688323" y="560986"/>
                  <a:pt x="12050489" y="1091089"/>
                </a:cubicBezTo>
                <a:cubicBezTo>
                  <a:pt x="12077528" y="1130779"/>
                  <a:pt x="12104070" y="1172329"/>
                  <a:pt x="12129620" y="1212638"/>
                </a:cubicBezTo>
                <a:lnTo>
                  <a:pt x="12192000" y="1308897"/>
                </a:lnTo>
                <a:lnTo>
                  <a:pt x="12192000" y="1330330"/>
                </a:lnTo>
                <a:lnTo>
                  <a:pt x="12189013" y="1326201"/>
                </a:lnTo>
                <a:cubicBezTo>
                  <a:pt x="12165062" y="1290552"/>
                  <a:pt x="12142023" y="1254251"/>
                  <a:pt x="12119202" y="1218220"/>
                </a:cubicBezTo>
                <a:cubicBezTo>
                  <a:pt x="12093651" y="1178158"/>
                  <a:pt x="12067233" y="1136608"/>
                  <a:pt x="12040195" y="1097167"/>
                </a:cubicBezTo>
                <a:cubicBezTo>
                  <a:pt x="11680509" y="570165"/>
                  <a:pt x="11049322" y="228959"/>
                  <a:pt x="10393825" y="205889"/>
                </a:cubicBezTo>
                <a:cubicBezTo>
                  <a:pt x="10362321" y="204788"/>
                  <a:pt x="10327423" y="204323"/>
                  <a:pt x="10289858" y="204962"/>
                </a:cubicBezTo>
                <a:cubicBezTo>
                  <a:pt x="10177165" y="206880"/>
                  <a:pt x="10040484" y="218738"/>
                  <a:pt x="9899520" y="253191"/>
                </a:cubicBezTo>
                <a:lnTo>
                  <a:pt x="9897972" y="253655"/>
                </a:lnTo>
                <a:lnTo>
                  <a:pt x="9861392" y="283508"/>
                </a:lnTo>
                <a:lnTo>
                  <a:pt x="10028016" y="262409"/>
                </a:lnTo>
                <a:cubicBezTo>
                  <a:pt x="10082708" y="258056"/>
                  <a:pt x="10134538" y="256272"/>
                  <a:pt x="10182091" y="256131"/>
                </a:cubicBezTo>
                <a:cubicBezTo>
                  <a:pt x="10220134" y="256019"/>
                  <a:pt x="10255439" y="256959"/>
                  <a:pt x="10287284" y="258478"/>
                </a:cubicBezTo>
                <a:cubicBezTo>
                  <a:pt x="10929137" y="289238"/>
                  <a:pt x="11547301" y="624738"/>
                  <a:pt x="11900538" y="1134127"/>
                </a:cubicBezTo>
                <a:cubicBezTo>
                  <a:pt x="11927576" y="1173073"/>
                  <a:pt x="11953870" y="1214003"/>
                  <a:pt x="11979420" y="1253568"/>
                </a:cubicBezTo>
                <a:cubicBezTo>
                  <a:pt x="12023761" y="1322219"/>
                  <a:pt x="12068877" y="1392047"/>
                  <a:pt x="12119838" y="1455969"/>
                </a:cubicBezTo>
                <a:lnTo>
                  <a:pt x="12192000" y="1536200"/>
                </a:lnTo>
                <a:lnTo>
                  <a:pt x="12192000" y="1554047"/>
                </a:lnTo>
                <a:lnTo>
                  <a:pt x="12111032" y="1464140"/>
                </a:lnTo>
                <a:cubicBezTo>
                  <a:pt x="12059544" y="1399613"/>
                  <a:pt x="12014087" y="1329226"/>
                  <a:pt x="11969374" y="1260017"/>
                </a:cubicBezTo>
                <a:cubicBezTo>
                  <a:pt x="11943948" y="1220576"/>
                  <a:pt x="11917654" y="1179770"/>
                  <a:pt x="11890740" y="1140949"/>
                </a:cubicBezTo>
                <a:cubicBezTo>
                  <a:pt x="11539612" y="634660"/>
                  <a:pt x="10925168" y="301144"/>
                  <a:pt x="10287036" y="270633"/>
                </a:cubicBezTo>
                <a:cubicBezTo>
                  <a:pt x="10255439" y="269083"/>
                  <a:pt x="10220409" y="268114"/>
                  <a:pt x="10182665" y="268193"/>
                </a:cubicBezTo>
                <a:cubicBezTo>
                  <a:pt x="10097740" y="268372"/>
                  <a:pt x="9999076" y="273858"/>
                  <a:pt x="9894876" y="289973"/>
                </a:cubicBezTo>
                <a:lnTo>
                  <a:pt x="9841100" y="300070"/>
                </a:lnTo>
                <a:lnTo>
                  <a:pt x="9812039" y="323787"/>
                </a:lnTo>
                <a:lnTo>
                  <a:pt x="9802003" y="334551"/>
                </a:lnTo>
                <a:lnTo>
                  <a:pt x="9821983" y="331209"/>
                </a:lnTo>
                <a:cubicBezTo>
                  <a:pt x="9884769" y="324105"/>
                  <a:pt x="9949515" y="320082"/>
                  <a:pt x="10015951" y="319214"/>
                </a:cubicBezTo>
                <a:cubicBezTo>
                  <a:pt x="10069100" y="318519"/>
                  <a:pt x="10123332" y="319842"/>
                  <a:pt x="10178510" y="323222"/>
                </a:cubicBezTo>
                <a:cubicBezTo>
                  <a:pt x="10487269" y="342968"/>
                  <a:pt x="10788140" y="429069"/>
                  <a:pt x="11060609" y="575622"/>
                </a:cubicBezTo>
                <a:cubicBezTo>
                  <a:pt x="11338559" y="724458"/>
                  <a:pt x="11576572" y="933324"/>
                  <a:pt x="11748725" y="1177910"/>
                </a:cubicBezTo>
                <a:cubicBezTo>
                  <a:pt x="11775639" y="1216111"/>
                  <a:pt x="11802057" y="1256297"/>
                  <a:pt x="11827483" y="1295118"/>
                </a:cubicBezTo>
                <a:cubicBezTo>
                  <a:pt x="11914304" y="1427458"/>
                  <a:pt x="12003978" y="1564139"/>
                  <a:pt x="12134209" y="1652448"/>
                </a:cubicBezTo>
                <a:lnTo>
                  <a:pt x="12192000" y="1681804"/>
                </a:lnTo>
                <a:lnTo>
                  <a:pt x="12192000" y="1695630"/>
                </a:lnTo>
                <a:lnTo>
                  <a:pt x="12127759" y="1663238"/>
                </a:lnTo>
                <a:cubicBezTo>
                  <a:pt x="11995544" y="1573565"/>
                  <a:pt x="11904506" y="1435768"/>
                  <a:pt x="11817685" y="1302436"/>
                </a:cubicBezTo>
                <a:cubicBezTo>
                  <a:pt x="11792259" y="1263615"/>
                  <a:pt x="11765965" y="1223553"/>
                  <a:pt x="11739050" y="1185476"/>
                </a:cubicBezTo>
                <a:cubicBezTo>
                  <a:pt x="11396729" y="699404"/>
                  <a:pt x="10798658" y="373950"/>
                  <a:pt x="10178262" y="335997"/>
                </a:cubicBezTo>
                <a:cubicBezTo>
                  <a:pt x="10123518" y="332648"/>
                  <a:pt x="10069713" y="331336"/>
                  <a:pt x="10016982" y="332023"/>
                </a:cubicBezTo>
                <a:lnTo>
                  <a:pt x="9789127" y="348361"/>
                </a:lnTo>
                <a:lnTo>
                  <a:pt x="9751776" y="388423"/>
                </a:lnTo>
                <a:lnTo>
                  <a:pt x="9909611" y="381263"/>
                </a:lnTo>
                <a:cubicBezTo>
                  <a:pt x="9963013" y="381371"/>
                  <a:pt x="10017427" y="383470"/>
                  <a:pt x="10072713" y="387594"/>
                </a:cubicBezTo>
                <a:cubicBezTo>
                  <a:pt x="10688148" y="433485"/>
                  <a:pt x="11258932" y="745171"/>
                  <a:pt x="11599890" y="1221321"/>
                </a:cubicBezTo>
                <a:cubicBezTo>
                  <a:pt x="11626804" y="1258530"/>
                  <a:pt x="11653222" y="1298467"/>
                  <a:pt x="11678648" y="1336669"/>
                </a:cubicBezTo>
                <a:cubicBezTo>
                  <a:pt x="11763485" y="1463799"/>
                  <a:pt x="11851174" y="1595146"/>
                  <a:pt x="11976319" y="1681843"/>
                </a:cubicBezTo>
                <a:cubicBezTo>
                  <a:pt x="12025931" y="1716262"/>
                  <a:pt x="12086551" y="1739083"/>
                  <a:pt x="12147868" y="1748726"/>
                </a:cubicBezTo>
                <a:lnTo>
                  <a:pt x="12192000" y="1750847"/>
                </a:lnTo>
                <a:lnTo>
                  <a:pt x="12192000" y="1765788"/>
                </a:lnTo>
                <a:lnTo>
                  <a:pt x="12156534" y="1784663"/>
                </a:lnTo>
                <a:cubicBezTo>
                  <a:pt x="12130178" y="1793066"/>
                  <a:pt x="12101496" y="1797756"/>
                  <a:pt x="12071729" y="1798960"/>
                </a:cubicBezTo>
                <a:lnTo>
                  <a:pt x="12036191" y="1796382"/>
                </a:lnTo>
                <a:lnTo>
                  <a:pt x="11985374" y="1820632"/>
                </a:lnTo>
                <a:cubicBezTo>
                  <a:pt x="11959793" y="1827919"/>
                  <a:pt x="11931910" y="1831562"/>
                  <a:pt x="11902960" y="1831837"/>
                </a:cubicBezTo>
                <a:lnTo>
                  <a:pt x="11875704" y="1829074"/>
                </a:lnTo>
                <a:lnTo>
                  <a:pt x="11872243" y="1832927"/>
                </a:lnTo>
                <a:cubicBezTo>
                  <a:pt x="11856972" y="1843330"/>
                  <a:pt x="11837903" y="1851454"/>
                  <a:pt x="11815454" y="1857097"/>
                </a:cubicBezTo>
                <a:cubicBezTo>
                  <a:pt x="11790648" y="1863081"/>
                  <a:pt x="11763617" y="1865577"/>
                  <a:pt x="11735559" y="1864868"/>
                </a:cubicBezTo>
                <a:lnTo>
                  <a:pt x="11712867" y="1861846"/>
                </a:lnTo>
                <a:lnTo>
                  <a:pt x="11696307" y="1877267"/>
                </a:lnTo>
                <a:cubicBezTo>
                  <a:pt x="11682121" y="1885375"/>
                  <a:pt x="11664695" y="1891452"/>
                  <a:pt x="11644416" y="1895297"/>
                </a:cubicBezTo>
                <a:cubicBezTo>
                  <a:pt x="11624726" y="1899018"/>
                  <a:pt x="11601703" y="1900514"/>
                  <a:pt x="11576595" y="1899414"/>
                </a:cubicBezTo>
                <a:lnTo>
                  <a:pt x="11545194" y="1894932"/>
                </a:lnTo>
                <a:lnTo>
                  <a:pt x="11550402" y="1899019"/>
                </a:lnTo>
                <a:cubicBezTo>
                  <a:pt x="11500790" y="1962646"/>
                  <a:pt x="11302343" y="1944662"/>
                  <a:pt x="11167894" y="1839361"/>
                </a:cubicBezTo>
                <a:cubicBezTo>
                  <a:pt x="11068671" y="1761346"/>
                  <a:pt x="10991896" y="1656665"/>
                  <a:pt x="10917354" y="1555581"/>
                </a:cubicBezTo>
                <a:cubicBezTo>
                  <a:pt x="10891060" y="1519612"/>
                  <a:pt x="10863774" y="1482527"/>
                  <a:pt x="10835867" y="1447303"/>
                </a:cubicBezTo>
                <a:cubicBezTo>
                  <a:pt x="10571064" y="1111632"/>
                  <a:pt x="10174076" y="867598"/>
                  <a:pt x="9726664" y="760651"/>
                </a:cubicBezTo>
                <a:lnTo>
                  <a:pt x="9553676" y="727485"/>
                </a:lnTo>
                <a:lnTo>
                  <a:pt x="9529120" y="795438"/>
                </a:lnTo>
                <a:lnTo>
                  <a:pt x="9615689" y="813260"/>
                </a:lnTo>
                <a:cubicBezTo>
                  <a:pt x="10049445" y="922485"/>
                  <a:pt x="10436042" y="1160143"/>
                  <a:pt x="10695962" y="1482031"/>
                </a:cubicBezTo>
                <a:cubicBezTo>
                  <a:pt x="10724364" y="1517256"/>
                  <a:pt x="10752271" y="1554341"/>
                  <a:pt x="10779309" y="1590185"/>
                </a:cubicBezTo>
                <a:cubicBezTo>
                  <a:pt x="10850751" y="1685068"/>
                  <a:pt x="10924548" y="1783175"/>
                  <a:pt x="11016578" y="1857841"/>
                </a:cubicBezTo>
                <a:cubicBezTo>
                  <a:pt x="11142841" y="1960042"/>
                  <a:pt x="11320079" y="1981127"/>
                  <a:pt x="11364482" y="1940197"/>
                </a:cubicBezTo>
                <a:lnTo>
                  <a:pt x="11372916" y="1949375"/>
                </a:lnTo>
                <a:cubicBezTo>
                  <a:pt x="11319335" y="1998987"/>
                  <a:pt x="11133042" y="1968103"/>
                  <a:pt x="11008764" y="1867516"/>
                </a:cubicBezTo>
                <a:cubicBezTo>
                  <a:pt x="10915619" y="1791857"/>
                  <a:pt x="10841201" y="1693130"/>
                  <a:pt x="10769387" y="1597627"/>
                </a:cubicBezTo>
                <a:cubicBezTo>
                  <a:pt x="10742473" y="1561907"/>
                  <a:pt x="10714566" y="1524946"/>
                  <a:pt x="10686287" y="1489845"/>
                </a:cubicBezTo>
                <a:cubicBezTo>
                  <a:pt x="10427996" y="1170020"/>
                  <a:pt x="10043787" y="933853"/>
                  <a:pt x="9612596" y="825302"/>
                </a:cubicBezTo>
                <a:lnTo>
                  <a:pt x="9524854" y="807242"/>
                </a:lnTo>
                <a:lnTo>
                  <a:pt x="9501537" y="871766"/>
                </a:lnTo>
                <a:lnTo>
                  <a:pt x="9499306" y="878992"/>
                </a:lnTo>
                <a:lnTo>
                  <a:pt x="9500253" y="879200"/>
                </a:lnTo>
                <a:cubicBezTo>
                  <a:pt x="9917516" y="989640"/>
                  <a:pt x="10291253" y="1219553"/>
                  <a:pt x="10544769" y="1525813"/>
                </a:cubicBezTo>
                <a:cubicBezTo>
                  <a:pt x="10573916" y="1561161"/>
                  <a:pt x="10602566" y="1598370"/>
                  <a:pt x="10630350" y="1634215"/>
                </a:cubicBezTo>
                <a:cubicBezTo>
                  <a:pt x="10699062" y="1723392"/>
                  <a:pt x="10770007" y="1815422"/>
                  <a:pt x="10856083" y="1887607"/>
                </a:cubicBezTo>
                <a:cubicBezTo>
                  <a:pt x="10971431" y="1983855"/>
                  <a:pt x="11138995" y="2018831"/>
                  <a:pt x="11187367" y="1990428"/>
                </a:cubicBezTo>
                <a:lnTo>
                  <a:pt x="11193568" y="2001094"/>
                </a:lnTo>
                <a:cubicBezTo>
                  <a:pt x="11176378" y="2009318"/>
                  <a:pt x="11157401" y="2013063"/>
                  <a:pt x="11138375" y="2012009"/>
                </a:cubicBezTo>
                <a:cubicBezTo>
                  <a:pt x="11063089" y="2012009"/>
                  <a:pt x="10941664" y="1974800"/>
                  <a:pt x="10848146" y="1897034"/>
                </a:cubicBezTo>
                <a:cubicBezTo>
                  <a:pt x="10761325" y="1824104"/>
                  <a:pt x="10689636" y="1731454"/>
                  <a:pt x="10620551" y="1641781"/>
                </a:cubicBezTo>
                <a:cubicBezTo>
                  <a:pt x="10592893" y="1605936"/>
                  <a:pt x="10564242" y="1568851"/>
                  <a:pt x="10535218" y="1533751"/>
                </a:cubicBezTo>
                <a:cubicBezTo>
                  <a:pt x="10283330" y="1229879"/>
                  <a:pt x="9911981" y="1001119"/>
                  <a:pt x="9497117" y="891262"/>
                </a:cubicBezTo>
                <a:lnTo>
                  <a:pt x="9495620" y="890932"/>
                </a:lnTo>
                <a:lnTo>
                  <a:pt x="9470337" y="972829"/>
                </a:lnTo>
                <a:lnTo>
                  <a:pt x="9532095" y="992386"/>
                </a:lnTo>
                <a:cubicBezTo>
                  <a:pt x="9872854" y="1113581"/>
                  <a:pt x="10176295" y="1315409"/>
                  <a:pt x="10392709" y="1570092"/>
                </a:cubicBezTo>
                <a:cubicBezTo>
                  <a:pt x="10422972" y="1605812"/>
                  <a:pt x="10452740" y="1643393"/>
                  <a:pt x="10481391" y="1679610"/>
                </a:cubicBezTo>
                <a:cubicBezTo>
                  <a:pt x="10547002" y="1762710"/>
                  <a:pt x="10614970" y="1848538"/>
                  <a:pt x="10694845" y="1917747"/>
                </a:cubicBezTo>
                <a:cubicBezTo>
                  <a:pt x="10813417" y="2020319"/>
                  <a:pt x="10965106" y="2053187"/>
                  <a:pt x="11009757" y="2041776"/>
                </a:cubicBezTo>
                <a:lnTo>
                  <a:pt x="11012857" y="2054179"/>
                </a:lnTo>
                <a:cubicBezTo>
                  <a:pt x="11004882" y="2055606"/>
                  <a:pt x="10996759" y="2056065"/>
                  <a:pt x="10988671" y="2055544"/>
                </a:cubicBezTo>
                <a:cubicBezTo>
                  <a:pt x="10919835" y="2055544"/>
                  <a:pt x="10786876" y="2012009"/>
                  <a:pt x="10688148" y="1926677"/>
                </a:cubicBezTo>
                <a:cubicBezTo>
                  <a:pt x="10607404" y="1856600"/>
                  <a:pt x="10539312" y="1770275"/>
                  <a:pt x="10473204" y="1686804"/>
                </a:cubicBezTo>
                <a:cubicBezTo>
                  <a:pt x="10444553" y="1650587"/>
                  <a:pt x="10414911" y="1613130"/>
                  <a:pt x="10384648" y="1577657"/>
                </a:cubicBezTo>
                <a:cubicBezTo>
                  <a:pt x="10169657" y="1324588"/>
                  <a:pt x="9868077" y="1124012"/>
                  <a:pt x="9529336" y="1003592"/>
                </a:cubicBezTo>
                <a:lnTo>
                  <a:pt x="9466936" y="983843"/>
                </a:lnTo>
                <a:lnTo>
                  <a:pt x="9450828" y="1036020"/>
                </a:lnTo>
                <a:lnTo>
                  <a:pt x="9440339" y="1068358"/>
                </a:lnTo>
                <a:lnTo>
                  <a:pt x="9651611" y="1159755"/>
                </a:lnTo>
                <a:cubicBezTo>
                  <a:pt x="9880500" y="1275455"/>
                  <a:pt x="10082385" y="1429327"/>
                  <a:pt x="10243129" y="1613502"/>
                </a:cubicBezTo>
                <a:cubicBezTo>
                  <a:pt x="10275129" y="1649967"/>
                  <a:pt x="10306260" y="1687920"/>
                  <a:pt x="10336523" y="1725129"/>
                </a:cubicBezTo>
                <a:cubicBezTo>
                  <a:pt x="10398538" y="1801655"/>
                  <a:pt x="10462786" y="1880662"/>
                  <a:pt x="10536087" y="1946646"/>
                </a:cubicBezTo>
                <a:cubicBezTo>
                  <a:pt x="10643993" y="2043389"/>
                  <a:pt x="10786255" y="2089156"/>
                  <a:pt x="10834999" y="2091140"/>
                </a:cubicBezTo>
                <a:lnTo>
                  <a:pt x="10834875" y="2103668"/>
                </a:lnTo>
                <a:cubicBezTo>
                  <a:pt x="10783030" y="2101559"/>
                  <a:pt x="10639775" y="2056040"/>
                  <a:pt x="10528149" y="1955948"/>
                </a:cubicBezTo>
                <a:cubicBezTo>
                  <a:pt x="10453731" y="1889344"/>
                  <a:pt x="10389608" y="1809965"/>
                  <a:pt x="10327221" y="1732695"/>
                </a:cubicBezTo>
                <a:cubicBezTo>
                  <a:pt x="10297082" y="1695486"/>
                  <a:pt x="10265951" y="1657285"/>
                  <a:pt x="10234199" y="1621068"/>
                </a:cubicBezTo>
                <a:cubicBezTo>
                  <a:pt x="10074453" y="1438317"/>
                  <a:pt x="9873769" y="1285502"/>
                  <a:pt x="9646214" y="1170560"/>
                </a:cubicBezTo>
                <a:lnTo>
                  <a:pt x="9436585" y="1079932"/>
                </a:lnTo>
                <a:lnTo>
                  <a:pt x="9406523" y="1172612"/>
                </a:lnTo>
                <a:lnTo>
                  <a:pt x="9520676" y="1223032"/>
                </a:lnTo>
                <a:cubicBezTo>
                  <a:pt x="9740549" y="1335435"/>
                  <a:pt x="9935817" y="1482638"/>
                  <a:pt x="10092929" y="1656913"/>
                </a:cubicBezTo>
                <a:cubicBezTo>
                  <a:pt x="10127161" y="1694866"/>
                  <a:pt x="10160649" y="1734928"/>
                  <a:pt x="10193021" y="1773749"/>
                </a:cubicBezTo>
                <a:cubicBezTo>
                  <a:pt x="10250062" y="1844992"/>
                  <a:pt x="10311407" y="1912662"/>
                  <a:pt x="10376709" y="1976414"/>
                </a:cubicBezTo>
                <a:cubicBezTo>
                  <a:pt x="10493049" y="2085064"/>
                  <a:pt x="10642753" y="2137032"/>
                  <a:pt x="10659372" y="2142489"/>
                </a:cubicBezTo>
                <a:lnTo>
                  <a:pt x="10655651" y="2154024"/>
                </a:lnTo>
                <a:cubicBezTo>
                  <a:pt x="10627993" y="2144846"/>
                  <a:pt x="10484242" y="2093373"/>
                  <a:pt x="10368275" y="1985220"/>
                </a:cubicBezTo>
                <a:cubicBezTo>
                  <a:pt x="10302601" y="1921134"/>
                  <a:pt x="10240921" y="1853078"/>
                  <a:pt x="10183594" y="1781439"/>
                </a:cubicBezTo>
                <a:cubicBezTo>
                  <a:pt x="10151347" y="1742742"/>
                  <a:pt x="10117983" y="1702804"/>
                  <a:pt x="10084371" y="1664975"/>
                </a:cubicBezTo>
                <a:cubicBezTo>
                  <a:pt x="9928114" y="1491768"/>
                  <a:pt x="9733824" y="1345633"/>
                  <a:pt x="9515074" y="1233946"/>
                </a:cubicBezTo>
                <a:lnTo>
                  <a:pt x="9402715" y="1184352"/>
                </a:lnTo>
                <a:lnTo>
                  <a:pt x="9372477" y="1277575"/>
                </a:lnTo>
                <a:lnTo>
                  <a:pt x="9389665" y="1285337"/>
                </a:lnTo>
                <a:cubicBezTo>
                  <a:pt x="9600503" y="1394477"/>
                  <a:pt x="9789285" y="1535253"/>
                  <a:pt x="9942977" y="1700199"/>
                </a:cubicBezTo>
                <a:cubicBezTo>
                  <a:pt x="9980186" y="1740880"/>
                  <a:pt x="10017395" y="1783919"/>
                  <a:pt x="10053612" y="1825593"/>
                </a:cubicBezTo>
                <a:cubicBezTo>
                  <a:pt x="10105828" y="1886491"/>
                  <a:pt x="10159782" y="1949622"/>
                  <a:pt x="10217455" y="2005683"/>
                </a:cubicBezTo>
                <a:cubicBezTo>
                  <a:pt x="10297578" y="2083698"/>
                  <a:pt x="10391096" y="2138767"/>
                  <a:pt x="10453111" y="2175232"/>
                </a:cubicBezTo>
                <a:cubicBezTo>
                  <a:pt x="10464770" y="2182054"/>
                  <a:pt x="10475189" y="2187635"/>
                  <a:pt x="10483871" y="2193589"/>
                </a:cubicBezTo>
                <a:lnTo>
                  <a:pt x="10476553" y="2204131"/>
                </a:lnTo>
                <a:cubicBezTo>
                  <a:pt x="10467871" y="2198798"/>
                  <a:pt x="10457577" y="2192720"/>
                  <a:pt x="10445918" y="2185899"/>
                </a:cubicBezTo>
                <a:cubicBezTo>
                  <a:pt x="10383903" y="2148690"/>
                  <a:pt x="10289392" y="2093620"/>
                  <a:pt x="10208153" y="2014490"/>
                </a:cubicBezTo>
                <a:cubicBezTo>
                  <a:pt x="10150107" y="1957808"/>
                  <a:pt x="10096526" y="1894677"/>
                  <a:pt x="10043566" y="1833654"/>
                </a:cubicBezTo>
                <a:cubicBezTo>
                  <a:pt x="10007845" y="1792105"/>
                  <a:pt x="9971008" y="1749190"/>
                  <a:pt x="9933303" y="1708632"/>
                </a:cubicBezTo>
                <a:cubicBezTo>
                  <a:pt x="9780536" y="1544826"/>
                  <a:pt x="9592885" y="1404862"/>
                  <a:pt x="9383288" y="1296325"/>
                </a:cubicBezTo>
                <a:lnTo>
                  <a:pt x="9368555" y="1289669"/>
                </a:lnTo>
                <a:lnTo>
                  <a:pt x="9360426" y="1314730"/>
                </a:lnTo>
                <a:lnTo>
                  <a:pt x="9329588" y="1388135"/>
                </a:lnTo>
                <a:lnTo>
                  <a:pt x="9342064" y="1394682"/>
                </a:lnTo>
                <a:cubicBezTo>
                  <a:pt x="9510029" y="1492313"/>
                  <a:pt x="9662486" y="1610227"/>
                  <a:pt x="9791537" y="1743734"/>
                </a:cubicBezTo>
                <a:cubicBezTo>
                  <a:pt x="9835692" y="1789501"/>
                  <a:pt x="9878358" y="1838244"/>
                  <a:pt x="9920280" y="1885499"/>
                </a:cubicBezTo>
                <a:cubicBezTo>
                  <a:pt x="9964310" y="1935111"/>
                  <a:pt x="10009829" y="1987080"/>
                  <a:pt x="10056713" y="2035203"/>
                </a:cubicBezTo>
                <a:cubicBezTo>
                  <a:pt x="10112278" y="2089801"/>
                  <a:pt x="10171502" y="2140566"/>
                  <a:pt x="10233951" y="2187140"/>
                </a:cubicBezTo>
                <a:cubicBezTo>
                  <a:pt x="10262230" y="2209093"/>
                  <a:pt x="10286787" y="2228070"/>
                  <a:pt x="10305888" y="2244937"/>
                </a:cubicBezTo>
                <a:lnTo>
                  <a:pt x="10298074" y="2254240"/>
                </a:lnTo>
                <a:cubicBezTo>
                  <a:pt x="10279222" y="2237620"/>
                  <a:pt x="10254912" y="2218767"/>
                  <a:pt x="10226757" y="2196938"/>
                </a:cubicBezTo>
                <a:cubicBezTo>
                  <a:pt x="10163725" y="2150018"/>
                  <a:pt x="10103968" y="2098831"/>
                  <a:pt x="10047906" y="2043761"/>
                </a:cubicBezTo>
                <a:cubicBezTo>
                  <a:pt x="10000775" y="1995638"/>
                  <a:pt x="9955132" y="1943793"/>
                  <a:pt x="9911474" y="1893685"/>
                </a:cubicBezTo>
                <a:cubicBezTo>
                  <a:pt x="9869924" y="1846554"/>
                  <a:pt x="9827134" y="1797935"/>
                  <a:pt x="9783103" y="1752292"/>
                </a:cubicBezTo>
                <a:cubicBezTo>
                  <a:pt x="9654907" y="1619395"/>
                  <a:pt x="9503335" y="1502182"/>
                  <a:pt x="9336284" y="1405179"/>
                </a:cubicBezTo>
                <a:lnTo>
                  <a:pt x="9324928" y="1399227"/>
                </a:lnTo>
                <a:lnTo>
                  <a:pt x="9303673" y="1449823"/>
                </a:lnTo>
                <a:lnTo>
                  <a:pt x="9275988" y="1500465"/>
                </a:lnTo>
                <a:lnTo>
                  <a:pt x="9436392" y="1608099"/>
                </a:lnTo>
                <a:cubicBezTo>
                  <a:pt x="9509051" y="1663787"/>
                  <a:pt x="9577834" y="1723821"/>
                  <a:pt x="9642207" y="1787888"/>
                </a:cubicBezTo>
                <a:cubicBezTo>
                  <a:pt x="9699632" y="1845066"/>
                  <a:pt x="9754826" y="1906460"/>
                  <a:pt x="9808158" y="1965871"/>
                </a:cubicBezTo>
                <a:cubicBezTo>
                  <a:pt x="9837553" y="1998738"/>
                  <a:pt x="9868065" y="2032599"/>
                  <a:pt x="9898328" y="2065094"/>
                </a:cubicBezTo>
                <a:cubicBezTo>
                  <a:pt x="9939630" y="2109497"/>
                  <a:pt x="9981800" y="2149683"/>
                  <a:pt x="10022358" y="2189124"/>
                </a:cubicBezTo>
                <a:cubicBezTo>
                  <a:pt x="10062916" y="2228565"/>
                  <a:pt x="10101116" y="2264286"/>
                  <a:pt x="10130015" y="2297278"/>
                </a:cubicBezTo>
                <a:lnTo>
                  <a:pt x="10119845" y="2304348"/>
                </a:lnTo>
                <a:cubicBezTo>
                  <a:pt x="10091318" y="2271852"/>
                  <a:pt x="10053241" y="2235511"/>
                  <a:pt x="10012931" y="2197062"/>
                </a:cubicBezTo>
                <a:cubicBezTo>
                  <a:pt x="9972622" y="2158613"/>
                  <a:pt x="9929707" y="2117683"/>
                  <a:pt x="9888158" y="2073032"/>
                </a:cubicBezTo>
                <a:cubicBezTo>
                  <a:pt x="9857770" y="2040288"/>
                  <a:pt x="9827259" y="2006304"/>
                  <a:pt x="9797740" y="1973809"/>
                </a:cubicBezTo>
                <a:cubicBezTo>
                  <a:pt x="9744531" y="1914523"/>
                  <a:pt x="9689462" y="1853252"/>
                  <a:pt x="9632408" y="1796322"/>
                </a:cubicBezTo>
                <a:cubicBezTo>
                  <a:pt x="9568493" y="1732590"/>
                  <a:pt x="9500161" y="1672877"/>
                  <a:pt x="9427952" y="1617491"/>
                </a:cubicBezTo>
                <a:lnTo>
                  <a:pt x="9269984" y="1511447"/>
                </a:lnTo>
                <a:lnTo>
                  <a:pt x="9233652" y="1577905"/>
                </a:lnTo>
                <a:lnTo>
                  <a:pt x="9210584" y="1607319"/>
                </a:lnTo>
                <a:lnTo>
                  <a:pt x="9317640" y="1682604"/>
                </a:lnTo>
                <a:cubicBezTo>
                  <a:pt x="9377517" y="1729223"/>
                  <a:pt x="9435221" y="1778833"/>
                  <a:pt x="9490518" y="1831299"/>
                </a:cubicBezTo>
                <a:cubicBezTo>
                  <a:pt x="9578951" y="1915763"/>
                  <a:pt x="9660935" y="2007669"/>
                  <a:pt x="9737461" y="2094614"/>
                </a:cubicBezTo>
                <a:cubicBezTo>
                  <a:pt x="9753337" y="2112722"/>
                  <a:pt x="9769337" y="2130707"/>
                  <a:pt x="9785213" y="2148443"/>
                </a:cubicBezTo>
                <a:cubicBezTo>
                  <a:pt x="9847228" y="2218023"/>
                  <a:pt x="9905769" y="2283883"/>
                  <a:pt x="9951909" y="2347882"/>
                </a:cubicBezTo>
                <a:lnTo>
                  <a:pt x="9941738" y="2354704"/>
                </a:lnTo>
                <a:cubicBezTo>
                  <a:pt x="9889820" y="2285830"/>
                  <a:pt x="9834465" y="2219586"/>
                  <a:pt x="9775910" y="2156257"/>
                </a:cubicBezTo>
                <a:cubicBezTo>
                  <a:pt x="9760034" y="2138558"/>
                  <a:pt x="9744122" y="2120623"/>
                  <a:pt x="9728159" y="2102428"/>
                </a:cubicBezTo>
                <a:cubicBezTo>
                  <a:pt x="9651881" y="2015607"/>
                  <a:pt x="9570021" y="1923949"/>
                  <a:pt x="9481836" y="1839857"/>
                </a:cubicBezTo>
                <a:cubicBezTo>
                  <a:pt x="9426838" y="1787668"/>
                  <a:pt x="9369444" y="1738320"/>
                  <a:pt x="9309888" y="1691947"/>
                </a:cubicBezTo>
                <a:lnTo>
                  <a:pt x="9203109" y="1616850"/>
                </a:lnTo>
                <a:lnTo>
                  <a:pt x="9132740" y="1706577"/>
                </a:lnTo>
                <a:lnTo>
                  <a:pt x="9222870" y="1771023"/>
                </a:lnTo>
                <a:cubicBezTo>
                  <a:pt x="9436804" y="1942900"/>
                  <a:pt x="9624612" y="2153296"/>
                  <a:pt x="9775042" y="2398486"/>
                </a:cubicBezTo>
                <a:lnTo>
                  <a:pt x="9763879" y="2404936"/>
                </a:lnTo>
                <a:cubicBezTo>
                  <a:pt x="9612774" y="2158673"/>
                  <a:pt x="9423769" y="1947692"/>
                  <a:pt x="9208381" y="1775807"/>
                </a:cubicBezTo>
                <a:lnTo>
                  <a:pt x="9124890" y="1716586"/>
                </a:lnTo>
                <a:lnTo>
                  <a:pt x="9101375" y="1746570"/>
                </a:lnTo>
                <a:cubicBezTo>
                  <a:pt x="8952097" y="1902034"/>
                  <a:pt x="8753006" y="2017033"/>
                  <a:pt x="8514777" y="2083822"/>
                </a:cubicBezTo>
                <a:cubicBezTo>
                  <a:pt x="8300825" y="2143915"/>
                  <a:pt x="8063991" y="2162217"/>
                  <a:pt x="7829285" y="2138363"/>
                </a:cubicBezTo>
                <a:lnTo>
                  <a:pt x="7601475" y="2101298"/>
                </a:lnTo>
                <a:lnTo>
                  <a:pt x="7580709" y="2099078"/>
                </a:lnTo>
                <a:lnTo>
                  <a:pt x="7497182" y="2082671"/>
                </a:lnTo>
                <a:lnTo>
                  <a:pt x="7423812" y="2074025"/>
                </a:lnTo>
                <a:lnTo>
                  <a:pt x="7326205" y="2053727"/>
                </a:lnTo>
                <a:lnTo>
                  <a:pt x="7267038" y="2045745"/>
                </a:lnTo>
                <a:lnTo>
                  <a:pt x="7206309" y="2032565"/>
                </a:lnTo>
                <a:lnTo>
                  <a:pt x="7111258" y="2019203"/>
                </a:lnTo>
                <a:lnTo>
                  <a:pt x="7088071" y="2013912"/>
                </a:lnTo>
                <a:lnTo>
                  <a:pt x="7012920" y="2002126"/>
                </a:lnTo>
                <a:lnTo>
                  <a:pt x="7012295" y="2002080"/>
                </a:lnTo>
                <a:lnTo>
                  <a:pt x="7007982" y="2001351"/>
                </a:lnTo>
                <a:lnTo>
                  <a:pt x="6953367" y="1992785"/>
                </a:lnTo>
                <a:lnTo>
                  <a:pt x="6943804" y="1990502"/>
                </a:lnTo>
                <a:lnTo>
                  <a:pt x="6897195" y="1982624"/>
                </a:lnTo>
                <a:lnTo>
                  <a:pt x="6876353" y="1981356"/>
                </a:lnTo>
                <a:lnTo>
                  <a:pt x="6742562" y="1957707"/>
                </a:lnTo>
                <a:lnTo>
                  <a:pt x="6689542" y="1952125"/>
                </a:lnTo>
                <a:lnTo>
                  <a:pt x="6639047" y="1942166"/>
                </a:lnTo>
                <a:lnTo>
                  <a:pt x="6531604" y="1928708"/>
                </a:lnTo>
                <a:lnTo>
                  <a:pt x="6495281" y="1920966"/>
                </a:lnTo>
                <a:lnTo>
                  <a:pt x="6439937" y="1913371"/>
                </a:lnTo>
                <a:lnTo>
                  <a:pt x="6406123" y="1910800"/>
                </a:lnTo>
                <a:lnTo>
                  <a:pt x="6314510" y="1896546"/>
                </a:lnTo>
                <a:lnTo>
                  <a:pt x="6247856" y="1889855"/>
                </a:lnTo>
                <a:lnTo>
                  <a:pt x="6223789" y="1885586"/>
                </a:lnTo>
                <a:lnTo>
                  <a:pt x="6121163" y="1874129"/>
                </a:lnTo>
                <a:lnTo>
                  <a:pt x="6108413" y="1873655"/>
                </a:lnTo>
                <a:lnTo>
                  <a:pt x="6074067" y="1869019"/>
                </a:lnTo>
                <a:lnTo>
                  <a:pt x="6027983" y="1867391"/>
                </a:lnTo>
                <a:lnTo>
                  <a:pt x="5998392" y="1863735"/>
                </a:lnTo>
                <a:lnTo>
                  <a:pt x="5962013" y="1863190"/>
                </a:lnTo>
                <a:lnTo>
                  <a:pt x="5900836" y="1856769"/>
                </a:lnTo>
                <a:lnTo>
                  <a:pt x="5879184" y="1855751"/>
                </a:lnTo>
                <a:lnTo>
                  <a:pt x="5802268" y="1855972"/>
                </a:lnTo>
                <a:lnTo>
                  <a:pt x="5794783" y="1855387"/>
                </a:lnTo>
                <a:lnTo>
                  <a:pt x="5793337" y="1855506"/>
                </a:lnTo>
                <a:lnTo>
                  <a:pt x="5697172" y="1853796"/>
                </a:lnTo>
                <a:lnTo>
                  <a:pt x="5635429" y="1856725"/>
                </a:lnTo>
                <a:lnTo>
                  <a:pt x="5608317" y="1855527"/>
                </a:lnTo>
                <a:lnTo>
                  <a:pt x="5575668" y="1858806"/>
                </a:lnTo>
                <a:cubicBezTo>
                  <a:pt x="5181294" y="1873324"/>
                  <a:pt x="4787672" y="1720153"/>
                  <a:pt x="4447228" y="1562899"/>
                </a:cubicBezTo>
                <a:cubicBezTo>
                  <a:pt x="4390756" y="1536766"/>
                  <a:pt x="4334273" y="1510223"/>
                  <a:pt x="4277801" y="1483272"/>
                </a:cubicBezTo>
                <a:cubicBezTo>
                  <a:pt x="4128721" y="1412710"/>
                  <a:pt x="3977455" y="1341091"/>
                  <a:pt x="3822953" y="1279321"/>
                </a:cubicBezTo>
                <a:lnTo>
                  <a:pt x="3746232" y="1250686"/>
                </a:lnTo>
                <a:lnTo>
                  <a:pt x="3737370" y="1256065"/>
                </a:lnTo>
                <a:cubicBezTo>
                  <a:pt x="3515238" y="1404950"/>
                  <a:pt x="3341034" y="1590820"/>
                  <a:pt x="3218089" y="1747330"/>
                </a:cubicBezTo>
                <a:cubicBezTo>
                  <a:pt x="2965813" y="2068443"/>
                  <a:pt x="2782001" y="2440656"/>
                  <a:pt x="2604515" y="2800590"/>
                </a:cubicBezTo>
                <a:lnTo>
                  <a:pt x="2593352" y="2795133"/>
                </a:lnTo>
                <a:cubicBezTo>
                  <a:pt x="2771211" y="2434578"/>
                  <a:pt x="2955023" y="2061621"/>
                  <a:pt x="3208291" y="1739144"/>
                </a:cubicBezTo>
                <a:cubicBezTo>
                  <a:pt x="3332321" y="1581782"/>
                  <a:pt x="3507513" y="1394865"/>
                  <a:pt x="3730991" y="1245073"/>
                </a:cubicBezTo>
                <a:lnTo>
                  <a:pt x="3731068" y="1245026"/>
                </a:lnTo>
                <a:lnTo>
                  <a:pt x="3686303" y="1228318"/>
                </a:lnTo>
                <a:lnTo>
                  <a:pt x="3587324" y="1290869"/>
                </a:lnTo>
                <a:cubicBezTo>
                  <a:pt x="3412663" y="1409214"/>
                  <a:pt x="3245717" y="1562449"/>
                  <a:pt x="3093936" y="1744850"/>
                </a:cubicBezTo>
                <a:cubicBezTo>
                  <a:pt x="2841784" y="2047606"/>
                  <a:pt x="2652762" y="2393401"/>
                  <a:pt x="2470562" y="2727785"/>
                </a:cubicBezTo>
                <a:lnTo>
                  <a:pt x="2464238" y="2739320"/>
                </a:lnTo>
                <a:lnTo>
                  <a:pt x="2453323" y="2733366"/>
                </a:lnTo>
                <a:lnTo>
                  <a:pt x="2459648" y="2721832"/>
                </a:lnTo>
                <a:cubicBezTo>
                  <a:pt x="2642096" y="2386952"/>
                  <a:pt x="2830868" y="2040536"/>
                  <a:pt x="3084014" y="1736912"/>
                </a:cubicBezTo>
                <a:cubicBezTo>
                  <a:pt x="3236647" y="1553581"/>
                  <a:pt x="3404543" y="1399513"/>
                  <a:pt x="3580250" y="1280461"/>
                </a:cubicBezTo>
                <a:lnTo>
                  <a:pt x="3671499" y="1222793"/>
                </a:lnTo>
                <a:lnTo>
                  <a:pt x="3667333" y="1221238"/>
                </a:lnTo>
                <a:lnTo>
                  <a:pt x="3630923" y="1210373"/>
                </a:lnTo>
                <a:lnTo>
                  <a:pt x="3571269" y="1242129"/>
                </a:lnTo>
                <a:cubicBezTo>
                  <a:pt x="3359934" y="1363389"/>
                  <a:pt x="3154773" y="1533783"/>
                  <a:pt x="2969287" y="1743733"/>
                </a:cubicBezTo>
                <a:cubicBezTo>
                  <a:pt x="2719119" y="2024413"/>
                  <a:pt x="2528610" y="2339572"/>
                  <a:pt x="2344427" y="2644561"/>
                </a:cubicBezTo>
                <a:lnTo>
                  <a:pt x="2323961" y="2678173"/>
                </a:lnTo>
                <a:lnTo>
                  <a:pt x="2313294" y="2671723"/>
                </a:lnTo>
                <a:lnTo>
                  <a:pt x="2333264" y="2637863"/>
                </a:lnTo>
                <a:cubicBezTo>
                  <a:pt x="2517819" y="2332750"/>
                  <a:pt x="2708577" y="2017715"/>
                  <a:pt x="2959241" y="1734431"/>
                </a:cubicBezTo>
                <a:cubicBezTo>
                  <a:pt x="3145285" y="1523457"/>
                  <a:pt x="3351492" y="1352110"/>
                  <a:pt x="3564257" y="1230176"/>
                </a:cubicBezTo>
                <a:lnTo>
                  <a:pt x="3612087" y="1204752"/>
                </a:lnTo>
                <a:lnTo>
                  <a:pt x="3575307" y="1193776"/>
                </a:lnTo>
                <a:lnTo>
                  <a:pt x="3553430" y="1203463"/>
                </a:lnTo>
                <a:cubicBezTo>
                  <a:pt x="3306290" y="1322249"/>
                  <a:pt x="3068184" y="1502511"/>
                  <a:pt x="2844513" y="1740508"/>
                </a:cubicBezTo>
                <a:cubicBezTo>
                  <a:pt x="2600298" y="1998986"/>
                  <a:pt x="2410409" y="2281402"/>
                  <a:pt x="2225729" y="2554639"/>
                </a:cubicBezTo>
                <a:lnTo>
                  <a:pt x="2183683" y="2616902"/>
                </a:lnTo>
                <a:lnTo>
                  <a:pt x="2173388" y="2609956"/>
                </a:lnTo>
                <a:lnTo>
                  <a:pt x="2215435" y="2547941"/>
                </a:lnTo>
                <a:cubicBezTo>
                  <a:pt x="2399866" y="2274332"/>
                  <a:pt x="2590624" y="1991544"/>
                  <a:pt x="2835582" y="1732198"/>
                </a:cubicBezTo>
                <a:cubicBezTo>
                  <a:pt x="3060231" y="1493441"/>
                  <a:pt x="3299504" y="1311661"/>
                  <a:pt x="3548083" y="1192340"/>
                </a:cubicBezTo>
                <a:lnTo>
                  <a:pt x="3557119" y="1188349"/>
                </a:lnTo>
                <a:lnTo>
                  <a:pt x="3528583" y="1179833"/>
                </a:lnTo>
                <a:lnTo>
                  <a:pt x="3326940" y="1275008"/>
                </a:lnTo>
                <a:cubicBezTo>
                  <a:pt x="3118797" y="1388163"/>
                  <a:pt x="2915521" y="1543581"/>
                  <a:pt x="2719987" y="1738276"/>
                </a:cubicBezTo>
                <a:cubicBezTo>
                  <a:pt x="2485323" y="1970831"/>
                  <a:pt x="2298286" y="2219015"/>
                  <a:pt x="2116583" y="2459012"/>
                </a:cubicBezTo>
                <a:cubicBezTo>
                  <a:pt x="2091901" y="2491508"/>
                  <a:pt x="2067591" y="2523880"/>
                  <a:pt x="2043281" y="2555755"/>
                </a:cubicBezTo>
                <a:lnTo>
                  <a:pt x="2033359" y="2548190"/>
                </a:lnTo>
                <a:cubicBezTo>
                  <a:pt x="2057669" y="2516277"/>
                  <a:pt x="2082103" y="2484029"/>
                  <a:pt x="2106661" y="2451446"/>
                </a:cubicBezTo>
                <a:cubicBezTo>
                  <a:pt x="2288240" y="2211201"/>
                  <a:pt x="2476021" y="1962397"/>
                  <a:pt x="2711305" y="1729470"/>
                </a:cubicBezTo>
                <a:cubicBezTo>
                  <a:pt x="2907676" y="1533472"/>
                  <a:pt x="3111929" y="1377520"/>
                  <a:pt x="3320822" y="1263917"/>
                </a:cubicBezTo>
                <a:lnTo>
                  <a:pt x="3510284" y="1174373"/>
                </a:lnTo>
                <a:lnTo>
                  <a:pt x="3490779" y="1168552"/>
                </a:lnTo>
                <a:lnTo>
                  <a:pt x="3412320" y="1196143"/>
                </a:lnTo>
                <a:cubicBezTo>
                  <a:pt x="3139455" y="1305165"/>
                  <a:pt x="2864358" y="1486992"/>
                  <a:pt x="2596082" y="1736416"/>
                </a:cubicBezTo>
                <a:cubicBezTo>
                  <a:pt x="2374689" y="1942181"/>
                  <a:pt x="2192613" y="2156008"/>
                  <a:pt x="2016491" y="2362765"/>
                </a:cubicBezTo>
                <a:cubicBezTo>
                  <a:pt x="1977876" y="2407503"/>
                  <a:pt x="1940006" y="2451447"/>
                  <a:pt x="1902879" y="2494609"/>
                </a:cubicBezTo>
                <a:lnTo>
                  <a:pt x="1893577" y="2486423"/>
                </a:lnTo>
                <a:cubicBezTo>
                  <a:pt x="1930373" y="2443013"/>
                  <a:pt x="1967995" y="2399069"/>
                  <a:pt x="2006444" y="2354579"/>
                </a:cubicBezTo>
                <a:cubicBezTo>
                  <a:pt x="2182814" y="2147450"/>
                  <a:pt x="2365139" y="1932879"/>
                  <a:pt x="2587027" y="1727114"/>
                </a:cubicBezTo>
                <a:cubicBezTo>
                  <a:pt x="2856419" y="1476574"/>
                  <a:pt x="3132759" y="1294002"/>
                  <a:pt x="3407112" y="1184360"/>
                </a:cubicBezTo>
                <a:lnTo>
                  <a:pt x="3469929" y="1162330"/>
                </a:lnTo>
                <a:lnTo>
                  <a:pt x="3458090" y="1158797"/>
                </a:lnTo>
                <a:lnTo>
                  <a:pt x="3436879" y="1164143"/>
                </a:lnTo>
                <a:cubicBezTo>
                  <a:pt x="3388012" y="1179151"/>
                  <a:pt x="3337656" y="1196515"/>
                  <a:pt x="3289284" y="1215864"/>
                </a:cubicBezTo>
                <a:cubicBezTo>
                  <a:pt x="3022249" y="1321661"/>
                  <a:pt x="2747523" y="1496047"/>
                  <a:pt x="2472673" y="1734184"/>
                </a:cubicBezTo>
                <a:cubicBezTo>
                  <a:pt x="2271497" y="1908569"/>
                  <a:pt x="2100584" y="2085684"/>
                  <a:pt x="1935873" y="2257093"/>
                </a:cubicBezTo>
                <a:cubicBezTo>
                  <a:pt x="1874353" y="2318611"/>
                  <a:pt x="1818417" y="2377029"/>
                  <a:pt x="1762727" y="2433711"/>
                </a:cubicBezTo>
                <a:lnTo>
                  <a:pt x="1753920" y="2425029"/>
                </a:lnTo>
                <a:cubicBezTo>
                  <a:pt x="1809733" y="2368719"/>
                  <a:pt x="1865548" y="2310301"/>
                  <a:pt x="1925454" y="2248658"/>
                </a:cubicBezTo>
                <a:cubicBezTo>
                  <a:pt x="2090661" y="2077001"/>
                  <a:pt x="2261450" y="1899639"/>
                  <a:pt x="2463000" y="1725005"/>
                </a:cubicBezTo>
                <a:cubicBezTo>
                  <a:pt x="2738965" y="1485876"/>
                  <a:pt x="3014930" y="1310746"/>
                  <a:pt x="3283206" y="1204081"/>
                </a:cubicBezTo>
                <a:lnTo>
                  <a:pt x="3414243" y="1158219"/>
                </a:lnTo>
                <a:lnTo>
                  <a:pt x="3309997" y="1185104"/>
                </a:lnTo>
                <a:cubicBezTo>
                  <a:pt x="3261625" y="1199987"/>
                  <a:pt x="3212385" y="1217227"/>
                  <a:pt x="3163766" y="1236328"/>
                </a:cubicBezTo>
                <a:cubicBezTo>
                  <a:pt x="2900203" y="1339893"/>
                  <a:pt x="2632919" y="1502247"/>
                  <a:pt x="2346533" y="1732447"/>
                </a:cubicBezTo>
                <a:cubicBezTo>
                  <a:pt x="2172025" y="1872476"/>
                  <a:pt x="2018228" y="2013001"/>
                  <a:pt x="1870012" y="2148442"/>
                </a:cubicBezTo>
                <a:cubicBezTo>
                  <a:pt x="1783564" y="2228193"/>
                  <a:pt x="1701828" y="2303107"/>
                  <a:pt x="1621952" y="2371695"/>
                </a:cubicBezTo>
                <a:lnTo>
                  <a:pt x="1613891" y="2362393"/>
                </a:lnTo>
                <a:cubicBezTo>
                  <a:pt x="1693518" y="2293308"/>
                  <a:pt x="1775129" y="2218519"/>
                  <a:pt x="1861950" y="2139140"/>
                </a:cubicBezTo>
                <a:cubicBezTo>
                  <a:pt x="2010786" y="2002707"/>
                  <a:pt x="2163840" y="1862305"/>
                  <a:pt x="2338969" y="1721408"/>
                </a:cubicBezTo>
                <a:cubicBezTo>
                  <a:pt x="2625849" y="1491085"/>
                  <a:pt x="2894124" y="1327986"/>
                  <a:pt x="3158929" y="1223925"/>
                </a:cubicBezTo>
                <a:cubicBezTo>
                  <a:pt x="3208541" y="1204700"/>
                  <a:pt x="3257408" y="1186716"/>
                  <a:pt x="3306028" y="1172329"/>
                </a:cubicBezTo>
                <a:lnTo>
                  <a:pt x="3379650" y="1153345"/>
                </a:lnTo>
                <a:lnTo>
                  <a:pt x="3368734" y="1155236"/>
                </a:lnTo>
                <a:cubicBezTo>
                  <a:pt x="3306207" y="1168849"/>
                  <a:pt x="3244571" y="1185089"/>
                  <a:pt x="3183859" y="1203957"/>
                </a:cubicBezTo>
                <a:cubicBezTo>
                  <a:pt x="3135984" y="1218840"/>
                  <a:pt x="3087364" y="1235956"/>
                  <a:pt x="3038992" y="1254685"/>
                </a:cubicBezTo>
                <a:cubicBezTo>
                  <a:pt x="2784235" y="1354653"/>
                  <a:pt x="2516703" y="1509938"/>
                  <a:pt x="2221637" y="1729594"/>
                </a:cubicBezTo>
                <a:cubicBezTo>
                  <a:pt x="2079251" y="1835764"/>
                  <a:pt x="1949888" y="1940445"/>
                  <a:pt x="1824742" y="2041777"/>
                </a:cubicBezTo>
                <a:cubicBezTo>
                  <a:pt x="1704309" y="2139388"/>
                  <a:pt x="1590326" y="2231666"/>
                  <a:pt x="1481428" y="2311045"/>
                </a:cubicBezTo>
                <a:lnTo>
                  <a:pt x="1474109" y="2301123"/>
                </a:lnTo>
                <a:cubicBezTo>
                  <a:pt x="1582760" y="2221868"/>
                  <a:pt x="1696619" y="2129714"/>
                  <a:pt x="1817052" y="2032102"/>
                </a:cubicBezTo>
                <a:cubicBezTo>
                  <a:pt x="1942322" y="1930770"/>
                  <a:pt x="2071809" y="1825965"/>
                  <a:pt x="2213947" y="1719672"/>
                </a:cubicBezTo>
                <a:cubicBezTo>
                  <a:pt x="2509882" y="1499271"/>
                  <a:pt x="2778282" y="1343614"/>
                  <a:pt x="3034527" y="1243646"/>
                </a:cubicBezTo>
                <a:cubicBezTo>
                  <a:pt x="3083147" y="1224794"/>
                  <a:pt x="3132139" y="1207553"/>
                  <a:pt x="3180138" y="1192670"/>
                </a:cubicBezTo>
                <a:lnTo>
                  <a:pt x="3251868" y="1173755"/>
                </a:lnTo>
                <a:lnTo>
                  <a:pt x="3242966" y="1175374"/>
                </a:lnTo>
                <a:cubicBezTo>
                  <a:pt x="3180511" y="1189375"/>
                  <a:pt x="3119054" y="1205848"/>
                  <a:pt x="3058713" y="1224793"/>
                </a:cubicBezTo>
                <a:cubicBezTo>
                  <a:pt x="3011458" y="1239677"/>
                  <a:pt x="2963212" y="1256545"/>
                  <a:pt x="2915336" y="1275025"/>
                </a:cubicBezTo>
                <a:cubicBezTo>
                  <a:pt x="2588889" y="1401164"/>
                  <a:pt x="2292086" y="1593658"/>
                  <a:pt x="2096739" y="1727486"/>
                </a:cubicBezTo>
                <a:cubicBezTo>
                  <a:pt x="1992182" y="1799175"/>
                  <a:pt x="1893703" y="1869872"/>
                  <a:pt x="1799068" y="1938336"/>
                </a:cubicBezTo>
                <a:cubicBezTo>
                  <a:pt x="1636837" y="2054552"/>
                  <a:pt x="1483537" y="2164442"/>
                  <a:pt x="1341027" y="2249898"/>
                </a:cubicBezTo>
                <a:lnTo>
                  <a:pt x="1334701" y="2239356"/>
                </a:lnTo>
                <a:cubicBezTo>
                  <a:pt x="1476963" y="2154024"/>
                  <a:pt x="1630016" y="2044257"/>
                  <a:pt x="1792122" y="1928042"/>
                </a:cubicBezTo>
                <a:cubicBezTo>
                  <a:pt x="1886757" y="1859701"/>
                  <a:pt x="1985981" y="1788756"/>
                  <a:pt x="2090166" y="1717191"/>
                </a:cubicBezTo>
                <a:cubicBezTo>
                  <a:pt x="2285512" y="1583115"/>
                  <a:pt x="2583184" y="1390125"/>
                  <a:pt x="2910870" y="1263491"/>
                </a:cubicBezTo>
                <a:cubicBezTo>
                  <a:pt x="2958995" y="1244886"/>
                  <a:pt x="3007365" y="1227894"/>
                  <a:pt x="3054993" y="1213011"/>
                </a:cubicBezTo>
                <a:lnTo>
                  <a:pt x="3158873" y="1185146"/>
                </a:lnTo>
                <a:lnTo>
                  <a:pt x="3118233" y="1192981"/>
                </a:lnTo>
                <a:cubicBezTo>
                  <a:pt x="3055512" y="1207568"/>
                  <a:pt x="2993629" y="1224498"/>
                  <a:pt x="2932700" y="1243769"/>
                </a:cubicBezTo>
                <a:cubicBezTo>
                  <a:pt x="2886064" y="1258529"/>
                  <a:pt x="2838312" y="1275273"/>
                  <a:pt x="2790810" y="1293381"/>
                </a:cubicBezTo>
                <a:cubicBezTo>
                  <a:pt x="2485077" y="1410465"/>
                  <a:pt x="2192614" y="1584851"/>
                  <a:pt x="1972213" y="1723764"/>
                </a:cubicBezTo>
                <a:cubicBezTo>
                  <a:pt x="1910364" y="1762871"/>
                  <a:pt x="1850085" y="1801246"/>
                  <a:pt x="1791378" y="1838864"/>
                </a:cubicBezTo>
                <a:cubicBezTo>
                  <a:pt x="1571225" y="1981250"/>
                  <a:pt x="1380840" y="2103047"/>
                  <a:pt x="1200128" y="2188751"/>
                </a:cubicBezTo>
                <a:lnTo>
                  <a:pt x="1194795" y="2177589"/>
                </a:lnTo>
                <a:cubicBezTo>
                  <a:pt x="1374762" y="2092132"/>
                  <a:pt x="1564900" y="1970583"/>
                  <a:pt x="1785052" y="1830306"/>
                </a:cubicBezTo>
                <a:cubicBezTo>
                  <a:pt x="1843718" y="1793097"/>
                  <a:pt x="1903997" y="1754276"/>
                  <a:pt x="1966012" y="1715330"/>
                </a:cubicBezTo>
                <a:cubicBezTo>
                  <a:pt x="2187033" y="1576045"/>
                  <a:pt x="2480116" y="1401287"/>
                  <a:pt x="2786841" y="1283707"/>
                </a:cubicBezTo>
                <a:cubicBezTo>
                  <a:pt x="2834591" y="1265475"/>
                  <a:pt x="2882592" y="1248607"/>
                  <a:pt x="2929474" y="1234095"/>
                </a:cubicBezTo>
                <a:lnTo>
                  <a:pt x="3041297" y="1203425"/>
                </a:lnTo>
                <a:lnTo>
                  <a:pt x="2994594" y="1212985"/>
                </a:lnTo>
                <a:cubicBezTo>
                  <a:pt x="2931500" y="1228257"/>
                  <a:pt x="2869073" y="1245755"/>
                  <a:pt x="2807430" y="1265475"/>
                </a:cubicBezTo>
                <a:cubicBezTo>
                  <a:pt x="2761291" y="1280235"/>
                  <a:pt x="2714035" y="1296855"/>
                  <a:pt x="2666905" y="1315087"/>
                </a:cubicBezTo>
                <a:cubicBezTo>
                  <a:pt x="2373326" y="1426714"/>
                  <a:pt x="2090166" y="1584356"/>
                  <a:pt x="1848308" y="1723641"/>
                </a:cubicBezTo>
                <a:lnTo>
                  <a:pt x="1801178" y="1750679"/>
                </a:lnTo>
                <a:cubicBezTo>
                  <a:pt x="1522234" y="1910429"/>
                  <a:pt x="1281492" y="2049219"/>
                  <a:pt x="1059479" y="2127481"/>
                </a:cubicBezTo>
                <a:lnTo>
                  <a:pt x="1055262" y="2115823"/>
                </a:lnTo>
                <a:cubicBezTo>
                  <a:pt x="1276283" y="2036816"/>
                  <a:pt x="1516529" y="1899267"/>
                  <a:pt x="1794603" y="1739145"/>
                </a:cubicBezTo>
                <a:lnTo>
                  <a:pt x="1841858" y="1711982"/>
                </a:lnTo>
                <a:cubicBezTo>
                  <a:pt x="2084585" y="1572573"/>
                  <a:pt x="2368365" y="1414311"/>
                  <a:pt x="2662811" y="1302684"/>
                </a:cubicBezTo>
                <a:cubicBezTo>
                  <a:pt x="2710067" y="1284700"/>
                  <a:pt x="2757570" y="1268080"/>
                  <a:pt x="2803833" y="1253072"/>
                </a:cubicBezTo>
                <a:lnTo>
                  <a:pt x="2915369" y="1221813"/>
                </a:lnTo>
                <a:lnTo>
                  <a:pt x="2872555" y="1231066"/>
                </a:lnTo>
                <a:cubicBezTo>
                  <a:pt x="2808841" y="1247037"/>
                  <a:pt x="2745548" y="1265124"/>
                  <a:pt x="2682780" y="1285320"/>
                </a:cubicBezTo>
                <a:cubicBezTo>
                  <a:pt x="2637386" y="1299956"/>
                  <a:pt x="2590627" y="1316328"/>
                  <a:pt x="2543743" y="1334064"/>
                </a:cubicBezTo>
                <a:cubicBezTo>
                  <a:pt x="2266288" y="1438373"/>
                  <a:pt x="1993300" y="1580387"/>
                  <a:pt x="1752557" y="1706153"/>
                </a:cubicBezTo>
                <a:lnTo>
                  <a:pt x="1724030" y="1721036"/>
                </a:lnTo>
                <a:cubicBezTo>
                  <a:pt x="1426236" y="1875577"/>
                  <a:pt x="1160565" y="2008165"/>
                  <a:pt x="919326" y="2066211"/>
                </a:cubicBezTo>
                <a:lnTo>
                  <a:pt x="916349" y="2053808"/>
                </a:lnTo>
                <a:cubicBezTo>
                  <a:pt x="1156843" y="1996010"/>
                  <a:pt x="1421895" y="1863671"/>
                  <a:pt x="1718202" y="1709502"/>
                </a:cubicBezTo>
                <a:lnTo>
                  <a:pt x="1746852" y="1694742"/>
                </a:lnTo>
                <a:cubicBezTo>
                  <a:pt x="1987966" y="1569224"/>
                  <a:pt x="2261203" y="1427086"/>
                  <a:pt x="2539278" y="1322653"/>
                </a:cubicBezTo>
                <a:cubicBezTo>
                  <a:pt x="2586410" y="1304917"/>
                  <a:pt x="2633417" y="1288545"/>
                  <a:pt x="2678936" y="1273786"/>
                </a:cubicBezTo>
                <a:lnTo>
                  <a:pt x="2808169" y="1236822"/>
                </a:lnTo>
                <a:lnTo>
                  <a:pt x="2748192" y="1250522"/>
                </a:lnTo>
                <a:cubicBezTo>
                  <a:pt x="2684085" y="1267227"/>
                  <a:pt x="2620238" y="1285940"/>
                  <a:pt x="2556766" y="1306653"/>
                </a:cubicBezTo>
                <a:cubicBezTo>
                  <a:pt x="2512239" y="1321164"/>
                  <a:pt x="2465852" y="1337412"/>
                  <a:pt x="2419094" y="1354776"/>
                </a:cubicBezTo>
                <a:cubicBezTo>
                  <a:pt x="2187157" y="1441597"/>
                  <a:pt x="1962292" y="1547642"/>
                  <a:pt x="1744867" y="1650587"/>
                </a:cubicBezTo>
                <a:cubicBezTo>
                  <a:pt x="1695256" y="1673904"/>
                  <a:pt x="1646760" y="1696974"/>
                  <a:pt x="1598885" y="1719299"/>
                </a:cubicBezTo>
                <a:cubicBezTo>
                  <a:pt x="1322547" y="1848414"/>
                  <a:pt x="1031821" y="1972444"/>
                  <a:pt x="778056" y="2005560"/>
                </a:cubicBezTo>
                <a:lnTo>
                  <a:pt x="776443" y="1993157"/>
                </a:lnTo>
                <a:cubicBezTo>
                  <a:pt x="1028596" y="1960413"/>
                  <a:pt x="1318206" y="1836755"/>
                  <a:pt x="1593552" y="1707888"/>
                </a:cubicBezTo>
                <a:cubicBezTo>
                  <a:pt x="1641427" y="1685402"/>
                  <a:pt x="1690088" y="1662456"/>
                  <a:pt x="1739534" y="1639052"/>
                </a:cubicBezTo>
                <a:cubicBezTo>
                  <a:pt x="1957082" y="1535735"/>
                  <a:pt x="2182196" y="1429070"/>
                  <a:pt x="2414629" y="1342249"/>
                </a:cubicBezTo>
                <a:cubicBezTo>
                  <a:pt x="2461511" y="1324885"/>
                  <a:pt x="2508022" y="1308637"/>
                  <a:pt x="2552797" y="1294002"/>
                </a:cubicBezTo>
                <a:lnTo>
                  <a:pt x="2714284" y="1246633"/>
                </a:lnTo>
                <a:lnTo>
                  <a:pt x="2626927" y="1267790"/>
                </a:lnTo>
                <a:cubicBezTo>
                  <a:pt x="2561751" y="1285480"/>
                  <a:pt x="2496349" y="1305133"/>
                  <a:pt x="2430752" y="1326745"/>
                </a:cubicBezTo>
                <a:cubicBezTo>
                  <a:pt x="2386723" y="1341381"/>
                  <a:pt x="2340830" y="1357381"/>
                  <a:pt x="2294319" y="1374497"/>
                </a:cubicBezTo>
                <a:cubicBezTo>
                  <a:pt x="2107159" y="1443581"/>
                  <a:pt x="1922231" y="1524077"/>
                  <a:pt x="1742140" y="1601967"/>
                </a:cubicBezTo>
                <a:cubicBezTo>
                  <a:pt x="1648869" y="1642525"/>
                  <a:pt x="1560808" y="1680726"/>
                  <a:pt x="1473491" y="1717067"/>
                </a:cubicBezTo>
                <a:cubicBezTo>
                  <a:pt x="1213029" y="1825469"/>
                  <a:pt x="908908" y="1937344"/>
                  <a:pt x="636415" y="1943917"/>
                </a:cubicBezTo>
                <a:lnTo>
                  <a:pt x="636415" y="1931514"/>
                </a:lnTo>
                <a:cubicBezTo>
                  <a:pt x="906800" y="1924941"/>
                  <a:pt x="1209060" y="1813562"/>
                  <a:pt x="1469025" y="1705532"/>
                </a:cubicBezTo>
                <a:cubicBezTo>
                  <a:pt x="1555847" y="1669315"/>
                  <a:pt x="1644280" y="1631114"/>
                  <a:pt x="1737425" y="1590681"/>
                </a:cubicBezTo>
                <a:cubicBezTo>
                  <a:pt x="1917021" y="1512666"/>
                  <a:pt x="2102819" y="1432047"/>
                  <a:pt x="2290227" y="1362838"/>
                </a:cubicBezTo>
                <a:cubicBezTo>
                  <a:pt x="2336738" y="1345722"/>
                  <a:pt x="2382754" y="1329598"/>
                  <a:pt x="2426659" y="1314963"/>
                </a:cubicBezTo>
                <a:lnTo>
                  <a:pt x="2623130" y="1255888"/>
                </a:lnTo>
                <a:lnTo>
                  <a:pt x="2554318" y="1272036"/>
                </a:lnTo>
                <a:cubicBezTo>
                  <a:pt x="2472058" y="1294103"/>
                  <a:pt x="2389013" y="1319121"/>
                  <a:pt x="2305234" y="1347086"/>
                </a:cubicBezTo>
                <a:cubicBezTo>
                  <a:pt x="2262071" y="1361474"/>
                  <a:pt x="2216678" y="1377350"/>
                  <a:pt x="2170414" y="1394218"/>
                </a:cubicBezTo>
                <a:cubicBezTo>
                  <a:pt x="2028400" y="1446186"/>
                  <a:pt x="1885145" y="1503860"/>
                  <a:pt x="1746480" y="1559673"/>
                </a:cubicBezTo>
                <a:cubicBezTo>
                  <a:pt x="1607815" y="1615487"/>
                  <a:pt x="1477833" y="1667827"/>
                  <a:pt x="1349585" y="1714834"/>
                </a:cubicBezTo>
                <a:cubicBezTo>
                  <a:pt x="984566" y="1848166"/>
                  <a:pt x="721375" y="1899887"/>
                  <a:pt x="496385" y="1882522"/>
                </a:cubicBezTo>
                <a:lnTo>
                  <a:pt x="497377" y="1870119"/>
                </a:lnTo>
                <a:cubicBezTo>
                  <a:pt x="720631" y="1887236"/>
                  <a:pt x="982085" y="1835887"/>
                  <a:pt x="1345368" y="1703176"/>
                </a:cubicBezTo>
                <a:cubicBezTo>
                  <a:pt x="1473863" y="1656168"/>
                  <a:pt x="1604218" y="1603952"/>
                  <a:pt x="1742263" y="1548139"/>
                </a:cubicBezTo>
                <a:cubicBezTo>
                  <a:pt x="1880308" y="1492325"/>
                  <a:pt x="2024307" y="1434651"/>
                  <a:pt x="2166570" y="1382559"/>
                </a:cubicBezTo>
                <a:cubicBezTo>
                  <a:pt x="2212956" y="1365691"/>
                  <a:pt x="2258477" y="1349691"/>
                  <a:pt x="2301761" y="1335304"/>
                </a:cubicBezTo>
                <a:cubicBezTo>
                  <a:pt x="2369001" y="1312917"/>
                  <a:pt x="2435777" y="1292415"/>
                  <a:pt x="2502056" y="1273802"/>
                </a:cubicBezTo>
                <a:lnTo>
                  <a:pt x="2648640" y="1236536"/>
                </a:lnTo>
                <a:lnTo>
                  <a:pt x="2485932" y="1274145"/>
                </a:lnTo>
                <a:cubicBezTo>
                  <a:pt x="2386215" y="1300870"/>
                  <a:pt x="2284204" y="1331793"/>
                  <a:pt x="2179717" y="1366932"/>
                </a:cubicBezTo>
                <a:cubicBezTo>
                  <a:pt x="2137049" y="1381319"/>
                  <a:pt x="2092896" y="1396575"/>
                  <a:pt x="2046385" y="1413567"/>
                </a:cubicBezTo>
                <a:cubicBezTo>
                  <a:pt x="1950757" y="1448171"/>
                  <a:pt x="1853269" y="1485008"/>
                  <a:pt x="1759132" y="1520605"/>
                </a:cubicBezTo>
                <a:cubicBezTo>
                  <a:pt x="1581396" y="1587829"/>
                  <a:pt x="1397584" y="1657037"/>
                  <a:pt x="1224439" y="1712106"/>
                </a:cubicBezTo>
                <a:cubicBezTo>
                  <a:pt x="862645" y="1826462"/>
                  <a:pt x="586431" y="1860942"/>
                  <a:pt x="355239" y="1820384"/>
                </a:cubicBezTo>
                <a:lnTo>
                  <a:pt x="357348" y="1807981"/>
                </a:lnTo>
                <a:cubicBezTo>
                  <a:pt x="586431" y="1848043"/>
                  <a:pt x="860784" y="1813811"/>
                  <a:pt x="1220718" y="1699951"/>
                </a:cubicBezTo>
                <a:cubicBezTo>
                  <a:pt x="1393491" y="1645378"/>
                  <a:pt x="1577179" y="1575922"/>
                  <a:pt x="1754666" y="1508822"/>
                </a:cubicBezTo>
                <a:cubicBezTo>
                  <a:pt x="1848928" y="1473101"/>
                  <a:pt x="1946416" y="1436264"/>
                  <a:pt x="2042167" y="1401660"/>
                </a:cubicBezTo>
                <a:cubicBezTo>
                  <a:pt x="2089298" y="1384544"/>
                  <a:pt x="2132957" y="1369288"/>
                  <a:pt x="2175872" y="1354901"/>
                </a:cubicBezTo>
                <a:cubicBezTo>
                  <a:pt x="2315592" y="1307894"/>
                  <a:pt x="2450923" y="1268429"/>
                  <a:pt x="2582297" y="1236449"/>
                </a:cubicBezTo>
                <a:lnTo>
                  <a:pt x="2776058" y="1194169"/>
                </a:lnTo>
                <a:lnTo>
                  <a:pt x="2757980" y="1197144"/>
                </a:lnTo>
                <a:cubicBezTo>
                  <a:pt x="2541417" y="1237735"/>
                  <a:pt x="2308917" y="1300761"/>
                  <a:pt x="2054694" y="1387148"/>
                </a:cubicBezTo>
                <a:cubicBezTo>
                  <a:pt x="2013020" y="1401287"/>
                  <a:pt x="1969858" y="1416667"/>
                  <a:pt x="1922603" y="1433287"/>
                </a:cubicBezTo>
                <a:lnTo>
                  <a:pt x="1783193" y="1482899"/>
                </a:lnTo>
                <a:cubicBezTo>
                  <a:pt x="1556715" y="1565502"/>
                  <a:pt x="1322423" y="1650215"/>
                  <a:pt x="1100162" y="1709873"/>
                </a:cubicBezTo>
                <a:cubicBezTo>
                  <a:pt x="735267" y="1807608"/>
                  <a:pt x="453967" y="1823236"/>
                  <a:pt x="214838" y="1759485"/>
                </a:cubicBezTo>
                <a:lnTo>
                  <a:pt x="218064" y="1747082"/>
                </a:lnTo>
                <a:cubicBezTo>
                  <a:pt x="455084" y="1810833"/>
                  <a:pt x="734274" y="1795329"/>
                  <a:pt x="1096937" y="1697470"/>
                </a:cubicBezTo>
                <a:cubicBezTo>
                  <a:pt x="1318703" y="1638060"/>
                  <a:pt x="1552623" y="1553348"/>
                  <a:pt x="1779101" y="1471488"/>
                </a:cubicBezTo>
                <a:lnTo>
                  <a:pt x="1918510" y="1421876"/>
                </a:lnTo>
                <a:cubicBezTo>
                  <a:pt x="1965889" y="1405008"/>
                  <a:pt x="2009175" y="1389876"/>
                  <a:pt x="2050725" y="1375737"/>
                </a:cubicBezTo>
                <a:cubicBezTo>
                  <a:pt x="2415063" y="1251708"/>
                  <a:pt x="2734972" y="1175788"/>
                  <a:pt x="3027381" y="1145011"/>
                </a:cubicBezTo>
                <a:lnTo>
                  <a:pt x="3044340" y="1143724"/>
                </a:lnTo>
                <a:lnTo>
                  <a:pt x="3027870" y="1144676"/>
                </a:lnTo>
                <a:cubicBezTo>
                  <a:pt x="2641294" y="1178999"/>
                  <a:pt x="2262297" y="1293063"/>
                  <a:pt x="1929176" y="1407489"/>
                </a:cubicBezTo>
                <a:cubicBezTo>
                  <a:pt x="1885435" y="1422460"/>
                  <a:pt x="1841900" y="1437666"/>
                  <a:pt x="1798573" y="1453132"/>
                </a:cubicBezTo>
                <a:cubicBezTo>
                  <a:pt x="1502515" y="1557937"/>
                  <a:pt x="1236223" y="1649347"/>
                  <a:pt x="975513" y="1707517"/>
                </a:cubicBezTo>
                <a:cubicBezTo>
                  <a:pt x="610616" y="1787516"/>
                  <a:pt x="315799" y="1784167"/>
                  <a:pt x="74313" y="1697223"/>
                </a:cubicBezTo>
                <a:lnTo>
                  <a:pt x="78377" y="1685645"/>
                </a:lnTo>
                <a:lnTo>
                  <a:pt x="29239" y="1673112"/>
                </a:lnTo>
                <a:lnTo>
                  <a:pt x="0" y="1661630"/>
                </a:lnTo>
                <a:lnTo>
                  <a:pt x="0" y="1646056"/>
                </a:lnTo>
                <a:lnTo>
                  <a:pt x="6107" y="1648111"/>
                </a:lnTo>
                <a:cubicBezTo>
                  <a:pt x="382853" y="1745447"/>
                  <a:pt x="850243" y="1696448"/>
                  <a:pt x="1422143" y="1501008"/>
                </a:cubicBezTo>
                <a:cubicBezTo>
                  <a:pt x="1517399" y="1468388"/>
                  <a:pt x="1614637" y="1433412"/>
                  <a:pt x="1708777" y="1399428"/>
                </a:cubicBezTo>
                <a:cubicBezTo>
                  <a:pt x="2128556" y="1247491"/>
                  <a:pt x="2560774" y="1091851"/>
                  <a:pt x="3002358" y="1089881"/>
                </a:cubicBezTo>
                <a:cubicBezTo>
                  <a:pt x="3065441" y="1089600"/>
                  <a:pt x="3128715" y="1092455"/>
                  <a:pt x="3192172" y="1098904"/>
                </a:cubicBezTo>
                <a:lnTo>
                  <a:pt x="3304163" y="1114972"/>
                </a:lnTo>
                <a:lnTo>
                  <a:pt x="3335675" y="1116888"/>
                </a:lnTo>
                <a:lnTo>
                  <a:pt x="3399302" y="1127243"/>
                </a:lnTo>
                <a:lnTo>
                  <a:pt x="3423691" y="1129963"/>
                </a:lnTo>
                <a:lnTo>
                  <a:pt x="3431297" y="1128580"/>
                </a:lnTo>
                <a:lnTo>
                  <a:pt x="3491415" y="1121906"/>
                </a:lnTo>
                <a:lnTo>
                  <a:pt x="3557155" y="1110503"/>
                </a:lnTo>
                <a:lnTo>
                  <a:pt x="3609727" y="1105318"/>
                </a:lnTo>
                <a:lnTo>
                  <a:pt x="3682363" y="1093508"/>
                </a:lnTo>
                <a:lnTo>
                  <a:pt x="3711668" y="1091041"/>
                </a:lnTo>
                <a:lnTo>
                  <a:pt x="3739048" y="1086884"/>
                </a:lnTo>
                <a:lnTo>
                  <a:pt x="3741333" y="1086321"/>
                </a:lnTo>
                <a:lnTo>
                  <a:pt x="3762451" y="1083332"/>
                </a:lnTo>
                <a:lnTo>
                  <a:pt x="3808183" y="1076391"/>
                </a:lnTo>
                <a:lnTo>
                  <a:pt x="3814739" y="1075932"/>
                </a:lnTo>
                <a:lnTo>
                  <a:pt x="3848341" y="1071176"/>
                </a:lnTo>
                <a:lnTo>
                  <a:pt x="3868376" y="1066307"/>
                </a:lnTo>
                <a:lnTo>
                  <a:pt x="3979704" y="1050605"/>
                </a:lnTo>
                <a:lnTo>
                  <a:pt x="3993940" y="1047224"/>
                </a:lnTo>
                <a:lnTo>
                  <a:pt x="4088328" y="1034824"/>
                </a:lnTo>
                <a:lnTo>
                  <a:pt x="4119138" y="1027662"/>
                </a:lnTo>
                <a:lnTo>
                  <a:pt x="4206940" y="1016951"/>
                </a:lnTo>
                <a:lnTo>
                  <a:pt x="4245483" y="1008187"/>
                </a:lnTo>
                <a:lnTo>
                  <a:pt x="4320811" y="999699"/>
                </a:lnTo>
                <a:lnTo>
                  <a:pt x="4371386" y="988455"/>
                </a:lnTo>
                <a:cubicBezTo>
                  <a:pt x="4816843" y="918155"/>
                  <a:pt x="5333602" y="1033586"/>
                  <a:pt x="5943517" y="1338652"/>
                </a:cubicBezTo>
                <a:cubicBezTo>
                  <a:pt x="6082059" y="1407861"/>
                  <a:pt x="6221345" y="1483023"/>
                  <a:pt x="6355916" y="1555704"/>
                </a:cubicBezTo>
                <a:lnTo>
                  <a:pt x="6405031" y="1581873"/>
                </a:lnTo>
                <a:lnTo>
                  <a:pt x="6430583" y="1569472"/>
                </a:lnTo>
                <a:cubicBezTo>
                  <a:pt x="6544566" y="1513163"/>
                  <a:pt x="6662395" y="1454993"/>
                  <a:pt x="6781711" y="1407242"/>
                </a:cubicBezTo>
                <a:cubicBezTo>
                  <a:pt x="6850837" y="1379558"/>
                  <a:pt x="6920582" y="1355239"/>
                  <a:pt x="6990750" y="1334222"/>
                </a:cubicBezTo>
                <a:lnTo>
                  <a:pt x="7061521" y="1316422"/>
                </a:lnTo>
                <a:lnTo>
                  <a:pt x="7091673" y="1304779"/>
                </a:lnTo>
                <a:lnTo>
                  <a:pt x="7213646" y="1268922"/>
                </a:lnTo>
                <a:lnTo>
                  <a:pt x="7218882" y="1266720"/>
                </a:lnTo>
                <a:cubicBezTo>
                  <a:pt x="7277477" y="1244955"/>
                  <a:pt x="7336993" y="1225668"/>
                  <a:pt x="7397270" y="1208918"/>
                </a:cubicBezTo>
                <a:lnTo>
                  <a:pt x="7400193" y="1208227"/>
                </a:lnTo>
                <a:lnTo>
                  <a:pt x="7518694" y="1166003"/>
                </a:lnTo>
                <a:lnTo>
                  <a:pt x="7564982" y="1153757"/>
                </a:lnTo>
                <a:lnTo>
                  <a:pt x="7641731" y="1123833"/>
                </a:lnTo>
                <a:lnTo>
                  <a:pt x="7713752" y="1102757"/>
                </a:lnTo>
                <a:lnTo>
                  <a:pt x="7763281" y="1081788"/>
                </a:lnTo>
                <a:lnTo>
                  <a:pt x="7854285" y="1053432"/>
                </a:lnTo>
                <a:lnTo>
                  <a:pt x="7884954" y="1039245"/>
                </a:lnTo>
                <a:lnTo>
                  <a:pt x="8004168" y="998496"/>
                </a:lnTo>
                <a:lnTo>
                  <a:pt x="8006007" y="997571"/>
                </a:lnTo>
                <a:cubicBezTo>
                  <a:pt x="8039234" y="983036"/>
                  <a:pt x="8072698" y="969835"/>
                  <a:pt x="8106309" y="957877"/>
                </a:cubicBezTo>
                <a:lnTo>
                  <a:pt x="8177216" y="935289"/>
                </a:lnTo>
                <a:lnTo>
                  <a:pt x="8285943" y="891121"/>
                </a:lnTo>
                <a:lnTo>
                  <a:pt x="8325829" y="879814"/>
                </a:lnTo>
                <a:lnTo>
                  <a:pt x="8404380" y="845160"/>
                </a:lnTo>
                <a:lnTo>
                  <a:pt x="8470747" y="824491"/>
                </a:lnTo>
                <a:lnTo>
                  <a:pt x="8521438" y="800279"/>
                </a:lnTo>
                <a:lnTo>
                  <a:pt x="8606475" y="771332"/>
                </a:lnTo>
                <a:lnTo>
                  <a:pt x="8639848" y="754106"/>
                </a:lnTo>
                <a:lnTo>
                  <a:pt x="8726315" y="723424"/>
                </a:lnTo>
                <a:lnTo>
                  <a:pt x="8729477" y="721621"/>
                </a:lnTo>
                <a:cubicBezTo>
                  <a:pt x="8778225" y="697259"/>
                  <a:pt x="8829628" y="675653"/>
                  <a:pt x="8883405" y="656854"/>
                </a:cubicBezTo>
                <a:lnTo>
                  <a:pt x="8905479" y="650562"/>
                </a:lnTo>
                <a:lnTo>
                  <a:pt x="8967339" y="621434"/>
                </a:lnTo>
                <a:lnTo>
                  <a:pt x="9035175" y="598470"/>
                </a:lnTo>
                <a:lnTo>
                  <a:pt x="9084548" y="573405"/>
                </a:lnTo>
                <a:lnTo>
                  <a:pt x="9171082" y="541587"/>
                </a:lnTo>
                <a:lnTo>
                  <a:pt x="9202199" y="524598"/>
                </a:lnTo>
                <a:lnTo>
                  <a:pt x="9303409" y="484324"/>
                </a:lnTo>
                <a:lnTo>
                  <a:pt x="9317013" y="476342"/>
                </a:lnTo>
                <a:cubicBezTo>
                  <a:pt x="9365640" y="451414"/>
                  <a:pt x="9417028" y="429346"/>
                  <a:pt x="9470910" y="410213"/>
                </a:cubicBezTo>
                <a:lnTo>
                  <a:pt x="9471586" y="410019"/>
                </a:lnTo>
                <a:lnTo>
                  <a:pt x="9496723" y="395849"/>
                </a:lnTo>
                <a:cubicBezTo>
                  <a:pt x="9526288" y="381813"/>
                  <a:pt x="9556198" y="369112"/>
                  <a:pt x="9586277" y="357630"/>
                </a:cubicBezTo>
                <a:lnTo>
                  <a:pt x="9600843" y="352660"/>
                </a:lnTo>
                <a:lnTo>
                  <a:pt x="9611502" y="346221"/>
                </a:lnTo>
                <a:cubicBezTo>
                  <a:pt x="9640507" y="331439"/>
                  <a:pt x="9669895" y="318018"/>
                  <a:pt x="9699488" y="305841"/>
                </a:cubicBezTo>
                <a:lnTo>
                  <a:pt x="9748339" y="287821"/>
                </a:lnTo>
                <a:lnTo>
                  <a:pt x="9782690" y="269036"/>
                </a:lnTo>
                <a:lnTo>
                  <a:pt x="9864511" y="236667"/>
                </a:lnTo>
                <a:lnTo>
                  <a:pt x="9893062" y="219794"/>
                </a:lnTo>
                <a:lnTo>
                  <a:pt x="9996697" y="175031"/>
                </a:lnTo>
                <a:lnTo>
                  <a:pt x="10011904" y="165528"/>
                </a:lnTo>
                <a:cubicBezTo>
                  <a:pt x="10206882" y="59283"/>
                  <a:pt x="10449438" y="1008"/>
                  <a:pt x="10716799" y="0"/>
                </a:cubicBezTo>
                <a:close/>
              </a:path>
            </a:pathLst>
          </a:custGeom>
          <a:gradFill>
            <a:gsLst>
              <a:gs pos="84000">
                <a:schemeClr val="accent2">
                  <a:alpha val="0"/>
                </a:schemeClr>
              </a:gs>
              <a:gs pos="18000">
                <a:schemeClr val="accent3"/>
              </a:gs>
            </a:gsLst>
            <a:lin ang="6000000" scaled="0"/>
          </a:gradFill>
          <a:ln w="12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7" name="Text2"/>
          <p:cNvSpPr txBox="1"/>
          <p:nvPr>
            <p:custDataLst>
              <p:tags r:id="rId1"/>
            </p:custDataLst>
          </p:nvPr>
        </p:nvSpPr>
        <p:spPr>
          <a:xfrm>
            <a:off x="921909" y="1194891"/>
            <a:ext cx="7192949" cy="27417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7200" b="1"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7200" b="1">
                <a:latin typeface="微软雅黑" panose="020B0503020204020204" charset="-122"/>
                <a:ea typeface="微软雅黑" panose="020B0503020204020204" charset="-122"/>
              </a:rPr>
              <a:t>春</a:t>
            </a:r>
            <a:r>
              <a:rPr lang="en-US" altLang="zh-CN" sz="7200" b="1">
                <a:latin typeface="微软雅黑" panose="020B0503020204020204" charset="-122"/>
                <a:ea typeface="微软雅黑" panose="020B0503020204020204" charset="-122"/>
              </a:rPr>
              <a:t>OS</a:t>
            </a:r>
            <a:r>
              <a:rPr lang="zh-CN" altLang="en-US" sz="7200" b="1">
                <a:latin typeface="微软雅黑" panose="020B0503020204020204" charset="-122"/>
                <a:ea typeface="微软雅黑" panose="020B0503020204020204" charset="-122"/>
              </a:rPr>
              <a:t>训练营总结</a:t>
            </a:r>
            <a:r>
              <a:rPr lang="en-US" altLang="zh-CN" sz="7200" b="1"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endParaRPr lang="en-US" altLang="zh-CN" sz="7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3"/>
          <p:cNvSpPr txBox="1"/>
          <p:nvPr>
            <p:custDataLst>
              <p:tags r:id="rId2"/>
            </p:custDataLst>
          </p:nvPr>
        </p:nvSpPr>
        <p:spPr>
          <a:xfrm>
            <a:off x="921910" y="4101465"/>
            <a:ext cx="7192948" cy="156438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-基于协程异步机制的操作系统/驱动</a:t>
            </a:r>
            <a:endParaRPr lang="en-US" altLang="zh-CN" sz="24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4"/>
          <p:cNvSpPr txBox="1"/>
          <p:nvPr>
            <p:custDataLst>
              <p:tags r:id="rId3"/>
            </p:custDataLst>
          </p:nvPr>
        </p:nvSpPr>
        <p:spPr>
          <a:xfrm>
            <a:off x="7463792" y="5059313"/>
            <a:ext cx="4179816" cy="44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指导老师：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向勇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5"/>
          <p:cNvSpPr txBox="1"/>
          <p:nvPr>
            <p:custDataLst>
              <p:tags r:id="rId4"/>
            </p:custDataLst>
          </p:nvPr>
        </p:nvSpPr>
        <p:spPr>
          <a:xfrm>
            <a:off x="7463792" y="5502696"/>
            <a:ext cx="4179816" cy="4558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600">
                <a:effectLst>
                  <a:outerShdw blurRad="76200" dist="38100" dir="2700000" algn="ctr" rotWithShape="0">
                    <a:schemeClr val="accent1">
                      <a:alpha val="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2026.06.21</a:t>
            </a:r>
            <a:endParaRPr lang="en-US" altLang="zh-CN" sz="1600">
              <a:effectLst>
                <a:outerShdw blurRad="76200" dist="38100" dir="2700000" algn="ctr" rotWithShape="0">
                  <a:schemeClr val="accent1">
                    <a:alpha val="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任意多边形: 形状 81"/>
          <p:cNvSpPr/>
          <p:nvPr/>
        </p:nvSpPr>
        <p:spPr>
          <a:xfrm>
            <a:off x="9956543" y="5463761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3" name="任意多边形: 形状 82"/>
          <p:cNvSpPr/>
          <p:nvPr/>
        </p:nvSpPr>
        <p:spPr>
          <a:xfrm>
            <a:off x="9956543" y="5889644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Text4"/>
          <p:cNvSpPr txBox="1"/>
          <p:nvPr>
            <p:custDataLst>
              <p:tags r:id="rId5"/>
            </p:custDataLst>
          </p:nvPr>
        </p:nvSpPr>
        <p:spPr>
          <a:xfrm>
            <a:off x="7467602" y="4616083"/>
            <a:ext cx="4179816" cy="44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报告人：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	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郝光煜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5971074" y="2963436"/>
            <a:ext cx="5154861" cy="932252"/>
            <a:chOff x="5971074" y="2963436"/>
            <a:chExt cx="5154861" cy="932252"/>
          </a:xfrm>
          <a:noFill/>
        </p:grpSpPr>
        <p:sp>
          <p:nvSpPr>
            <p:cNvPr id="11" name="任意多边形: 形状 10"/>
            <p:cNvSpPr/>
            <p:nvPr/>
          </p:nvSpPr>
          <p:spPr>
            <a:xfrm>
              <a:off x="8439045" y="3750748"/>
              <a:ext cx="608671" cy="144940"/>
            </a:xfrm>
            <a:custGeom>
              <a:avLst/>
              <a:gdLst>
                <a:gd name="connsiteX0" fmla="*/ 568531 w 608671"/>
                <a:gd name="connsiteY0" fmla="*/ 144941 h 144940"/>
                <a:gd name="connsiteX1" fmla="*/ 0 w 608671"/>
                <a:gd name="connsiteY1" fmla="*/ 144941 h 144940"/>
                <a:gd name="connsiteX2" fmla="*/ 40140 w 608671"/>
                <a:gd name="connsiteY2" fmla="*/ 0 h 144940"/>
                <a:gd name="connsiteX3" fmla="*/ 608671 w 608671"/>
                <a:gd name="connsiteY3" fmla="*/ 0 h 144940"/>
                <a:gd name="connsiteX4" fmla="*/ 568531 w 608671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1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71074" y="3086047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517402" y="2963436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328919" y="2263059"/>
            <a:ext cx="4682775" cy="2948276"/>
            <a:chOff x="328919" y="-2038535"/>
            <a:chExt cx="4682775" cy="294827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4403161" y="-2038535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3 w 608533"/>
                <a:gd name="connsiteY2" fmla="*/ 0 h 144941"/>
                <a:gd name="connsiteX3" fmla="*/ 608534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534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408986" y="593557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140 w 608670"/>
                <a:gd name="connsiteY2" fmla="*/ 0 h 144940"/>
                <a:gd name="connsiteX3" fmla="*/ 608671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28919" y="764801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003 w 608670"/>
                <a:gd name="connsiteY2" fmla="*/ 0 h 144940"/>
                <a:gd name="connsiteX3" fmla="*/ 608670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297410" y="523486"/>
            <a:ext cx="11531312" cy="5270062"/>
            <a:chOff x="297410" y="-4076466"/>
            <a:chExt cx="11531312" cy="5270062"/>
          </a:xfrm>
          <a:gradFill>
            <a:gsLst>
              <a:gs pos="100000">
                <a:schemeClr val="accent2">
                  <a:alpha val="0"/>
                </a:schemeClr>
              </a:gs>
              <a:gs pos="18000">
                <a:schemeClr val="accent3">
                  <a:alpha val="9000"/>
                </a:schemeClr>
              </a:gs>
            </a:gsLst>
            <a:lin ang="3256497" scaled="1"/>
          </a:gradFill>
        </p:grpSpPr>
        <p:sp>
          <p:nvSpPr>
            <p:cNvPr id="6" name="任意多边形: 形状 5"/>
            <p:cNvSpPr/>
            <p:nvPr/>
          </p:nvSpPr>
          <p:spPr>
            <a:xfrm>
              <a:off x="4015465" y="-1365827"/>
              <a:ext cx="864166" cy="75210"/>
            </a:xfrm>
            <a:custGeom>
              <a:avLst/>
              <a:gdLst>
                <a:gd name="connsiteX0" fmla="*/ 820739 w 864166"/>
                <a:gd name="connsiteY0" fmla="*/ 75211 h 75210"/>
                <a:gd name="connsiteX1" fmla="*/ 0 w 864166"/>
                <a:gd name="connsiteY1" fmla="*/ 75211 h 75210"/>
                <a:gd name="connsiteX2" fmla="*/ 43427 w 864166"/>
                <a:gd name="connsiteY2" fmla="*/ 0 h 75210"/>
                <a:gd name="connsiteX3" fmla="*/ 864167 w 864166"/>
                <a:gd name="connsiteY3" fmla="*/ 0 h 75210"/>
                <a:gd name="connsiteX4" fmla="*/ 820739 w 864166"/>
                <a:gd name="connsiteY4" fmla="*/ 75211 h 7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6" h="75210">
                  <a:moveTo>
                    <a:pt x="820739" y="75211"/>
                  </a:moveTo>
                  <a:lnTo>
                    <a:pt x="0" y="75211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21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847711" y="243671"/>
              <a:ext cx="1101031" cy="117816"/>
            </a:xfrm>
            <a:custGeom>
              <a:avLst/>
              <a:gdLst>
                <a:gd name="connsiteX0" fmla="*/ 964995 w 1101031"/>
                <a:gd name="connsiteY0" fmla="*/ 117816 h 117816"/>
                <a:gd name="connsiteX1" fmla="*/ 0 w 1101031"/>
                <a:gd name="connsiteY1" fmla="*/ 117816 h 117816"/>
                <a:gd name="connsiteX2" fmla="*/ 136036 w 1101031"/>
                <a:gd name="connsiteY2" fmla="*/ 0 h 117816"/>
                <a:gd name="connsiteX3" fmla="*/ 1101032 w 1101031"/>
                <a:gd name="connsiteY3" fmla="*/ 0 h 117816"/>
                <a:gd name="connsiteX4" fmla="*/ 964995 w 1101031"/>
                <a:gd name="connsiteY4" fmla="*/ 117816 h 11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1031" h="117816">
                  <a:moveTo>
                    <a:pt x="964995" y="117816"/>
                  </a:moveTo>
                  <a:lnTo>
                    <a:pt x="0" y="117816"/>
                  </a:lnTo>
                  <a:lnTo>
                    <a:pt x="136036" y="0"/>
                  </a:lnTo>
                  <a:lnTo>
                    <a:pt x="1101032" y="0"/>
                  </a:lnTo>
                  <a:lnTo>
                    <a:pt x="964995" y="117816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7769685" y="-3301189"/>
              <a:ext cx="1881631" cy="132885"/>
            </a:xfrm>
            <a:custGeom>
              <a:avLst/>
              <a:gdLst>
                <a:gd name="connsiteX0" fmla="*/ 1804914 w 1881631"/>
                <a:gd name="connsiteY0" fmla="*/ 132886 h 132885"/>
                <a:gd name="connsiteX1" fmla="*/ 0 w 1881631"/>
                <a:gd name="connsiteY1" fmla="*/ 132886 h 132885"/>
                <a:gd name="connsiteX2" fmla="*/ 76718 w 1881631"/>
                <a:gd name="connsiteY2" fmla="*/ 0 h 132885"/>
                <a:gd name="connsiteX3" fmla="*/ 1881632 w 1881631"/>
                <a:gd name="connsiteY3" fmla="*/ 0 h 132885"/>
                <a:gd name="connsiteX4" fmla="*/ 1804914 w 1881631"/>
                <a:gd name="connsiteY4" fmla="*/ 132886 h 13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631" h="132885">
                  <a:moveTo>
                    <a:pt x="1804914" y="132886"/>
                  </a:moveTo>
                  <a:lnTo>
                    <a:pt x="0" y="132886"/>
                  </a:lnTo>
                  <a:lnTo>
                    <a:pt x="76718" y="0"/>
                  </a:lnTo>
                  <a:lnTo>
                    <a:pt x="1881632" y="0"/>
                  </a:lnTo>
                  <a:lnTo>
                    <a:pt x="1804914" y="132886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297410" y="-3162128"/>
              <a:ext cx="2016023" cy="129460"/>
            </a:xfrm>
            <a:custGeom>
              <a:avLst/>
              <a:gdLst>
                <a:gd name="connsiteX0" fmla="*/ 1941224 w 2016023"/>
                <a:gd name="connsiteY0" fmla="*/ 129461 h 129460"/>
                <a:gd name="connsiteX1" fmla="*/ 0 w 2016023"/>
                <a:gd name="connsiteY1" fmla="*/ 129461 h 129460"/>
                <a:gd name="connsiteX2" fmla="*/ 74800 w 2016023"/>
                <a:gd name="connsiteY2" fmla="*/ 0 h 129460"/>
                <a:gd name="connsiteX3" fmla="*/ 2016024 w 2016023"/>
                <a:gd name="connsiteY3" fmla="*/ 0 h 129460"/>
                <a:gd name="connsiteX4" fmla="*/ 1941224 w 2016023"/>
                <a:gd name="connsiteY4" fmla="*/ 129461 h 129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6023" h="129460">
                  <a:moveTo>
                    <a:pt x="1941224" y="129461"/>
                  </a:moveTo>
                  <a:lnTo>
                    <a:pt x="0" y="129461"/>
                  </a:lnTo>
                  <a:lnTo>
                    <a:pt x="74800" y="0"/>
                  </a:lnTo>
                  <a:lnTo>
                    <a:pt x="2016024" y="0"/>
                  </a:lnTo>
                  <a:lnTo>
                    <a:pt x="1941224" y="12946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9109911" y="81742"/>
              <a:ext cx="864167" cy="75347"/>
            </a:xfrm>
            <a:custGeom>
              <a:avLst/>
              <a:gdLst>
                <a:gd name="connsiteX0" fmla="*/ 820603 w 864167"/>
                <a:gd name="connsiteY0" fmla="*/ 75347 h 75347"/>
                <a:gd name="connsiteX1" fmla="*/ 0 w 864167"/>
                <a:gd name="connsiteY1" fmla="*/ 75347 h 75347"/>
                <a:gd name="connsiteX2" fmla="*/ 43427 w 864167"/>
                <a:gd name="connsiteY2" fmla="*/ 0 h 75347"/>
                <a:gd name="connsiteX3" fmla="*/ 864167 w 864167"/>
                <a:gd name="connsiteY3" fmla="*/ 0 h 75347"/>
                <a:gd name="connsiteX4" fmla="*/ 820603 w 864167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7" h="75347">
                  <a:moveTo>
                    <a:pt x="820603" y="75347"/>
                  </a:moveTo>
                  <a:lnTo>
                    <a:pt x="0" y="75347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603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712630" y="-2003739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3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3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254446" y="837271"/>
              <a:ext cx="644837" cy="131652"/>
            </a:xfrm>
            <a:custGeom>
              <a:avLst/>
              <a:gdLst>
                <a:gd name="connsiteX0" fmla="*/ 568805 w 644837"/>
                <a:gd name="connsiteY0" fmla="*/ 131653 h 131652"/>
                <a:gd name="connsiteX1" fmla="*/ 0 w 644837"/>
                <a:gd name="connsiteY1" fmla="*/ 131653 h 131652"/>
                <a:gd name="connsiteX2" fmla="*/ 76032 w 644837"/>
                <a:gd name="connsiteY2" fmla="*/ 0 h 131652"/>
                <a:gd name="connsiteX3" fmla="*/ 644837 w 644837"/>
                <a:gd name="connsiteY3" fmla="*/ 0 h 131652"/>
                <a:gd name="connsiteX4" fmla="*/ 568805 w 644837"/>
                <a:gd name="connsiteY4" fmla="*/ 131653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837" h="131652">
                  <a:moveTo>
                    <a:pt x="568805" y="131653"/>
                  </a:moveTo>
                  <a:lnTo>
                    <a:pt x="0" y="131653"/>
                  </a:lnTo>
                  <a:lnTo>
                    <a:pt x="76032" y="0"/>
                  </a:lnTo>
                  <a:lnTo>
                    <a:pt x="644837" y="0"/>
                  </a:lnTo>
                  <a:lnTo>
                    <a:pt x="568805" y="131653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10803037" y="-4076466"/>
              <a:ext cx="644974" cy="131652"/>
            </a:xfrm>
            <a:custGeom>
              <a:avLst/>
              <a:gdLst>
                <a:gd name="connsiteX0" fmla="*/ 568942 w 644974"/>
                <a:gd name="connsiteY0" fmla="*/ 131653 h 131652"/>
                <a:gd name="connsiteX1" fmla="*/ 0 w 644974"/>
                <a:gd name="connsiteY1" fmla="*/ 131653 h 131652"/>
                <a:gd name="connsiteX2" fmla="*/ 76033 w 644974"/>
                <a:gd name="connsiteY2" fmla="*/ 0 h 131652"/>
                <a:gd name="connsiteX3" fmla="*/ 644974 w 644974"/>
                <a:gd name="connsiteY3" fmla="*/ 0 h 131652"/>
                <a:gd name="connsiteX4" fmla="*/ 568942 w 644974"/>
                <a:gd name="connsiteY4" fmla="*/ 131653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974" h="131652">
                  <a:moveTo>
                    <a:pt x="568942" y="131653"/>
                  </a:moveTo>
                  <a:lnTo>
                    <a:pt x="0" y="131653"/>
                  </a:lnTo>
                  <a:lnTo>
                    <a:pt x="76033" y="0"/>
                  </a:lnTo>
                  <a:lnTo>
                    <a:pt x="644974" y="0"/>
                  </a:lnTo>
                  <a:lnTo>
                    <a:pt x="568942" y="131653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2078487" y="1061944"/>
              <a:ext cx="644974" cy="131652"/>
            </a:xfrm>
            <a:custGeom>
              <a:avLst/>
              <a:gdLst>
                <a:gd name="connsiteX0" fmla="*/ 568942 w 644974"/>
                <a:gd name="connsiteY0" fmla="*/ 131652 h 131652"/>
                <a:gd name="connsiteX1" fmla="*/ 0 w 644974"/>
                <a:gd name="connsiteY1" fmla="*/ 131652 h 131652"/>
                <a:gd name="connsiteX2" fmla="*/ 76033 w 644974"/>
                <a:gd name="connsiteY2" fmla="*/ 0 h 131652"/>
                <a:gd name="connsiteX3" fmla="*/ 644974 w 644974"/>
                <a:gd name="connsiteY3" fmla="*/ 0 h 131652"/>
                <a:gd name="connsiteX4" fmla="*/ 568942 w 644974"/>
                <a:gd name="connsiteY4" fmla="*/ 131652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974" h="131652">
                  <a:moveTo>
                    <a:pt x="568942" y="131652"/>
                  </a:moveTo>
                  <a:lnTo>
                    <a:pt x="0" y="131652"/>
                  </a:lnTo>
                  <a:lnTo>
                    <a:pt x="76033" y="0"/>
                  </a:lnTo>
                  <a:lnTo>
                    <a:pt x="644974" y="0"/>
                  </a:lnTo>
                  <a:lnTo>
                    <a:pt x="568942" y="131652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644552" y="-28265"/>
              <a:ext cx="864166" cy="75210"/>
            </a:xfrm>
            <a:custGeom>
              <a:avLst/>
              <a:gdLst>
                <a:gd name="connsiteX0" fmla="*/ 820739 w 864166"/>
                <a:gd name="connsiteY0" fmla="*/ 75211 h 75210"/>
                <a:gd name="connsiteX1" fmla="*/ 0 w 864166"/>
                <a:gd name="connsiteY1" fmla="*/ 75211 h 75210"/>
                <a:gd name="connsiteX2" fmla="*/ 43427 w 864166"/>
                <a:gd name="connsiteY2" fmla="*/ 0 h 75210"/>
                <a:gd name="connsiteX3" fmla="*/ 864167 w 864166"/>
                <a:gd name="connsiteY3" fmla="*/ 0 h 75210"/>
                <a:gd name="connsiteX4" fmla="*/ 820739 w 864166"/>
                <a:gd name="connsiteY4" fmla="*/ 75211 h 7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6" h="75210">
                  <a:moveTo>
                    <a:pt x="820739" y="75211"/>
                  </a:moveTo>
                  <a:lnTo>
                    <a:pt x="0" y="75211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21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10964555" y="-2121418"/>
              <a:ext cx="864167" cy="75347"/>
            </a:xfrm>
            <a:custGeom>
              <a:avLst/>
              <a:gdLst>
                <a:gd name="connsiteX0" fmla="*/ 820739 w 864167"/>
                <a:gd name="connsiteY0" fmla="*/ 75347 h 75347"/>
                <a:gd name="connsiteX1" fmla="*/ 0 w 864167"/>
                <a:gd name="connsiteY1" fmla="*/ 75347 h 75347"/>
                <a:gd name="connsiteX2" fmla="*/ 43427 w 864167"/>
                <a:gd name="connsiteY2" fmla="*/ 0 h 75347"/>
                <a:gd name="connsiteX3" fmla="*/ 864167 w 864167"/>
                <a:gd name="connsiteY3" fmla="*/ 0 h 75347"/>
                <a:gd name="connsiteX4" fmla="*/ 820739 w 864167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7" h="75347">
                  <a:moveTo>
                    <a:pt x="820739" y="75347"/>
                  </a:moveTo>
                  <a:lnTo>
                    <a:pt x="0" y="75347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106575" y="1738838"/>
            <a:ext cx="10715094" cy="2904438"/>
            <a:chOff x="106575" y="-2601860"/>
            <a:chExt cx="10715094" cy="2904438"/>
          </a:xfrm>
          <a:gradFill>
            <a:gsLst>
              <a:gs pos="100000">
                <a:schemeClr val="accent1">
                  <a:alpha val="26000"/>
                </a:schemeClr>
              </a:gs>
              <a:gs pos="18000">
                <a:schemeClr val="accent1">
                  <a:alpha val="0"/>
                </a:schemeClr>
              </a:gs>
            </a:gsLst>
            <a:lin ang="3256497" scaled="1"/>
          </a:gradFill>
        </p:grpSpPr>
        <p:sp>
          <p:nvSpPr>
            <p:cNvPr id="5" name="任意多边形: 形状 4"/>
            <p:cNvSpPr/>
            <p:nvPr/>
          </p:nvSpPr>
          <p:spPr>
            <a:xfrm>
              <a:off x="7319107" y="-1575019"/>
              <a:ext cx="907731" cy="150557"/>
            </a:xfrm>
            <a:custGeom>
              <a:avLst/>
              <a:gdLst>
                <a:gd name="connsiteX0" fmla="*/ 820740 w 907731"/>
                <a:gd name="connsiteY0" fmla="*/ 150558 h 150557"/>
                <a:gd name="connsiteX1" fmla="*/ 0 w 907731"/>
                <a:gd name="connsiteY1" fmla="*/ 150558 h 150557"/>
                <a:gd name="connsiteX2" fmla="*/ 86993 w 907731"/>
                <a:gd name="connsiteY2" fmla="*/ 0 h 150557"/>
                <a:gd name="connsiteX3" fmla="*/ 907731 w 907731"/>
                <a:gd name="connsiteY3" fmla="*/ 0 h 150557"/>
                <a:gd name="connsiteX4" fmla="*/ 820740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40" y="150558"/>
                  </a:moveTo>
                  <a:lnTo>
                    <a:pt x="0" y="150558"/>
                  </a:lnTo>
                  <a:lnTo>
                    <a:pt x="86993" y="0"/>
                  </a:lnTo>
                  <a:lnTo>
                    <a:pt x="907731" y="0"/>
                  </a:lnTo>
                  <a:lnTo>
                    <a:pt x="820740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4858260" y="-544814"/>
              <a:ext cx="907731" cy="150557"/>
            </a:xfrm>
            <a:custGeom>
              <a:avLst/>
              <a:gdLst>
                <a:gd name="connsiteX0" fmla="*/ 820739 w 907731"/>
                <a:gd name="connsiteY0" fmla="*/ 150558 h 150557"/>
                <a:gd name="connsiteX1" fmla="*/ 0 w 907731"/>
                <a:gd name="connsiteY1" fmla="*/ 150558 h 150557"/>
                <a:gd name="connsiteX2" fmla="*/ 86992 w 907731"/>
                <a:gd name="connsiteY2" fmla="*/ 0 h 150557"/>
                <a:gd name="connsiteX3" fmla="*/ 907731 w 907731"/>
                <a:gd name="connsiteY3" fmla="*/ 0 h 150557"/>
                <a:gd name="connsiteX4" fmla="*/ 820739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39" y="150558"/>
                  </a:moveTo>
                  <a:lnTo>
                    <a:pt x="0" y="150558"/>
                  </a:lnTo>
                  <a:lnTo>
                    <a:pt x="86992" y="0"/>
                  </a:lnTo>
                  <a:lnTo>
                    <a:pt x="907731" y="0"/>
                  </a:lnTo>
                  <a:lnTo>
                    <a:pt x="820739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7351302" y="-193756"/>
              <a:ext cx="984037" cy="165490"/>
            </a:xfrm>
            <a:custGeom>
              <a:avLst/>
              <a:gdLst>
                <a:gd name="connsiteX0" fmla="*/ 888415 w 984037"/>
                <a:gd name="connsiteY0" fmla="*/ 165490 h 165490"/>
                <a:gd name="connsiteX1" fmla="*/ 0 w 984037"/>
                <a:gd name="connsiteY1" fmla="*/ 165490 h 165490"/>
                <a:gd name="connsiteX2" fmla="*/ 95623 w 984037"/>
                <a:gd name="connsiteY2" fmla="*/ 0 h 165490"/>
                <a:gd name="connsiteX3" fmla="*/ 984038 w 984037"/>
                <a:gd name="connsiteY3" fmla="*/ 0 h 165490"/>
                <a:gd name="connsiteX4" fmla="*/ 888415 w 984037"/>
                <a:gd name="connsiteY4" fmla="*/ 165490 h 16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037" h="165490">
                  <a:moveTo>
                    <a:pt x="888415" y="165490"/>
                  </a:moveTo>
                  <a:lnTo>
                    <a:pt x="0" y="165490"/>
                  </a:lnTo>
                  <a:lnTo>
                    <a:pt x="95623" y="0"/>
                  </a:lnTo>
                  <a:lnTo>
                    <a:pt x="984038" y="0"/>
                  </a:lnTo>
                  <a:lnTo>
                    <a:pt x="888415" y="165490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340073" y="-1711801"/>
              <a:ext cx="608670" cy="144941"/>
            </a:xfrm>
            <a:custGeom>
              <a:avLst/>
              <a:gdLst>
                <a:gd name="connsiteX0" fmla="*/ 568531 w 608670"/>
                <a:gd name="connsiteY0" fmla="*/ 144941 h 144941"/>
                <a:gd name="connsiteX1" fmla="*/ 0 w 608670"/>
                <a:gd name="connsiteY1" fmla="*/ 144941 h 144941"/>
                <a:gd name="connsiteX2" fmla="*/ 40002 w 608670"/>
                <a:gd name="connsiteY2" fmla="*/ 0 h 144941"/>
                <a:gd name="connsiteX3" fmla="*/ 608670 w 608670"/>
                <a:gd name="connsiteY3" fmla="*/ 0 h 144941"/>
                <a:gd name="connsiteX4" fmla="*/ 568531 w 608670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20825" y="-461993"/>
              <a:ext cx="1005272" cy="196177"/>
            </a:xfrm>
            <a:custGeom>
              <a:avLst/>
              <a:gdLst>
                <a:gd name="connsiteX0" fmla="*/ 891977 w 1005272"/>
                <a:gd name="connsiteY0" fmla="*/ 196177 h 196177"/>
                <a:gd name="connsiteX1" fmla="*/ 0 w 1005272"/>
                <a:gd name="connsiteY1" fmla="*/ 196177 h 196177"/>
                <a:gd name="connsiteX2" fmla="*/ 113295 w 1005272"/>
                <a:gd name="connsiteY2" fmla="*/ 0 h 196177"/>
                <a:gd name="connsiteX3" fmla="*/ 1005272 w 1005272"/>
                <a:gd name="connsiteY3" fmla="*/ 0 h 196177"/>
                <a:gd name="connsiteX4" fmla="*/ 891977 w 1005272"/>
                <a:gd name="connsiteY4" fmla="*/ 196177 h 19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272" h="196177">
                  <a:moveTo>
                    <a:pt x="891977" y="196177"/>
                  </a:moveTo>
                  <a:lnTo>
                    <a:pt x="0" y="196177"/>
                  </a:lnTo>
                  <a:lnTo>
                    <a:pt x="113295" y="0"/>
                  </a:lnTo>
                  <a:lnTo>
                    <a:pt x="1005272" y="0"/>
                  </a:lnTo>
                  <a:lnTo>
                    <a:pt x="891977" y="19617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47475" y="-1636317"/>
              <a:ext cx="1274194" cy="166997"/>
            </a:xfrm>
            <a:custGeom>
              <a:avLst/>
              <a:gdLst>
                <a:gd name="connsiteX0" fmla="*/ 1177886 w 1274194"/>
                <a:gd name="connsiteY0" fmla="*/ 166997 h 166997"/>
                <a:gd name="connsiteX1" fmla="*/ 0 w 1274194"/>
                <a:gd name="connsiteY1" fmla="*/ 166997 h 166997"/>
                <a:gd name="connsiteX2" fmla="*/ 96307 w 1274194"/>
                <a:gd name="connsiteY2" fmla="*/ 0 h 166997"/>
                <a:gd name="connsiteX3" fmla="*/ 1274194 w 1274194"/>
                <a:gd name="connsiteY3" fmla="*/ 0 h 166997"/>
                <a:gd name="connsiteX4" fmla="*/ 1177886 w 1274194"/>
                <a:gd name="connsiteY4" fmla="*/ 166997 h 16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4194" h="166997">
                  <a:moveTo>
                    <a:pt x="1177886" y="166997"/>
                  </a:moveTo>
                  <a:lnTo>
                    <a:pt x="0" y="166997"/>
                  </a:lnTo>
                  <a:lnTo>
                    <a:pt x="96307" y="0"/>
                  </a:lnTo>
                  <a:lnTo>
                    <a:pt x="1274194" y="0"/>
                  </a:lnTo>
                  <a:lnTo>
                    <a:pt x="1177886" y="16699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6575" y="211564"/>
              <a:ext cx="820739" cy="91014"/>
            </a:xfrm>
            <a:custGeom>
              <a:avLst/>
              <a:gdLst>
                <a:gd name="connsiteX0" fmla="*/ 1080757 w 1164734"/>
                <a:gd name="connsiteY0" fmla="*/ 145489 h 145489"/>
                <a:gd name="connsiteX1" fmla="*/ 0 w 1164734"/>
                <a:gd name="connsiteY1" fmla="*/ 145489 h 145489"/>
                <a:gd name="connsiteX2" fmla="*/ 83978 w 1164734"/>
                <a:gd name="connsiteY2" fmla="*/ 0 h 145489"/>
                <a:gd name="connsiteX3" fmla="*/ 1164735 w 1164734"/>
                <a:gd name="connsiteY3" fmla="*/ 0 h 145489"/>
                <a:gd name="connsiteX4" fmla="*/ 1080757 w 1164734"/>
                <a:gd name="connsiteY4" fmla="*/ 145489 h 14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734" h="145489">
                  <a:moveTo>
                    <a:pt x="1080757" y="145489"/>
                  </a:moveTo>
                  <a:lnTo>
                    <a:pt x="0" y="145489"/>
                  </a:lnTo>
                  <a:lnTo>
                    <a:pt x="83978" y="0"/>
                  </a:lnTo>
                  <a:lnTo>
                    <a:pt x="1164735" y="0"/>
                  </a:lnTo>
                  <a:lnTo>
                    <a:pt x="1080757" y="145489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22885" y="-1097651"/>
              <a:ext cx="820739" cy="75347"/>
            </a:xfrm>
            <a:custGeom>
              <a:avLst/>
              <a:gdLst>
                <a:gd name="connsiteX0" fmla="*/ 0 w 820739"/>
                <a:gd name="connsiteY0" fmla="*/ 0 h 75347"/>
                <a:gd name="connsiteX1" fmla="*/ 820739 w 820739"/>
                <a:gd name="connsiteY1" fmla="*/ 0 h 75347"/>
                <a:gd name="connsiteX2" fmla="*/ 820739 w 820739"/>
                <a:gd name="connsiteY2" fmla="*/ 75347 h 75347"/>
                <a:gd name="connsiteX3" fmla="*/ 0 w 820739"/>
                <a:gd name="connsiteY3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738" h="75347">
                  <a:moveTo>
                    <a:pt x="0" y="0"/>
                  </a:moveTo>
                  <a:lnTo>
                    <a:pt x="820739" y="0"/>
                  </a:lnTo>
                  <a:lnTo>
                    <a:pt x="820739" y="75347"/>
                  </a:lnTo>
                  <a:lnTo>
                    <a:pt x="0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281169" y="-2601860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4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4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22605" y="293370"/>
            <a:ext cx="172212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83235" y="987425"/>
            <a:ext cx="174942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kern="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CONTENTS</a:t>
            </a:r>
            <a:endParaRPr lang="en-US" altLang="zh-CN" kern="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4" name="Text2"/>
          <p:cNvGrpSpPr/>
          <p:nvPr>
            <p:custDataLst>
              <p:tags r:id="rId3"/>
            </p:custDataLst>
          </p:nvPr>
        </p:nvGrpSpPr>
        <p:grpSpPr>
          <a:xfrm>
            <a:off x="3637014" y="1813023"/>
            <a:ext cx="4816373" cy="363760"/>
            <a:chOff x="3994" y="2968"/>
            <a:chExt cx="7098" cy="573"/>
          </a:xfrm>
        </p:grpSpPr>
        <p:sp>
          <p:nvSpPr>
            <p:cNvPr id="12" name="Text1"/>
            <p:cNvSpPr txBox="1"/>
            <p:nvPr>
              <p:custDataLst>
                <p:tags r:id="rId4"/>
              </p:custDataLst>
            </p:nvPr>
          </p:nvSpPr>
          <p:spPr>
            <a:xfrm>
              <a:off x="4503" y="2968"/>
              <a:ext cx="6589" cy="573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学习内容</a:t>
              </a:r>
              <a:endParaRPr lang="zh-CN" altLang="en-US" sz="2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3" name="Freeform 18"/>
            <p:cNvSpPr/>
            <p:nvPr>
              <p:custDataLst>
                <p:tags r:id="rId5"/>
              </p:custDataLst>
            </p:nvPr>
          </p:nvSpPr>
          <p:spPr>
            <a:xfrm>
              <a:off x="3994" y="3097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en-US" sz="1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Text4"/>
          <p:cNvGrpSpPr/>
          <p:nvPr>
            <p:custDataLst>
              <p:tags r:id="rId6"/>
            </p:custDataLst>
          </p:nvPr>
        </p:nvGrpSpPr>
        <p:grpSpPr>
          <a:xfrm>
            <a:off x="3637014" y="2537464"/>
            <a:ext cx="4816373" cy="363220"/>
            <a:chOff x="3994" y="2968"/>
            <a:chExt cx="7098" cy="573"/>
          </a:xfrm>
        </p:grpSpPr>
        <p:sp>
          <p:nvSpPr>
            <p:cNvPr id="25" name="Text3"/>
            <p:cNvSpPr txBox="1"/>
            <p:nvPr>
              <p:custDataLst>
                <p:tags r:id="rId7"/>
              </p:custDataLst>
            </p:nvPr>
          </p:nvSpPr>
          <p:spPr>
            <a:xfrm>
              <a:off x="4503" y="2968"/>
              <a:ext cx="6589" cy="573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爬虫开发</a:t>
              </a:r>
              <a:endParaRPr lang="zh-CN" altLang="en-US" sz="2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Freeform 18"/>
            <p:cNvSpPr/>
            <p:nvPr>
              <p:custDataLst>
                <p:tags r:id="rId8"/>
              </p:custDataLst>
            </p:nvPr>
          </p:nvSpPr>
          <p:spPr>
            <a:xfrm>
              <a:off x="3994" y="3097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en-US" sz="1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7" name="Text6"/>
          <p:cNvGrpSpPr/>
          <p:nvPr>
            <p:custDataLst>
              <p:tags r:id="rId9"/>
            </p:custDataLst>
          </p:nvPr>
        </p:nvGrpSpPr>
        <p:grpSpPr>
          <a:xfrm>
            <a:off x="3637014" y="3985264"/>
            <a:ext cx="4816373" cy="363220"/>
            <a:chOff x="3994" y="2968"/>
            <a:chExt cx="7098" cy="573"/>
          </a:xfrm>
        </p:grpSpPr>
        <p:sp>
          <p:nvSpPr>
            <p:cNvPr id="28" name="Text5"/>
            <p:cNvSpPr txBox="1"/>
            <p:nvPr>
              <p:custDataLst>
                <p:tags r:id="rId10"/>
              </p:custDataLst>
            </p:nvPr>
          </p:nvSpPr>
          <p:spPr>
            <a:xfrm>
              <a:off x="4503" y="2968"/>
              <a:ext cx="6589" cy="573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异步协程状态机</a:t>
              </a:r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分析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Freeform 18"/>
            <p:cNvSpPr/>
            <p:nvPr>
              <p:custDataLst>
                <p:tags r:id="rId11"/>
              </p:custDataLst>
            </p:nvPr>
          </p:nvSpPr>
          <p:spPr>
            <a:xfrm>
              <a:off x="3994" y="3097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en-US" sz="1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" name="Text8"/>
          <p:cNvGrpSpPr/>
          <p:nvPr>
            <p:custDataLst>
              <p:tags r:id="rId12"/>
            </p:custDataLst>
          </p:nvPr>
        </p:nvGrpSpPr>
        <p:grpSpPr>
          <a:xfrm>
            <a:off x="3637014" y="3261364"/>
            <a:ext cx="4816373" cy="363220"/>
            <a:chOff x="3994" y="2968"/>
            <a:chExt cx="7098" cy="573"/>
          </a:xfrm>
        </p:grpSpPr>
        <p:sp>
          <p:nvSpPr>
            <p:cNvPr id="31" name="Text7"/>
            <p:cNvSpPr txBox="1"/>
            <p:nvPr>
              <p:custDataLst>
                <p:tags r:id="rId13"/>
              </p:custDataLst>
            </p:nvPr>
          </p:nvSpPr>
          <p:spPr>
            <a:xfrm>
              <a:off x="4503" y="2968"/>
              <a:ext cx="6589" cy="573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执行流增加优先级支持</a:t>
              </a:r>
              <a:endParaRPr lang="zh-CN" altLang="en-US" sz="2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4" name="Freeform 18"/>
            <p:cNvSpPr/>
            <p:nvPr>
              <p:custDataLst>
                <p:tags r:id="rId14"/>
              </p:custDataLst>
            </p:nvPr>
          </p:nvSpPr>
          <p:spPr>
            <a:xfrm>
              <a:off x="3994" y="3097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cs"/>
                </a:defRPr>
              </a:lvl9pPr>
            </a:lstStyle>
            <a:p>
              <a:pPr algn="ctr"/>
              <a:endParaRPr lang="en-US" sz="1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 flipH="1">
            <a:off x="1066065" y="2963436"/>
            <a:ext cx="5154861" cy="932252"/>
            <a:chOff x="5971074" y="2963436"/>
            <a:chExt cx="5154861" cy="932252"/>
          </a:xfrm>
          <a:noFill/>
        </p:grpSpPr>
        <p:sp>
          <p:nvSpPr>
            <p:cNvPr id="11" name="任意多边形: 形状 10"/>
            <p:cNvSpPr/>
            <p:nvPr/>
          </p:nvSpPr>
          <p:spPr>
            <a:xfrm>
              <a:off x="8439045" y="3750748"/>
              <a:ext cx="608671" cy="144940"/>
            </a:xfrm>
            <a:custGeom>
              <a:avLst/>
              <a:gdLst>
                <a:gd name="connsiteX0" fmla="*/ 568531 w 608671"/>
                <a:gd name="connsiteY0" fmla="*/ 144941 h 144940"/>
                <a:gd name="connsiteX1" fmla="*/ 0 w 608671"/>
                <a:gd name="connsiteY1" fmla="*/ 144941 h 144940"/>
                <a:gd name="connsiteX2" fmla="*/ 40140 w 608671"/>
                <a:gd name="connsiteY2" fmla="*/ 0 h 144940"/>
                <a:gd name="connsiteX3" fmla="*/ 608671 w 608671"/>
                <a:gd name="connsiteY3" fmla="*/ 0 h 144940"/>
                <a:gd name="connsiteX4" fmla="*/ 568531 w 608671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1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71074" y="3086047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517402" y="2963436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 flipH="1">
            <a:off x="7180306" y="2263059"/>
            <a:ext cx="4682775" cy="2948276"/>
            <a:chOff x="328919" y="-2038535"/>
            <a:chExt cx="4682775" cy="294827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4403161" y="-2038535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3 w 608533"/>
                <a:gd name="connsiteY2" fmla="*/ 0 h 144941"/>
                <a:gd name="connsiteX3" fmla="*/ 608534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534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408986" y="593557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140 w 608670"/>
                <a:gd name="connsiteY2" fmla="*/ 0 h 144940"/>
                <a:gd name="connsiteX3" fmla="*/ 608671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28919" y="764801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003 w 608670"/>
                <a:gd name="connsiteY2" fmla="*/ 0 h 144940"/>
                <a:gd name="connsiteX3" fmla="*/ 608670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 flipH="1">
            <a:off x="1370331" y="1738838"/>
            <a:ext cx="10715094" cy="2904438"/>
            <a:chOff x="106575" y="-2601860"/>
            <a:chExt cx="10715094" cy="2904438"/>
          </a:xfrm>
          <a:gradFill>
            <a:gsLst>
              <a:gs pos="100000">
                <a:schemeClr val="accent1">
                  <a:alpha val="26000"/>
                </a:schemeClr>
              </a:gs>
              <a:gs pos="18000">
                <a:schemeClr val="accent1">
                  <a:alpha val="0"/>
                </a:schemeClr>
              </a:gs>
            </a:gsLst>
            <a:lin ang="3256497" scaled="1"/>
          </a:gradFill>
        </p:grpSpPr>
        <p:sp>
          <p:nvSpPr>
            <p:cNvPr id="5" name="任意多边形: 形状 4"/>
            <p:cNvSpPr/>
            <p:nvPr/>
          </p:nvSpPr>
          <p:spPr>
            <a:xfrm>
              <a:off x="7319107" y="-1575019"/>
              <a:ext cx="907731" cy="150557"/>
            </a:xfrm>
            <a:custGeom>
              <a:avLst/>
              <a:gdLst>
                <a:gd name="connsiteX0" fmla="*/ 820740 w 907731"/>
                <a:gd name="connsiteY0" fmla="*/ 150558 h 150557"/>
                <a:gd name="connsiteX1" fmla="*/ 0 w 907731"/>
                <a:gd name="connsiteY1" fmla="*/ 150558 h 150557"/>
                <a:gd name="connsiteX2" fmla="*/ 86993 w 907731"/>
                <a:gd name="connsiteY2" fmla="*/ 0 h 150557"/>
                <a:gd name="connsiteX3" fmla="*/ 907731 w 907731"/>
                <a:gd name="connsiteY3" fmla="*/ 0 h 150557"/>
                <a:gd name="connsiteX4" fmla="*/ 820740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40" y="150558"/>
                  </a:moveTo>
                  <a:lnTo>
                    <a:pt x="0" y="150558"/>
                  </a:lnTo>
                  <a:lnTo>
                    <a:pt x="86993" y="0"/>
                  </a:lnTo>
                  <a:lnTo>
                    <a:pt x="907731" y="0"/>
                  </a:lnTo>
                  <a:lnTo>
                    <a:pt x="820740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4858260" y="-544814"/>
              <a:ext cx="907731" cy="150557"/>
            </a:xfrm>
            <a:custGeom>
              <a:avLst/>
              <a:gdLst>
                <a:gd name="connsiteX0" fmla="*/ 820739 w 907731"/>
                <a:gd name="connsiteY0" fmla="*/ 150558 h 150557"/>
                <a:gd name="connsiteX1" fmla="*/ 0 w 907731"/>
                <a:gd name="connsiteY1" fmla="*/ 150558 h 150557"/>
                <a:gd name="connsiteX2" fmla="*/ 86992 w 907731"/>
                <a:gd name="connsiteY2" fmla="*/ 0 h 150557"/>
                <a:gd name="connsiteX3" fmla="*/ 907731 w 907731"/>
                <a:gd name="connsiteY3" fmla="*/ 0 h 150557"/>
                <a:gd name="connsiteX4" fmla="*/ 820739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39" y="150558"/>
                  </a:moveTo>
                  <a:lnTo>
                    <a:pt x="0" y="150558"/>
                  </a:lnTo>
                  <a:lnTo>
                    <a:pt x="86992" y="0"/>
                  </a:lnTo>
                  <a:lnTo>
                    <a:pt x="907731" y="0"/>
                  </a:lnTo>
                  <a:lnTo>
                    <a:pt x="820739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7351302" y="-193756"/>
              <a:ext cx="984037" cy="165490"/>
            </a:xfrm>
            <a:custGeom>
              <a:avLst/>
              <a:gdLst>
                <a:gd name="connsiteX0" fmla="*/ 888415 w 984037"/>
                <a:gd name="connsiteY0" fmla="*/ 165490 h 165490"/>
                <a:gd name="connsiteX1" fmla="*/ 0 w 984037"/>
                <a:gd name="connsiteY1" fmla="*/ 165490 h 165490"/>
                <a:gd name="connsiteX2" fmla="*/ 95623 w 984037"/>
                <a:gd name="connsiteY2" fmla="*/ 0 h 165490"/>
                <a:gd name="connsiteX3" fmla="*/ 984038 w 984037"/>
                <a:gd name="connsiteY3" fmla="*/ 0 h 165490"/>
                <a:gd name="connsiteX4" fmla="*/ 888415 w 984037"/>
                <a:gd name="connsiteY4" fmla="*/ 165490 h 16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037" h="165490">
                  <a:moveTo>
                    <a:pt x="888415" y="165490"/>
                  </a:moveTo>
                  <a:lnTo>
                    <a:pt x="0" y="165490"/>
                  </a:lnTo>
                  <a:lnTo>
                    <a:pt x="95623" y="0"/>
                  </a:lnTo>
                  <a:lnTo>
                    <a:pt x="984038" y="0"/>
                  </a:lnTo>
                  <a:lnTo>
                    <a:pt x="888415" y="165490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340073" y="-1711801"/>
              <a:ext cx="608670" cy="144941"/>
            </a:xfrm>
            <a:custGeom>
              <a:avLst/>
              <a:gdLst>
                <a:gd name="connsiteX0" fmla="*/ 568531 w 608670"/>
                <a:gd name="connsiteY0" fmla="*/ 144941 h 144941"/>
                <a:gd name="connsiteX1" fmla="*/ 0 w 608670"/>
                <a:gd name="connsiteY1" fmla="*/ 144941 h 144941"/>
                <a:gd name="connsiteX2" fmla="*/ 40002 w 608670"/>
                <a:gd name="connsiteY2" fmla="*/ 0 h 144941"/>
                <a:gd name="connsiteX3" fmla="*/ 608670 w 608670"/>
                <a:gd name="connsiteY3" fmla="*/ 0 h 144941"/>
                <a:gd name="connsiteX4" fmla="*/ 568531 w 608670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20825" y="-461993"/>
              <a:ext cx="1005272" cy="196177"/>
            </a:xfrm>
            <a:custGeom>
              <a:avLst/>
              <a:gdLst>
                <a:gd name="connsiteX0" fmla="*/ 891977 w 1005272"/>
                <a:gd name="connsiteY0" fmla="*/ 196177 h 196177"/>
                <a:gd name="connsiteX1" fmla="*/ 0 w 1005272"/>
                <a:gd name="connsiteY1" fmla="*/ 196177 h 196177"/>
                <a:gd name="connsiteX2" fmla="*/ 113295 w 1005272"/>
                <a:gd name="connsiteY2" fmla="*/ 0 h 196177"/>
                <a:gd name="connsiteX3" fmla="*/ 1005272 w 1005272"/>
                <a:gd name="connsiteY3" fmla="*/ 0 h 196177"/>
                <a:gd name="connsiteX4" fmla="*/ 891977 w 1005272"/>
                <a:gd name="connsiteY4" fmla="*/ 196177 h 19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272" h="196177">
                  <a:moveTo>
                    <a:pt x="891977" y="196177"/>
                  </a:moveTo>
                  <a:lnTo>
                    <a:pt x="0" y="196177"/>
                  </a:lnTo>
                  <a:lnTo>
                    <a:pt x="113295" y="0"/>
                  </a:lnTo>
                  <a:lnTo>
                    <a:pt x="1005272" y="0"/>
                  </a:lnTo>
                  <a:lnTo>
                    <a:pt x="891977" y="19617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47475" y="-1636317"/>
              <a:ext cx="1274194" cy="166997"/>
            </a:xfrm>
            <a:custGeom>
              <a:avLst/>
              <a:gdLst>
                <a:gd name="connsiteX0" fmla="*/ 1177886 w 1274194"/>
                <a:gd name="connsiteY0" fmla="*/ 166997 h 166997"/>
                <a:gd name="connsiteX1" fmla="*/ 0 w 1274194"/>
                <a:gd name="connsiteY1" fmla="*/ 166997 h 166997"/>
                <a:gd name="connsiteX2" fmla="*/ 96307 w 1274194"/>
                <a:gd name="connsiteY2" fmla="*/ 0 h 166997"/>
                <a:gd name="connsiteX3" fmla="*/ 1274194 w 1274194"/>
                <a:gd name="connsiteY3" fmla="*/ 0 h 166997"/>
                <a:gd name="connsiteX4" fmla="*/ 1177886 w 1274194"/>
                <a:gd name="connsiteY4" fmla="*/ 166997 h 16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4194" h="166997">
                  <a:moveTo>
                    <a:pt x="1177886" y="166997"/>
                  </a:moveTo>
                  <a:lnTo>
                    <a:pt x="0" y="166997"/>
                  </a:lnTo>
                  <a:lnTo>
                    <a:pt x="96307" y="0"/>
                  </a:lnTo>
                  <a:lnTo>
                    <a:pt x="1274194" y="0"/>
                  </a:lnTo>
                  <a:lnTo>
                    <a:pt x="1177886" y="16699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6575" y="211564"/>
              <a:ext cx="820739" cy="91014"/>
            </a:xfrm>
            <a:custGeom>
              <a:avLst/>
              <a:gdLst>
                <a:gd name="connsiteX0" fmla="*/ 1080757 w 1164734"/>
                <a:gd name="connsiteY0" fmla="*/ 145489 h 145489"/>
                <a:gd name="connsiteX1" fmla="*/ 0 w 1164734"/>
                <a:gd name="connsiteY1" fmla="*/ 145489 h 145489"/>
                <a:gd name="connsiteX2" fmla="*/ 83978 w 1164734"/>
                <a:gd name="connsiteY2" fmla="*/ 0 h 145489"/>
                <a:gd name="connsiteX3" fmla="*/ 1164735 w 1164734"/>
                <a:gd name="connsiteY3" fmla="*/ 0 h 145489"/>
                <a:gd name="connsiteX4" fmla="*/ 1080757 w 1164734"/>
                <a:gd name="connsiteY4" fmla="*/ 145489 h 14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734" h="145489">
                  <a:moveTo>
                    <a:pt x="1080757" y="145489"/>
                  </a:moveTo>
                  <a:lnTo>
                    <a:pt x="0" y="145489"/>
                  </a:lnTo>
                  <a:lnTo>
                    <a:pt x="83978" y="0"/>
                  </a:lnTo>
                  <a:lnTo>
                    <a:pt x="1164735" y="0"/>
                  </a:lnTo>
                  <a:lnTo>
                    <a:pt x="1080757" y="145489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22885" y="-1097651"/>
              <a:ext cx="820739" cy="75347"/>
            </a:xfrm>
            <a:custGeom>
              <a:avLst/>
              <a:gdLst>
                <a:gd name="connsiteX0" fmla="*/ 0 w 820739"/>
                <a:gd name="connsiteY0" fmla="*/ 0 h 75347"/>
                <a:gd name="connsiteX1" fmla="*/ 820739 w 820739"/>
                <a:gd name="connsiteY1" fmla="*/ 0 h 75347"/>
                <a:gd name="connsiteX2" fmla="*/ 820739 w 820739"/>
                <a:gd name="connsiteY2" fmla="*/ 75347 h 75347"/>
                <a:gd name="connsiteX3" fmla="*/ 0 w 820739"/>
                <a:gd name="connsiteY3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738" h="75347">
                  <a:moveTo>
                    <a:pt x="0" y="0"/>
                  </a:moveTo>
                  <a:lnTo>
                    <a:pt x="820739" y="0"/>
                  </a:lnTo>
                  <a:lnTo>
                    <a:pt x="820739" y="75347"/>
                  </a:lnTo>
                  <a:lnTo>
                    <a:pt x="0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281169" y="-2601860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4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4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任意多边形: 形状 2"/>
          <p:cNvSpPr/>
          <p:nvPr/>
        </p:nvSpPr>
        <p:spPr>
          <a:xfrm flipH="1">
            <a:off x="-33" y="2077860"/>
            <a:ext cx="8965936" cy="3345776"/>
          </a:xfrm>
          <a:custGeom>
            <a:avLst/>
            <a:gdLst>
              <a:gd name="connsiteX0" fmla="*/ 7263937 w 8965936"/>
              <a:gd name="connsiteY0" fmla="*/ 2681044 h 3345776"/>
              <a:gd name="connsiteX1" fmla="*/ 7224122 w 8965936"/>
              <a:gd name="connsiteY1" fmla="*/ 2821258 h 3345776"/>
              <a:gd name="connsiteX2" fmla="*/ 7117062 w 8965936"/>
              <a:gd name="connsiteY2" fmla="*/ 2965854 h 3345776"/>
              <a:gd name="connsiteX3" fmla="*/ 6512780 w 8965936"/>
              <a:gd name="connsiteY3" fmla="*/ 2886424 h 3345776"/>
              <a:gd name="connsiteX4" fmla="*/ 6439675 w 8965936"/>
              <a:gd name="connsiteY4" fmla="*/ 2809169 h 3345776"/>
              <a:gd name="connsiteX5" fmla="*/ 6498989 w 8965936"/>
              <a:gd name="connsiteY5" fmla="*/ 2867653 h 3345776"/>
              <a:gd name="connsiteX6" fmla="*/ 7014902 w 8965936"/>
              <a:gd name="connsiteY6" fmla="*/ 2989736 h 3345776"/>
              <a:gd name="connsiteX7" fmla="*/ 7125491 w 8965936"/>
              <a:gd name="connsiteY7" fmla="*/ 2920904 h 3345776"/>
              <a:gd name="connsiteX8" fmla="*/ 7213765 w 8965936"/>
              <a:gd name="connsiteY8" fmla="*/ 2807677 h 3345776"/>
              <a:gd name="connsiteX9" fmla="*/ 6339956 w 8965936"/>
              <a:gd name="connsiteY9" fmla="*/ 2678993 h 3345776"/>
              <a:gd name="connsiteX10" fmla="*/ 6433922 w 8965936"/>
              <a:gd name="connsiteY10" fmla="*/ 2803089 h 3345776"/>
              <a:gd name="connsiteX11" fmla="*/ 6427318 w 8965936"/>
              <a:gd name="connsiteY11" fmla="*/ 2796110 h 3345776"/>
              <a:gd name="connsiteX12" fmla="*/ 6350775 w 8965936"/>
              <a:gd name="connsiteY12" fmla="*/ 2695941 h 3345776"/>
              <a:gd name="connsiteX13" fmla="*/ 7277482 w 8965936"/>
              <a:gd name="connsiteY13" fmla="*/ 2617686 h 3345776"/>
              <a:gd name="connsiteX14" fmla="*/ 7275907 w 8965936"/>
              <a:gd name="connsiteY14" fmla="*/ 2638892 h 3345776"/>
              <a:gd name="connsiteX15" fmla="*/ 7268439 w 8965936"/>
              <a:gd name="connsiteY15" fmla="*/ 2665189 h 3345776"/>
              <a:gd name="connsiteX16" fmla="*/ 7281492 w 8965936"/>
              <a:gd name="connsiteY16" fmla="*/ 2515472 h 3345776"/>
              <a:gd name="connsiteX17" fmla="*/ 7280488 w 8965936"/>
              <a:gd name="connsiteY17" fmla="*/ 2528816 h 3345776"/>
              <a:gd name="connsiteX18" fmla="*/ 7270699 w 8965936"/>
              <a:gd name="connsiteY18" fmla="*/ 2570625 h 3345776"/>
              <a:gd name="connsiteX19" fmla="*/ 7261525 w 8965936"/>
              <a:gd name="connsiteY19" fmla="*/ 2617502 h 3345776"/>
              <a:gd name="connsiteX20" fmla="*/ 7257052 w 8965936"/>
              <a:gd name="connsiteY20" fmla="*/ 2628907 h 3345776"/>
              <a:gd name="connsiteX21" fmla="*/ 7231908 w 8965936"/>
              <a:gd name="connsiteY21" fmla="*/ 2736305 h 3345776"/>
              <a:gd name="connsiteX22" fmla="*/ 7116297 w 8965936"/>
              <a:gd name="connsiteY22" fmla="*/ 2910944 h 3345776"/>
              <a:gd name="connsiteX23" fmla="*/ 7009794 w 8965936"/>
              <a:gd name="connsiteY23" fmla="*/ 2977220 h 3345776"/>
              <a:gd name="connsiteX24" fmla="*/ 6507800 w 8965936"/>
              <a:gd name="connsiteY24" fmla="*/ 2857565 h 3345776"/>
              <a:gd name="connsiteX25" fmla="*/ 6445098 w 8965936"/>
              <a:gd name="connsiteY25" fmla="*/ 2795630 h 3345776"/>
              <a:gd name="connsiteX26" fmla="*/ 6439135 w 8965936"/>
              <a:gd name="connsiteY26" fmla="*/ 2787741 h 3345776"/>
              <a:gd name="connsiteX27" fmla="*/ 6492731 w 8965936"/>
              <a:gd name="connsiteY27" fmla="*/ 2839048 h 3345776"/>
              <a:gd name="connsiteX28" fmla="*/ 7014774 w 8965936"/>
              <a:gd name="connsiteY28" fmla="*/ 2939293 h 3345776"/>
              <a:gd name="connsiteX29" fmla="*/ 7123575 w 8965936"/>
              <a:gd name="connsiteY29" fmla="*/ 2865737 h 3345776"/>
              <a:gd name="connsiteX30" fmla="*/ 7208975 w 8965936"/>
              <a:gd name="connsiteY30" fmla="*/ 2751538 h 3345776"/>
              <a:gd name="connsiteX31" fmla="*/ 7257052 w 8965936"/>
              <a:gd name="connsiteY31" fmla="*/ 2628907 h 3345776"/>
              <a:gd name="connsiteX32" fmla="*/ 7270699 w 8965936"/>
              <a:gd name="connsiteY32" fmla="*/ 2570625 h 3345776"/>
              <a:gd name="connsiteX33" fmla="*/ 7277962 w 8965936"/>
              <a:gd name="connsiteY33" fmla="*/ 2457910 h 3345776"/>
              <a:gd name="connsiteX34" fmla="*/ 7276860 w 8965936"/>
              <a:gd name="connsiteY34" fmla="*/ 2470713 h 3345776"/>
              <a:gd name="connsiteX35" fmla="*/ 7267593 w 8965936"/>
              <a:gd name="connsiteY35" fmla="*/ 2509671 h 3345776"/>
              <a:gd name="connsiteX36" fmla="*/ 7258204 w 8965936"/>
              <a:gd name="connsiteY36" fmla="*/ 2556541 h 3345776"/>
              <a:gd name="connsiteX37" fmla="*/ 7253573 w 8965936"/>
              <a:gd name="connsiteY37" fmla="*/ 2568616 h 3345776"/>
              <a:gd name="connsiteX38" fmla="*/ 7226911 w 8965936"/>
              <a:gd name="connsiteY38" fmla="*/ 2680709 h 3345776"/>
              <a:gd name="connsiteX39" fmla="*/ 7113997 w 8965936"/>
              <a:gd name="connsiteY39" fmla="*/ 2856416 h 3345776"/>
              <a:gd name="connsiteX40" fmla="*/ 7009028 w 8965936"/>
              <a:gd name="connsiteY40" fmla="*/ 2927289 h 3345776"/>
              <a:gd name="connsiteX41" fmla="*/ 6501160 w 8965936"/>
              <a:gd name="connsiteY41" fmla="*/ 2829087 h 3345776"/>
              <a:gd name="connsiteX42" fmla="*/ 6436670 w 8965936"/>
              <a:gd name="connsiteY42" fmla="*/ 2767279 h 3345776"/>
              <a:gd name="connsiteX43" fmla="*/ 6426189 w 8965936"/>
              <a:gd name="connsiteY43" fmla="*/ 2753179 h 3345776"/>
              <a:gd name="connsiteX44" fmla="*/ 6487750 w 8965936"/>
              <a:gd name="connsiteY44" fmla="*/ 2810442 h 3345776"/>
              <a:gd name="connsiteX45" fmla="*/ 6822966 w 8965936"/>
              <a:gd name="connsiteY45" fmla="*/ 2932908 h 3345776"/>
              <a:gd name="connsiteX46" fmla="*/ 7015156 w 8965936"/>
              <a:gd name="connsiteY46" fmla="*/ 2888724 h 3345776"/>
              <a:gd name="connsiteX47" fmla="*/ 7122170 w 8965936"/>
              <a:gd name="connsiteY47" fmla="*/ 2810698 h 3345776"/>
              <a:gd name="connsiteX48" fmla="*/ 7205702 w 8965936"/>
              <a:gd name="connsiteY48" fmla="*/ 2693436 h 3345776"/>
              <a:gd name="connsiteX49" fmla="*/ 7253573 w 8965936"/>
              <a:gd name="connsiteY49" fmla="*/ 2568616 h 3345776"/>
              <a:gd name="connsiteX50" fmla="*/ 7267593 w 8965936"/>
              <a:gd name="connsiteY50" fmla="*/ 2509671 h 3345776"/>
              <a:gd name="connsiteX51" fmla="*/ 7275225 w 8965936"/>
              <a:gd name="connsiteY51" fmla="*/ 2399563 h 3345776"/>
              <a:gd name="connsiteX52" fmla="*/ 7274429 w 8965936"/>
              <a:gd name="connsiteY52" fmla="*/ 2407709 h 3345776"/>
              <a:gd name="connsiteX53" fmla="*/ 7268330 w 8965936"/>
              <a:gd name="connsiteY53" fmla="*/ 2433201 h 3345776"/>
              <a:gd name="connsiteX54" fmla="*/ 7254438 w 8965936"/>
              <a:gd name="connsiteY54" fmla="*/ 2500974 h 3345776"/>
              <a:gd name="connsiteX55" fmla="*/ 7248157 w 8965936"/>
              <a:gd name="connsiteY55" fmla="*/ 2517513 h 3345776"/>
              <a:gd name="connsiteX56" fmla="*/ 7223196 w 8965936"/>
              <a:gd name="connsiteY56" fmla="*/ 2621835 h 3345776"/>
              <a:gd name="connsiteX57" fmla="*/ 7112592 w 8965936"/>
              <a:gd name="connsiteY57" fmla="*/ 2801887 h 3345776"/>
              <a:gd name="connsiteX58" fmla="*/ 7009155 w 8965936"/>
              <a:gd name="connsiteY58" fmla="*/ 2877357 h 3345776"/>
              <a:gd name="connsiteX59" fmla="*/ 6495540 w 8965936"/>
              <a:gd name="connsiteY59" fmla="*/ 2800736 h 3345776"/>
              <a:gd name="connsiteX60" fmla="*/ 6429135 w 8965936"/>
              <a:gd name="connsiteY60" fmla="*/ 2739056 h 3345776"/>
              <a:gd name="connsiteX61" fmla="*/ 6397026 w 8965936"/>
              <a:gd name="connsiteY61" fmla="*/ 2699770 h 3345776"/>
              <a:gd name="connsiteX62" fmla="*/ 6412662 w 8965936"/>
              <a:gd name="connsiteY62" fmla="*/ 2718753 h 3345776"/>
              <a:gd name="connsiteX63" fmla="*/ 6482386 w 8965936"/>
              <a:gd name="connsiteY63" fmla="*/ 2781837 h 3345776"/>
              <a:gd name="connsiteX64" fmla="*/ 6801639 w 8965936"/>
              <a:gd name="connsiteY64" fmla="*/ 2891788 h 3345776"/>
              <a:gd name="connsiteX65" fmla="*/ 6802150 w 8965936"/>
              <a:gd name="connsiteY65" fmla="*/ 2891916 h 3345776"/>
              <a:gd name="connsiteX66" fmla="*/ 7121403 w 8965936"/>
              <a:gd name="connsiteY66" fmla="*/ 2755658 h 3345776"/>
              <a:gd name="connsiteX67" fmla="*/ 7202395 w 8965936"/>
              <a:gd name="connsiteY67" fmla="*/ 2638008 h 3345776"/>
              <a:gd name="connsiteX68" fmla="*/ 7248157 w 8965936"/>
              <a:gd name="connsiteY68" fmla="*/ 2517513 h 3345776"/>
              <a:gd name="connsiteX69" fmla="*/ 7268330 w 8965936"/>
              <a:gd name="connsiteY69" fmla="*/ 2433201 h 3345776"/>
              <a:gd name="connsiteX70" fmla="*/ 7247646 w 8965936"/>
              <a:gd name="connsiteY70" fmla="*/ 2381192 h 3345776"/>
              <a:gd name="connsiteX71" fmla="*/ 7240374 w 8965936"/>
              <a:gd name="connsiteY71" fmla="*/ 2427323 h 3345776"/>
              <a:gd name="connsiteX72" fmla="*/ 7109529 w 8965936"/>
              <a:gd name="connsiteY72" fmla="*/ 2690787 h 3345776"/>
              <a:gd name="connsiteX73" fmla="*/ 7009284 w 8965936"/>
              <a:gd name="connsiteY73" fmla="*/ 2775452 h 3345776"/>
              <a:gd name="connsiteX74" fmla="*/ 6484047 w 8965936"/>
              <a:gd name="connsiteY74" fmla="*/ 2741739 h 3345776"/>
              <a:gd name="connsiteX75" fmla="*/ 6413939 w 8965936"/>
              <a:gd name="connsiteY75" fmla="*/ 2680188 h 3345776"/>
              <a:gd name="connsiteX76" fmla="*/ 6401486 w 8965936"/>
              <a:gd name="connsiteY76" fmla="*/ 2665089 h 3345776"/>
              <a:gd name="connsiteX77" fmla="*/ 6471021 w 8965936"/>
              <a:gd name="connsiteY77" fmla="*/ 2724500 h 3345776"/>
              <a:gd name="connsiteX78" fmla="*/ 6756817 w 8965936"/>
              <a:gd name="connsiteY78" fmla="*/ 2814786 h 3345776"/>
              <a:gd name="connsiteX79" fmla="*/ 7017710 w 8965936"/>
              <a:gd name="connsiteY79" fmla="*/ 2736887 h 3345776"/>
              <a:gd name="connsiteX80" fmla="*/ 7119105 w 8965936"/>
              <a:gd name="connsiteY80" fmla="*/ 2645070 h 3345776"/>
              <a:gd name="connsiteX81" fmla="*/ 7198158 w 8965936"/>
              <a:gd name="connsiteY81" fmla="*/ 2519193 h 3345776"/>
              <a:gd name="connsiteX82" fmla="*/ 7286737 w 8965936"/>
              <a:gd name="connsiteY82" fmla="*/ 2219445 h 3345776"/>
              <a:gd name="connsiteX83" fmla="*/ 7272792 w 8965936"/>
              <a:gd name="connsiteY83" fmla="*/ 2348497 h 3345776"/>
              <a:gd name="connsiteX84" fmla="*/ 7254087 w 8965936"/>
              <a:gd name="connsiteY84" fmla="*/ 2425640 h 3345776"/>
              <a:gd name="connsiteX85" fmla="*/ 7253162 w 8965936"/>
              <a:gd name="connsiteY85" fmla="*/ 2431489 h 3345776"/>
              <a:gd name="connsiteX86" fmla="*/ 7251680 w 8965936"/>
              <a:gd name="connsiteY86" fmla="*/ 2435567 h 3345776"/>
              <a:gd name="connsiteX87" fmla="*/ 7220181 w 8965936"/>
              <a:gd name="connsiteY87" fmla="*/ 2565480 h 3345776"/>
              <a:gd name="connsiteX88" fmla="*/ 7112336 w 8965936"/>
              <a:gd name="connsiteY88" fmla="*/ 2746464 h 3345776"/>
              <a:gd name="connsiteX89" fmla="*/ 7010175 w 8965936"/>
              <a:gd name="connsiteY89" fmla="*/ 2826533 h 3345776"/>
              <a:gd name="connsiteX90" fmla="*/ 6490688 w 8965936"/>
              <a:gd name="connsiteY90" fmla="*/ 2771238 h 3345776"/>
              <a:gd name="connsiteX91" fmla="*/ 6422494 w 8965936"/>
              <a:gd name="connsiteY91" fmla="*/ 2709686 h 3345776"/>
              <a:gd name="connsiteX92" fmla="*/ 6410840 w 8965936"/>
              <a:gd name="connsiteY92" fmla="*/ 2695505 h 3345776"/>
              <a:gd name="connsiteX93" fmla="*/ 6476512 w 8965936"/>
              <a:gd name="connsiteY93" fmla="*/ 2753233 h 3345776"/>
              <a:gd name="connsiteX94" fmla="*/ 6779038 w 8965936"/>
              <a:gd name="connsiteY94" fmla="*/ 2852713 h 3345776"/>
              <a:gd name="connsiteX95" fmla="*/ 7016561 w 8965936"/>
              <a:gd name="connsiteY95" fmla="*/ 2786435 h 3345776"/>
              <a:gd name="connsiteX96" fmla="*/ 7119745 w 8965936"/>
              <a:gd name="connsiteY96" fmla="*/ 2699215 h 3345776"/>
              <a:gd name="connsiteX97" fmla="*/ 7201358 w 8965936"/>
              <a:gd name="connsiteY97" fmla="*/ 2574163 h 3345776"/>
              <a:gd name="connsiteX98" fmla="*/ 7251680 w 8965936"/>
              <a:gd name="connsiteY98" fmla="*/ 2435567 h 3345776"/>
              <a:gd name="connsiteX99" fmla="*/ 7254087 w 8965936"/>
              <a:gd name="connsiteY99" fmla="*/ 2425640 h 3345776"/>
              <a:gd name="connsiteX100" fmla="*/ 7272680 w 8965936"/>
              <a:gd name="connsiteY100" fmla="*/ 2179430 h 3345776"/>
              <a:gd name="connsiteX101" fmla="*/ 7267541 w 8965936"/>
              <a:gd name="connsiteY101" fmla="*/ 2220240 h 3345776"/>
              <a:gd name="connsiteX102" fmla="*/ 7108379 w 8965936"/>
              <a:gd name="connsiteY102" fmla="*/ 2637280 h 3345776"/>
              <a:gd name="connsiteX103" fmla="*/ 7009793 w 8965936"/>
              <a:gd name="connsiteY103" fmla="*/ 2726671 h 3345776"/>
              <a:gd name="connsiteX104" fmla="*/ 6478556 w 8965936"/>
              <a:gd name="connsiteY104" fmla="*/ 2713901 h 3345776"/>
              <a:gd name="connsiteX105" fmla="*/ 6406659 w 8965936"/>
              <a:gd name="connsiteY105" fmla="*/ 2652349 h 3345776"/>
              <a:gd name="connsiteX106" fmla="*/ 6392370 w 8965936"/>
              <a:gd name="connsiteY106" fmla="*/ 2634969 h 3345776"/>
              <a:gd name="connsiteX107" fmla="*/ 6465531 w 8965936"/>
              <a:gd name="connsiteY107" fmla="*/ 2695895 h 3345776"/>
              <a:gd name="connsiteX108" fmla="*/ 6735491 w 8965936"/>
              <a:gd name="connsiteY108" fmla="*/ 2777879 h 3345776"/>
              <a:gd name="connsiteX109" fmla="*/ 7016561 w 8965936"/>
              <a:gd name="connsiteY109" fmla="*/ 2685807 h 3345776"/>
              <a:gd name="connsiteX110" fmla="*/ 7116169 w 8965936"/>
              <a:gd name="connsiteY110" fmla="*/ 2589392 h 3345776"/>
              <a:gd name="connsiteX111" fmla="*/ 7243344 w 8965936"/>
              <a:gd name="connsiteY111" fmla="*/ 2319256 h 3345776"/>
              <a:gd name="connsiteX112" fmla="*/ 7264179 w 8965936"/>
              <a:gd name="connsiteY112" fmla="*/ 2152149 h 3345776"/>
              <a:gd name="connsiteX113" fmla="*/ 7263009 w 8965936"/>
              <a:gd name="connsiteY113" fmla="*/ 2160705 h 3345776"/>
              <a:gd name="connsiteX114" fmla="*/ 7256977 w 8965936"/>
              <a:gd name="connsiteY114" fmla="*/ 2185807 h 3345776"/>
              <a:gd name="connsiteX115" fmla="*/ 7240008 w 8965936"/>
              <a:gd name="connsiteY115" fmla="*/ 2265111 h 3345776"/>
              <a:gd name="connsiteX116" fmla="*/ 7233293 w 8965936"/>
              <a:gd name="connsiteY116" fmla="*/ 2284371 h 3345776"/>
              <a:gd name="connsiteX117" fmla="*/ 7208435 w 8965936"/>
              <a:gd name="connsiteY117" fmla="*/ 2387817 h 3345776"/>
              <a:gd name="connsiteX118" fmla="*/ 7105697 w 8965936"/>
              <a:gd name="connsiteY118" fmla="*/ 2581730 h 3345776"/>
              <a:gd name="connsiteX119" fmla="*/ 7008644 w 8965936"/>
              <a:gd name="connsiteY119" fmla="*/ 2675590 h 3345776"/>
              <a:gd name="connsiteX120" fmla="*/ 6472299 w 8965936"/>
              <a:gd name="connsiteY120" fmla="*/ 2684785 h 3345776"/>
              <a:gd name="connsiteX121" fmla="*/ 6398488 w 8965936"/>
              <a:gd name="connsiteY121" fmla="*/ 2623361 h 3345776"/>
              <a:gd name="connsiteX122" fmla="*/ 6384436 w 8965936"/>
              <a:gd name="connsiteY122" fmla="*/ 2606274 h 3345776"/>
              <a:gd name="connsiteX123" fmla="*/ 6459656 w 8965936"/>
              <a:gd name="connsiteY123" fmla="*/ 2667289 h 3345776"/>
              <a:gd name="connsiteX124" fmla="*/ 6715058 w 8965936"/>
              <a:gd name="connsiteY124" fmla="*/ 2741866 h 3345776"/>
              <a:gd name="connsiteX125" fmla="*/ 7018349 w 8965936"/>
              <a:gd name="connsiteY125" fmla="*/ 2637024 h 3345776"/>
              <a:gd name="connsiteX126" fmla="*/ 7116042 w 8965936"/>
              <a:gd name="connsiteY126" fmla="*/ 2536141 h 3345776"/>
              <a:gd name="connsiteX127" fmla="*/ 7189818 w 8965936"/>
              <a:gd name="connsiteY127" fmla="*/ 2409072 h 3345776"/>
              <a:gd name="connsiteX128" fmla="*/ 7233293 w 8965936"/>
              <a:gd name="connsiteY128" fmla="*/ 2284371 h 3345776"/>
              <a:gd name="connsiteX129" fmla="*/ 7256977 w 8965936"/>
              <a:gd name="connsiteY129" fmla="*/ 2185807 h 3345776"/>
              <a:gd name="connsiteX130" fmla="*/ 4036141 w 8965936"/>
              <a:gd name="connsiteY130" fmla="*/ 2093597 h 3345776"/>
              <a:gd name="connsiteX131" fmla="*/ 4060276 w 8965936"/>
              <a:gd name="connsiteY131" fmla="*/ 2115642 h 3345776"/>
              <a:gd name="connsiteX132" fmla="*/ 4045685 w 8965936"/>
              <a:gd name="connsiteY132" fmla="*/ 2104845 h 3345776"/>
              <a:gd name="connsiteX133" fmla="*/ 7264415 w 8965936"/>
              <a:gd name="connsiteY133" fmla="*/ 2079097 h 3345776"/>
              <a:gd name="connsiteX134" fmla="*/ 7261050 w 8965936"/>
              <a:gd name="connsiteY134" fmla="*/ 2102112 h 3345776"/>
              <a:gd name="connsiteX135" fmla="*/ 7251078 w 8965936"/>
              <a:gd name="connsiteY135" fmla="*/ 2143181 h 3345776"/>
              <a:gd name="connsiteX136" fmla="*/ 7242211 w 8965936"/>
              <a:gd name="connsiteY136" fmla="*/ 2185791 h 3345776"/>
              <a:gd name="connsiteX137" fmla="*/ 7236552 w 8965936"/>
              <a:gd name="connsiteY137" fmla="*/ 2203004 h 3345776"/>
              <a:gd name="connsiteX138" fmla="*/ 7205116 w 8965936"/>
              <a:gd name="connsiteY138" fmla="*/ 2332471 h 3345776"/>
              <a:gd name="connsiteX139" fmla="*/ 7105570 w 8965936"/>
              <a:gd name="connsiteY139" fmla="*/ 2526817 h 3345776"/>
              <a:gd name="connsiteX140" fmla="*/ 7010177 w 8965936"/>
              <a:gd name="connsiteY140" fmla="*/ 2625403 h 3345776"/>
              <a:gd name="connsiteX141" fmla="*/ 6467190 w 8965936"/>
              <a:gd name="connsiteY141" fmla="*/ 2656051 h 3345776"/>
              <a:gd name="connsiteX142" fmla="*/ 6391720 w 8965936"/>
              <a:gd name="connsiteY142" fmla="*/ 2594755 h 3345776"/>
              <a:gd name="connsiteX143" fmla="*/ 6377856 w 8965936"/>
              <a:gd name="connsiteY143" fmla="*/ 2577868 h 3345776"/>
              <a:gd name="connsiteX144" fmla="*/ 6454676 w 8965936"/>
              <a:gd name="connsiteY144" fmla="*/ 2638684 h 3345776"/>
              <a:gd name="connsiteX145" fmla="*/ 6694371 w 8965936"/>
              <a:gd name="connsiteY145" fmla="*/ 2705216 h 3345776"/>
              <a:gd name="connsiteX146" fmla="*/ 7020138 w 8965936"/>
              <a:gd name="connsiteY146" fmla="*/ 2583517 h 3345776"/>
              <a:gd name="connsiteX147" fmla="*/ 7116169 w 8965936"/>
              <a:gd name="connsiteY147" fmla="*/ 2478035 h 3345776"/>
              <a:gd name="connsiteX148" fmla="*/ 7191676 w 8965936"/>
              <a:gd name="connsiteY148" fmla="*/ 2339527 h 3345776"/>
              <a:gd name="connsiteX149" fmla="*/ 7236552 w 8965936"/>
              <a:gd name="connsiteY149" fmla="*/ 2203004 h 3345776"/>
              <a:gd name="connsiteX150" fmla="*/ 7251078 w 8965936"/>
              <a:gd name="connsiteY150" fmla="*/ 2143181 h 3345776"/>
              <a:gd name="connsiteX151" fmla="*/ 4033273 w 8965936"/>
              <a:gd name="connsiteY151" fmla="*/ 2076022 h 3345776"/>
              <a:gd name="connsiteX152" fmla="*/ 4041286 w 8965936"/>
              <a:gd name="connsiteY152" fmla="*/ 2083019 h 3345776"/>
              <a:gd name="connsiteX153" fmla="*/ 4035309 w 8965936"/>
              <a:gd name="connsiteY153" fmla="*/ 2078522 h 3345776"/>
              <a:gd name="connsiteX154" fmla="*/ 3978487 w 8965936"/>
              <a:gd name="connsiteY154" fmla="*/ 2045172 h 3345776"/>
              <a:gd name="connsiteX155" fmla="*/ 4035480 w 8965936"/>
              <a:gd name="connsiteY155" fmla="*/ 2112218 h 3345776"/>
              <a:gd name="connsiteX156" fmla="*/ 4015568 w 8965936"/>
              <a:gd name="connsiteY156" fmla="*/ 2093149 h 3345776"/>
              <a:gd name="connsiteX157" fmla="*/ 3381665 w 8965936"/>
              <a:gd name="connsiteY157" fmla="*/ 1958660 h 3345776"/>
              <a:gd name="connsiteX158" fmla="*/ 3386395 w 8965936"/>
              <a:gd name="connsiteY158" fmla="*/ 1965570 h 3345776"/>
              <a:gd name="connsiteX159" fmla="*/ 3393124 w 8965936"/>
              <a:gd name="connsiteY159" fmla="*/ 1981757 h 3345776"/>
              <a:gd name="connsiteX160" fmla="*/ 3391865 w 8965936"/>
              <a:gd name="connsiteY160" fmla="*/ 1979450 h 3345776"/>
              <a:gd name="connsiteX161" fmla="*/ 3902656 w 8965936"/>
              <a:gd name="connsiteY161" fmla="*/ 1931181 h 3345776"/>
              <a:gd name="connsiteX162" fmla="*/ 3906070 w 8965936"/>
              <a:gd name="connsiteY162" fmla="*/ 1934576 h 3345776"/>
              <a:gd name="connsiteX163" fmla="*/ 3909971 w 8965936"/>
              <a:gd name="connsiteY163" fmla="*/ 1942073 h 3345776"/>
              <a:gd name="connsiteX164" fmla="*/ 3959142 w 8965936"/>
              <a:gd name="connsiteY164" fmla="*/ 2020143 h 3345776"/>
              <a:gd name="connsiteX165" fmla="*/ 3956837 w 8965936"/>
              <a:gd name="connsiteY165" fmla="*/ 2017161 h 3345776"/>
              <a:gd name="connsiteX166" fmla="*/ 5545187 w 8965936"/>
              <a:gd name="connsiteY166" fmla="*/ 1889843 h 3345776"/>
              <a:gd name="connsiteX167" fmla="*/ 6001719 w 8965936"/>
              <a:gd name="connsiteY167" fmla="*/ 2151759 h 3345776"/>
              <a:gd name="connsiteX168" fmla="*/ 6089196 w 8965936"/>
              <a:gd name="connsiteY168" fmla="*/ 2271671 h 3345776"/>
              <a:gd name="connsiteX169" fmla="*/ 6199657 w 8965936"/>
              <a:gd name="connsiteY169" fmla="*/ 2455815 h 3345776"/>
              <a:gd name="connsiteX170" fmla="*/ 6232821 w 8965936"/>
              <a:gd name="connsiteY170" fmla="*/ 2511158 h 3345776"/>
              <a:gd name="connsiteX171" fmla="*/ 6213958 w 8965936"/>
              <a:gd name="connsiteY171" fmla="*/ 2481610 h 3345776"/>
              <a:gd name="connsiteX172" fmla="*/ 6103879 w 8965936"/>
              <a:gd name="connsiteY172" fmla="*/ 2306149 h 3345776"/>
              <a:gd name="connsiteX173" fmla="*/ 5561533 w 8965936"/>
              <a:gd name="connsiteY173" fmla="*/ 1905678 h 3345776"/>
              <a:gd name="connsiteX174" fmla="*/ 4788683 w 8965936"/>
              <a:gd name="connsiteY174" fmla="*/ 2552868 h 3345776"/>
              <a:gd name="connsiteX175" fmla="*/ 3984165 w 8965936"/>
              <a:gd name="connsiteY175" fmla="*/ 3069803 h 3345776"/>
              <a:gd name="connsiteX176" fmla="*/ 3606169 w 8965936"/>
              <a:gd name="connsiteY176" fmla="*/ 2586965 h 3345776"/>
              <a:gd name="connsiteX177" fmla="*/ 3580283 w 8965936"/>
              <a:gd name="connsiteY177" fmla="*/ 2498601 h 3345776"/>
              <a:gd name="connsiteX178" fmla="*/ 3631087 w 8965936"/>
              <a:gd name="connsiteY178" fmla="*/ 2609734 h 3345776"/>
              <a:gd name="connsiteX179" fmla="*/ 3851485 w 8965936"/>
              <a:gd name="connsiteY179" fmla="*/ 2900600 h 3345776"/>
              <a:gd name="connsiteX180" fmla="*/ 3961308 w 8965936"/>
              <a:gd name="connsiteY180" fmla="*/ 2967644 h 3345776"/>
              <a:gd name="connsiteX181" fmla="*/ 4345816 w 8965936"/>
              <a:gd name="connsiteY181" fmla="*/ 2937761 h 3345776"/>
              <a:gd name="connsiteX182" fmla="*/ 4710404 w 8965936"/>
              <a:gd name="connsiteY182" fmla="*/ 2609186 h 3345776"/>
              <a:gd name="connsiteX183" fmla="*/ 4766976 w 8965936"/>
              <a:gd name="connsiteY183" fmla="*/ 2534736 h 3345776"/>
              <a:gd name="connsiteX184" fmla="*/ 4795070 w 8965936"/>
              <a:gd name="connsiteY184" fmla="*/ 2495658 h 3345776"/>
              <a:gd name="connsiteX185" fmla="*/ 5042171 w 8965936"/>
              <a:gd name="connsiteY185" fmla="*/ 2174107 h 3345776"/>
              <a:gd name="connsiteX186" fmla="*/ 5545187 w 8965936"/>
              <a:gd name="connsiteY186" fmla="*/ 1889843 h 3345776"/>
              <a:gd name="connsiteX187" fmla="*/ 7282735 w 8965936"/>
              <a:gd name="connsiteY187" fmla="*/ 1888637 h 3345776"/>
              <a:gd name="connsiteX188" fmla="*/ 7262407 w 8965936"/>
              <a:gd name="connsiteY188" fmla="*/ 2022759 h 3345776"/>
              <a:gd name="connsiteX189" fmla="*/ 7237435 w 8965936"/>
              <a:gd name="connsiteY189" fmla="*/ 2129447 h 3345776"/>
              <a:gd name="connsiteX190" fmla="*/ 7236096 w 8965936"/>
              <a:gd name="connsiteY190" fmla="*/ 2136562 h 3345776"/>
              <a:gd name="connsiteX191" fmla="*/ 7234942 w 8965936"/>
              <a:gd name="connsiteY191" fmla="*/ 2140100 h 3345776"/>
              <a:gd name="connsiteX192" fmla="*/ 7207020 w 8965936"/>
              <a:gd name="connsiteY192" fmla="*/ 2259383 h 3345776"/>
              <a:gd name="connsiteX193" fmla="*/ 7105059 w 8965936"/>
              <a:gd name="connsiteY193" fmla="*/ 2470756 h 3345776"/>
              <a:gd name="connsiteX194" fmla="*/ 7011198 w 8965936"/>
              <a:gd name="connsiteY194" fmla="*/ 2573811 h 3345776"/>
              <a:gd name="connsiteX195" fmla="*/ 6462082 w 8965936"/>
              <a:gd name="connsiteY195" fmla="*/ 2625914 h 3345776"/>
              <a:gd name="connsiteX196" fmla="*/ 6384696 w 8965936"/>
              <a:gd name="connsiteY196" fmla="*/ 2564744 h 3345776"/>
              <a:gd name="connsiteX197" fmla="*/ 6374921 w 8965936"/>
              <a:gd name="connsiteY197" fmla="*/ 2552879 h 3345776"/>
              <a:gd name="connsiteX198" fmla="*/ 6434039 w 8965936"/>
              <a:gd name="connsiteY198" fmla="*/ 2600493 h 3345776"/>
              <a:gd name="connsiteX199" fmla="*/ 6675599 w 8965936"/>
              <a:gd name="connsiteY199" fmla="*/ 2670737 h 3345776"/>
              <a:gd name="connsiteX200" fmla="*/ 7020138 w 8965936"/>
              <a:gd name="connsiteY200" fmla="*/ 2535885 h 3345776"/>
              <a:gd name="connsiteX201" fmla="*/ 7114381 w 8965936"/>
              <a:gd name="connsiteY201" fmla="*/ 2425805 h 3345776"/>
              <a:gd name="connsiteX202" fmla="*/ 7186534 w 8965936"/>
              <a:gd name="connsiteY202" fmla="*/ 2288367 h 3345776"/>
              <a:gd name="connsiteX203" fmla="*/ 7234942 w 8965936"/>
              <a:gd name="connsiteY203" fmla="*/ 2140100 h 3345776"/>
              <a:gd name="connsiteX204" fmla="*/ 7237435 w 8965936"/>
              <a:gd name="connsiteY204" fmla="*/ 2129447 h 3345776"/>
              <a:gd name="connsiteX205" fmla="*/ 7272763 w 8965936"/>
              <a:gd name="connsiteY205" fmla="*/ 1872023 h 3345776"/>
              <a:gd name="connsiteX206" fmla="*/ 7223741 w 8965936"/>
              <a:gd name="connsiteY206" fmla="*/ 2132986 h 3345776"/>
              <a:gd name="connsiteX207" fmla="*/ 7103527 w 8965936"/>
              <a:gd name="connsiteY207" fmla="*/ 2418654 h 3345776"/>
              <a:gd name="connsiteX208" fmla="*/ 7011326 w 8965936"/>
              <a:gd name="connsiteY208" fmla="*/ 2526434 h 3345776"/>
              <a:gd name="connsiteX209" fmla="*/ 6456591 w 8965936"/>
              <a:gd name="connsiteY209" fmla="*/ 2599991 h 3345776"/>
              <a:gd name="connsiteX210" fmla="*/ 6377416 w 8965936"/>
              <a:gd name="connsiteY210" fmla="*/ 2538822 h 3345776"/>
              <a:gd name="connsiteX211" fmla="*/ 6361393 w 8965936"/>
              <a:gd name="connsiteY211" fmla="*/ 2519332 h 3345776"/>
              <a:gd name="connsiteX212" fmla="*/ 6424574 w 8965936"/>
              <a:gd name="connsiteY212" fmla="*/ 2569698 h 3345776"/>
              <a:gd name="connsiteX213" fmla="*/ 6657977 w 8965936"/>
              <a:gd name="connsiteY213" fmla="*/ 2636769 h 3345776"/>
              <a:gd name="connsiteX214" fmla="*/ 7020903 w 8965936"/>
              <a:gd name="connsiteY214" fmla="*/ 2484677 h 3345776"/>
              <a:gd name="connsiteX215" fmla="*/ 7113359 w 8965936"/>
              <a:gd name="connsiteY215" fmla="*/ 2369745 h 3345776"/>
              <a:gd name="connsiteX216" fmla="*/ 7230814 w 8965936"/>
              <a:gd name="connsiteY216" fmla="*/ 2085403 h 3345776"/>
              <a:gd name="connsiteX217" fmla="*/ 5528330 w 8965936"/>
              <a:gd name="connsiteY217" fmla="*/ 1860983 h 3345776"/>
              <a:gd name="connsiteX218" fmla="*/ 5995973 w 8965936"/>
              <a:gd name="connsiteY218" fmla="*/ 2108084 h 3345776"/>
              <a:gd name="connsiteX219" fmla="*/ 6084343 w 8965936"/>
              <a:gd name="connsiteY219" fmla="*/ 2230296 h 3345776"/>
              <a:gd name="connsiteX220" fmla="*/ 6187524 w 8965936"/>
              <a:gd name="connsiteY220" fmla="*/ 2409429 h 3345776"/>
              <a:gd name="connsiteX221" fmla="*/ 6100561 w 8965936"/>
              <a:gd name="connsiteY221" fmla="*/ 2264392 h 3345776"/>
              <a:gd name="connsiteX222" fmla="*/ 6012063 w 8965936"/>
              <a:gd name="connsiteY222" fmla="*/ 2143203 h 3345776"/>
              <a:gd name="connsiteX223" fmla="*/ 5545443 w 8965936"/>
              <a:gd name="connsiteY223" fmla="*/ 1876435 h 3345776"/>
              <a:gd name="connsiteX224" fmla="*/ 5031956 w 8965936"/>
              <a:gd name="connsiteY224" fmla="*/ 2165296 h 3345776"/>
              <a:gd name="connsiteX225" fmla="*/ 4783449 w 8965936"/>
              <a:gd name="connsiteY225" fmla="*/ 2487614 h 3345776"/>
              <a:gd name="connsiteX226" fmla="*/ 4755482 w 8965936"/>
              <a:gd name="connsiteY226" fmla="*/ 2526563 h 3345776"/>
              <a:gd name="connsiteX227" fmla="*/ 4699166 w 8965936"/>
              <a:gd name="connsiteY227" fmla="*/ 2600629 h 3345776"/>
              <a:gd name="connsiteX228" fmla="*/ 4338794 w 8965936"/>
              <a:gd name="connsiteY228" fmla="*/ 2925629 h 3345776"/>
              <a:gd name="connsiteX229" fmla="*/ 3965904 w 8965936"/>
              <a:gd name="connsiteY229" fmla="*/ 2955001 h 3345776"/>
              <a:gd name="connsiteX230" fmla="*/ 3859275 w 8965936"/>
              <a:gd name="connsiteY230" fmla="*/ 2889873 h 3345776"/>
              <a:gd name="connsiteX231" fmla="*/ 3580119 w 8965936"/>
              <a:gd name="connsiteY231" fmla="*/ 2467182 h 3345776"/>
              <a:gd name="connsiteX232" fmla="*/ 3533018 w 8965936"/>
              <a:gd name="connsiteY232" fmla="*/ 2337235 h 3345776"/>
              <a:gd name="connsiteX233" fmla="*/ 3529547 w 8965936"/>
              <a:gd name="connsiteY233" fmla="*/ 2325376 h 3345776"/>
              <a:gd name="connsiteX234" fmla="*/ 3542192 w 8965936"/>
              <a:gd name="connsiteY234" fmla="*/ 2353783 h 3345776"/>
              <a:gd name="connsiteX235" fmla="*/ 3835905 w 8965936"/>
              <a:gd name="connsiteY235" fmla="*/ 2780177 h 3345776"/>
              <a:gd name="connsiteX236" fmla="*/ 3941898 w 8965936"/>
              <a:gd name="connsiteY236" fmla="*/ 2852711 h 3345776"/>
              <a:gd name="connsiteX237" fmla="*/ 4309165 w 8965936"/>
              <a:gd name="connsiteY237" fmla="*/ 2855138 h 3345776"/>
              <a:gd name="connsiteX238" fmla="*/ 4672221 w 8965936"/>
              <a:gd name="connsiteY238" fmla="*/ 2577387 h 3345776"/>
              <a:gd name="connsiteX239" fmla="*/ 4732496 w 8965936"/>
              <a:gd name="connsiteY239" fmla="*/ 2509195 h 3345776"/>
              <a:gd name="connsiteX240" fmla="*/ 4826100 w 8965936"/>
              <a:gd name="connsiteY240" fmla="*/ 2394264 h 3345776"/>
              <a:gd name="connsiteX241" fmla="*/ 5022889 w 8965936"/>
              <a:gd name="connsiteY241" fmla="*/ 2157889 h 3345776"/>
              <a:gd name="connsiteX242" fmla="*/ 5528330 w 8965936"/>
              <a:gd name="connsiteY242" fmla="*/ 1860983 h 3345776"/>
              <a:gd name="connsiteX243" fmla="*/ 5512495 w 8965936"/>
              <a:gd name="connsiteY243" fmla="*/ 1831357 h 3345776"/>
              <a:gd name="connsiteX244" fmla="*/ 5991247 w 8965936"/>
              <a:gd name="connsiteY244" fmla="*/ 2063517 h 3345776"/>
              <a:gd name="connsiteX245" fmla="*/ 6080638 w 8965936"/>
              <a:gd name="connsiteY245" fmla="*/ 2188026 h 3345776"/>
              <a:gd name="connsiteX246" fmla="*/ 6184824 w 8965936"/>
              <a:gd name="connsiteY246" fmla="*/ 2377454 h 3345776"/>
              <a:gd name="connsiteX247" fmla="*/ 6096091 w 8965936"/>
              <a:gd name="connsiteY247" fmla="*/ 2223016 h 3345776"/>
              <a:gd name="connsiteX248" fmla="*/ 6006700 w 8965936"/>
              <a:gd name="connsiteY248" fmla="*/ 2099401 h 3345776"/>
              <a:gd name="connsiteX249" fmla="*/ 5528459 w 8965936"/>
              <a:gd name="connsiteY249" fmla="*/ 1847574 h 3345776"/>
              <a:gd name="connsiteX250" fmla="*/ 5013184 w 8965936"/>
              <a:gd name="connsiteY250" fmla="*/ 2148950 h 3345776"/>
              <a:gd name="connsiteX251" fmla="*/ 4815884 w 8965936"/>
              <a:gd name="connsiteY251" fmla="*/ 2385835 h 3345776"/>
              <a:gd name="connsiteX252" fmla="*/ 4722536 w 8965936"/>
              <a:gd name="connsiteY252" fmla="*/ 2500766 h 3345776"/>
              <a:gd name="connsiteX253" fmla="*/ 4662771 w 8965936"/>
              <a:gd name="connsiteY253" fmla="*/ 2568449 h 3345776"/>
              <a:gd name="connsiteX254" fmla="*/ 4304186 w 8965936"/>
              <a:gd name="connsiteY254" fmla="*/ 2842879 h 3345776"/>
              <a:gd name="connsiteX255" fmla="*/ 3948282 w 8965936"/>
              <a:gd name="connsiteY255" fmla="*/ 2840835 h 3345776"/>
              <a:gd name="connsiteX256" fmla="*/ 3845227 w 8965936"/>
              <a:gd name="connsiteY256" fmla="*/ 2770217 h 3345776"/>
              <a:gd name="connsiteX257" fmla="*/ 3554579 w 8965936"/>
              <a:gd name="connsiteY257" fmla="*/ 2347908 h 3345776"/>
              <a:gd name="connsiteX258" fmla="*/ 3500689 w 8965936"/>
              <a:gd name="connsiteY258" fmla="*/ 2226795 h 3345776"/>
              <a:gd name="connsiteX259" fmla="*/ 3487195 w 8965936"/>
              <a:gd name="connsiteY259" fmla="*/ 2180695 h 3345776"/>
              <a:gd name="connsiteX260" fmla="*/ 3517161 w 8965936"/>
              <a:gd name="connsiteY260" fmla="*/ 2235402 h 3345776"/>
              <a:gd name="connsiteX261" fmla="*/ 3821346 w 8965936"/>
              <a:gd name="connsiteY261" fmla="*/ 2660265 h 3345776"/>
              <a:gd name="connsiteX262" fmla="*/ 3923508 w 8965936"/>
              <a:gd name="connsiteY262" fmla="*/ 2738036 h 3345776"/>
              <a:gd name="connsiteX263" fmla="*/ 4273409 w 8965936"/>
              <a:gd name="connsiteY263" fmla="*/ 2772771 h 3345776"/>
              <a:gd name="connsiteX264" fmla="*/ 4635059 w 8965936"/>
              <a:gd name="connsiteY264" fmla="*/ 2545973 h 3345776"/>
              <a:gd name="connsiteX265" fmla="*/ 4698910 w 8965936"/>
              <a:gd name="connsiteY265" fmla="*/ 2484037 h 3345776"/>
              <a:gd name="connsiteX266" fmla="*/ 4869135 w 8965936"/>
              <a:gd name="connsiteY266" fmla="*/ 2294146 h 3345776"/>
              <a:gd name="connsiteX267" fmla="*/ 5004499 w 8965936"/>
              <a:gd name="connsiteY267" fmla="*/ 2140905 h 3345776"/>
              <a:gd name="connsiteX268" fmla="*/ 5512495 w 8965936"/>
              <a:gd name="connsiteY268" fmla="*/ 1831357 h 3345776"/>
              <a:gd name="connsiteX269" fmla="*/ 3846720 w 8965936"/>
              <a:gd name="connsiteY269" fmla="*/ 1822981 h 3345776"/>
              <a:gd name="connsiteX270" fmla="*/ 3848490 w 8965936"/>
              <a:gd name="connsiteY270" fmla="*/ 1826655 h 3345776"/>
              <a:gd name="connsiteX271" fmla="*/ 3847973 w 8965936"/>
              <a:gd name="connsiteY271" fmla="*/ 1825930 h 3345776"/>
              <a:gd name="connsiteX272" fmla="*/ 5562802 w 8965936"/>
              <a:gd name="connsiteY272" fmla="*/ 1799831 h 3345776"/>
              <a:gd name="connsiteX273" fmla="*/ 5986394 w 8965936"/>
              <a:gd name="connsiteY273" fmla="*/ 2019333 h 3345776"/>
              <a:gd name="connsiteX274" fmla="*/ 6076552 w 8965936"/>
              <a:gd name="connsiteY274" fmla="*/ 2146140 h 3345776"/>
              <a:gd name="connsiteX275" fmla="*/ 6177457 w 8965936"/>
              <a:gd name="connsiteY275" fmla="*/ 2337861 h 3345776"/>
              <a:gd name="connsiteX276" fmla="*/ 6091365 w 8965936"/>
              <a:gd name="connsiteY276" fmla="*/ 2181258 h 3345776"/>
              <a:gd name="connsiteX277" fmla="*/ 6000953 w 8965936"/>
              <a:gd name="connsiteY277" fmla="*/ 2055217 h 3345776"/>
              <a:gd name="connsiteX278" fmla="*/ 5511090 w 8965936"/>
              <a:gd name="connsiteY278" fmla="*/ 1818330 h 3345776"/>
              <a:gd name="connsiteX279" fmla="*/ 4994027 w 8965936"/>
              <a:gd name="connsiteY279" fmla="*/ 2132221 h 3345776"/>
              <a:gd name="connsiteX280" fmla="*/ 4858281 w 8965936"/>
              <a:gd name="connsiteY280" fmla="*/ 2285463 h 3345776"/>
              <a:gd name="connsiteX281" fmla="*/ 4688565 w 8965936"/>
              <a:gd name="connsiteY281" fmla="*/ 2474971 h 3345776"/>
              <a:gd name="connsiteX282" fmla="*/ 4625354 w 8965936"/>
              <a:gd name="connsiteY282" fmla="*/ 2536267 h 3345776"/>
              <a:gd name="connsiteX283" fmla="*/ 4268683 w 8965936"/>
              <a:gd name="connsiteY283" fmla="*/ 2760128 h 3345776"/>
              <a:gd name="connsiteX284" fmla="*/ 3929637 w 8965936"/>
              <a:gd name="connsiteY284" fmla="*/ 2726542 h 3345776"/>
              <a:gd name="connsiteX285" fmla="*/ 3830030 w 8965936"/>
              <a:gd name="connsiteY285" fmla="*/ 2650688 h 3345776"/>
              <a:gd name="connsiteX286" fmla="*/ 3528016 w 8965936"/>
              <a:gd name="connsiteY286" fmla="*/ 2228634 h 3345776"/>
              <a:gd name="connsiteX287" fmla="*/ 3450291 w 8965936"/>
              <a:gd name="connsiteY287" fmla="*/ 2086494 h 3345776"/>
              <a:gd name="connsiteX288" fmla="*/ 3417000 w 8965936"/>
              <a:gd name="connsiteY288" fmla="*/ 2006606 h 3345776"/>
              <a:gd name="connsiteX289" fmla="*/ 3491494 w 8965936"/>
              <a:gd name="connsiteY289" fmla="*/ 2116641 h 3345776"/>
              <a:gd name="connsiteX290" fmla="*/ 3549853 w 8965936"/>
              <a:gd name="connsiteY290" fmla="*/ 2202073 h 3345776"/>
              <a:gd name="connsiteX291" fmla="*/ 3806277 w 8965936"/>
              <a:gd name="connsiteY291" fmla="*/ 2539844 h 3345776"/>
              <a:gd name="connsiteX292" fmla="*/ 3904479 w 8965936"/>
              <a:gd name="connsiteY292" fmla="*/ 2623105 h 3345776"/>
              <a:gd name="connsiteX293" fmla="*/ 4236502 w 8965936"/>
              <a:gd name="connsiteY293" fmla="*/ 2690148 h 3345776"/>
              <a:gd name="connsiteX294" fmla="*/ 4596876 w 8965936"/>
              <a:gd name="connsiteY294" fmla="*/ 2514175 h 3345776"/>
              <a:gd name="connsiteX295" fmla="*/ 4664302 w 8965936"/>
              <a:gd name="connsiteY295" fmla="*/ 2458626 h 3345776"/>
              <a:gd name="connsiteX296" fmla="*/ 4917024 w 8965936"/>
              <a:gd name="connsiteY296" fmla="*/ 2198115 h 3345776"/>
              <a:gd name="connsiteX297" fmla="*/ 4985599 w 8965936"/>
              <a:gd name="connsiteY297" fmla="*/ 2124430 h 3345776"/>
              <a:gd name="connsiteX298" fmla="*/ 5496404 w 8965936"/>
              <a:gd name="connsiteY298" fmla="*/ 1802241 h 3345776"/>
              <a:gd name="connsiteX299" fmla="*/ 5562802 w 8965936"/>
              <a:gd name="connsiteY299" fmla="*/ 1799831 h 3345776"/>
              <a:gd name="connsiteX300" fmla="*/ 7273405 w 8965936"/>
              <a:gd name="connsiteY300" fmla="*/ 1796984 h 3345776"/>
              <a:gd name="connsiteX301" fmla="*/ 7217628 w 8965936"/>
              <a:gd name="connsiteY301" fmla="*/ 2080997 h 3345776"/>
              <a:gd name="connsiteX302" fmla="*/ 7101612 w 8965936"/>
              <a:gd name="connsiteY302" fmla="*/ 2362850 h 3345776"/>
              <a:gd name="connsiteX303" fmla="*/ 7011071 w 8965936"/>
              <a:gd name="connsiteY303" fmla="*/ 2475355 h 3345776"/>
              <a:gd name="connsiteX304" fmla="*/ 6450463 w 8965936"/>
              <a:gd name="connsiteY304" fmla="*/ 2570365 h 3345776"/>
              <a:gd name="connsiteX305" fmla="*/ 6369372 w 8965936"/>
              <a:gd name="connsiteY305" fmla="*/ 2509195 h 3345776"/>
              <a:gd name="connsiteX306" fmla="*/ 6354525 w 8965936"/>
              <a:gd name="connsiteY306" fmla="*/ 2491136 h 3345776"/>
              <a:gd name="connsiteX307" fmla="*/ 6438202 w 8965936"/>
              <a:gd name="connsiteY307" fmla="*/ 2552741 h 3345776"/>
              <a:gd name="connsiteX308" fmla="*/ 6638565 w 8965936"/>
              <a:gd name="connsiteY308" fmla="*/ 2602161 h 3345776"/>
              <a:gd name="connsiteX309" fmla="*/ 7021158 w 8965936"/>
              <a:gd name="connsiteY309" fmla="*/ 2434872 h 3345776"/>
              <a:gd name="connsiteX310" fmla="*/ 7111827 w 8965936"/>
              <a:gd name="connsiteY310" fmla="*/ 2315599 h 3345776"/>
              <a:gd name="connsiteX311" fmla="*/ 7224810 w 8965936"/>
              <a:gd name="connsiteY311" fmla="*/ 2034896 h 3345776"/>
              <a:gd name="connsiteX312" fmla="*/ 3785864 w 8965936"/>
              <a:gd name="connsiteY312" fmla="*/ 1711293 h 3345776"/>
              <a:gd name="connsiteX313" fmla="*/ 3808749 w 8965936"/>
              <a:gd name="connsiteY313" fmla="*/ 1764990 h 3345776"/>
              <a:gd name="connsiteX314" fmla="*/ 3800564 w 8965936"/>
              <a:gd name="connsiteY314" fmla="*/ 1751831 h 3345776"/>
              <a:gd name="connsiteX315" fmla="*/ 8855255 w 8965936"/>
              <a:gd name="connsiteY315" fmla="*/ 1679877 h 3345776"/>
              <a:gd name="connsiteX316" fmla="*/ 8898248 w 8965936"/>
              <a:gd name="connsiteY316" fmla="*/ 1690285 h 3345776"/>
              <a:gd name="connsiteX317" fmla="*/ 8894664 w 8965936"/>
              <a:gd name="connsiteY317" fmla="*/ 1689735 h 3345776"/>
              <a:gd name="connsiteX318" fmla="*/ 7269908 w 8965936"/>
              <a:gd name="connsiteY318" fmla="*/ 1671357 h 3345776"/>
              <a:gd name="connsiteX319" fmla="*/ 7268388 w 8965936"/>
              <a:gd name="connsiteY319" fmla="*/ 1679647 h 3345776"/>
              <a:gd name="connsiteX320" fmla="*/ 7098035 w 8965936"/>
              <a:gd name="connsiteY320" fmla="*/ 2252515 h 3345776"/>
              <a:gd name="connsiteX321" fmla="*/ 7010687 w 8965936"/>
              <a:gd name="connsiteY321" fmla="*/ 2374215 h 3345776"/>
              <a:gd name="connsiteX322" fmla="*/ 6438075 w 8965936"/>
              <a:gd name="connsiteY322" fmla="*/ 2512133 h 3345776"/>
              <a:gd name="connsiteX323" fmla="*/ 6353408 w 8965936"/>
              <a:gd name="connsiteY323" fmla="*/ 2451218 h 3345776"/>
              <a:gd name="connsiteX324" fmla="*/ 6337965 w 8965936"/>
              <a:gd name="connsiteY324" fmla="*/ 2432415 h 3345776"/>
              <a:gd name="connsiteX325" fmla="*/ 6427219 w 8965936"/>
              <a:gd name="connsiteY325" fmla="*/ 2495402 h 3345776"/>
              <a:gd name="connsiteX326" fmla="*/ 6607533 w 8965936"/>
              <a:gd name="connsiteY326" fmla="*/ 2537161 h 3345776"/>
              <a:gd name="connsiteX327" fmla="*/ 7022180 w 8965936"/>
              <a:gd name="connsiteY327" fmla="*/ 2332201 h 3345776"/>
              <a:gd name="connsiteX328" fmla="*/ 7109271 w 8965936"/>
              <a:gd name="connsiteY328" fmla="*/ 2204499 h 3345776"/>
              <a:gd name="connsiteX329" fmla="*/ 7213397 w 8965936"/>
              <a:gd name="connsiteY329" fmla="*/ 1931760 h 3345776"/>
              <a:gd name="connsiteX330" fmla="*/ 3099006 w 8965936"/>
              <a:gd name="connsiteY330" fmla="*/ 1654709 h 3345776"/>
              <a:gd name="connsiteX331" fmla="*/ 3163672 w 8965936"/>
              <a:gd name="connsiteY331" fmla="*/ 1684170 h 3345776"/>
              <a:gd name="connsiteX332" fmla="*/ 3268017 w 8965936"/>
              <a:gd name="connsiteY332" fmla="*/ 1768911 h 3345776"/>
              <a:gd name="connsiteX333" fmla="*/ 3456121 w 8965936"/>
              <a:gd name="connsiteY333" fmla="*/ 1986003 h 3345776"/>
              <a:gd name="connsiteX334" fmla="*/ 3465955 w 8965936"/>
              <a:gd name="connsiteY334" fmla="*/ 1998007 h 3345776"/>
              <a:gd name="connsiteX335" fmla="*/ 3594549 w 8965936"/>
              <a:gd name="connsiteY335" fmla="*/ 2167467 h 3345776"/>
              <a:gd name="connsiteX336" fmla="*/ 3791209 w 8965936"/>
              <a:gd name="connsiteY336" fmla="*/ 2419550 h 3345776"/>
              <a:gd name="connsiteX337" fmla="*/ 3885708 w 8965936"/>
              <a:gd name="connsiteY337" fmla="*/ 2508174 h 3345776"/>
              <a:gd name="connsiteX338" fmla="*/ 4200364 w 8965936"/>
              <a:gd name="connsiteY338" fmla="*/ 2607526 h 3345776"/>
              <a:gd name="connsiteX339" fmla="*/ 4559461 w 8965936"/>
              <a:gd name="connsiteY339" fmla="*/ 2482506 h 3345776"/>
              <a:gd name="connsiteX340" fmla="*/ 4630719 w 8965936"/>
              <a:gd name="connsiteY340" fmla="*/ 2433213 h 3345776"/>
              <a:gd name="connsiteX341" fmla="*/ 4964785 w 8965936"/>
              <a:gd name="connsiteY341" fmla="*/ 2109873 h 3345776"/>
              <a:gd name="connsiteX342" fmla="*/ 4966955 w 8965936"/>
              <a:gd name="connsiteY342" fmla="*/ 2107575 h 3345776"/>
              <a:gd name="connsiteX343" fmla="*/ 5479804 w 8965936"/>
              <a:gd name="connsiteY343" fmla="*/ 1772997 h 3345776"/>
              <a:gd name="connsiteX344" fmla="*/ 5980904 w 8965936"/>
              <a:gd name="connsiteY344" fmla="*/ 1975276 h 3345776"/>
              <a:gd name="connsiteX345" fmla="*/ 6071955 w 8965936"/>
              <a:gd name="connsiteY345" fmla="*/ 2104254 h 3345776"/>
              <a:gd name="connsiteX346" fmla="*/ 6122054 w 8965936"/>
              <a:gd name="connsiteY346" fmla="*/ 2203558 h 3345776"/>
              <a:gd name="connsiteX347" fmla="*/ 6088173 w 8965936"/>
              <a:gd name="connsiteY347" fmla="*/ 2139244 h 3345776"/>
              <a:gd name="connsiteX348" fmla="*/ 5996737 w 8965936"/>
              <a:gd name="connsiteY348" fmla="*/ 2010777 h 3345776"/>
              <a:gd name="connsiteX349" fmla="*/ 5495128 w 8965936"/>
              <a:gd name="connsiteY349" fmla="*/ 1788960 h 3345776"/>
              <a:gd name="connsiteX350" fmla="*/ 4976277 w 8965936"/>
              <a:gd name="connsiteY350" fmla="*/ 2115237 h 3345776"/>
              <a:gd name="connsiteX351" fmla="*/ 4908084 w 8965936"/>
              <a:gd name="connsiteY351" fmla="*/ 2189175 h 3345776"/>
              <a:gd name="connsiteX352" fmla="*/ 4656257 w 8965936"/>
              <a:gd name="connsiteY352" fmla="*/ 2448664 h 3345776"/>
              <a:gd name="connsiteX353" fmla="*/ 4589598 w 8965936"/>
              <a:gd name="connsiteY353" fmla="*/ 2503704 h 3345776"/>
              <a:gd name="connsiteX354" fmla="*/ 4234843 w 8965936"/>
              <a:gd name="connsiteY354" fmla="*/ 2676994 h 3345776"/>
              <a:gd name="connsiteX355" fmla="*/ 3912524 w 8965936"/>
              <a:gd name="connsiteY355" fmla="*/ 2611995 h 3345776"/>
              <a:gd name="connsiteX356" fmla="*/ 3816366 w 8965936"/>
              <a:gd name="connsiteY356" fmla="*/ 2530649 h 3345776"/>
              <a:gd name="connsiteX357" fmla="*/ 3560963 w 8965936"/>
              <a:gd name="connsiteY357" fmla="*/ 2194667 h 3345776"/>
              <a:gd name="connsiteX358" fmla="*/ 3502475 w 8965936"/>
              <a:gd name="connsiteY358" fmla="*/ 2108979 h 3345776"/>
              <a:gd name="connsiteX359" fmla="*/ 3416278 w 8965936"/>
              <a:gd name="connsiteY359" fmla="*/ 1981277 h 3345776"/>
              <a:gd name="connsiteX360" fmla="*/ 3318203 w 8965936"/>
              <a:gd name="connsiteY360" fmla="*/ 1838890 h 3345776"/>
              <a:gd name="connsiteX361" fmla="*/ 3226898 w 8965936"/>
              <a:gd name="connsiteY361" fmla="*/ 1737623 h 3345776"/>
              <a:gd name="connsiteX362" fmla="*/ 3161458 w 8965936"/>
              <a:gd name="connsiteY362" fmla="*/ 1688375 h 3345776"/>
              <a:gd name="connsiteX363" fmla="*/ 2941014 w 8965936"/>
              <a:gd name="connsiteY363" fmla="*/ 1643000 h 3345776"/>
              <a:gd name="connsiteX364" fmla="*/ 2967470 w 8965936"/>
              <a:gd name="connsiteY364" fmla="*/ 1647980 h 3345776"/>
              <a:gd name="connsiteX365" fmla="*/ 2895639 w 8965936"/>
              <a:gd name="connsiteY365" fmla="*/ 1656789 h 3345776"/>
              <a:gd name="connsiteX366" fmla="*/ 2554804 w 8965936"/>
              <a:gd name="connsiteY366" fmla="*/ 2105020 h 3345776"/>
              <a:gd name="connsiteX367" fmla="*/ 2517261 w 8965936"/>
              <a:gd name="connsiteY367" fmla="*/ 2440875 h 3345776"/>
              <a:gd name="connsiteX368" fmla="*/ 2491720 w 8965936"/>
              <a:gd name="connsiteY368" fmla="*/ 2711602 h 3345776"/>
              <a:gd name="connsiteX369" fmla="*/ 2258154 w 8965936"/>
              <a:gd name="connsiteY369" fmla="*/ 3208615 h 3345776"/>
              <a:gd name="connsiteX370" fmla="*/ 1781956 w 8965936"/>
              <a:gd name="connsiteY370" fmla="*/ 3284469 h 3345776"/>
              <a:gd name="connsiteX371" fmla="*/ 1556134 w 8965936"/>
              <a:gd name="connsiteY371" fmla="*/ 2962644 h 3345776"/>
              <a:gd name="connsiteX372" fmla="*/ 1551837 w 8965936"/>
              <a:gd name="connsiteY372" fmla="*/ 2950558 h 3345776"/>
              <a:gd name="connsiteX373" fmla="*/ 1621803 w 8965936"/>
              <a:gd name="connsiteY373" fmla="*/ 3052227 h 3345776"/>
              <a:gd name="connsiteX374" fmla="*/ 1717851 w 8965936"/>
              <a:gd name="connsiteY374" fmla="*/ 3132250 h 3345776"/>
              <a:gd name="connsiteX375" fmla="*/ 1889737 w 8965936"/>
              <a:gd name="connsiteY375" fmla="*/ 3177201 h 3345776"/>
              <a:gd name="connsiteX376" fmla="*/ 2192517 w 8965936"/>
              <a:gd name="connsiteY376" fmla="*/ 3054097 h 3345776"/>
              <a:gd name="connsiteX377" fmla="*/ 2446898 w 8965936"/>
              <a:gd name="connsiteY377" fmla="*/ 2573173 h 3345776"/>
              <a:gd name="connsiteX378" fmla="*/ 2485209 w 8965936"/>
              <a:gd name="connsiteY378" fmla="*/ 2304362 h 3345776"/>
              <a:gd name="connsiteX379" fmla="*/ 2527990 w 8965936"/>
              <a:gd name="connsiteY379" fmla="*/ 2020993 h 3345776"/>
              <a:gd name="connsiteX380" fmla="*/ 2849796 w 8965936"/>
              <a:gd name="connsiteY380" fmla="*/ 1648361 h 3345776"/>
              <a:gd name="connsiteX381" fmla="*/ 2941014 w 8965936"/>
              <a:gd name="connsiteY381" fmla="*/ 1643000 h 3345776"/>
              <a:gd name="connsiteX382" fmla="*/ 7307461 w 8965936"/>
              <a:gd name="connsiteY382" fmla="*/ 1628102 h 3345776"/>
              <a:gd name="connsiteX383" fmla="*/ 7293724 w 8965936"/>
              <a:gd name="connsiteY383" fmla="*/ 1692427 h 3345776"/>
              <a:gd name="connsiteX384" fmla="*/ 7297122 w 8965936"/>
              <a:gd name="connsiteY384" fmla="*/ 1672878 h 3345776"/>
              <a:gd name="connsiteX385" fmla="*/ 3755422 w 8965936"/>
              <a:gd name="connsiteY385" fmla="*/ 1627342 h 3345776"/>
              <a:gd name="connsiteX386" fmla="*/ 3762301 w 8965936"/>
              <a:gd name="connsiteY386" fmla="*/ 1641856 h 3345776"/>
              <a:gd name="connsiteX387" fmla="*/ 3766606 w 8965936"/>
              <a:gd name="connsiteY387" fmla="*/ 1658186 h 3345776"/>
              <a:gd name="connsiteX388" fmla="*/ 2893031 w 8965936"/>
              <a:gd name="connsiteY388" fmla="*/ 1624796 h 3345776"/>
              <a:gd name="connsiteX389" fmla="*/ 2923872 w 8965936"/>
              <a:gd name="connsiteY389" fmla="*/ 1630231 h 3345776"/>
              <a:gd name="connsiteX390" fmla="*/ 2846603 w 8965936"/>
              <a:gd name="connsiteY390" fmla="*/ 1634824 h 3345776"/>
              <a:gd name="connsiteX391" fmla="*/ 2514579 w 8965936"/>
              <a:gd name="connsiteY391" fmla="*/ 2017928 h 3345776"/>
              <a:gd name="connsiteX392" fmla="*/ 2471417 w 8965936"/>
              <a:gd name="connsiteY392" fmla="*/ 2303085 h 3345776"/>
              <a:gd name="connsiteX393" fmla="*/ 2433106 w 8965936"/>
              <a:gd name="connsiteY393" fmla="*/ 2570492 h 3345776"/>
              <a:gd name="connsiteX394" fmla="*/ 2182812 w 8965936"/>
              <a:gd name="connsiteY394" fmla="*/ 3044392 h 3345776"/>
              <a:gd name="connsiteX395" fmla="*/ 1724619 w 8965936"/>
              <a:gd name="connsiteY395" fmla="*/ 3121013 h 3345776"/>
              <a:gd name="connsiteX396" fmla="*/ 1545698 w 8965936"/>
              <a:gd name="connsiteY396" fmla="*/ 2910918 h 3345776"/>
              <a:gd name="connsiteX397" fmla="*/ 1505891 w 8965936"/>
              <a:gd name="connsiteY397" fmla="*/ 2821237 h 3345776"/>
              <a:gd name="connsiteX398" fmla="*/ 1496173 w 8965936"/>
              <a:gd name="connsiteY398" fmla="*/ 2793589 h 3345776"/>
              <a:gd name="connsiteX399" fmla="*/ 1497757 w 8965936"/>
              <a:gd name="connsiteY399" fmla="*/ 2796842 h 3345776"/>
              <a:gd name="connsiteX400" fmla="*/ 1660641 w 8965936"/>
              <a:gd name="connsiteY400" fmla="*/ 2968664 h 3345776"/>
              <a:gd name="connsiteX401" fmla="*/ 2116152 w 8965936"/>
              <a:gd name="connsiteY401" fmla="*/ 2889745 h 3345776"/>
              <a:gd name="connsiteX402" fmla="*/ 2387135 w 8965936"/>
              <a:gd name="connsiteY402" fmla="*/ 2432829 h 3345776"/>
              <a:gd name="connsiteX403" fmla="*/ 2439619 w 8965936"/>
              <a:gd name="connsiteY403" fmla="*/ 2170915 h 3345776"/>
              <a:gd name="connsiteX404" fmla="*/ 2486997 w 8965936"/>
              <a:gd name="connsiteY404" fmla="*/ 1934156 h 3345776"/>
              <a:gd name="connsiteX405" fmla="*/ 2799610 w 8965936"/>
              <a:gd name="connsiteY405" fmla="*/ 1626778 h 3345776"/>
              <a:gd name="connsiteX406" fmla="*/ 2893031 w 8965936"/>
              <a:gd name="connsiteY406" fmla="*/ 1624796 h 3345776"/>
              <a:gd name="connsiteX407" fmla="*/ 2965640 w 8965936"/>
              <a:gd name="connsiteY407" fmla="*/ 1610093 h 3345776"/>
              <a:gd name="connsiteX408" fmla="*/ 3041348 w 8965936"/>
              <a:gd name="connsiteY408" fmla="*/ 1628440 h 3345776"/>
              <a:gd name="connsiteX409" fmla="*/ 3083486 w 8965936"/>
              <a:gd name="connsiteY409" fmla="*/ 1647638 h 3345776"/>
              <a:gd name="connsiteX410" fmla="*/ 2750060 w 8965936"/>
              <a:gd name="connsiteY410" fmla="*/ 1605325 h 3345776"/>
              <a:gd name="connsiteX411" fmla="*/ 2848409 w 8965936"/>
              <a:gd name="connsiteY411" fmla="*/ 1607078 h 3345776"/>
              <a:gd name="connsiteX412" fmla="*/ 2877515 w 8965936"/>
              <a:gd name="connsiteY412" fmla="*/ 1611815 h 3345776"/>
              <a:gd name="connsiteX413" fmla="*/ 2798203 w 8965936"/>
              <a:gd name="connsiteY413" fmla="*/ 1613498 h 3345776"/>
              <a:gd name="connsiteX414" fmla="*/ 2474483 w 8965936"/>
              <a:gd name="connsiteY414" fmla="*/ 1930580 h 3345776"/>
              <a:gd name="connsiteX415" fmla="*/ 2426848 w 8965936"/>
              <a:gd name="connsiteY415" fmla="*/ 2168872 h 3345776"/>
              <a:gd name="connsiteX416" fmla="*/ 2374236 w 8965936"/>
              <a:gd name="connsiteY416" fmla="*/ 2429126 h 3345776"/>
              <a:gd name="connsiteX417" fmla="*/ 2107213 w 8965936"/>
              <a:gd name="connsiteY417" fmla="*/ 2879784 h 3345776"/>
              <a:gd name="connsiteX418" fmla="*/ 1667153 w 8965936"/>
              <a:gd name="connsiteY418" fmla="*/ 2956405 h 3345776"/>
              <a:gd name="connsiteX419" fmla="*/ 1454890 w 8965936"/>
              <a:gd name="connsiteY419" fmla="*/ 2677823 h 3345776"/>
              <a:gd name="connsiteX420" fmla="*/ 1431347 w 8965936"/>
              <a:gd name="connsiteY420" fmla="*/ 2617892 h 3345776"/>
              <a:gd name="connsiteX421" fmla="*/ 1445734 w 8965936"/>
              <a:gd name="connsiteY421" fmla="*/ 2645932 h 3345776"/>
              <a:gd name="connsiteX422" fmla="*/ 1603813 w 8965936"/>
              <a:gd name="connsiteY422" fmla="*/ 2805334 h 3345776"/>
              <a:gd name="connsiteX423" fmla="*/ 2041063 w 8965936"/>
              <a:gd name="connsiteY423" fmla="*/ 2725648 h 3345776"/>
              <a:gd name="connsiteX424" fmla="*/ 2328646 w 8965936"/>
              <a:gd name="connsiteY424" fmla="*/ 2292614 h 3345776"/>
              <a:gd name="connsiteX425" fmla="*/ 2395562 w 8965936"/>
              <a:gd name="connsiteY425" fmla="*/ 2044106 h 3345776"/>
              <a:gd name="connsiteX426" fmla="*/ 2446642 w 8965936"/>
              <a:gd name="connsiteY426" fmla="*/ 1847957 h 3345776"/>
              <a:gd name="connsiteX427" fmla="*/ 2750060 w 8965936"/>
              <a:gd name="connsiteY427" fmla="*/ 1605325 h 3345776"/>
              <a:gd name="connsiteX428" fmla="*/ 2700768 w 8965936"/>
              <a:gd name="connsiteY428" fmla="*/ 1584127 h 3345776"/>
              <a:gd name="connsiteX429" fmla="*/ 2799175 w 8965936"/>
              <a:gd name="connsiteY429" fmla="*/ 1588648 h 3345776"/>
              <a:gd name="connsiteX430" fmla="*/ 2830514 w 8965936"/>
              <a:gd name="connsiteY430" fmla="*/ 1593348 h 3345776"/>
              <a:gd name="connsiteX431" fmla="*/ 2749806 w 8965936"/>
              <a:gd name="connsiteY431" fmla="*/ 1591916 h 3345776"/>
              <a:gd name="connsiteX432" fmla="*/ 2434639 w 8965936"/>
              <a:gd name="connsiteY432" fmla="*/ 1843233 h 3345776"/>
              <a:gd name="connsiteX433" fmla="*/ 2382791 w 8965936"/>
              <a:gd name="connsiteY433" fmla="*/ 2040914 h 3345776"/>
              <a:gd name="connsiteX434" fmla="*/ 2316387 w 8965936"/>
              <a:gd name="connsiteY434" fmla="*/ 2287888 h 3345776"/>
              <a:gd name="connsiteX435" fmla="*/ 2032506 w 8965936"/>
              <a:gd name="connsiteY435" fmla="*/ 2715305 h 3345776"/>
              <a:gd name="connsiteX436" fmla="*/ 1610454 w 8965936"/>
              <a:gd name="connsiteY436" fmla="*/ 2793203 h 3345776"/>
              <a:gd name="connsiteX437" fmla="*/ 1404332 w 8965936"/>
              <a:gd name="connsiteY437" fmla="*/ 2534518 h 3345776"/>
              <a:gd name="connsiteX438" fmla="*/ 1367525 w 8965936"/>
              <a:gd name="connsiteY438" fmla="*/ 2445918 h 3345776"/>
              <a:gd name="connsiteX439" fmla="*/ 1394272 w 8965936"/>
              <a:gd name="connsiteY439" fmla="*/ 2495084 h 3345776"/>
              <a:gd name="connsiteX440" fmla="*/ 1546732 w 8965936"/>
              <a:gd name="connsiteY440" fmla="*/ 2641238 h 3345776"/>
              <a:gd name="connsiteX441" fmla="*/ 1965592 w 8965936"/>
              <a:gd name="connsiteY441" fmla="*/ 2560914 h 3345776"/>
              <a:gd name="connsiteX442" fmla="*/ 2269649 w 8965936"/>
              <a:gd name="connsiteY442" fmla="*/ 2152270 h 3345776"/>
              <a:gd name="connsiteX443" fmla="*/ 2350994 w 8965936"/>
              <a:gd name="connsiteY443" fmla="*/ 1923046 h 3345776"/>
              <a:gd name="connsiteX444" fmla="*/ 2406417 w 8965936"/>
              <a:gd name="connsiteY444" fmla="*/ 1761376 h 3345776"/>
              <a:gd name="connsiteX445" fmla="*/ 2700768 w 8965936"/>
              <a:gd name="connsiteY445" fmla="*/ 1584127 h 3345776"/>
              <a:gd name="connsiteX446" fmla="*/ 2894149 w 8965936"/>
              <a:gd name="connsiteY446" fmla="*/ 1578983 h 3345776"/>
              <a:gd name="connsiteX447" fmla="*/ 2998695 w 8965936"/>
              <a:gd name="connsiteY447" fmla="*/ 1596259 h 3345776"/>
              <a:gd name="connsiteX448" fmla="*/ 3136358 w 8965936"/>
              <a:gd name="connsiteY448" fmla="*/ 1638528 h 3345776"/>
              <a:gd name="connsiteX449" fmla="*/ 3229579 w 8965936"/>
              <a:gd name="connsiteY449" fmla="*/ 1692034 h 3345776"/>
              <a:gd name="connsiteX450" fmla="*/ 3441180 w 8965936"/>
              <a:gd name="connsiteY450" fmla="*/ 1879245 h 3345776"/>
              <a:gd name="connsiteX451" fmla="*/ 3640776 w 8965936"/>
              <a:gd name="connsiteY451" fmla="*/ 2124559 h 3345776"/>
              <a:gd name="connsiteX452" fmla="*/ 3776779 w 8965936"/>
              <a:gd name="connsiteY452" fmla="*/ 2299382 h 3345776"/>
              <a:gd name="connsiteX453" fmla="*/ 3867446 w 8965936"/>
              <a:gd name="connsiteY453" fmla="*/ 2393242 h 3345776"/>
              <a:gd name="connsiteX454" fmla="*/ 4164351 w 8965936"/>
              <a:gd name="connsiteY454" fmla="*/ 2524776 h 3345776"/>
              <a:gd name="connsiteX455" fmla="*/ 4521916 w 8965936"/>
              <a:gd name="connsiteY455" fmla="*/ 2450836 h 3345776"/>
              <a:gd name="connsiteX456" fmla="*/ 4596749 w 8965936"/>
              <a:gd name="connsiteY456" fmla="*/ 2407801 h 3345776"/>
              <a:gd name="connsiteX457" fmla="*/ 4948310 w 8965936"/>
              <a:gd name="connsiteY457" fmla="*/ 2090973 h 3345776"/>
              <a:gd name="connsiteX458" fmla="*/ 5463585 w 8965936"/>
              <a:gd name="connsiteY458" fmla="*/ 1743626 h 3345776"/>
              <a:gd name="connsiteX459" fmla="*/ 5975923 w 8965936"/>
              <a:gd name="connsiteY459" fmla="*/ 1931091 h 3345776"/>
              <a:gd name="connsiteX460" fmla="*/ 6067741 w 8965936"/>
              <a:gd name="connsiteY460" fmla="*/ 2062368 h 3345776"/>
              <a:gd name="connsiteX461" fmla="*/ 6115207 w 8965936"/>
              <a:gd name="connsiteY461" fmla="*/ 2160559 h 3345776"/>
              <a:gd name="connsiteX462" fmla="*/ 6083065 w 8965936"/>
              <a:gd name="connsiteY462" fmla="*/ 2096848 h 3345776"/>
              <a:gd name="connsiteX463" fmla="*/ 5990609 w 8965936"/>
              <a:gd name="connsiteY463" fmla="*/ 1965826 h 3345776"/>
              <a:gd name="connsiteX464" fmla="*/ 5477379 w 8965936"/>
              <a:gd name="connsiteY464" fmla="*/ 1758950 h 3345776"/>
              <a:gd name="connsiteX465" fmla="*/ 4956739 w 8965936"/>
              <a:gd name="connsiteY465" fmla="*/ 2097741 h 3345776"/>
              <a:gd name="connsiteX466" fmla="*/ 4954569 w 8965936"/>
              <a:gd name="connsiteY466" fmla="*/ 2100040 h 3345776"/>
              <a:gd name="connsiteX467" fmla="*/ 4622545 w 8965936"/>
              <a:gd name="connsiteY467" fmla="*/ 2421975 h 3345776"/>
              <a:gd name="connsiteX468" fmla="*/ 4552437 w 8965936"/>
              <a:gd name="connsiteY468" fmla="*/ 2470501 h 3345776"/>
              <a:gd name="connsiteX469" fmla="*/ 4199599 w 8965936"/>
              <a:gd name="connsiteY469" fmla="*/ 2593478 h 3345776"/>
              <a:gd name="connsiteX470" fmla="*/ 3894009 w 8965936"/>
              <a:gd name="connsiteY470" fmla="*/ 2496809 h 3345776"/>
              <a:gd name="connsiteX471" fmla="*/ 3801425 w 8965936"/>
              <a:gd name="connsiteY471" fmla="*/ 2409972 h 3345776"/>
              <a:gd name="connsiteX472" fmla="*/ 3605532 w 8965936"/>
              <a:gd name="connsiteY472" fmla="*/ 2158910 h 3345776"/>
              <a:gd name="connsiteX473" fmla="*/ 3476426 w 8965936"/>
              <a:gd name="connsiteY473" fmla="*/ 1988812 h 3345776"/>
              <a:gd name="connsiteX474" fmla="*/ 3466593 w 8965936"/>
              <a:gd name="connsiteY474" fmla="*/ 1976809 h 3345776"/>
              <a:gd name="connsiteX475" fmla="*/ 3277722 w 8965936"/>
              <a:gd name="connsiteY475" fmla="*/ 1759717 h 3345776"/>
              <a:gd name="connsiteX476" fmla="*/ 3184630 w 8965936"/>
              <a:gd name="connsiteY476" fmla="*/ 1681691 h 3345776"/>
              <a:gd name="connsiteX477" fmla="*/ 3045691 w 8965936"/>
              <a:gd name="connsiteY477" fmla="*/ 1615669 h 3345776"/>
              <a:gd name="connsiteX478" fmla="*/ 2588989 w 8965936"/>
              <a:gd name="connsiteY478" fmla="*/ 1561186 h 3345776"/>
              <a:gd name="connsiteX479" fmla="*/ 2650964 w 8965936"/>
              <a:gd name="connsiteY479" fmla="*/ 1562035 h 3345776"/>
              <a:gd name="connsiteX480" fmla="*/ 2747842 w 8965936"/>
              <a:gd name="connsiteY480" fmla="*/ 1572510 h 3345776"/>
              <a:gd name="connsiteX481" fmla="*/ 2708430 w 8965936"/>
              <a:gd name="connsiteY481" fmla="*/ 1570335 h 3345776"/>
              <a:gd name="connsiteX482" fmla="*/ 2700001 w 8965936"/>
              <a:gd name="connsiteY482" fmla="*/ 1570335 h 3345776"/>
              <a:gd name="connsiteX483" fmla="*/ 2393517 w 8965936"/>
              <a:gd name="connsiteY483" fmla="*/ 1755757 h 3345776"/>
              <a:gd name="connsiteX484" fmla="*/ 2337458 w 8965936"/>
              <a:gd name="connsiteY484" fmla="*/ 1918832 h 3345776"/>
              <a:gd name="connsiteX485" fmla="*/ 2257773 w 8965936"/>
              <a:gd name="connsiteY485" fmla="*/ 2146524 h 3345776"/>
              <a:gd name="connsiteX486" fmla="*/ 1957163 w 8965936"/>
              <a:gd name="connsiteY486" fmla="*/ 2550954 h 3345776"/>
              <a:gd name="connsiteX487" fmla="*/ 1553116 w 8965936"/>
              <a:gd name="connsiteY487" fmla="*/ 2629362 h 3345776"/>
              <a:gd name="connsiteX488" fmla="*/ 1309079 w 8965936"/>
              <a:gd name="connsiteY488" fmla="*/ 2291081 h 3345776"/>
              <a:gd name="connsiteX489" fmla="*/ 1299215 w 8965936"/>
              <a:gd name="connsiteY489" fmla="*/ 2269999 h 3345776"/>
              <a:gd name="connsiteX490" fmla="*/ 1342202 w 8965936"/>
              <a:gd name="connsiteY490" fmla="*/ 2344286 h 3345776"/>
              <a:gd name="connsiteX491" fmla="*/ 1489522 w 8965936"/>
              <a:gd name="connsiteY491" fmla="*/ 2477398 h 3345776"/>
              <a:gd name="connsiteX492" fmla="*/ 1890504 w 8965936"/>
              <a:gd name="connsiteY492" fmla="*/ 2396691 h 3345776"/>
              <a:gd name="connsiteX493" fmla="*/ 2210524 w 8965936"/>
              <a:gd name="connsiteY493" fmla="*/ 2011544 h 3345776"/>
              <a:gd name="connsiteX494" fmla="*/ 2303617 w 8965936"/>
              <a:gd name="connsiteY494" fmla="*/ 1810286 h 3345776"/>
              <a:gd name="connsiteX495" fmla="*/ 2365681 w 8965936"/>
              <a:gd name="connsiteY495" fmla="*/ 1674539 h 3345776"/>
              <a:gd name="connsiteX496" fmla="*/ 2588989 w 8965936"/>
              <a:gd name="connsiteY496" fmla="*/ 1561186 h 3345776"/>
              <a:gd name="connsiteX497" fmla="*/ 3754013 w 8965936"/>
              <a:gd name="connsiteY497" fmla="*/ 1561082 h 3345776"/>
              <a:gd name="connsiteX498" fmla="*/ 3761547 w 8965936"/>
              <a:gd name="connsiteY498" fmla="*/ 1579937 h 3345776"/>
              <a:gd name="connsiteX499" fmla="*/ 3767713 w 8965936"/>
              <a:gd name="connsiteY499" fmla="*/ 1609029 h 3345776"/>
              <a:gd name="connsiteX500" fmla="*/ 3781088 w 8965936"/>
              <a:gd name="connsiteY500" fmla="*/ 1652096 h 3345776"/>
              <a:gd name="connsiteX501" fmla="*/ 3773803 w 8965936"/>
              <a:gd name="connsiteY501" fmla="*/ 1636745 h 3345776"/>
              <a:gd name="connsiteX502" fmla="*/ 7352073 w 8965936"/>
              <a:gd name="connsiteY502" fmla="*/ 1529467 h 3345776"/>
              <a:gd name="connsiteX503" fmla="*/ 7352019 w 8965936"/>
              <a:gd name="connsiteY503" fmla="*/ 1529662 h 3345776"/>
              <a:gd name="connsiteX504" fmla="*/ 7352033 w 8965936"/>
              <a:gd name="connsiteY504" fmla="*/ 1529598 h 3345776"/>
              <a:gd name="connsiteX505" fmla="*/ 2707954 w 8965936"/>
              <a:gd name="connsiteY505" fmla="*/ 1523172 h 3345776"/>
              <a:gd name="connsiteX506" fmla="*/ 2913266 w 8965936"/>
              <a:gd name="connsiteY506" fmla="*/ 1529471 h 3345776"/>
              <a:gd name="connsiteX507" fmla="*/ 2957577 w 8965936"/>
              <a:gd name="connsiteY507" fmla="*/ 1529471 h 3345776"/>
              <a:gd name="connsiteX508" fmla="*/ 3054374 w 8965936"/>
              <a:gd name="connsiteY508" fmla="*/ 1529471 h 3345776"/>
              <a:gd name="connsiteX509" fmla="*/ 3152196 w 8965936"/>
              <a:gd name="connsiteY509" fmla="*/ 1537260 h 3345776"/>
              <a:gd name="connsiteX510" fmla="*/ 3390356 w 8965936"/>
              <a:gd name="connsiteY510" fmla="*/ 1642486 h 3345776"/>
              <a:gd name="connsiteX511" fmla="*/ 3736425 w 8965936"/>
              <a:gd name="connsiteY511" fmla="*/ 2045001 h 3345776"/>
              <a:gd name="connsiteX512" fmla="*/ 3746769 w 8965936"/>
              <a:gd name="connsiteY512" fmla="*/ 2059303 h 3345776"/>
              <a:gd name="connsiteX513" fmla="*/ 3829775 w 8965936"/>
              <a:gd name="connsiteY513" fmla="*/ 2163764 h 3345776"/>
              <a:gd name="connsiteX514" fmla="*/ 4090797 w 8965936"/>
              <a:gd name="connsiteY514" fmla="*/ 2359146 h 3345776"/>
              <a:gd name="connsiteX515" fmla="*/ 4446318 w 8965936"/>
              <a:gd name="connsiteY515" fmla="*/ 2387624 h 3345776"/>
              <a:gd name="connsiteX516" fmla="*/ 4528684 w 8965936"/>
              <a:gd name="connsiteY516" fmla="*/ 2357359 h 3345776"/>
              <a:gd name="connsiteX517" fmla="*/ 4911023 w 8965936"/>
              <a:gd name="connsiteY517" fmla="*/ 2058282 h 3345776"/>
              <a:gd name="connsiteX518" fmla="*/ 5431150 w 8965936"/>
              <a:gd name="connsiteY518" fmla="*/ 1685650 h 3345776"/>
              <a:gd name="connsiteX519" fmla="*/ 5965196 w 8965936"/>
              <a:gd name="connsiteY519" fmla="*/ 1842849 h 3345776"/>
              <a:gd name="connsiteX520" fmla="*/ 6058802 w 8965936"/>
              <a:gd name="connsiteY520" fmla="*/ 1978596 h 3345776"/>
              <a:gd name="connsiteX521" fmla="*/ 6077451 w 8965936"/>
              <a:gd name="connsiteY521" fmla="*/ 2020589 h 3345776"/>
              <a:gd name="connsiteX522" fmla="*/ 6074381 w 8965936"/>
              <a:gd name="connsiteY522" fmla="*/ 2013970 h 3345776"/>
              <a:gd name="connsiteX523" fmla="*/ 5980010 w 8965936"/>
              <a:gd name="connsiteY523" fmla="*/ 1878096 h 3345776"/>
              <a:gd name="connsiteX524" fmla="*/ 5443664 w 8965936"/>
              <a:gd name="connsiteY524" fmla="*/ 1701229 h 3345776"/>
              <a:gd name="connsiteX525" fmla="*/ 4919323 w 8965936"/>
              <a:gd name="connsiteY525" fmla="*/ 2064923 h 3345776"/>
              <a:gd name="connsiteX526" fmla="*/ 4555374 w 8965936"/>
              <a:gd name="connsiteY526" fmla="*/ 2370512 h 3345776"/>
              <a:gd name="connsiteX527" fmla="*/ 4478753 w 8965936"/>
              <a:gd name="connsiteY527" fmla="*/ 2406523 h 3345776"/>
              <a:gd name="connsiteX528" fmla="*/ 4130129 w 8965936"/>
              <a:gd name="connsiteY528" fmla="*/ 2428744 h 3345776"/>
              <a:gd name="connsiteX529" fmla="*/ 3857359 w 8965936"/>
              <a:gd name="connsiteY529" fmla="*/ 2268606 h 3345776"/>
              <a:gd name="connsiteX530" fmla="*/ 3771798 w 8965936"/>
              <a:gd name="connsiteY530" fmla="*/ 2170787 h 3345776"/>
              <a:gd name="connsiteX531" fmla="*/ 3697348 w 8965936"/>
              <a:gd name="connsiteY531" fmla="*/ 2072713 h 3345776"/>
              <a:gd name="connsiteX532" fmla="*/ 3423813 w 8965936"/>
              <a:gd name="connsiteY532" fmla="*/ 1750395 h 3345776"/>
              <a:gd name="connsiteX533" fmla="*/ 3195357 w 8965936"/>
              <a:gd name="connsiteY533" fmla="*/ 1602134 h 3345776"/>
              <a:gd name="connsiteX534" fmla="*/ 3097664 w 8965936"/>
              <a:gd name="connsiteY534" fmla="*/ 1570846 h 3345776"/>
              <a:gd name="connsiteX535" fmla="*/ 2957193 w 8965936"/>
              <a:gd name="connsiteY535" fmla="*/ 1549265 h 3345776"/>
              <a:gd name="connsiteX536" fmla="*/ 2845582 w 8965936"/>
              <a:gd name="connsiteY536" fmla="*/ 1538665 h 3345776"/>
              <a:gd name="connsiteX537" fmla="*/ 2518149 w 8965936"/>
              <a:gd name="connsiteY537" fmla="*/ 1499719 h 3345776"/>
              <a:gd name="connsiteX538" fmla="*/ 2598735 w 8965936"/>
              <a:gd name="connsiteY538" fmla="*/ 1510878 h 3345776"/>
              <a:gd name="connsiteX539" fmla="*/ 2554041 w 8965936"/>
              <a:gd name="connsiteY539" fmla="*/ 1505846 h 3345776"/>
              <a:gd name="connsiteX540" fmla="*/ 5642767 w 8965936"/>
              <a:gd name="connsiteY540" fmla="*/ 1482923 h 3345776"/>
              <a:gd name="connsiteX541" fmla="*/ 5940423 w 8965936"/>
              <a:gd name="connsiteY541" fmla="*/ 1621799 h 3345776"/>
              <a:gd name="connsiteX542" fmla="*/ 6038369 w 8965936"/>
              <a:gd name="connsiteY542" fmla="*/ 1769293 h 3345776"/>
              <a:gd name="connsiteX543" fmla="*/ 6050235 w 8965936"/>
              <a:gd name="connsiteY543" fmla="*/ 1798633 h 3345776"/>
              <a:gd name="connsiteX544" fmla="*/ 5955364 w 8965936"/>
              <a:gd name="connsiteY544" fmla="*/ 1657299 h 3345776"/>
              <a:gd name="connsiteX545" fmla="*/ 5360914 w 8965936"/>
              <a:gd name="connsiteY545" fmla="*/ 1555138 h 3345776"/>
              <a:gd name="connsiteX546" fmla="*/ 4919450 w 8965936"/>
              <a:gd name="connsiteY546" fmla="*/ 1892270 h 3345776"/>
              <a:gd name="connsiteX547" fmla="*/ 4827249 w 8965936"/>
              <a:gd name="connsiteY547" fmla="*/ 1980894 h 3345776"/>
              <a:gd name="connsiteX548" fmla="*/ 4390257 w 8965936"/>
              <a:gd name="connsiteY548" fmla="*/ 2240639 h 3345776"/>
              <a:gd name="connsiteX549" fmla="*/ 4296396 w 8965936"/>
              <a:gd name="connsiteY549" fmla="*/ 2245236 h 3345776"/>
              <a:gd name="connsiteX550" fmla="*/ 4089551 w 8965936"/>
              <a:gd name="connsiteY550" fmla="*/ 2164002 h 3345776"/>
              <a:gd name="connsiteX551" fmla="*/ 4040853 w 8965936"/>
              <a:gd name="connsiteY551" fmla="*/ 2117363 h 3345776"/>
              <a:gd name="connsiteX552" fmla="*/ 4134249 w 8965936"/>
              <a:gd name="connsiteY552" fmla="*/ 2186357 h 3345776"/>
              <a:gd name="connsiteX553" fmla="*/ 4256680 w 8965936"/>
              <a:gd name="connsiteY553" fmla="*/ 2226720 h 3345776"/>
              <a:gd name="connsiteX554" fmla="*/ 4357565 w 8965936"/>
              <a:gd name="connsiteY554" fmla="*/ 2228380 h 3345776"/>
              <a:gd name="connsiteX555" fmla="*/ 4817290 w 8965936"/>
              <a:gd name="connsiteY555" fmla="*/ 1974126 h 3345776"/>
              <a:gd name="connsiteX556" fmla="*/ 4932221 w 8965936"/>
              <a:gd name="connsiteY556" fmla="*/ 1864686 h 3345776"/>
              <a:gd name="connsiteX557" fmla="*/ 5349803 w 8965936"/>
              <a:gd name="connsiteY557" fmla="*/ 1538282 h 3345776"/>
              <a:gd name="connsiteX558" fmla="*/ 5642767 w 8965936"/>
              <a:gd name="connsiteY558" fmla="*/ 1482923 h 3345776"/>
              <a:gd name="connsiteX559" fmla="*/ 7676284 w 8965936"/>
              <a:gd name="connsiteY559" fmla="*/ 1482607 h 3345776"/>
              <a:gd name="connsiteX560" fmla="*/ 7866926 w 8965936"/>
              <a:gd name="connsiteY560" fmla="*/ 1505718 h 3345776"/>
              <a:gd name="connsiteX561" fmla="*/ 8032937 w 8965936"/>
              <a:gd name="connsiteY561" fmla="*/ 1541985 h 3345776"/>
              <a:gd name="connsiteX562" fmla="*/ 8176473 w 8965936"/>
              <a:gd name="connsiteY562" fmla="*/ 1573911 h 3345776"/>
              <a:gd name="connsiteX563" fmla="*/ 8497451 w 8965936"/>
              <a:gd name="connsiteY563" fmla="*/ 1644737 h 3345776"/>
              <a:gd name="connsiteX564" fmla="*/ 8703048 w 8965936"/>
              <a:gd name="connsiteY564" fmla="*/ 1685992 h 3345776"/>
              <a:gd name="connsiteX565" fmla="*/ 7834233 w 8965936"/>
              <a:gd name="connsiteY565" fmla="*/ 1533812 h 3345776"/>
              <a:gd name="connsiteX566" fmla="*/ 7578830 w 8965936"/>
              <a:gd name="connsiteY566" fmla="*/ 1530109 h 3345776"/>
              <a:gd name="connsiteX567" fmla="*/ 7484035 w 8965936"/>
              <a:gd name="connsiteY567" fmla="*/ 1579359 h 3345776"/>
              <a:gd name="connsiteX568" fmla="*/ 7420706 w 8965936"/>
              <a:gd name="connsiteY568" fmla="*/ 1646189 h 3345776"/>
              <a:gd name="connsiteX569" fmla="*/ 7422677 w 8965936"/>
              <a:gd name="connsiteY569" fmla="*/ 1642301 h 3345776"/>
              <a:gd name="connsiteX570" fmla="*/ 7617269 w 8965936"/>
              <a:gd name="connsiteY570" fmla="*/ 1491544 h 3345776"/>
              <a:gd name="connsiteX571" fmla="*/ 7676284 w 8965936"/>
              <a:gd name="connsiteY571" fmla="*/ 1482607 h 3345776"/>
              <a:gd name="connsiteX572" fmla="*/ 3733863 w 8965936"/>
              <a:gd name="connsiteY572" fmla="*/ 1460330 h 3345776"/>
              <a:gd name="connsiteX573" fmla="*/ 3740308 w 8965936"/>
              <a:gd name="connsiteY573" fmla="*/ 1479730 h 3345776"/>
              <a:gd name="connsiteX574" fmla="*/ 3745888 w 8965936"/>
              <a:gd name="connsiteY574" fmla="*/ 1506057 h 3345776"/>
              <a:gd name="connsiteX575" fmla="*/ 3738225 w 8965936"/>
              <a:gd name="connsiteY575" fmla="*/ 1486873 h 3345776"/>
              <a:gd name="connsiteX576" fmla="*/ 3164848 w 8965936"/>
              <a:gd name="connsiteY576" fmla="*/ 1457595 h 3345776"/>
              <a:gd name="connsiteX577" fmla="*/ 3365581 w 8965936"/>
              <a:gd name="connsiteY577" fmla="*/ 1523212 h 3345776"/>
              <a:gd name="connsiteX578" fmla="*/ 3732466 w 8965936"/>
              <a:gd name="connsiteY578" fmla="*/ 1938626 h 3345776"/>
              <a:gd name="connsiteX579" fmla="*/ 3811641 w 8965936"/>
              <a:gd name="connsiteY579" fmla="*/ 2048320 h 3345776"/>
              <a:gd name="connsiteX580" fmla="*/ 4054274 w 8965936"/>
              <a:gd name="connsiteY580" fmla="*/ 2275374 h 3345776"/>
              <a:gd name="connsiteX581" fmla="*/ 4408645 w 8965936"/>
              <a:gd name="connsiteY581" fmla="*/ 2355187 h 3345776"/>
              <a:gd name="connsiteX582" fmla="*/ 4494716 w 8965936"/>
              <a:gd name="connsiteY582" fmla="*/ 2331306 h 3345776"/>
              <a:gd name="connsiteX583" fmla="*/ 4892378 w 8965936"/>
              <a:gd name="connsiteY583" fmla="*/ 2041042 h 3345776"/>
              <a:gd name="connsiteX584" fmla="*/ 4911534 w 8965936"/>
              <a:gd name="connsiteY584" fmla="*/ 2022269 h 3345776"/>
              <a:gd name="connsiteX585" fmla="*/ 5414932 w 8965936"/>
              <a:gd name="connsiteY585" fmla="*/ 1655894 h 3345776"/>
              <a:gd name="connsiteX586" fmla="*/ 5960728 w 8965936"/>
              <a:gd name="connsiteY586" fmla="*/ 1798665 h 3345776"/>
              <a:gd name="connsiteX587" fmla="*/ 6055099 w 8965936"/>
              <a:gd name="connsiteY587" fmla="*/ 1936710 h 3345776"/>
              <a:gd name="connsiteX588" fmla="*/ 6068840 w 8965936"/>
              <a:gd name="connsiteY588" fmla="*/ 1968990 h 3345776"/>
              <a:gd name="connsiteX589" fmla="*/ 5975668 w 8965936"/>
              <a:gd name="connsiteY589" fmla="*/ 1833911 h 3345776"/>
              <a:gd name="connsiteX590" fmla="*/ 5427574 w 8965936"/>
              <a:gd name="connsiteY590" fmla="*/ 1672113 h 3345776"/>
              <a:gd name="connsiteX591" fmla="*/ 4901445 w 8965936"/>
              <a:gd name="connsiteY591" fmla="*/ 2048194 h 3345776"/>
              <a:gd name="connsiteX592" fmla="*/ 4522811 w 8965936"/>
              <a:gd name="connsiteY592" fmla="*/ 2344589 h 3345776"/>
              <a:gd name="connsiteX593" fmla="*/ 4442614 w 8965936"/>
              <a:gd name="connsiteY593" fmla="*/ 2374215 h 3345776"/>
              <a:gd name="connsiteX594" fmla="*/ 4096032 w 8965936"/>
              <a:gd name="connsiteY594" fmla="*/ 2346376 h 3345776"/>
              <a:gd name="connsiteX595" fmla="*/ 3839608 w 8965936"/>
              <a:gd name="connsiteY595" fmla="*/ 2154824 h 3345776"/>
              <a:gd name="connsiteX596" fmla="*/ 3757497 w 8965936"/>
              <a:gd name="connsiteY596" fmla="*/ 2051514 h 3345776"/>
              <a:gd name="connsiteX597" fmla="*/ 3747152 w 8965936"/>
              <a:gd name="connsiteY597" fmla="*/ 2037084 h 3345776"/>
              <a:gd name="connsiteX598" fmla="*/ 3398018 w 8965936"/>
              <a:gd name="connsiteY598" fmla="*/ 1631504 h 3345776"/>
              <a:gd name="connsiteX599" fmla="*/ 3154366 w 8965936"/>
              <a:gd name="connsiteY599" fmla="*/ 1523979 h 3345776"/>
              <a:gd name="connsiteX600" fmla="*/ 3054503 w 8965936"/>
              <a:gd name="connsiteY600" fmla="*/ 1516062 h 3345776"/>
              <a:gd name="connsiteX601" fmla="*/ 2957321 w 8965936"/>
              <a:gd name="connsiteY601" fmla="*/ 1516062 h 3345776"/>
              <a:gd name="connsiteX602" fmla="*/ 2913010 w 8965936"/>
              <a:gd name="connsiteY602" fmla="*/ 1516062 h 3345776"/>
              <a:gd name="connsiteX603" fmla="*/ 2682987 w 8965936"/>
              <a:gd name="connsiteY603" fmla="*/ 1509151 h 3345776"/>
              <a:gd name="connsiteX604" fmla="*/ 2625432 w 8965936"/>
              <a:gd name="connsiteY604" fmla="*/ 1501174 h 3345776"/>
              <a:gd name="connsiteX605" fmla="*/ 2702877 w 8965936"/>
              <a:gd name="connsiteY605" fmla="*/ 1505207 h 3345776"/>
              <a:gd name="connsiteX606" fmla="*/ 2870997 w 8965936"/>
              <a:gd name="connsiteY606" fmla="*/ 1496012 h 3345776"/>
              <a:gd name="connsiteX607" fmla="*/ 3010189 w 8965936"/>
              <a:gd name="connsiteY607" fmla="*/ 1474431 h 3345776"/>
              <a:gd name="connsiteX608" fmla="*/ 3026536 w 8965936"/>
              <a:gd name="connsiteY608" fmla="*/ 1471366 h 3345776"/>
              <a:gd name="connsiteX609" fmla="*/ 3114395 w 8965936"/>
              <a:gd name="connsiteY609" fmla="*/ 1458596 h 3345776"/>
              <a:gd name="connsiteX610" fmla="*/ 3164848 w 8965936"/>
              <a:gd name="connsiteY610" fmla="*/ 1457595 h 3345776"/>
              <a:gd name="connsiteX611" fmla="*/ 3711789 w 8965936"/>
              <a:gd name="connsiteY611" fmla="*/ 1456683 h 3345776"/>
              <a:gd name="connsiteX612" fmla="*/ 3718675 w 8965936"/>
              <a:gd name="connsiteY612" fmla="*/ 1472643 h 3345776"/>
              <a:gd name="connsiteX613" fmla="*/ 3726047 w 8965936"/>
              <a:gd name="connsiteY613" fmla="*/ 1491091 h 3345776"/>
              <a:gd name="connsiteX614" fmla="*/ 3731828 w 8965936"/>
              <a:gd name="connsiteY614" fmla="*/ 1526279 h 3345776"/>
              <a:gd name="connsiteX615" fmla="*/ 3744925 w 8965936"/>
              <a:gd name="connsiteY615" fmla="*/ 1575953 h 3345776"/>
              <a:gd name="connsiteX616" fmla="*/ 3731201 w 8965936"/>
              <a:gd name="connsiteY616" fmla="*/ 1547991 h 3345776"/>
              <a:gd name="connsiteX617" fmla="*/ 3721800 w 8965936"/>
              <a:gd name="connsiteY617" fmla="*/ 1509636 h 3345776"/>
              <a:gd name="connsiteX618" fmla="*/ 5632454 w 8965936"/>
              <a:gd name="connsiteY618" fmla="*/ 1442410 h 3345776"/>
              <a:gd name="connsiteX619" fmla="*/ 5935697 w 8965936"/>
              <a:gd name="connsiteY619" fmla="*/ 1577358 h 3345776"/>
              <a:gd name="connsiteX620" fmla="*/ 6034410 w 8965936"/>
              <a:gd name="connsiteY620" fmla="*/ 1726769 h 3345776"/>
              <a:gd name="connsiteX621" fmla="*/ 6047459 w 8965936"/>
              <a:gd name="connsiteY621" fmla="*/ 1760197 h 3345776"/>
              <a:gd name="connsiteX622" fmla="*/ 5949361 w 8965936"/>
              <a:gd name="connsiteY622" fmla="*/ 1612987 h 3345776"/>
              <a:gd name="connsiteX623" fmla="*/ 5343290 w 8965936"/>
              <a:gd name="connsiteY623" fmla="*/ 1526406 h 3345776"/>
              <a:gd name="connsiteX624" fmla="*/ 4921876 w 8965936"/>
              <a:gd name="connsiteY624" fmla="*/ 1855492 h 3345776"/>
              <a:gd name="connsiteX625" fmla="*/ 4807839 w 8965936"/>
              <a:gd name="connsiteY625" fmla="*/ 1964677 h 3345776"/>
              <a:gd name="connsiteX626" fmla="*/ 4356160 w 8965936"/>
              <a:gd name="connsiteY626" fmla="*/ 2215355 h 3345776"/>
              <a:gd name="connsiteX627" fmla="*/ 4258850 w 8965936"/>
              <a:gd name="connsiteY627" fmla="*/ 2213821 h 3345776"/>
              <a:gd name="connsiteX628" fmla="*/ 4139483 w 8965936"/>
              <a:gd name="connsiteY628" fmla="*/ 2174256 h 3345776"/>
              <a:gd name="connsiteX629" fmla="*/ 4084426 w 8965936"/>
              <a:gd name="connsiteY629" fmla="*/ 2133513 h 3345776"/>
              <a:gd name="connsiteX630" fmla="*/ 4142662 w 8965936"/>
              <a:gd name="connsiteY630" fmla="*/ 2168346 h 3345776"/>
              <a:gd name="connsiteX631" fmla="*/ 4220413 w 8965936"/>
              <a:gd name="connsiteY631" fmla="*/ 2194283 h 3345776"/>
              <a:gd name="connsiteX632" fmla="*/ 4325000 w 8965936"/>
              <a:gd name="connsiteY632" fmla="*/ 2202456 h 3345776"/>
              <a:gd name="connsiteX633" fmla="*/ 4799410 w 8965936"/>
              <a:gd name="connsiteY633" fmla="*/ 1957270 h 3345776"/>
              <a:gd name="connsiteX634" fmla="*/ 4934646 w 8965936"/>
              <a:gd name="connsiteY634" fmla="*/ 1828036 h 3345776"/>
              <a:gd name="connsiteX635" fmla="*/ 5333712 w 8965936"/>
              <a:gd name="connsiteY635" fmla="*/ 1508782 h 3345776"/>
              <a:gd name="connsiteX636" fmla="*/ 5632454 w 8965936"/>
              <a:gd name="connsiteY636" fmla="*/ 1442410 h 3345776"/>
              <a:gd name="connsiteX637" fmla="*/ 7323413 w 8965936"/>
              <a:gd name="connsiteY637" fmla="*/ 1438157 h 3345776"/>
              <a:gd name="connsiteX638" fmla="*/ 7289187 w 8965936"/>
              <a:gd name="connsiteY638" fmla="*/ 1575861 h 3345776"/>
              <a:gd name="connsiteX639" fmla="*/ 7295971 w 8965936"/>
              <a:gd name="connsiteY639" fmla="*/ 1540836 h 3345776"/>
              <a:gd name="connsiteX640" fmla="*/ 7710753 w 8965936"/>
              <a:gd name="connsiteY640" fmla="*/ 1433615 h 3345776"/>
              <a:gd name="connsiteX641" fmla="*/ 7900766 w 8965936"/>
              <a:gd name="connsiteY641" fmla="*/ 1464215 h 3345776"/>
              <a:gd name="connsiteX642" fmla="*/ 8066778 w 8965936"/>
              <a:gd name="connsiteY642" fmla="*/ 1507633 h 3345776"/>
              <a:gd name="connsiteX643" fmla="*/ 8209292 w 8965936"/>
              <a:gd name="connsiteY643" fmla="*/ 1546582 h 3345776"/>
              <a:gd name="connsiteX644" fmla="*/ 8529440 w 8965936"/>
              <a:gd name="connsiteY644" fmla="*/ 1632206 h 3345776"/>
              <a:gd name="connsiteX645" fmla="*/ 8761705 w 8965936"/>
              <a:gd name="connsiteY645" fmla="*/ 1684546 h 3345776"/>
              <a:gd name="connsiteX646" fmla="*/ 8500627 w 8965936"/>
              <a:gd name="connsiteY646" fmla="*/ 1632334 h 3345776"/>
              <a:gd name="connsiteX647" fmla="*/ 8179666 w 8965936"/>
              <a:gd name="connsiteY647" fmla="*/ 1561268 h 3345776"/>
              <a:gd name="connsiteX648" fmla="*/ 8035235 w 8965936"/>
              <a:gd name="connsiteY648" fmla="*/ 1528833 h 3345776"/>
              <a:gd name="connsiteX649" fmla="*/ 7869224 w 8965936"/>
              <a:gd name="connsiteY649" fmla="*/ 1492565 h 3345776"/>
              <a:gd name="connsiteX650" fmla="*/ 7613821 w 8965936"/>
              <a:gd name="connsiteY650" fmla="*/ 1478518 h 3345776"/>
              <a:gd name="connsiteX651" fmla="*/ 7468992 w 8965936"/>
              <a:gd name="connsiteY651" fmla="*/ 1562003 h 3345776"/>
              <a:gd name="connsiteX652" fmla="*/ 7425515 w 8965936"/>
              <a:gd name="connsiteY652" fmla="*/ 1616908 h 3345776"/>
              <a:gd name="connsiteX653" fmla="*/ 7447736 w 8965936"/>
              <a:gd name="connsiteY653" fmla="*/ 1578783 h 3345776"/>
              <a:gd name="connsiteX654" fmla="*/ 7649961 w 8965936"/>
              <a:gd name="connsiteY654" fmla="*/ 1439824 h 3345776"/>
              <a:gd name="connsiteX655" fmla="*/ 7710753 w 8965936"/>
              <a:gd name="connsiteY655" fmla="*/ 1433615 h 3345776"/>
              <a:gd name="connsiteX656" fmla="*/ 7340533 w 8965936"/>
              <a:gd name="connsiteY656" fmla="*/ 1426304 h 3345776"/>
              <a:gd name="connsiteX657" fmla="*/ 7284352 w 8965936"/>
              <a:gd name="connsiteY657" fmla="*/ 1669431 h 3345776"/>
              <a:gd name="connsiteX658" fmla="*/ 7274901 w 8965936"/>
              <a:gd name="connsiteY658" fmla="*/ 1723065 h 3345776"/>
              <a:gd name="connsiteX659" fmla="*/ 7100716 w 8965936"/>
              <a:gd name="connsiteY659" fmla="*/ 2307555 h 3345776"/>
              <a:gd name="connsiteX660" fmla="*/ 7011326 w 8965936"/>
              <a:gd name="connsiteY660" fmla="*/ 2424529 h 3345776"/>
              <a:gd name="connsiteX661" fmla="*/ 6444715 w 8965936"/>
              <a:gd name="connsiteY661" fmla="*/ 2540993 h 3345776"/>
              <a:gd name="connsiteX662" fmla="*/ 6361837 w 8965936"/>
              <a:gd name="connsiteY662" fmla="*/ 2480078 h 3345776"/>
              <a:gd name="connsiteX663" fmla="*/ 6347531 w 8965936"/>
              <a:gd name="connsiteY663" fmla="*/ 2462668 h 3345776"/>
              <a:gd name="connsiteX664" fmla="*/ 6432710 w 8965936"/>
              <a:gd name="connsiteY664" fmla="*/ 2524009 h 3345776"/>
              <a:gd name="connsiteX665" fmla="*/ 6622603 w 8965936"/>
              <a:gd name="connsiteY665" fmla="*/ 2569470 h 3345776"/>
              <a:gd name="connsiteX666" fmla="*/ 7020775 w 8965936"/>
              <a:gd name="connsiteY666" fmla="*/ 2381749 h 3345776"/>
              <a:gd name="connsiteX667" fmla="*/ 7110166 w 8965936"/>
              <a:gd name="connsiteY667" fmla="*/ 2257879 h 3345776"/>
              <a:gd name="connsiteX668" fmla="*/ 7282180 w 8965936"/>
              <a:gd name="connsiteY668" fmla="*/ 1680796 h 3345776"/>
              <a:gd name="connsiteX669" fmla="*/ 7296227 w 8965936"/>
              <a:gd name="connsiteY669" fmla="*/ 1604814 h 3345776"/>
              <a:gd name="connsiteX670" fmla="*/ 5631034 w 8965936"/>
              <a:gd name="connsiteY670" fmla="*/ 1404293 h 3345776"/>
              <a:gd name="connsiteX671" fmla="*/ 5930334 w 8965936"/>
              <a:gd name="connsiteY671" fmla="*/ 1533941 h 3345776"/>
              <a:gd name="connsiteX672" fmla="*/ 6030069 w 8965936"/>
              <a:gd name="connsiteY672" fmla="*/ 1685777 h 3345776"/>
              <a:gd name="connsiteX673" fmla="*/ 6040639 w 8965936"/>
              <a:gd name="connsiteY673" fmla="*/ 1713811 h 3345776"/>
              <a:gd name="connsiteX674" fmla="*/ 5945402 w 8965936"/>
              <a:gd name="connsiteY674" fmla="*/ 1569696 h 3345776"/>
              <a:gd name="connsiteX675" fmla="*/ 5327711 w 8965936"/>
              <a:gd name="connsiteY675" fmla="*/ 1498183 h 3345776"/>
              <a:gd name="connsiteX676" fmla="*/ 4925197 w 8965936"/>
              <a:gd name="connsiteY676" fmla="*/ 1819863 h 3345776"/>
              <a:gd name="connsiteX677" fmla="*/ 4790471 w 8965936"/>
              <a:gd name="connsiteY677" fmla="*/ 1948841 h 3345776"/>
              <a:gd name="connsiteX678" fmla="*/ 4324107 w 8965936"/>
              <a:gd name="connsiteY678" fmla="*/ 2190580 h 3345776"/>
              <a:gd name="connsiteX679" fmla="*/ 4223351 w 8965936"/>
              <a:gd name="connsiteY679" fmla="*/ 2182662 h 3345776"/>
              <a:gd name="connsiteX680" fmla="*/ 4124098 w 8965936"/>
              <a:gd name="connsiteY680" fmla="*/ 2145330 h 3345776"/>
              <a:gd name="connsiteX681" fmla="*/ 4092820 w 8965936"/>
              <a:gd name="connsiteY681" fmla="*/ 2121794 h 3345776"/>
              <a:gd name="connsiteX682" fmla="*/ 4182740 w 8965936"/>
              <a:gd name="connsiteY682" fmla="*/ 2162997 h 3345776"/>
              <a:gd name="connsiteX683" fmla="*/ 4290904 w 8965936"/>
              <a:gd name="connsiteY683" fmla="*/ 2177555 h 3345776"/>
              <a:gd name="connsiteX684" fmla="*/ 4780766 w 8965936"/>
              <a:gd name="connsiteY684" fmla="*/ 1941307 h 3345776"/>
              <a:gd name="connsiteX685" fmla="*/ 4935667 w 8965936"/>
              <a:gd name="connsiteY685" fmla="*/ 1793046 h 3345776"/>
              <a:gd name="connsiteX686" fmla="*/ 5317366 w 8965936"/>
              <a:gd name="connsiteY686" fmla="*/ 1480179 h 3345776"/>
              <a:gd name="connsiteX687" fmla="*/ 5631034 w 8965936"/>
              <a:gd name="connsiteY687" fmla="*/ 1404293 h 3345776"/>
              <a:gd name="connsiteX688" fmla="*/ 7747045 w 8965936"/>
              <a:gd name="connsiteY688" fmla="*/ 1384856 h 3345776"/>
              <a:gd name="connsiteX689" fmla="*/ 7936394 w 8965936"/>
              <a:gd name="connsiteY689" fmla="*/ 1422712 h 3345776"/>
              <a:gd name="connsiteX690" fmla="*/ 8101255 w 8965936"/>
              <a:gd name="connsiteY690" fmla="*/ 1473793 h 3345776"/>
              <a:gd name="connsiteX691" fmla="*/ 8241727 w 8965936"/>
              <a:gd name="connsiteY691" fmla="*/ 1519255 h 3345776"/>
              <a:gd name="connsiteX692" fmla="*/ 8561060 w 8965936"/>
              <a:gd name="connsiteY692" fmla="*/ 1619803 h 3345776"/>
              <a:gd name="connsiteX693" fmla="*/ 8811595 w 8965936"/>
              <a:gd name="connsiteY693" fmla="*/ 1682440 h 3345776"/>
              <a:gd name="connsiteX694" fmla="*/ 8532600 w 8965936"/>
              <a:gd name="connsiteY694" fmla="*/ 1619548 h 3345776"/>
              <a:gd name="connsiteX695" fmla="*/ 8212868 w 8965936"/>
              <a:gd name="connsiteY695" fmla="*/ 1533939 h 3345776"/>
              <a:gd name="connsiteX696" fmla="*/ 8070354 w 8965936"/>
              <a:gd name="connsiteY696" fmla="*/ 1494991 h 3345776"/>
              <a:gd name="connsiteX697" fmla="*/ 7904342 w 8965936"/>
              <a:gd name="connsiteY697" fmla="*/ 1451572 h 3345776"/>
              <a:gd name="connsiteX698" fmla="*/ 7647534 w 8965936"/>
              <a:gd name="connsiteY698" fmla="*/ 1427054 h 3345776"/>
              <a:gd name="connsiteX699" fmla="*/ 7437246 w 8965936"/>
              <a:gd name="connsiteY699" fmla="*/ 1570664 h 3345776"/>
              <a:gd name="connsiteX700" fmla="*/ 7412839 w 8965936"/>
              <a:gd name="connsiteY700" fmla="*/ 1612615 h 3345776"/>
              <a:gd name="connsiteX701" fmla="*/ 7419970 w 8965936"/>
              <a:gd name="connsiteY701" fmla="*/ 1596258 h 3345776"/>
              <a:gd name="connsiteX702" fmla="*/ 7684440 w 8965936"/>
              <a:gd name="connsiteY702" fmla="*/ 1388232 h 3345776"/>
              <a:gd name="connsiteX703" fmla="*/ 7747045 w 8965936"/>
              <a:gd name="connsiteY703" fmla="*/ 1384856 h 3345776"/>
              <a:gd name="connsiteX704" fmla="*/ 5620834 w 8965936"/>
              <a:gd name="connsiteY704" fmla="*/ 1363665 h 3345776"/>
              <a:gd name="connsiteX705" fmla="*/ 5925864 w 8965936"/>
              <a:gd name="connsiteY705" fmla="*/ 1489755 h 3345776"/>
              <a:gd name="connsiteX706" fmla="*/ 6025855 w 8965936"/>
              <a:gd name="connsiteY706" fmla="*/ 1644018 h 3345776"/>
              <a:gd name="connsiteX707" fmla="*/ 6032821 w 8965936"/>
              <a:gd name="connsiteY707" fmla="*/ 1663141 h 3345776"/>
              <a:gd name="connsiteX708" fmla="*/ 5997671 w 8965936"/>
              <a:gd name="connsiteY708" fmla="*/ 1598403 h 3345776"/>
              <a:gd name="connsiteX709" fmla="*/ 5940038 w 8965936"/>
              <a:gd name="connsiteY709" fmla="*/ 1525001 h 3345776"/>
              <a:gd name="connsiteX710" fmla="*/ 5310855 w 8965936"/>
              <a:gd name="connsiteY710" fmla="*/ 1468558 h 3345776"/>
              <a:gd name="connsiteX711" fmla="*/ 4925962 w 8965936"/>
              <a:gd name="connsiteY711" fmla="*/ 1783468 h 3345776"/>
              <a:gd name="connsiteX712" fmla="*/ 4771445 w 8965936"/>
              <a:gd name="connsiteY712" fmla="*/ 1931347 h 3345776"/>
              <a:gd name="connsiteX713" fmla="*/ 4290520 w 8965936"/>
              <a:gd name="connsiteY713" fmla="*/ 2164018 h 3345776"/>
              <a:gd name="connsiteX714" fmla="*/ 4186189 w 8965936"/>
              <a:gd name="connsiteY714" fmla="*/ 2149972 h 3345776"/>
              <a:gd name="connsiteX715" fmla="*/ 4083511 w 8965936"/>
              <a:gd name="connsiteY715" fmla="*/ 2103338 h 3345776"/>
              <a:gd name="connsiteX716" fmla="*/ 4068413 w 8965936"/>
              <a:gd name="connsiteY716" fmla="*/ 2090162 h 3345776"/>
              <a:gd name="connsiteX717" fmla="*/ 4145835 w 8965936"/>
              <a:gd name="connsiteY717" fmla="*/ 2131327 h 3345776"/>
              <a:gd name="connsiteX718" fmla="*/ 4257447 w 8965936"/>
              <a:gd name="connsiteY718" fmla="*/ 2152270 h 3345776"/>
              <a:gd name="connsiteX719" fmla="*/ 4762633 w 8965936"/>
              <a:gd name="connsiteY719" fmla="*/ 1925216 h 3345776"/>
              <a:gd name="connsiteX720" fmla="*/ 4934520 w 8965936"/>
              <a:gd name="connsiteY720" fmla="*/ 1759971 h 3345776"/>
              <a:gd name="connsiteX721" fmla="*/ 5301533 w 8965936"/>
              <a:gd name="connsiteY721" fmla="*/ 1451445 h 3345776"/>
              <a:gd name="connsiteX722" fmla="*/ 5620834 w 8965936"/>
              <a:gd name="connsiteY722" fmla="*/ 1363665 h 3345776"/>
              <a:gd name="connsiteX723" fmla="*/ 3187440 w 8965936"/>
              <a:gd name="connsiteY723" fmla="*/ 1363443 h 3345776"/>
              <a:gd name="connsiteX724" fmla="*/ 3340168 w 8965936"/>
              <a:gd name="connsiteY724" fmla="*/ 1403813 h 3345776"/>
              <a:gd name="connsiteX725" fmla="*/ 3717398 w 8965936"/>
              <a:gd name="connsiteY725" fmla="*/ 1817820 h 3345776"/>
              <a:gd name="connsiteX726" fmla="*/ 3792741 w 8965936"/>
              <a:gd name="connsiteY726" fmla="*/ 1932751 h 3345776"/>
              <a:gd name="connsiteX727" fmla="*/ 4018262 w 8965936"/>
              <a:gd name="connsiteY727" fmla="*/ 2191602 h 3345776"/>
              <a:gd name="connsiteX728" fmla="*/ 4371100 w 8965936"/>
              <a:gd name="connsiteY728" fmla="*/ 2322751 h 3345776"/>
              <a:gd name="connsiteX729" fmla="*/ 4460491 w 8965936"/>
              <a:gd name="connsiteY729" fmla="*/ 2305128 h 3345776"/>
              <a:gd name="connsiteX730" fmla="*/ 4873605 w 8965936"/>
              <a:gd name="connsiteY730" fmla="*/ 2024185 h 3345776"/>
              <a:gd name="connsiteX731" fmla="*/ 4918429 w 8965936"/>
              <a:gd name="connsiteY731" fmla="*/ 1980639 h 3345776"/>
              <a:gd name="connsiteX732" fmla="*/ 5398458 w 8965936"/>
              <a:gd name="connsiteY732" fmla="*/ 1626268 h 3345776"/>
              <a:gd name="connsiteX733" fmla="*/ 5955491 w 8965936"/>
              <a:gd name="connsiteY733" fmla="*/ 1753969 h 3345776"/>
              <a:gd name="connsiteX734" fmla="*/ 6050884 w 8965936"/>
              <a:gd name="connsiteY734" fmla="*/ 1894440 h 3345776"/>
              <a:gd name="connsiteX735" fmla="*/ 6062310 w 8965936"/>
              <a:gd name="connsiteY735" fmla="*/ 1922438 h 3345776"/>
              <a:gd name="connsiteX736" fmla="*/ 5970815 w 8965936"/>
              <a:gd name="connsiteY736" fmla="*/ 1788960 h 3345776"/>
              <a:gd name="connsiteX737" fmla="*/ 5411101 w 8965936"/>
              <a:gd name="connsiteY737" fmla="*/ 1642230 h 3345776"/>
              <a:gd name="connsiteX738" fmla="*/ 4902211 w 8965936"/>
              <a:gd name="connsiteY738" fmla="*/ 2012564 h 3345776"/>
              <a:gd name="connsiteX739" fmla="*/ 4883056 w 8965936"/>
              <a:gd name="connsiteY739" fmla="*/ 2031336 h 3345776"/>
              <a:gd name="connsiteX740" fmla="*/ 4489991 w 8965936"/>
              <a:gd name="connsiteY740" fmla="*/ 2318536 h 3345776"/>
              <a:gd name="connsiteX741" fmla="*/ 4406347 w 8965936"/>
              <a:gd name="connsiteY741" fmla="*/ 2341906 h 3345776"/>
              <a:gd name="connsiteX742" fmla="*/ 4061554 w 8965936"/>
              <a:gd name="connsiteY742" fmla="*/ 2264009 h 3345776"/>
              <a:gd name="connsiteX743" fmla="*/ 3821730 w 8965936"/>
              <a:gd name="connsiteY743" fmla="*/ 2039765 h 3345776"/>
              <a:gd name="connsiteX744" fmla="*/ 3743066 w 8965936"/>
              <a:gd name="connsiteY744" fmla="*/ 1930962 h 3345776"/>
              <a:gd name="connsiteX745" fmla="*/ 3371967 w 8965936"/>
              <a:gd name="connsiteY745" fmla="*/ 1511464 h 3345776"/>
              <a:gd name="connsiteX746" fmla="*/ 3112990 w 8965936"/>
              <a:gd name="connsiteY746" fmla="*/ 1445059 h 3345776"/>
              <a:gd name="connsiteX747" fmla="*/ 3023600 w 8965936"/>
              <a:gd name="connsiteY747" fmla="*/ 1457829 h 3345776"/>
              <a:gd name="connsiteX748" fmla="*/ 3007382 w 8965936"/>
              <a:gd name="connsiteY748" fmla="*/ 1460767 h 3345776"/>
              <a:gd name="connsiteX749" fmla="*/ 2868953 w 8965936"/>
              <a:gd name="connsiteY749" fmla="*/ 1482348 h 3345776"/>
              <a:gd name="connsiteX750" fmla="*/ 2581320 w 8965936"/>
              <a:gd name="connsiteY750" fmla="*/ 1485204 h 3345776"/>
              <a:gd name="connsiteX751" fmla="*/ 2557090 w 8965936"/>
              <a:gd name="connsiteY751" fmla="*/ 1480778 h 3345776"/>
              <a:gd name="connsiteX752" fmla="*/ 2624996 w 8965936"/>
              <a:gd name="connsiteY752" fmla="*/ 1484870 h 3345776"/>
              <a:gd name="connsiteX753" fmla="*/ 2827960 w 8965936"/>
              <a:gd name="connsiteY753" fmla="*/ 1462427 h 3345776"/>
              <a:gd name="connsiteX754" fmla="*/ 2972900 w 8965936"/>
              <a:gd name="connsiteY754" fmla="*/ 1417986 h 3345776"/>
              <a:gd name="connsiteX755" fmla="*/ 3005081 w 8965936"/>
              <a:gd name="connsiteY755" fmla="*/ 1405216 h 3345776"/>
              <a:gd name="connsiteX756" fmla="*/ 3075701 w 8965936"/>
              <a:gd name="connsiteY756" fmla="*/ 1379676 h 3345776"/>
              <a:gd name="connsiteX757" fmla="*/ 3187440 w 8965936"/>
              <a:gd name="connsiteY757" fmla="*/ 1363443 h 3345776"/>
              <a:gd name="connsiteX758" fmla="*/ 3698032 w 8965936"/>
              <a:gd name="connsiteY758" fmla="*/ 1353295 h 3345776"/>
              <a:gd name="connsiteX759" fmla="*/ 3700030 w 8965936"/>
              <a:gd name="connsiteY759" fmla="*/ 1358478 h 3345776"/>
              <a:gd name="connsiteX760" fmla="*/ 3708391 w 8965936"/>
              <a:gd name="connsiteY760" fmla="*/ 1383650 h 3345776"/>
              <a:gd name="connsiteX761" fmla="*/ 3717095 w 8965936"/>
              <a:gd name="connsiteY761" fmla="*/ 1436618 h 3345776"/>
              <a:gd name="connsiteX762" fmla="*/ 3704782 w 8965936"/>
              <a:gd name="connsiteY762" fmla="*/ 1408120 h 3345776"/>
              <a:gd name="connsiteX763" fmla="*/ 7782881 w 8965936"/>
              <a:gd name="connsiteY763" fmla="*/ 1336260 h 3345776"/>
              <a:gd name="connsiteX764" fmla="*/ 7971512 w 8965936"/>
              <a:gd name="connsiteY764" fmla="*/ 1381208 h 3345776"/>
              <a:gd name="connsiteX765" fmla="*/ 8135608 w 8965936"/>
              <a:gd name="connsiteY765" fmla="*/ 1438802 h 3345776"/>
              <a:gd name="connsiteX766" fmla="*/ 8283741 w 8965936"/>
              <a:gd name="connsiteY766" fmla="*/ 1494096 h 3345776"/>
              <a:gd name="connsiteX767" fmla="*/ 8597664 w 8965936"/>
              <a:gd name="connsiteY767" fmla="*/ 1607128 h 3345776"/>
              <a:gd name="connsiteX768" fmla="*/ 8746425 w 8965936"/>
              <a:gd name="connsiteY768" fmla="*/ 1652655 h 3345776"/>
              <a:gd name="connsiteX769" fmla="*/ 8564157 w 8965936"/>
              <a:gd name="connsiteY769" fmla="*/ 1607065 h 3345776"/>
              <a:gd name="connsiteX770" fmla="*/ 8245431 w 8965936"/>
              <a:gd name="connsiteY770" fmla="*/ 1506867 h 3345776"/>
              <a:gd name="connsiteX771" fmla="*/ 8104960 w 8965936"/>
              <a:gd name="connsiteY771" fmla="*/ 1461405 h 3345776"/>
              <a:gd name="connsiteX772" fmla="*/ 7939842 w 8965936"/>
              <a:gd name="connsiteY772" fmla="*/ 1410324 h 3345776"/>
              <a:gd name="connsiteX773" fmla="*/ 7682013 w 8965936"/>
              <a:gd name="connsiteY773" fmla="*/ 1375590 h 3345776"/>
              <a:gd name="connsiteX774" fmla="*/ 7463536 w 8965936"/>
              <a:gd name="connsiteY774" fmla="*/ 1506881 h 3345776"/>
              <a:gd name="connsiteX775" fmla="*/ 7422320 w 8965936"/>
              <a:gd name="connsiteY775" fmla="*/ 1569339 h 3345776"/>
              <a:gd name="connsiteX776" fmla="*/ 7442189 w 8965936"/>
              <a:gd name="connsiteY776" fmla="*/ 1529215 h 3345776"/>
              <a:gd name="connsiteX777" fmla="*/ 7718407 w 8965936"/>
              <a:gd name="connsiteY777" fmla="*/ 1336768 h 3345776"/>
              <a:gd name="connsiteX778" fmla="*/ 7782881 w 8965936"/>
              <a:gd name="connsiteY778" fmla="*/ 1336260 h 3345776"/>
              <a:gd name="connsiteX779" fmla="*/ 2225520 w 8965936"/>
              <a:gd name="connsiteY779" fmla="*/ 1328528 h 3345776"/>
              <a:gd name="connsiteX780" fmla="*/ 2228155 w 8965936"/>
              <a:gd name="connsiteY780" fmla="*/ 1331883 h 3345776"/>
              <a:gd name="connsiteX781" fmla="*/ 2223541 w 8965936"/>
              <a:gd name="connsiteY781" fmla="*/ 1328772 h 3345776"/>
              <a:gd name="connsiteX782" fmla="*/ 5609693 w 8965936"/>
              <a:gd name="connsiteY782" fmla="*/ 1322835 h 3345776"/>
              <a:gd name="connsiteX783" fmla="*/ 5920501 w 8965936"/>
              <a:gd name="connsiteY783" fmla="*/ 1445571 h 3345776"/>
              <a:gd name="connsiteX784" fmla="*/ 6021897 w 8965936"/>
              <a:gd name="connsiteY784" fmla="*/ 1601878 h 3345776"/>
              <a:gd name="connsiteX785" fmla="*/ 6027375 w 8965936"/>
              <a:gd name="connsiteY785" fmla="*/ 1617407 h 3345776"/>
              <a:gd name="connsiteX786" fmla="*/ 5993608 w 8965936"/>
              <a:gd name="connsiteY786" fmla="*/ 1554506 h 3345776"/>
              <a:gd name="connsiteX787" fmla="*/ 5935187 w 8965936"/>
              <a:gd name="connsiteY787" fmla="*/ 1480050 h 3345776"/>
              <a:gd name="connsiteX788" fmla="*/ 5294382 w 8965936"/>
              <a:gd name="connsiteY788" fmla="*/ 1438675 h 3345776"/>
              <a:gd name="connsiteX789" fmla="*/ 4924048 w 8965936"/>
              <a:gd name="connsiteY789" fmla="*/ 1749499 h 3345776"/>
              <a:gd name="connsiteX790" fmla="*/ 4752801 w 8965936"/>
              <a:gd name="connsiteY790" fmla="*/ 1914106 h 3345776"/>
              <a:gd name="connsiteX791" fmla="*/ 4257063 w 8965936"/>
              <a:gd name="connsiteY791" fmla="*/ 2137838 h 3345776"/>
              <a:gd name="connsiteX792" fmla="*/ 4149283 w 8965936"/>
              <a:gd name="connsiteY792" fmla="*/ 2117535 h 3345776"/>
              <a:gd name="connsiteX793" fmla="*/ 4117924 w 8965936"/>
              <a:gd name="connsiteY793" fmla="*/ 2100808 h 3345776"/>
              <a:gd name="connsiteX794" fmla="*/ 4223223 w 8965936"/>
              <a:gd name="connsiteY794" fmla="*/ 2125964 h 3345776"/>
              <a:gd name="connsiteX795" fmla="*/ 4743606 w 8965936"/>
              <a:gd name="connsiteY795" fmla="*/ 1907977 h 3345776"/>
              <a:gd name="connsiteX796" fmla="*/ 4933626 w 8965936"/>
              <a:gd name="connsiteY796" fmla="*/ 1724598 h 3345776"/>
              <a:gd name="connsiteX797" fmla="*/ 5284804 w 8965936"/>
              <a:gd name="connsiteY797" fmla="*/ 1421435 h 3345776"/>
              <a:gd name="connsiteX798" fmla="*/ 5609693 w 8965936"/>
              <a:gd name="connsiteY798" fmla="*/ 1322835 h 3345776"/>
              <a:gd name="connsiteX799" fmla="*/ 2176220 w 8965936"/>
              <a:gd name="connsiteY799" fmla="*/ 1311298 h 3345776"/>
              <a:gd name="connsiteX800" fmla="*/ 2182046 w 8965936"/>
              <a:gd name="connsiteY800" fmla="*/ 1317885 h 3345776"/>
              <a:gd name="connsiteX801" fmla="*/ 2176753 w 8965936"/>
              <a:gd name="connsiteY801" fmla="*/ 1317889 h 3345776"/>
              <a:gd name="connsiteX802" fmla="*/ 2172388 w 8965936"/>
              <a:gd name="connsiteY802" fmla="*/ 1312003 h 3345776"/>
              <a:gd name="connsiteX803" fmla="*/ 2196907 w 8965936"/>
              <a:gd name="connsiteY803" fmla="*/ 1307492 h 3345776"/>
              <a:gd name="connsiteX804" fmla="*/ 2202204 w 8965936"/>
              <a:gd name="connsiteY804" fmla="*/ 1317129 h 3345776"/>
              <a:gd name="connsiteX805" fmla="*/ 2201842 w 8965936"/>
              <a:gd name="connsiteY805" fmla="*/ 1316847 h 3345776"/>
              <a:gd name="connsiteX806" fmla="*/ 2200308 w 8965936"/>
              <a:gd name="connsiteY806" fmla="*/ 1316847 h 3345776"/>
              <a:gd name="connsiteX807" fmla="*/ 2200044 w 8965936"/>
              <a:gd name="connsiteY807" fmla="*/ 1316847 h 3345776"/>
              <a:gd name="connsiteX808" fmla="*/ 2192513 w 8965936"/>
              <a:gd name="connsiteY808" fmla="*/ 1308300 h 3345776"/>
              <a:gd name="connsiteX809" fmla="*/ 7751993 w 8965936"/>
              <a:gd name="connsiteY809" fmla="*/ 1283773 h 3345776"/>
              <a:gd name="connsiteX810" fmla="*/ 8006120 w 8965936"/>
              <a:gd name="connsiteY810" fmla="*/ 1338430 h 3345776"/>
              <a:gd name="connsiteX811" fmla="*/ 8169577 w 8965936"/>
              <a:gd name="connsiteY811" fmla="*/ 1403047 h 3345776"/>
              <a:gd name="connsiteX812" fmla="*/ 8314902 w 8965936"/>
              <a:gd name="connsiteY812" fmla="*/ 1464726 h 3345776"/>
              <a:gd name="connsiteX813" fmla="*/ 8791273 w 8965936"/>
              <a:gd name="connsiteY813" fmla="*/ 1648168 h 3345776"/>
              <a:gd name="connsiteX814" fmla="*/ 8932894 w 8965936"/>
              <a:gd name="connsiteY814" fmla="*/ 1684953 h 3345776"/>
              <a:gd name="connsiteX815" fmla="*/ 8929781 w 8965936"/>
              <a:gd name="connsiteY815" fmla="*/ 1684499 h 3345776"/>
              <a:gd name="connsiteX816" fmla="*/ 8289360 w 8965936"/>
              <a:gd name="connsiteY816" fmla="*/ 1481455 h 3345776"/>
              <a:gd name="connsiteX817" fmla="*/ 8141098 w 8965936"/>
              <a:gd name="connsiteY817" fmla="*/ 1426159 h 3345776"/>
              <a:gd name="connsiteX818" fmla="*/ 7976620 w 8965936"/>
              <a:gd name="connsiteY818" fmla="*/ 1368567 h 3345776"/>
              <a:gd name="connsiteX819" fmla="*/ 7717897 w 8965936"/>
              <a:gd name="connsiteY819" fmla="*/ 1323360 h 3345776"/>
              <a:gd name="connsiteX820" fmla="*/ 7431590 w 8965936"/>
              <a:gd name="connsiteY820" fmla="*/ 1522191 h 3345776"/>
              <a:gd name="connsiteX821" fmla="*/ 7393681 w 8965936"/>
              <a:gd name="connsiteY821" fmla="*/ 1598739 h 3345776"/>
              <a:gd name="connsiteX822" fmla="*/ 7407606 w 8965936"/>
              <a:gd name="connsiteY822" fmla="*/ 1560961 h 3345776"/>
              <a:gd name="connsiteX823" fmla="*/ 7463644 w 8965936"/>
              <a:gd name="connsiteY823" fmla="*/ 1460257 h 3345776"/>
              <a:gd name="connsiteX824" fmla="*/ 7751993 w 8965936"/>
              <a:gd name="connsiteY824" fmla="*/ 1283773 h 3345776"/>
              <a:gd name="connsiteX825" fmla="*/ 5596491 w 8965936"/>
              <a:gd name="connsiteY825" fmla="*/ 1283486 h 3345776"/>
              <a:gd name="connsiteX826" fmla="*/ 5915266 w 8965936"/>
              <a:gd name="connsiteY826" fmla="*/ 1401386 h 3345776"/>
              <a:gd name="connsiteX827" fmla="*/ 6017427 w 8965936"/>
              <a:gd name="connsiteY827" fmla="*/ 1559992 h 3345776"/>
              <a:gd name="connsiteX828" fmla="*/ 6022201 w 8965936"/>
              <a:gd name="connsiteY828" fmla="*/ 1573985 h 3345776"/>
              <a:gd name="connsiteX829" fmla="*/ 5988991 w 8965936"/>
              <a:gd name="connsiteY829" fmla="*/ 1511437 h 3345776"/>
              <a:gd name="connsiteX830" fmla="*/ 5929569 w 8965936"/>
              <a:gd name="connsiteY830" fmla="*/ 1435993 h 3345776"/>
              <a:gd name="connsiteX831" fmla="*/ 5277270 w 8965936"/>
              <a:gd name="connsiteY831" fmla="*/ 1409686 h 3345776"/>
              <a:gd name="connsiteX832" fmla="*/ 4923537 w 8965936"/>
              <a:gd name="connsiteY832" fmla="*/ 1714893 h 3345776"/>
              <a:gd name="connsiteX833" fmla="*/ 4734157 w 8965936"/>
              <a:gd name="connsiteY833" fmla="*/ 1897505 h 3345776"/>
              <a:gd name="connsiteX834" fmla="*/ 4223351 w 8965936"/>
              <a:gd name="connsiteY834" fmla="*/ 2112300 h 3345776"/>
              <a:gd name="connsiteX835" fmla="*/ 4112123 w 8965936"/>
              <a:gd name="connsiteY835" fmla="*/ 2085738 h 3345776"/>
              <a:gd name="connsiteX836" fmla="*/ 4081258 w 8965936"/>
              <a:gd name="connsiteY836" fmla="*/ 2069431 h 3345776"/>
              <a:gd name="connsiteX837" fmla="*/ 4189126 w 8965936"/>
              <a:gd name="connsiteY837" fmla="*/ 2100168 h 3345776"/>
              <a:gd name="connsiteX838" fmla="*/ 4724834 w 8965936"/>
              <a:gd name="connsiteY838" fmla="*/ 1891248 h 3345776"/>
              <a:gd name="connsiteX839" fmla="*/ 4931837 w 8965936"/>
              <a:gd name="connsiteY839" fmla="*/ 1690374 h 3345776"/>
              <a:gd name="connsiteX840" fmla="*/ 5268330 w 8965936"/>
              <a:gd name="connsiteY840" fmla="*/ 1392191 h 3345776"/>
              <a:gd name="connsiteX841" fmla="*/ 5596491 w 8965936"/>
              <a:gd name="connsiteY841" fmla="*/ 1283486 h 3345776"/>
              <a:gd name="connsiteX842" fmla="*/ 2080509 w 8965936"/>
              <a:gd name="connsiteY842" fmla="*/ 1280058 h 3345776"/>
              <a:gd name="connsiteX843" fmla="*/ 2103892 w 8965936"/>
              <a:gd name="connsiteY843" fmla="*/ 1300233 h 3345776"/>
              <a:gd name="connsiteX844" fmla="*/ 2101581 w 8965936"/>
              <a:gd name="connsiteY844" fmla="*/ 1300253 h 3345776"/>
              <a:gd name="connsiteX845" fmla="*/ 3170829 w 8965936"/>
              <a:gd name="connsiteY845" fmla="*/ 1261184 h 3345776"/>
              <a:gd name="connsiteX846" fmla="*/ 3227934 w 8965936"/>
              <a:gd name="connsiteY846" fmla="*/ 1262842 h 3345776"/>
              <a:gd name="connsiteX847" fmla="*/ 3314756 w 8965936"/>
              <a:gd name="connsiteY847" fmla="*/ 1285433 h 3345776"/>
              <a:gd name="connsiteX848" fmla="*/ 3702330 w 8965936"/>
              <a:gd name="connsiteY848" fmla="*/ 1698036 h 3345776"/>
              <a:gd name="connsiteX849" fmla="*/ 3773970 w 8965936"/>
              <a:gd name="connsiteY849" fmla="*/ 1818332 h 3345776"/>
              <a:gd name="connsiteX850" fmla="*/ 3981868 w 8965936"/>
              <a:gd name="connsiteY850" fmla="*/ 2108724 h 3345776"/>
              <a:gd name="connsiteX851" fmla="*/ 4332919 w 8965936"/>
              <a:gd name="connsiteY851" fmla="*/ 2291209 h 3345776"/>
              <a:gd name="connsiteX852" fmla="*/ 4426652 w 8965936"/>
              <a:gd name="connsiteY852" fmla="*/ 2280098 h 3345776"/>
              <a:gd name="connsiteX853" fmla="*/ 4855089 w 8965936"/>
              <a:gd name="connsiteY853" fmla="*/ 2007841 h 3345776"/>
              <a:gd name="connsiteX854" fmla="*/ 4924176 w 8965936"/>
              <a:gd name="connsiteY854" fmla="*/ 1941052 h 3345776"/>
              <a:gd name="connsiteX855" fmla="*/ 5382369 w 8965936"/>
              <a:gd name="connsiteY855" fmla="*/ 1597280 h 3345776"/>
              <a:gd name="connsiteX856" fmla="*/ 5950639 w 8965936"/>
              <a:gd name="connsiteY856" fmla="*/ 1710423 h 3345776"/>
              <a:gd name="connsiteX857" fmla="*/ 6046798 w 8965936"/>
              <a:gd name="connsiteY857" fmla="*/ 1853065 h 3345776"/>
              <a:gd name="connsiteX858" fmla="*/ 6058531 w 8965936"/>
              <a:gd name="connsiteY858" fmla="*/ 1883067 h 3345776"/>
              <a:gd name="connsiteX859" fmla="*/ 5966090 w 8965936"/>
              <a:gd name="connsiteY859" fmla="*/ 1747074 h 3345776"/>
              <a:gd name="connsiteX860" fmla="*/ 5394754 w 8965936"/>
              <a:gd name="connsiteY860" fmla="*/ 1615413 h 3345776"/>
              <a:gd name="connsiteX861" fmla="*/ 4909490 w 8965936"/>
              <a:gd name="connsiteY861" fmla="*/ 1972977 h 3345776"/>
              <a:gd name="connsiteX862" fmla="*/ 4864795 w 8965936"/>
              <a:gd name="connsiteY862" fmla="*/ 2016523 h 3345776"/>
              <a:gd name="connsiteX863" fmla="*/ 4457045 w 8965936"/>
              <a:gd name="connsiteY863" fmla="*/ 2294657 h 3345776"/>
              <a:gd name="connsiteX864" fmla="*/ 4370080 w 8965936"/>
              <a:gd name="connsiteY864" fmla="*/ 2311641 h 3345776"/>
              <a:gd name="connsiteX865" fmla="*/ 4027201 w 8965936"/>
              <a:gd name="connsiteY865" fmla="*/ 2183940 h 3345776"/>
              <a:gd name="connsiteX866" fmla="*/ 3803979 w 8965936"/>
              <a:gd name="connsiteY866" fmla="*/ 1927643 h 3345776"/>
              <a:gd name="connsiteX867" fmla="*/ 3728891 w 8965936"/>
              <a:gd name="connsiteY867" fmla="*/ 1812712 h 3345776"/>
              <a:gd name="connsiteX868" fmla="*/ 3345786 w 8965936"/>
              <a:gd name="connsiteY868" fmla="*/ 1393724 h 3345776"/>
              <a:gd name="connsiteX869" fmla="*/ 3071614 w 8965936"/>
              <a:gd name="connsiteY869" fmla="*/ 1368184 h 3345776"/>
              <a:gd name="connsiteX870" fmla="*/ 2999847 w 8965936"/>
              <a:gd name="connsiteY870" fmla="*/ 1393724 h 3345776"/>
              <a:gd name="connsiteX871" fmla="*/ 2967921 w 8965936"/>
              <a:gd name="connsiteY871" fmla="*/ 1406494 h 3345776"/>
              <a:gd name="connsiteX872" fmla="*/ 2824768 w 8965936"/>
              <a:gd name="connsiteY872" fmla="*/ 1450296 h 3345776"/>
              <a:gd name="connsiteX873" fmla="*/ 2514418 w 8965936"/>
              <a:gd name="connsiteY873" fmla="*/ 1465883 h 3345776"/>
              <a:gd name="connsiteX874" fmla="*/ 2495725 w 8965936"/>
              <a:gd name="connsiteY874" fmla="*/ 1461721 h 3345776"/>
              <a:gd name="connsiteX875" fmla="*/ 2582345 w 8965936"/>
              <a:gd name="connsiteY875" fmla="*/ 1465301 h 3345776"/>
              <a:gd name="connsiteX876" fmla="*/ 2784415 w 8965936"/>
              <a:gd name="connsiteY876" fmla="*/ 1429480 h 3345776"/>
              <a:gd name="connsiteX877" fmla="*/ 2931398 w 8965936"/>
              <a:gd name="connsiteY877" fmla="*/ 1362821 h 3345776"/>
              <a:gd name="connsiteX878" fmla="*/ 2972903 w 8965936"/>
              <a:gd name="connsiteY878" fmla="*/ 1338173 h 3345776"/>
              <a:gd name="connsiteX879" fmla="*/ 3036754 w 8965936"/>
              <a:gd name="connsiteY879" fmla="*/ 1301524 h 3345776"/>
              <a:gd name="connsiteX880" fmla="*/ 3170829 w 8965936"/>
              <a:gd name="connsiteY880" fmla="*/ 1261184 h 3345776"/>
              <a:gd name="connsiteX881" fmla="*/ 3686682 w 8965936"/>
              <a:gd name="connsiteY881" fmla="*/ 1261110 h 3345776"/>
              <a:gd name="connsiteX882" fmla="*/ 3689949 w 8965936"/>
              <a:gd name="connsiteY882" fmla="*/ 1273076 h 3345776"/>
              <a:gd name="connsiteX883" fmla="*/ 3694539 w 8965936"/>
              <a:gd name="connsiteY883" fmla="*/ 1299352 h 3345776"/>
              <a:gd name="connsiteX884" fmla="*/ 3696463 w 8965936"/>
              <a:gd name="connsiteY884" fmla="*/ 1311061 h 3345776"/>
              <a:gd name="connsiteX885" fmla="*/ 3691121 w 8965936"/>
              <a:gd name="connsiteY885" fmla="*/ 1297166 h 3345776"/>
              <a:gd name="connsiteX886" fmla="*/ 2017159 w 8965936"/>
              <a:gd name="connsiteY886" fmla="*/ 1259770 h 3345776"/>
              <a:gd name="connsiteX887" fmla="*/ 2039973 w 8965936"/>
              <a:gd name="connsiteY887" fmla="*/ 1283493 h 3345776"/>
              <a:gd name="connsiteX888" fmla="*/ 2016421 w 8965936"/>
              <a:gd name="connsiteY888" fmla="*/ 1270109 h 3345776"/>
              <a:gd name="connsiteX889" fmla="*/ 2009980 w 8965936"/>
              <a:gd name="connsiteY889" fmla="*/ 1262489 h 3345776"/>
              <a:gd name="connsiteX890" fmla="*/ 2033410 w 8965936"/>
              <a:gd name="connsiteY890" fmla="*/ 1253614 h 3345776"/>
              <a:gd name="connsiteX891" fmla="*/ 2082149 w 8965936"/>
              <a:gd name="connsiteY891" fmla="*/ 1299964 h 3345776"/>
              <a:gd name="connsiteX892" fmla="*/ 2079258 w 8965936"/>
              <a:gd name="connsiteY892" fmla="*/ 1299118 h 3345776"/>
              <a:gd name="connsiteX893" fmla="*/ 2065073 w 8965936"/>
              <a:gd name="connsiteY893" fmla="*/ 1291563 h 3345776"/>
              <a:gd name="connsiteX894" fmla="*/ 2027213 w 8965936"/>
              <a:gd name="connsiteY894" fmla="*/ 1255961 h 3345776"/>
              <a:gd name="connsiteX895" fmla="*/ 2158679 w 8965936"/>
              <a:gd name="connsiteY895" fmla="*/ 1245829 h 3345776"/>
              <a:gd name="connsiteX896" fmla="*/ 2171726 w 8965936"/>
              <a:gd name="connsiteY896" fmla="*/ 1261695 h 3345776"/>
              <a:gd name="connsiteX897" fmla="*/ 2190552 w 8965936"/>
              <a:gd name="connsiteY897" fmla="*/ 1295936 h 3345776"/>
              <a:gd name="connsiteX898" fmla="*/ 2183349 w 8965936"/>
              <a:gd name="connsiteY898" fmla="*/ 1297898 h 3345776"/>
              <a:gd name="connsiteX899" fmla="*/ 2176811 w 8965936"/>
              <a:gd name="connsiteY899" fmla="*/ 1290477 h 3345776"/>
              <a:gd name="connsiteX900" fmla="*/ 2056995 w 8965936"/>
              <a:gd name="connsiteY900" fmla="*/ 1244681 h 3345776"/>
              <a:gd name="connsiteX901" fmla="*/ 2072080 w 8965936"/>
              <a:gd name="connsiteY901" fmla="*/ 1271979 h 3345776"/>
              <a:gd name="connsiteX902" fmla="*/ 2047389 w 8965936"/>
              <a:gd name="connsiteY902" fmla="*/ 1248320 h 3345776"/>
              <a:gd name="connsiteX903" fmla="*/ 5585684 w 8965936"/>
              <a:gd name="connsiteY903" fmla="*/ 1243054 h 3345776"/>
              <a:gd name="connsiteX904" fmla="*/ 5910029 w 8965936"/>
              <a:gd name="connsiteY904" fmla="*/ 1357585 h 3345776"/>
              <a:gd name="connsiteX905" fmla="*/ 5981211 w 8965936"/>
              <a:gd name="connsiteY905" fmla="*/ 1453280 h 3345776"/>
              <a:gd name="connsiteX906" fmla="*/ 6010127 w 8965936"/>
              <a:gd name="connsiteY906" fmla="*/ 1518023 h 3345776"/>
              <a:gd name="connsiteX907" fmla="*/ 5984587 w 8965936"/>
              <a:gd name="connsiteY907" fmla="*/ 1469070 h 3345776"/>
              <a:gd name="connsiteX908" fmla="*/ 5924588 w 8965936"/>
              <a:gd name="connsiteY908" fmla="*/ 1392575 h 3345776"/>
              <a:gd name="connsiteX909" fmla="*/ 5260541 w 8965936"/>
              <a:gd name="connsiteY909" fmla="*/ 1381337 h 3345776"/>
              <a:gd name="connsiteX910" fmla="*/ 4921621 w 8965936"/>
              <a:gd name="connsiteY910" fmla="*/ 1681563 h 3345776"/>
              <a:gd name="connsiteX911" fmla="*/ 4715512 w 8965936"/>
              <a:gd name="connsiteY911" fmla="*/ 1881672 h 3345776"/>
              <a:gd name="connsiteX912" fmla="*/ 4190275 w 8965936"/>
              <a:gd name="connsiteY912" fmla="*/ 2087270 h 3345776"/>
              <a:gd name="connsiteX913" fmla="*/ 4075344 w 8965936"/>
              <a:gd name="connsiteY913" fmla="*/ 2054579 h 3345776"/>
              <a:gd name="connsiteX914" fmla="*/ 4057085 w 8965936"/>
              <a:gd name="connsiteY914" fmla="*/ 2043857 h 3345776"/>
              <a:gd name="connsiteX915" fmla="*/ 4106683 w 8965936"/>
              <a:gd name="connsiteY915" fmla="*/ 2063446 h 3345776"/>
              <a:gd name="connsiteX916" fmla="*/ 4706061 w 8965936"/>
              <a:gd name="connsiteY916" fmla="*/ 1874775 h 3345776"/>
              <a:gd name="connsiteX917" fmla="*/ 4929410 w 8965936"/>
              <a:gd name="connsiteY917" fmla="*/ 1656790 h 3345776"/>
              <a:gd name="connsiteX918" fmla="*/ 5251857 w 8965936"/>
              <a:gd name="connsiteY918" fmla="*/ 1363077 h 3345776"/>
              <a:gd name="connsiteX919" fmla="*/ 5585684 w 8965936"/>
              <a:gd name="connsiteY919" fmla="*/ 1243054 h 3345776"/>
              <a:gd name="connsiteX920" fmla="*/ 2081651 w 8965936"/>
              <a:gd name="connsiteY920" fmla="*/ 1238184 h 3345776"/>
              <a:gd name="connsiteX921" fmla="*/ 2117850 w 8965936"/>
              <a:gd name="connsiteY921" fmla="*/ 1294975 h 3345776"/>
              <a:gd name="connsiteX922" fmla="*/ 2083455 w 8965936"/>
              <a:gd name="connsiteY922" fmla="*/ 1265072 h 3345776"/>
              <a:gd name="connsiteX923" fmla="*/ 2071748 w 8965936"/>
              <a:gd name="connsiteY923" fmla="*/ 1239738 h 3345776"/>
              <a:gd name="connsiteX924" fmla="*/ 2109320 w 8965936"/>
              <a:gd name="connsiteY924" fmla="*/ 1233845 h 3345776"/>
              <a:gd name="connsiteX925" fmla="*/ 2117415 w 8965936"/>
              <a:gd name="connsiteY925" fmla="*/ 1259670 h 3345776"/>
              <a:gd name="connsiteX926" fmla="*/ 2147066 w 8965936"/>
              <a:gd name="connsiteY926" fmla="*/ 1299854 h 3345776"/>
              <a:gd name="connsiteX927" fmla="*/ 2141475 w 8965936"/>
              <a:gd name="connsiteY927" fmla="*/ 1299903 h 3345776"/>
              <a:gd name="connsiteX928" fmla="*/ 2131647 w 8965936"/>
              <a:gd name="connsiteY928" fmla="*/ 1292222 h 3345776"/>
              <a:gd name="connsiteX929" fmla="*/ 2100909 w 8965936"/>
              <a:gd name="connsiteY929" fmla="*/ 1235164 h 3345776"/>
              <a:gd name="connsiteX930" fmla="*/ 7785834 w 8965936"/>
              <a:gd name="connsiteY930" fmla="*/ 1233076 h 3345776"/>
              <a:gd name="connsiteX931" fmla="*/ 8041236 w 8965936"/>
              <a:gd name="connsiteY931" fmla="*/ 1297949 h 3345776"/>
              <a:gd name="connsiteX932" fmla="*/ 8203928 w 8965936"/>
              <a:gd name="connsiteY932" fmla="*/ 1369589 h 3345776"/>
              <a:gd name="connsiteX933" fmla="*/ 8346698 w 8965936"/>
              <a:gd name="connsiteY933" fmla="*/ 1437653 h 3345776"/>
              <a:gd name="connsiteX934" fmla="*/ 8823177 w 8965936"/>
              <a:gd name="connsiteY934" fmla="*/ 1641530 h 3345776"/>
              <a:gd name="connsiteX935" fmla="*/ 8922635 w 8965936"/>
              <a:gd name="connsiteY935" fmla="*/ 1668953 h 3345776"/>
              <a:gd name="connsiteX936" fmla="*/ 8794839 w 8965936"/>
              <a:gd name="connsiteY936" fmla="*/ 1635772 h 3345776"/>
              <a:gd name="connsiteX937" fmla="*/ 8320137 w 8965936"/>
              <a:gd name="connsiteY937" fmla="*/ 1452977 h 3345776"/>
              <a:gd name="connsiteX938" fmla="*/ 8174685 w 8965936"/>
              <a:gd name="connsiteY938" fmla="*/ 1391170 h 3345776"/>
              <a:gd name="connsiteX939" fmla="*/ 8010717 w 8965936"/>
              <a:gd name="connsiteY939" fmla="*/ 1326426 h 3345776"/>
              <a:gd name="connsiteX940" fmla="*/ 7751100 w 8965936"/>
              <a:gd name="connsiteY940" fmla="*/ 1270876 h 3345776"/>
              <a:gd name="connsiteX941" fmla="*/ 7452407 w 8965936"/>
              <a:gd name="connsiteY941" fmla="*/ 1453105 h 3345776"/>
              <a:gd name="connsiteX942" fmla="*/ 7406102 w 8965936"/>
              <a:gd name="connsiteY942" fmla="*/ 1536121 h 3345776"/>
              <a:gd name="connsiteX943" fmla="*/ 7424206 w 8965936"/>
              <a:gd name="connsiteY943" fmla="*/ 1492292 h 3345776"/>
              <a:gd name="connsiteX944" fmla="*/ 7485480 w 8965936"/>
              <a:gd name="connsiteY944" fmla="*/ 1393596 h 3345776"/>
              <a:gd name="connsiteX945" fmla="*/ 7785834 w 8965936"/>
              <a:gd name="connsiteY945" fmla="*/ 1233076 h 3345776"/>
              <a:gd name="connsiteX946" fmla="*/ 2122787 w 8965936"/>
              <a:gd name="connsiteY946" fmla="*/ 1232929 h 3345776"/>
              <a:gd name="connsiteX947" fmla="*/ 2140851 w 8965936"/>
              <a:gd name="connsiteY947" fmla="*/ 1237774 h 3345776"/>
              <a:gd name="connsiteX948" fmla="*/ 2165908 w 8965936"/>
              <a:gd name="connsiteY948" fmla="*/ 1299639 h 3345776"/>
              <a:gd name="connsiteX949" fmla="*/ 2165951 w 8965936"/>
              <a:gd name="connsiteY949" fmla="*/ 1299687 h 3345776"/>
              <a:gd name="connsiteX950" fmla="*/ 2163275 w 8965936"/>
              <a:gd name="connsiteY950" fmla="*/ 1299712 h 3345776"/>
              <a:gd name="connsiteX951" fmla="*/ 2129322 w 8965936"/>
              <a:gd name="connsiteY951" fmla="*/ 1253923 h 3345776"/>
              <a:gd name="connsiteX952" fmla="*/ 2146290 w 8965936"/>
              <a:gd name="connsiteY952" fmla="*/ 1215315 h 3345776"/>
              <a:gd name="connsiteX953" fmla="*/ 2153665 w 8965936"/>
              <a:gd name="connsiteY953" fmla="*/ 1228824 h 3345776"/>
              <a:gd name="connsiteX954" fmla="*/ 2151514 w 8965936"/>
              <a:gd name="connsiteY954" fmla="*/ 1228186 h 3345776"/>
              <a:gd name="connsiteX955" fmla="*/ 3196022 w 8965936"/>
              <a:gd name="connsiteY955" fmla="*/ 1152927 h 3345776"/>
              <a:gd name="connsiteX956" fmla="*/ 3289471 w 8965936"/>
              <a:gd name="connsiteY956" fmla="*/ 1167437 h 3345776"/>
              <a:gd name="connsiteX957" fmla="*/ 3687515 w 8965936"/>
              <a:gd name="connsiteY957" fmla="*/ 1578763 h 3345776"/>
              <a:gd name="connsiteX958" fmla="*/ 3720462 w 8965936"/>
              <a:gd name="connsiteY958" fmla="*/ 1639676 h 3345776"/>
              <a:gd name="connsiteX959" fmla="*/ 3755453 w 8965936"/>
              <a:gd name="connsiteY959" fmla="*/ 1703527 h 3345776"/>
              <a:gd name="connsiteX960" fmla="*/ 3945856 w 8965936"/>
              <a:gd name="connsiteY960" fmla="*/ 2025590 h 3345776"/>
              <a:gd name="connsiteX961" fmla="*/ 4295501 w 8965936"/>
              <a:gd name="connsiteY961" fmla="*/ 2259410 h 3345776"/>
              <a:gd name="connsiteX962" fmla="*/ 4392681 w 8965936"/>
              <a:gd name="connsiteY962" fmla="*/ 2254686 h 3345776"/>
              <a:gd name="connsiteX963" fmla="*/ 4836444 w 8965936"/>
              <a:gd name="connsiteY963" fmla="*/ 1991366 h 3345776"/>
              <a:gd name="connsiteX964" fmla="*/ 4928900 w 8965936"/>
              <a:gd name="connsiteY964" fmla="*/ 1902741 h 3345776"/>
              <a:gd name="connsiteX965" fmla="*/ 5366022 w 8965936"/>
              <a:gd name="connsiteY965" fmla="*/ 1568292 h 3345776"/>
              <a:gd name="connsiteX966" fmla="*/ 5945531 w 8965936"/>
              <a:gd name="connsiteY966" fmla="*/ 1666494 h 3345776"/>
              <a:gd name="connsiteX967" fmla="*/ 6042584 w 8965936"/>
              <a:gd name="connsiteY967" fmla="*/ 1811435 h 3345776"/>
              <a:gd name="connsiteX968" fmla="*/ 6055914 w 8965936"/>
              <a:gd name="connsiteY968" fmla="*/ 1843300 h 3345776"/>
              <a:gd name="connsiteX969" fmla="*/ 5960472 w 8965936"/>
              <a:gd name="connsiteY969" fmla="*/ 1701996 h 3345776"/>
              <a:gd name="connsiteX970" fmla="*/ 5377515 w 8965936"/>
              <a:gd name="connsiteY970" fmla="*/ 1585403 h 3345776"/>
              <a:gd name="connsiteX971" fmla="*/ 4914853 w 8965936"/>
              <a:gd name="connsiteY971" fmla="*/ 1932113 h 3345776"/>
              <a:gd name="connsiteX972" fmla="*/ 4845894 w 8965936"/>
              <a:gd name="connsiteY972" fmla="*/ 1998773 h 3345776"/>
              <a:gd name="connsiteX973" fmla="*/ 4423458 w 8965936"/>
              <a:gd name="connsiteY973" fmla="*/ 2266946 h 3345776"/>
              <a:gd name="connsiteX974" fmla="*/ 4333302 w 8965936"/>
              <a:gd name="connsiteY974" fmla="*/ 2277800 h 3345776"/>
              <a:gd name="connsiteX975" fmla="*/ 3991957 w 8965936"/>
              <a:gd name="connsiteY975" fmla="*/ 2099785 h 3345776"/>
              <a:gd name="connsiteX976" fmla="*/ 3785335 w 8965936"/>
              <a:gd name="connsiteY976" fmla="*/ 1811179 h 3345776"/>
              <a:gd name="connsiteX977" fmla="*/ 3713950 w 8965936"/>
              <a:gd name="connsiteY977" fmla="*/ 1691269 h 3345776"/>
              <a:gd name="connsiteX978" fmla="*/ 3319608 w 8965936"/>
              <a:gd name="connsiteY978" fmla="*/ 1272919 h 3345776"/>
              <a:gd name="connsiteX979" fmla="*/ 3030623 w 8965936"/>
              <a:gd name="connsiteY979" fmla="*/ 1289520 h 3345776"/>
              <a:gd name="connsiteX980" fmla="*/ 2966006 w 8965936"/>
              <a:gd name="connsiteY980" fmla="*/ 1326681 h 3345776"/>
              <a:gd name="connsiteX981" fmla="*/ 2924886 w 8965936"/>
              <a:gd name="connsiteY981" fmla="*/ 1351200 h 3345776"/>
              <a:gd name="connsiteX982" fmla="*/ 2779179 w 8965936"/>
              <a:gd name="connsiteY982" fmla="*/ 1415945 h 3345776"/>
              <a:gd name="connsiteX983" fmla="*/ 2463045 w 8965936"/>
              <a:gd name="connsiteY983" fmla="*/ 1445503 h 3345776"/>
              <a:gd name="connsiteX984" fmla="*/ 2456028 w 8965936"/>
              <a:gd name="connsiteY984" fmla="*/ 1443755 h 3345776"/>
              <a:gd name="connsiteX985" fmla="*/ 2531326 w 8965936"/>
              <a:gd name="connsiteY985" fmla="*/ 1446337 h 3345776"/>
              <a:gd name="connsiteX986" fmla="*/ 2742018 w 8965936"/>
              <a:gd name="connsiteY986" fmla="*/ 1396916 h 3345776"/>
              <a:gd name="connsiteX987" fmla="*/ 2890151 w 8965936"/>
              <a:gd name="connsiteY987" fmla="*/ 1308163 h 3345776"/>
              <a:gd name="connsiteX988" fmla="*/ 2936634 w 8965936"/>
              <a:gd name="connsiteY988" fmla="*/ 1271258 h 3345776"/>
              <a:gd name="connsiteX989" fmla="*/ 2997675 w 8965936"/>
              <a:gd name="connsiteY989" fmla="*/ 1223753 h 3345776"/>
              <a:gd name="connsiteX990" fmla="*/ 3196022 w 8965936"/>
              <a:gd name="connsiteY990" fmla="*/ 1152927 h 3345776"/>
              <a:gd name="connsiteX991" fmla="*/ 1911040 w 8965936"/>
              <a:gd name="connsiteY991" fmla="*/ 1150186 h 3345776"/>
              <a:gd name="connsiteX992" fmla="*/ 1928065 w 8965936"/>
              <a:gd name="connsiteY992" fmla="*/ 1190026 h 3345776"/>
              <a:gd name="connsiteX993" fmla="*/ 1988444 w 8965936"/>
              <a:gd name="connsiteY993" fmla="*/ 1258193 h 3345776"/>
              <a:gd name="connsiteX994" fmla="*/ 1985488 w 8965936"/>
              <a:gd name="connsiteY994" fmla="*/ 1259690 h 3345776"/>
              <a:gd name="connsiteX995" fmla="*/ 1967893 w 8965936"/>
              <a:gd name="connsiteY995" fmla="*/ 1249039 h 3345776"/>
              <a:gd name="connsiteX996" fmla="*/ 1906490 w 8965936"/>
              <a:gd name="connsiteY996" fmla="*/ 1182090 h 3345776"/>
              <a:gd name="connsiteX997" fmla="*/ 1893881 w 8965936"/>
              <a:gd name="connsiteY997" fmla="*/ 1156106 h 3345776"/>
              <a:gd name="connsiteX998" fmla="*/ 2094871 w 8965936"/>
              <a:gd name="connsiteY998" fmla="*/ 1143259 h 3345776"/>
              <a:gd name="connsiteX999" fmla="*/ 2105334 w 8965936"/>
              <a:gd name="connsiteY999" fmla="*/ 1149532 h 3345776"/>
              <a:gd name="connsiteX1000" fmla="*/ 2113088 w 8965936"/>
              <a:gd name="connsiteY1000" fmla="*/ 1169224 h 3345776"/>
              <a:gd name="connsiteX1001" fmla="*/ 2134977 w 8965936"/>
              <a:gd name="connsiteY1001" fmla="*/ 1223269 h 3345776"/>
              <a:gd name="connsiteX1002" fmla="*/ 2123652 w 8965936"/>
              <a:gd name="connsiteY1002" fmla="*/ 1219903 h 3345776"/>
              <a:gd name="connsiteX1003" fmla="*/ 2118925 w 8965936"/>
              <a:gd name="connsiteY1003" fmla="*/ 1220526 h 3345776"/>
              <a:gd name="connsiteX1004" fmla="*/ 1939801 w 8965936"/>
              <a:gd name="connsiteY1004" fmla="*/ 1140265 h 3345776"/>
              <a:gd name="connsiteX1005" fmla="*/ 1939844 w 8965936"/>
              <a:gd name="connsiteY1005" fmla="*/ 1140430 h 3345776"/>
              <a:gd name="connsiteX1006" fmla="*/ 1976498 w 8965936"/>
              <a:gd name="connsiteY1006" fmla="*/ 1217480 h 3345776"/>
              <a:gd name="connsiteX1007" fmla="*/ 2007581 w 8965936"/>
              <a:gd name="connsiteY1007" fmla="*/ 1249808 h 3345776"/>
              <a:gd name="connsiteX1008" fmla="*/ 2001233 w 8965936"/>
              <a:gd name="connsiteY1008" fmla="*/ 1252144 h 3345776"/>
              <a:gd name="connsiteX1009" fmla="*/ 1932411 w 8965936"/>
              <a:gd name="connsiteY1009" fmla="*/ 1170724 h 3345776"/>
              <a:gd name="connsiteX1010" fmla="*/ 1924155 w 8965936"/>
              <a:gd name="connsiteY1010" fmla="*/ 1145663 h 3345776"/>
              <a:gd name="connsiteX1011" fmla="*/ 1975811 w 8965936"/>
              <a:gd name="connsiteY1011" fmla="*/ 1133198 h 3345776"/>
              <a:gd name="connsiteX1012" fmla="*/ 1988195 w 8965936"/>
              <a:gd name="connsiteY1012" fmla="*/ 1175645 h 3345776"/>
              <a:gd name="connsiteX1013" fmla="*/ 2024435 w 8965936"/>
              <a:gd name="connsiteY1013" fmla="*/ 1243611 h 3345776"/>
              <a:gd name="connsiteX1014" fmla="*/ 2016992 w 8965936"/>
              <a:gd name="connsiteY1014" fmla="*/ 1246349 h 3345776"/>
              <a:gd name="connsiteX1015" fmla="*/ 2002685 w 8965936"/>
              <a:gd name="connsiteY1015" fmla="*/ 1232895 h 3345776"/>
              <a:gd name="connsiteX1016" fmla="*/ 1961504 w 8965936"/>
              <a:gd name="connsiteY1016" fmla="*/ 1162544 h 3345776"/>
              <a:gd name="connsiteX1017" fmla="*/ 1955568 w 8965936"/>
              <a:gd name="connsiteY1017" fmla="*/ 1136763 h 3345776"/>
              <a:gd name="connsiteX1018" fmla="*/ 2058934 w 8965936"/>
              <a:gd name="connsiteY1018" fmla="*/ 1129521 h 3345776"/>
              <a:gd name="connsiteX1019" fmla="*/ 2074244 w 8965936"/>
              <a:gd name="connsiteY1019" fmla="*/ 1130893 h 3345776"/>
              <a:gd name="connsiteX1020" fmla="*/ 2077694 w 8965936"/>
              <a:gd name="connsiteY1020" fmla="*/ 1132962 h 3345776"/>
              <a:gd name="connsiteX1021" fmla="*/ 2105691 w 8965936"/>
              <a:gd name="connsiteY1021" fmla="*/ 1222270 h 3345776"/>
              <a:gd name="connsiteX1022" fmla="*/ 2094741 w 8965936"/>
              <a:gd name="connsiteY1022" fmla="*/ 1223713 h 3345776"/>
              <a:gd name="connsiteX1023" fmla="*/ 2068123 w 8965936"/>
              <a:gd name="connsiteY1023" fmla="*/ 1174299 h 3345776"/>
              <a:gd name="connsiteX1024" fmla="*/ 2013113 w 8965936"/>
              <a:gd name="connsiteY1024" fmla="*/ 1126630 h 3345776"/>
              <a:gd name="connsiteX1025" fmla="*/ 2024510 w 8965936"/>
              <a:gd name="connsiteY1025" fmla="*/ 1185891 h 3345776"/>
              <a:gd name="connsiteX1026" fmla="*/ 2051007 w 8965936"/>
              <a:gd name="connsiteY1026" fmla="*/ 1233841 h 3345776"/>
              <a:gd name="connsiteX1027" fmla="*/ 2037473 w 8965936"/>
              <a:gd name="connsiteY1027" fmla="*/ 1238817 h 3345776"/>
              <a:gd name="connsiteX1028" fmla="*/ 2035317 w 8965936"/>
              <a:gd name="connsiteY1028" fmla="*/ 1236749 h 3345776"/>
              <a:gd name="connsiteX1029" fmla="*/ 1998942 w 8965936"/>
              <a:gd name="connsiteY1029" fmla="*/ 1167760 h 3345776"/>
              <a:gd name="connsiteX1030" fmla="*/ 1988331 w 8965936"/>
              <a:gd name="connsiteY1030" fmla="*/ 1130993 h 3345776"/>
              <a:gd name="connsiteX1031" fmla="*/ 2021416 w 8965936"/>
              <a:gd name="connsiteY1031" fmla="*/ 1126156 h 3345776"/>
              <a:gd name="connsiteX1032" fmla="*/ 2048947 w 8965936"/>
              <a:gd name="connsiteY1032" fmla="*/ 1128625 h 3345776"/>
              <a:gd name="connsiteX1033" fmla="*/ 2072240 w 8965936"/>
              <a:gd name="connsiteY1033" fmla="*/ 1223418 h 3345776"/>
              <a:gd name="connsiteX1034" fmla="*/ 2074157 w 8965936"/>
              <a:gd name="connsiteY1034" fmla="*/ 1226427 h 3345776"/>
              <a:gd name="connsiteX1035" fmla="*/ 2069495 w 8965936"/>
              <a:gd name="connsiteY1035" fmla="*/ 1227042 h 3345776"/>
              <a:gd name="connsiteX1036" fmla="*/ 2066408 w 8965936"/>
              <a:gd name="connsiteY1036" fmla="*/ 1228177 h 3345776"/>
              <a:gd name="connsiteX1037" fmla="*/ 2022534 w 8965936"/>
              <a:gd name="connsiteY1037" fmla="*/ 1133231 h 3345776"/>
              <a:gd name="connsiteX1038" fmla="*/ 2071005 w 8965936"/>
              <a:gd name="connsiteY1038" fmla="*/ 1065366 h 3345776"/>
              <a:gd name="connsiteX1039" fmla="*/ 2072863 w 8965936"/>
              <a:gd name="connsiteY1039" fmla="*/ 1067063 h 3345776"/>
              <a:gd name="connsiteX1040" fmla="*/ 2097265 w 8965936"/>
              <a:gd name="connsiteY1040" fmla="*/ 1129037 h 3345776"/>
              <a:gd name="connsiteX1041" fmla="*/ 2088848 w 8965936"/>
              <a:gd name="connsiteY1041" fmla="*/ 1123912 h 3345776"/>
              <a:gd name="connsiteX1042" fmla="*/ 2082441 w 8965936"/>
              <a:gd name="connsiteY1042" fmla="*/ 1103330 h 3345776"/>
              <a:gd name="connsiteX1043" fmla="*/ 3185071 w 8965936"/>
              <a:gd name="connsiteY1043" fmla="*/ 1039875 h 3345776"/>
              <a:gd name="connsiteX1044" fmla="*/ 3264062 w 8965936"/>
              <a:gd name="connsiteY1044" fmla="*/ 1047653 h 3345776"/>
              <a:gd name="connsiteX1045" fmla="*/ 3672702 w 8965936"/>
              <a:gd name="connsiteY1045" fmla="*/ 1457575 h 3345776"/>
              <a:gd name="connsiteX1046" fmla="*/ 3717547 w 8965936"/>
              <a:gd name="connsiteY1046" fmla="*/ 1548943 h 3345776"/>
              <a:gd name="connsiteX1047" fmla="*/ 3718011 w 8965936"/>
              <a:gd name="connsiteY1047" fmla="*/ 1551224 h 3345776"/>
              <a:gd name="connsiteX1048" fmla="*/ 3764663 w 8965936"/>
              <a:gd name="connsiteY1048" fmla="*/ 1691727 h 3345776"/>
              <a:gd name="connsiteX1049" fmla="*/ 3732339 w 8965936"/>
              <a:gd name="connsiteY1049" fmla="*/ 1632525 h 3345776"/>
              <a:gd name="connsiteX1050" fmla="*/ 3699264 w 8965936"/>
              <a:gd name="connsiteY1050" fmla="*/ 1571357 h 3345776"/>
              <a:gd name="connsiteX1051" fmla="*/ 3293429 w 8965936"/>
              <a:gd name="connsiteY1051" fmla="*/ 1153773 h 3345776"/>
              <a:gd name="connsiteX1052" fmla="*/ 2989885 w 8965936"/>
              <a:gd name="connsiteY1052" fmla="*/ 1211877 h 3345776"/>
              <a:gd name="connsiteX1053" fmla="*/ 2928077 w 8965936"/>
              <a:gd name="connsiteY1053" fmla="*/ 1259893 h 3345776"/>
              <a:gd name="connsiteX1054" fmla="*/ 2881978 w 8965936"/>
              <a:gd name="connsiteY1054" fmla="*/ 1296543 h 3345776"/>
              <a:gd name="connsiteX1055" fmla="*/ 2736653 w 8965936"/>
              <a:gd name="connsiteY1055" fmla="*/ 1383635 h 3345776"/>
              <a:gd name="connsiteX1056" fmla="*/ 2417629 w 8965936"/>
              <a:gd name="connsiteY1056" fmla="*/ 1428296 h 3345776"/>
              <a:gd name="connsiteX1057" fmla="*/ 2400952 w 8965936"/>
              <a:gd name="connsiteY1057" fmla="*/ 1423691 h 3345776"/>
              <a:gd name="connsiteX1058" fmla="*/ 2486278 w 8965936"/>
              <a:gd name="connsiteY1058" fmla="*/ 1425139 h 3345776"/>
              <a:gd name="connsiteX1059" fmla="*/ 2698216 w 8965936"/>
              <a:gd name="connsiteY1059" fmla="*/ 1362565 h 3345776"/>
              <a:gd name="connsiteX1060" fmla="*/ 2847754 w 8965936"/>
              <a:gd name="connsiteY1060" fmla="*/ 1251720 h 3345776"/>
              <a:gd name="connsiteX1061" fmla="*/ 2896792 w 8965936"/>
              <a:gd name="connsiteY1061" fmla="*/ 1203193 h 3345776"/>
              <a:gd name="connsiteX1062" fmla="*/ 2957577 w 8965936"/>
              <a:gd name="connsiteY1062" fmla="*/ 1144067 h 3345776"/>
              <a:gd name="connsiteX1063" fmla="*/ 3185071 w 8965936"/>
              <a:gd name="connsiteY1063" fmla="*/ 1039875 h 3345776"/>
              <a:gd name="connsiteX1064" fmla="*/ 2039691 w 8965936"/>
              <a:gd name="connsiteY1064" fmla="*/ 1036722 h 3345776"/>
              <a:gd name="connsiteX1065" fmla="*/ 2051779 w 8965936"/>
              <a:gd name="connsiteY1065" fmla="*/ 1047777 h 3345776"/>
              <a:gd name="connsiteX1066" fmla="*/ 2069288 w 8965936"/>
              <a:gd name="connsiteY1066" fmla="*/ 1106141 h 3345776"/>
              <a:gd name="connsiteX1067" fmla="*/ 2072947 w 8965936"/>
              <a:gd name="connsiteY1067" fmla="*/ 1117814 h 3345776"/>
              <a:gd name="connsiteX1068" fmla="*/ 2056167 w 8965936"/>
              <a:gd name="connsiteY1068" fmla="*/ 1116030 h 3345776"/>
              <a:gd name="connsiteX1069" fmla="*/ 2041193 w 8965936"/>
              <a:gd name="connsiteY1069" fmla="*/ 1043055 h 3345776"/>
              <a:gd name="connsiteX1070" fmla="*/ 2004789 w 8965936"/>
              <a:gd name="connsiteY1070" fmla="*/ 1021052 h 3345776"/>
              <a:gd name="connsiteX1071" fmla="*/ 2024167 w 8965936"/>
              <a:gd name="connsiteY1071" fmla="*/ 1027050 h 3345776"/>
              <a:gd name="connsiteX1072" fmla="*/ 2028551 w 8965936"/>
              <a:gd name="connsiteY1072" fmla="*/ 1045609 h 3345776"/>
              <a:gd name="connsiteX1073" fmla="*/ 2045578 w 8965936"/>
              <a:gd name="connsiteY1073" fmla="*/ 1114903 h 3345776"/>
              <a:gd name="connsiteX1074" fmla="*/ 2019916 w 8965936"/>
              <a:gd name="connsiteY1074" fmla="*/ 1112175 h 3345776"/>
              <a:gd name="connsiteX1075" fmla="*/ 2019221 w 8965936"/>
              <a:gd name="connsiteY1075" fmla="*/ 1112289 h 3345776"/>
              <a:gd name="connsiteX1076" fmla="*/ 1872644 w 8965936"/>
              <a:gd name="connsiteY1076" fmla="*/ 1014443 h 3345776"/>
              <a:gd name="connsiteX1077" fmla="*/ 1872688 w 8965936"/>
              <a:gd name="connsiteY1077" fmla="*/ 1015064 h 3345776"/>
              <a:gd name="connsiteX1078" fmla="*/ 1892596 w 8965936"/>
              <a:gd name="connsiteY1078" fmla="*/ 1107028 h 3345776"/>
              <a:gd name="connsiteX1079" fmla="*/ 1905635 w 8965936"/>
              <a:gd name="connsiteY1079" fmla="*/ 1137538 h 3345776"/>
              <a:gd name="connsiteX1080" fmla="*/ 1887817 w 8965936"/>
              <a:gd name="connsiteY1080" fmla="*/ 1143610 h 3345776"/>
              <a:gd name="connsiteX1081" fmla="*/ 1867142 w 8965936"/>
              <a:gd name="connsiteY1081" fmla="*/ 1101008 h 3345776"/>
              <a:gd name="connsiteX1082" fmla="*/ 1847427 w 8965936"/>
              <a:gd name="connsiteY1082" fmla="*/ 1019564 h 3345776"/>
              <a:gd name="connsiteX1083" fmla="*/ 1914293 w 8965936"/>
              <a:gd name="connsiteY1083" fmla="*/ 1010580 h 3345776"/>
              <a:gd name="connsiteX1084" fmla="*/ 1918483 w 8965936"/>
              <a:gd name="connsiteY1084" fmla="*/ 1055230 h 3345776"/>
              <a:gd name="connsiteX1085" fmla="*/ 1936483 w 8965936"/>
              <a:gd name="connsiteY1085" fmla="*/ 1127026 h 3345776"/>
              <a:gd name="connsiteX1086" fmla="*/ 1919881 w 8965936"/>
              <a:gd name="connsiteY1086" fmla="*/ 1132684 h 3345776"/>
              <a:gd name="connsiteX1087" fmla="*/ 1891040 w 8965936"/>
              <a:gd name="connsiteY1087" fmla="*/ 1045144 h 3345776"/>
              <a:gd name="connsiteX1088" fmla="*/ 1886724 w 8965936"/>
              <a:gd name="connsiteY1088" fmla="*/ 1011585 h 3345776"/>
              <a:gd name="connsiteX1089" fmla="*/ 1891469 w 8965936"/>
              <a:gd name="connsiteY1089" fmla="*/ 1010622 h 3345776"/>
              <a:gd name="connsiteX1090" fmla="*/ 1954668 w 8965936"/>
              <a:gd name="connsiteY1090" fmla="*/ 1010506 h 3345776"/>
              <a:gd name="connsiteX1091" fmla="*/ 1965360 w 8965936"/>
              <a:gd name="connsiteY1091" fmla="*/ 1097375 h 3345776"/>
              <a:gd name="connsiteX1092" fmla="*/ 1971990 w 8965936"/>
              <a:gd name="connsiteY1092" fmla="*/ 1120101 h 3345776"/>
              <a:gd name="connsiteX1093" fmla="*/ 1952476 w 8965936"/>
              <a:gd name="connsiteY1093" fmla="*/ 1123330 h 3345776"/>
              <a:gd name="connsiteX1094" fmla="*/ 1926505 w 8965936"/>
              <a:gd name="connsiteY1094" fmla="*/ 1010557 h 3345776"/>
              <a:gd name="connsiteX1095" fmla="*/ 1970621 w 8965936"/>
              <a:gd name="connsiteY1095" fmla="*/ 1010476 h 3345776"/>
              <a:gd name="connsiteX1096" fmla="*/ 1992048 w 8965936"/>
              <a:gd name="connsiteY1096" fmla="*/ 1017107 h 3345776"/>
              <a:gd name="connsiteX1097" fmla="*/ 2010629 w 8965936"/>
              <a:gd name="connsiteY1097" fmla="*/ 1113711 h 3345776"/>
              <a:gd name="connsiteX1098" fmla="*/ 1984588 w 8965936"/>
              <a:gd name="connsiteY1098" fmla="*/ 1118018 h 3345776"/>
              <a:gd name="connsiteX1099" fmla="*/ 1976921 w 8965936"/>
              <a:gd name="connsiteY1099" fmla="*/ 1091444 h 3345776"/>
              <a:gd name="connsiteX1100" fmla="*/ 1967009 w 8965936"/>
              <a:gd name="connsiteY1100" fmla="*/ 1010483 h 3345776"/>
              <a:gd name="connsiteX1101" fmla="*/ 2023845 w 8965936"/>
              <a:gd name="connsiteY1101" fmla="*/ 969879 h 3345776"/>
              <a:gd name="connsiteX1102" fmla="*/ 2030977 w 8965936"/>
              <a:gd name="connsiteY1102" fmla="*/ 978439 h 3345776"/>
              <a:gd name="connsiteX1103" fmla="*/ 2043984 w 8965936"/>
              <a:gd name="connsiteY1103" fmla="*/ 1021793 h 3345776"/>
              <a:gd name="connsiteX1104" fmla="*/ 2039574 w 8965936"/>
              <a:gd name="connsiteY1104" fmla="*/ 1017694 h 3345776"/>
              <a:gd name="connsiteX1105" fmla="*/ 2034814 w 8965936"/>
              <a:gd name="connsiteY1105" fmla="*/ 1016149 h 3345776"/>
              <a:gd name="connsiteX1106" fmla="*/ 1992001 w 8965936"/>
              <a:gd name="connsiteY1106" fmla="*/ 931652 h 3345776"/>
              <a:gd name="connsiteX1107" fmla="*/ 2005448 w 8965936"/>
              <a:gd name="connsiteY1107" fmla="*/ 947795 h 3345776"/>
              <a:gd name="connsiteX1108" fmla="*/ 2020495 w 8965936"/>
              <a:gd name="connsiteY1108" fmla="*/ 1011503 h 3345776"/>
              <a:gd name="connsiteX1109" fmla="*/ 2002346 w 8965936"/>
              <a:gd name="connsiteY1109" fmla="*/ 1005617 h 3345776"/>
              <a:gd name="connsiteX1110" fmla="*/ 1999178 w 8965936"/>
              <a:gd name="connsiteY1110" fmla="*/ 985591 h 3345776"/>
              <a:gd name="connsiteX1111" fmla="*/ 3155701 w 8965936"/>
              <a:gd name="connsiteY1111" fmla="*/ 926365 h 3345776"/>
              <a:gd name="connsiteX1112" fmla="*/ 3239287 w 8965936"/>
              <a:gd name="connsiteY1112" fmla="*/ 927997 h 3345776"/>
              <a:gd name="connsiteX1113" fmla="*/ 3658144 w 8965936"/>
              <a:gd name="connsiteY1113" fmla="*/ 1336641 h 3345776"/>
              <a:gd name="connsiteX1114" fmla="*/ 3691378 w 8965936"/>
              <a:gd name="connsiteY1114" fmla="*/ 1409382 h 3345776"/>
              <a:gd name="connsiteX1115" fmla="*/ 3692083 w 8965936"/>
              <a:gd name="connsiteY1115" fmla="*/ 1411015 h 3345776"/>
              <a:gd name="connsiteX1116" fmla="*/ 3696072 w 8965936"/>
              <a:gd name="connsiteY1116" fmla="*/ 1443401 h 3345776"/>
              <a:gd name="connsiteX1117" fmla="*/ 3707548 w 8965936"/>
              <a:gd name="connsiteY1117" fmla="*/ 1499804 h 3345776"/>
              <a:gd name="connsiteX1118" fmla="*/ 3683812 w 8965936"/>
              <a:gd name="connsiteY1118" fmla="*/ 1451445 h 3345776"/>
              <a:gd name="connsiteX1119" fmla="*/ 3266356 w 8965936"/>
              <a:gd name="connsiteY1119" fmla="*/ 1034500 h 3345776"/>
              <a:gd name="connsiteX1120" fmla="*/ 2948510 w 8965936"/>
              <a:gd name="connsiteY1120" fmla="*/ 1134107 h 3345776"/>
              <a:gd name="connsiteX1121" fmla="*/ 2887213 w 8965936"/>
              <a:gd name="connsiteY1121" fmla="*/ 1193743 h 3345776"/>
              <a:gd name="connsiteX1122" fmla="*/ 2838432 w 8965936"/>
              <a:gd name="connsiteY1122" fmla="*/ 1242015 h 3345776"/>
              <a:gd name="connsiteX1123" fmla="*/ 2691831 w 8965936"/>
              <a:gd name="connsiteY1123" fmla="*/ 1350689 h 3345776"/>
              <a:gd name="connsiteX1124" fmla="*/ 2369915 w 8965936"/>
              <a:gd name="connsiteY1124" fmla="*/ 1409932 h 3345776"/>
              <a:gd name="connsiteX1125" fmla="*/ 2367072 w 8965936"/>
              <a:gd name="connsiteY1125" fmla="*/ 1409082 h 3345776"/>
              <a:gd name="connsiteX1126" fmla="*/ 2472614 w 8965936"/>
              <a:gd name="connsiteY1126" fmla="*/ 1400738 h 3345776"/>
              <a:gd name="connsiteX1127" fmla="*/ 2656713 w 8965936"/>
              <a:gd name="connsiteY1127" fmla="*/ 1329106 h 3345776"/>
              <a:gd name="connsiteX1128" fmla="*/ 2807146 w 8965936"/>
              <a:gd name="connsiteY1128" fmla="*/ 1195531 h 3345776"/>
              <a:gd name="connsiteX1129" fmla="*/ 2857458 w 8965936"/>
              <a:gd name="connsiteY1129" fmla="*/ 1136533 h 3345776"/>
              <a:gd name="connsiteX1130" fmla="*/ 2919267 w 8965936"/>
              <a:gd name="connsiteY1130" fmla="*/ 1064893 h 3345776"/>
              <a:gd name="connsiteX1131" fmla="*/ 3155701 w 8965936"/>
              <a:gd name="connsiteY1131" fmla="*/ 926365 h 3345776"/>
              <a:gd name="connsiteX1132" fmla="*/ 1955130 w 8965936"/>
              <a:gd name="connsiteY1132" fmla="*/ 910009 h 3345776"/>
              <a:gd name="connsiteX1133" fmla="*/ 1973401 w 8965936"/>
              <a:gd name="connsiteY1133" fmla="*/ 919171 h 3345776"/>
              <a:gd name="connsiteX1134" fmla="*/ 1986280 w 8965936"/>
              <a:gd name="connsiteY1134" fmla="*/ 987123 h 3345776"/>
              <a:gd name="connsiteX1135" fmla="*/ 1989005 w 8965936"/>
              <a:gd name="connsiteY1135" fmla="*/ 1001289 h 3345776"/>
              <a:gd name="connsiteX1136" fmla="*/ 1975010 w 8965936"/>
              <a:gd name="connsiteY1136" fmla="*/ 996748 h 3345776"/>
              <a:gd name="connsiteX1137" fmla="*/ 1965320 w 8965936"/>
              <a:gd name="connsiteY1137" fmla="*/ 996682 h 3345776"/>
              <a:gd name="connsiteX1138" fmla="*/ 1956911 w 8965936"/>
              <a:gd name="connsiteY1138" fmla="*/ 927997 h 3345776"/>
              <a:gd name="connsiteX1139" fmla="*/ 1915693 w 8965936"/>
              <a:gd name="connsiteY1139" fmla="*/ 892437 h 3345776"/>
              <a:gd name="connsiteX1140" fmla="*/ 1921967 w 8965936"/>
              <a:gd name="connsiteY1140" fmla="*/ 893375 h 3345776"/>
              <a:gd name="connsiteX1141" fmla="*/ 1942143 w 8965936"/>
              <a:gd name="connsiteY1141" fmla="*/ 903494 h 3345776"/>
              <a:gd name="connsiteX1142" fmla="*/ 1944781 w 8965936"/>
              <a:gd name="connsiteY1142" fmla="*/ 930167 h 3345776"/>
              <a:gd name="connsiteX1143" fmla="*/ 1952957 w 8965936"/>
              <a:gd name="connsiteY1143" fmla="*/ 996598 h 3345776"/>
              <a:gd name="connsiteX1144" fmla="*/ 1923244 w 8965936"/>
              <a:gd name="connsiteY1144" fmla="*/ 996394 h 3345776"/>
              <a:gd name="connsiteX1145" fmla="*/ 1923097 w 8965936"/>
              <a:gd name="connsiteY1145" fmla="*/ 995760 h 3345776"/>
              <a:gd name="connsiteX1146" fmla="*/ 1875702 w 8965936"/>
              <a:gd name="connsiteY1146" fmla="*/ 886471 h 3345776"/>
              <a:gd name="connsiteX1147" fmla="*/ 1903026 w 8965936"/>
              <a:gd name="connsiteY1147" fmla="*/ 890549 h 3345776"/>
              <a:gd name="connsiteX1148" fmla="*/ 1912954 w 8965936"/>
              <a:gd name="connsiteY1148" fmla="*/ 996324 h 3345776"/>
              <a:gd name="connsiteX1149" fmla="*/ 1891818 w 8965936"/>
              <a:gd name="connsiteY1149" fmla="*/ 996179 h 3345776"/>
              <a:gd name="connsiteX1150" fmla="*/ 1884922 w 8965936"/>
              <a:gd name="connsiteY1150" fmla="*/ 997563 h 3345776"/>
              <a:gd name="connsiteX1151" fmla="*/ 1878934 w 8965936"/>
              <a:gd name="connsiteY1151" fmla="*/ 950996 h 3345776"/>
              <a:gd name="connsiteX1152" fmla="*/ 1819715 w 8965936"/>
              <a:gd name="connsiteY1152" fmla="*/ 882109 h 3345776"/>
              <a:gd name="connsiteX1153" fmla="*/ 1820590 w 8965936"/>
              <a:gd name="connsiteY1153" fmla="*/ 910289 h 3345776"/>
              <a:gd name="connsiteX1154" fmla="*/ 1830961 w 8965936"/>
              <a:gd name="connsiteY1154" fmla="*/ 1008384 h 3345776"/>
              <a:gd name="connsiteX1155" fmla="*/ 1791791 w 8965936"/>
              <a:gd name="connsiteY1155" fmla="*/ 1016239 h 3345776"/>
              <a:gd name="connsiteX1156" fmla="*/ 1353776 w 8965936"/>
              <a:gd name="connsiteY1156" fmla="*/ 1235374 h 3345776"/>
              <a:gd name="connsiteX1157" fmla="*/ 1092881 w 8965936"/>
              <a:gd name="connsiteY1157" fmla="*/ 1319146 h 3345776"/>
              <a:gd name="connsiteX1158" fmla="*/ 908355 w 8965936"/>
              <a:gd name="connsiteY1158" fmla="*/ 1221966 h 3345776"/>
              <a:gd name="connsiteX1159" fmla="*/ 849358 w 8965936"/>
              <a:gd name="connsiteY1159" fmla="*/ 1175483 h 3345776"/>
              <a:gd name="connsiteX1160" fmla="*/ 296409 w 8965936"/>
              <a:gd name="connsiteY1160" fmla="*/ 1207535 h 3345776"/>
              <a:gd name="connsiteX1161" fmla="*/ 57974 w 8965936"/>
              <a:gd name="connsiteY1161" fmla="*/ 1489212 h 3345776"/>
              <a:gd name="connsiteX1162" fmla="*/ 8776 w 8965936"/>
              <a:gd name="connsiteY1162" fmla="*/ 1613636 h 3345776"/>
              <a:gd name="connsiteX1163" fmla="*/ 16990 w 8965936"/>
              <a:gd name="connsiteY1163" fmla="*/ 1569415 h 3345776"/>
              <a:gd name="connsiteX1164" fmla="*/ 300368 w 8965936"/>
              <a:gd name="connsiteY1164" fmla="*/ 1141386 h 3345776"/>
              <a:gd name="connsiteX1165" fmla="*/ 794955 w 8965936"/>
              <a:gd name="connsiteY1165" fmla="*/ 1067957 h 3345776"/>
              <a:gd name="connsiteX1166" fmla="*/ 851654 w 8965936"/>
              <a:gd name="connsiteY1166" fmla="*/ 1100649 h 3345776"/>
              <a:gd name="connsiteX1167" fmla="*/ 1034141 w 8965936"/>
              <a:gd name="connsiteY1167" fmla="*/ 1168715 h 3345776"/>
              <a:gd name="connsiteX1168" fmla="*/ 1286095 w 8965936"/>
              <a:gd name="connsiteY1168" fmla="*/ 1082005 h 3345776"/>
              <a:gd name="connsiteX1169" fmla="*/ 1735093 w 8965936"/>
              <a:gd name="connsiteY1169" fmla="*/ 889048 h 3345776"/>
              <a:gd name="connsiteX1170" fmla="*/ 1836975 w 8965936"/>
              <a:gd name="connsiteY1170" fmla="*/ 880694 h 3345776"/>
              <a:gd name="connsiteX1171" fmla="*/ 1863525 w 8965936"/>
              <a:gd name="connsiteY1171" fmla="*/ 884655 h 3345776"/>
              <a:gd name="connsiteX1172" fmla="*/ 1871645 w 8965936"/>
              <a:gd name="connsiteY1172" fmla="*/ 1000224 h 3345776"/>
              <a:gd name="connsiteX1173" fmla="*/ 1844459 w 8965936"/>
              <a:gd name="connsiteY1173" fmla="*/ 1005677 h 3345776"/>
              <a:gd name="connsiteX1174" fmla="*/ 1834232 w 8965936"/>
              <a:gd name="connsiteY1174" fmla="*/ 907388 h 3345776"/>
              <a:gd name="connsiteX1175" fmla="*/ 1833426 w 8965936"/>
              <a:gd name="connsiteY1175" fmla="*/ 880985 h 3345776"/>
              <a:gd name="connsiteX1176" fmla="*/ 1983571 w 8965936"/>
              <a:gd name="connsiteY1176" fmla="*/ 878497 h 3345776"/>
              <a:gd name="connsiteX1177" fmla="*/ 1992027 w 8965936"/>
              <a:gd name="connsiteY1177" fmla="*/ 890963 h 3345776"/>
              <a:gd name="connsiteX1178" fmla="*/ 1998554 w 8965936"/>
              <a:gd name="connsiteY1178" fmla="*/ 918601 h 3345776"/>
              <a:gd name="connsiteX1179" fmla="*/ 1996940 w 8965936"/>
              <a:gd name="connsiteY1179" fmla="*/ 916651 h 3345776"/>
              <a:gd name="connsiteX1180" fmla="*/ 1989497 w 8965936"/>
              <a:gd name="connsiteY1180" fmla="*/ 912840 h 3345776"/>
              <a:gd name="connsiteX1181" fmla="*/ 1986456 w 8965936"/>
              <a:gd name="connsiteY1181" fmla="*/ 889991 h 3345776"/>
              <a:gd name="connsiteX1182" fmla="*/ 1946629 w 8965936"/>
              <a:gd name="connsiteY1182" fmla="*/ 824042 h 3345776"/>
              <a:gd name="connsiteX1183" fmla="*/ 1958757 w 8965936"/>
              <a:gd name="connsiteY1183" fmla="*/ 841921 h 3345776"/>
              <a:gd name="connsiteX1184" fmla="*/ 1970342 w 8965936"/>
              <a:gd name="connsiteY1184" fmla="*/ 903036 h 3345776"/>
              <a:gd name="connsiteX1185" fmla="*/ 1953594 w 8965936"/>
              <a:gd name="connsiteY1185" fmla="*/ 894462 h 3345776"/>
              <a:gd name="connsiteX1186" fmla="*/ 3213872 w 8965936"/>
              <a:gd name="connsiteY1186" fmla="*/ 809746 h 3345776"/>
              <a:gd name="connsiteX1187" fmla="*/ 3643203 w 8965936"/>
              <a:gd name="connsiteY1187" fmla="*/ 1217241 h 3345776"/>
              <a:gd name="connsiteX1188" fmla="*/ 3671089 w 8965936"/>
              <a:gd name="connsiteY1188" fmla="*/ 1283406 h 3345776"/>
              <a:gd name="connsiteX1189" fmla="*/ 3678839 w 8965936"/>
              <a:gd name="connsiteY1189" fmla="*/ 1303508 h 3345776"/>
              <a:gd name="connsiteX1190" fmla="*/ 3686880 w 8965936"/>
              <a:gd name="connsiteY1190" fmla="*/ 1368782 h 3345776"/>
              <a:gd name="connsiteX1191" fmla="*/ 3670275 w 8965936"/>
              <a:gd name="connsiteY1191" fmla="*/ 1332427 h 3345776"/>
              <a:gd name="connsiteX1192" fmla="*/ 3241458 w 8965936"/>
              <a:gd name="connsiteY1192" fmla="*/ 916248 h 3345776"/>
              <a:gd name="connsiteX1193" fmla="*/ 2909433 w 8965936"/>
              <a:gd name="connsiteY1193" fmla="*/ 1056720 h 3345776"/>
              <a:gd name="connsiteX1194" fmla="*/ 2847245 w 8965936"/>
              <a:gd name="connsiteY1194" fmla="*/ 1128998 h 3345776"/>
              <a:gd name="connsiteX1195" fmla="*/ 2797186 w 8965936"/>
              <a:gd name="connsiteY1195" fmla="*/ 1187613 h 3345776"/>
              <a:gd name="connsiteX1196" fmla="*/ 2648795 w 8965936"/>
              <a:gd name="connsiteY1196" fmla="*/ 1316847 h 3345776"/>
              <a:gd name="connsiteX1197" fmla="*/ 2323900 w 8965936"/>
              <a:gd name="connsiteY1197" fmla="*/ 1391607 h 3345776"/>
              <a:gd name="connsiteX1198" fmla="*/ 2317215 w 8965936"/>
              <a:gd name="connsiteY1198" fmla="*/ 1390070 h 3345776"/>
              <a:gd name="connsiteX1199" fmla="*/ 2423368 w 8965936"/>
              <a:gd name="connsiteY1199" fmla="*/ 1380082 h 3345776"/>
              <a:gd name="connsiteX1200" fmla="*/ 2613423 w 8965936"/>
              <a:gd name="connsiteY1200" fmla="*/ 1295778 h 3345776"/>
              <a:gd name="connsiteX1201" fmla="*/ 2765643 w 8965936"/>
              <a:gd name="connsiteY1201" fmla="*/ 1140875 h 3345776"/>
              <a:gd name="connsiteX1202" fmla="*/ 2816722 w 8965936"/>
              <a:gd name="connsiteY1202" fmla="*/ 1071151 h 3345776"/>
              <a:gd name="connsiteX1203" fmla="*/ 2879552 w 8965936"/>
              <a:gd name="connsiteY1203" fmla="*/ 987123 h 3345776"/>
              <a:gd name="connsiteX1204" fmla="*/ 3213872 w 8965936"/>
              <a:gd name="connsiteY1204" fmla="*/ 809746 h 3345776"/>
              <a:gd name="connsiteX1205" fmla="*/ 1908867 w 8965936"/>
              <a:gd name="connsiteY1205" fmla="*/ 798382 h 3345776"/>
              <a:gd name="connsiteX1206" fmla="*/ 1932623 w 8965936"/>
              <a:gd name="connsiteY1206" fmla="*/ 814479 h 3345776"/>
              <a:gd name="connsiteX1207" fmla="*/ 1933973 w 8965936"/>
              <a:gd name="connsiteY1207" fmla="*/ 820840 h 3345776"/>
              <a:gd name="connsiteX1208" fmla="*/ 1940592 w 8965936"/>
              <a:gd name="connsiteY1208" fmla="*/ 887807 h 3345776"/>
              <a:gd name="connsiteX1209" fmla="*/ 1928079 w 8965936"/>
              <a:gd name="connsiteY1209" fmla="*/ 881402 h 3345776"/>
              <a:gd name="connsiteX1210" fmla="*/ 1914750 w 8965936"/>
              <a:gd name="connsiteY1210" fmla="*/ 879295 h 3345776"/>
              <a:gd name="connsiteX1211" fmla="*/ 1914258 w 8965936"/>
              <a:gd name="connsiteY1211" fmla="*/ 872448 h 3345776"/>
              <a:gd name="connsiteX1212" fmla="*/ 1938117 w 8965936"/>
              <a:gd name="connsiteY1212" fmla="*/ 780658 h 3345776"/>
              <a:gd name="connsiteX1213" fmla="*/ 1951545 w 8965936"/>
              <a:gd name="connsiteY1213" fmla="*/ 803871 h 3345776"/>
              <a:gd name="connsiteX1214" fmla="*/ 1953165 w 8965936"/>
              <a:gd name="connsiteY1214" fmla="*/ 812414 h 3345776"/>
              <a:gd name="connsiteX1215" fmla="*/ 1943481 w 8965936"/>
              <a:gd name="connsiteY1215" fmla="*/ 805767 h 3345776"/>
              <a:gd name="connsiteX1216" fmla="*/ 1870006 w 8965936"/>
              <a:gd name="connsiteY1216" fmla="*/ 774817 h 3345776"/>
              <a:gd name="connsiteX1217" fmla="*/ 1877063 w 8965936"/>
              <a:gd name="connsiteY1217" fmla="*/ 776831 h 3345776"/>
              <a:gd name="connsiteX1218" fmla="*/ 1895244 w 8965936"/>
              <a:gd name="connsiteY1218" fmla="*/ 789150 h 3345776"/>
              <a:gd name="connsiteX1219" fmla="*/ 1901362 w 8965936"/>
              <a:gd name="connsiteY1219" fmla="*/ 872830 h 3345776"/>
              <a:gd name="connsiteX1220" fmla="*/ 1901776 w 8965936"/>
              <a:gd name="connsiteY1220" fmla="*/ 877245 h 3345776"/>
              <a:gd name="connsiteX1221" fmla="*/ 1875028 w 8965936"/>
              <a:gd name="connsiteY1221" fmla="*/ 873016 h 3345776"/>
              <a:gd name="connsiteX1222" fmla="*/ 1872245 w 8965936"/>
              <a:gd name="connsiteY1222" fmla="*/ 817408 h 3345776"/>
              <a:gd name="connsiteX1223" fmla="*/ 1829833 w 8965936"/>
              <a:gd name="connsiteY1223" fmla="*/ 763359 h 3345776"/>
              <a:gd name="connsiteX1224" fmla="*/ 1856433 w 8965936"/>
              <a:gd name="connsiteY1224" fmla="*/ 770945 h 3345776"/>
              <a:gd name="connsiteX1225" fmla="*/ 1858835 w 8965936"/>
              <a:gd name="connsiteY1225" fmla="*/ 817919 h 3345776"/>
              <a:gd name="connsiteX1226" fmla="*/ 1862569 w 8965936"/>
              <a:gd name="connsiteY1226" fmla="*/ 871047 h 3345776"/>
              <a:gd name="connsiteX1227" fmla="*/ 1839156 w 8965936"/>
              <a:gd name="connsiteY1227" fmla="*/ 867345 h 3345776"/>
              <a:gd name="connsiteX1228" fmla="*/ 1833024 w 8965936"/>
              <a:gd name="connsiteY1228" fmla="*/ 867802 h 3345776"/>
              <a:gd name="connsiteX1229" fmla="*/ 1829848 w 8965936"/>
              <a:gd name="connsiteY1229" fmla="*/ 763773 h 3345776"/>
              <a:gd name="connsiteX1230" fmla="*/ 1677243 w 8965936"/>
              <a:gd name="connsiteY1230" fmla="*/ 747555 h 3345776"/>
              <a:gd name="connsiteX1231" fmla="*/ 1786373 w 8965936"/>
              <a:gd name="connsiteY1231" fmla="*/ 750963 h 3345776"/>
              <a:gd name="connsiteX1232" fmla="*/ 1815894 w 8965936"/>
              <a:gd name="connsiteY1232" fmla="*/ 759383 h 3345776"/>
              <a:gd name="connsiteX1233" fmla="*/ 1816056 w 8965936"/>
              <a:gd name="connsiteY1233" fmla="*/ 764284 h 3345776"/>
              <a:gd name="connsiteX1234" fmla="*/ 1819303 w 8965936"/>
              <a:gd name="connsiteY1234" fmla="*/ 868824 h 3345776"/>
              <a:gd name="connsiteX1235" fmla="*/ 1732921 w 8965936"/>
              <a:gd name="connsiteY1235" fmla="*/ 875257 h 3345776"/>
              <a:gd name="connsiteX1236" fmla="*/ 1277539 w 8965936"/>
              <a:gd name="connsiteY1236" fmla="*/ 1070895 h 3345776"/>
              <a:gd name="connsiteX1237" fmla="*/ 1034906 w 8965936"/>
              <a:gd name="connsiteY1237" fmla="*/ 1155305 h 3345776"/>
              <a:gd name="connsiteX1238" fmla="*/ 858806 w 8965936"/>
              <a:gd name="connsiteY1238" fmla="*/ 1089157 h 3345776"/>
              <a:gd name="connsiteX1239" fmla="*/ 800830 w 8965936"/>
              <a:gd name="connsiteY1239" fmla="*/ 1055954 h 3345776"/>
              <a:gd name="connsiteX1240" fmla="*/ 292322 w 8965936"/>
              <a:gd name="connsiteY1240" fmla="*/ 1130659 h 3345776"/>
              <a:gd name="connsiteX1241" fmla="*/ 72628 w 8965936"/>
              <a:gd name="connsiteY1241" fmla="*/ 1397491 h 3345776"/>
              <a:gd name="connsiteX1242" fmla="*/ 21920 w 8965936"/>
              <a:gd name="connsiteY1242" fmla="*/ 1522071 h 3345776"/>
              <a:gd name="connsiteX1243" fmla="*/ 34383 w 8965936"/>
              <a:gd name="connsiteY1243" fmla="*/ 1465324 h 3345776"/>
              <a:gd name="connsiteX1244" fmla="*/ 296409 w 8965936"/>
              <a:gd name="connsiteY1244" fmla="*/ 1063998 h 3345776"/>
              <a:gd name="connsiteX1245" fmla="*/ 747961 w 8965936"/>
              <a:gd name="connsiteY1245" fmla="*/ 949067 h 3345776"/>
              <a:gd name="connsiteX1246" fmla="*/ 805042 w 8965936"/>
              <a:gd name="connsiteY1246" fmla="*/ 968861 h 3345776"/>
              <a:gd name="connsiteX1247" fmla="*/ 971054 w 8965936"/>
              <a:gd name="connsiteY1247" fmla="*/ 1004872 h 3345776"/>
              <a:gd name="connsiteX1248" fmla="*/ 978207 w 8965936"/>
              <a:gd name="connsiteY1248" fmla="*/ 1004872 h 3345776"/>
              <a:gd name="connsiteX1249" fmla="*/ 1211261 w 8965936"/>
              <a:gd name="connsiteY1249" fmla="*/ 917525 h 3345776"/>
              <a:gd name="connsiteX1250" fmla="*/ 1677243 w 8965936"/>
              <a:gd name="connsiteY1250" fmla="*/ 747555 h 3345776"/>
              <a:gd name="connsiteX1251" fmla="*/ 1899995 w 8965936"/>
              <a:gd name="connsiteY1251" fmla="*/ 718561 h 3345776"/>
              <a:gd name="connsiteX1252" fmla="*/ 1904239 w 8965936"/>
              <a:gd name="connsiteY1252" fmla="*/ 722105 h 3345776"/>
              <a:gd name="connsiteX1253" fmla="*/ 1918094 w 8965936"/>
              <a:gd name="connsiteY1253" fmla="*/ 746051 h 3345776"/>
              <a:gd name="connsiteX1254" fmla="*/ 1928604 w 8965936"/>
              <a:gd name="connsiteY1254" fmla="*/ 795553 h 3345776"/>
              <a:gd name="connsiteX1255" fmla="*/ 1907613 w 8965936"/>
              <a:gd name="connsiteY1255" fmla="*/ 781144 h 3345776"/>
              <a:gd name="connsiteX1256" fmla="*/ 1905081 w 8965936"/>
              <a:gd name="connsiteY1256" fmla="*/ 746342 h 3345776"/>
              <a:gd name="connsiteX1257" fmla="*/ 3189102 w 8965936"/>
              <a:gd name="connsiteY1257" fmla="*/ 691238 h 3345776"/>
              <a:gd name="connsiteX1258" fmla="*/ 3628902 w 8965936"/>
              <a:gd name="connsiteY1258" fmla="*/ 1097457 h 3345776"/>
              <a:gd name="connsiteX1259" fmla="*/ 3666102 w 8965936"/>
              <a:gd name="connsiteY1259" fmla="*/ 1200113 h 3345776"/>
              <a:gd name="connsiteX1260" fmla="*/ 3672392 w 8965936"/>
              <a:gd name="connsiteY1260" fmla="*/ 1251174 h 3345776"/>
              <a:gd name="connsiteX1261" fmla="*/ 3655717 w 8965936"/>
              <a:gd name="connsiteY1261" fmla="*/ 1211750 h 3345776"/>
              <a:gd name="connsiteX1262" fmla="*/ 3215405 w 8965936"/>
              <a:gd name="connsiteY1262" fmla="*/ 796338 h 3345776"/>
              <a:gd name="connsiteX1263" fmla="*/ 2869335 w 8965936"/>
              <a:gd name="connsiteY1263" fmla="*/ 978695 h 3345776"/>
              <a:gd name="connsiteX1264" fmla="*/ 2805485 w 8965936"/>
              <a:gd name="connsiteY1264" fmla="*/ 1063233 h 3345776"/>
              <a:gd name="connsiteX1265" fmla="*/ 2754404 w 8965936"/>
              <a:gd name="connsiteY1265" fmla="*/ 1132702 h 3345776"/>
              <a:gd name="connsiteX1266" fmla="*/ 2604994 w 8965936"/>
              <a:gd name="connsiteY1266" fmla="*/ 1284922 h 3345776"/>
              <a:gd name="connsiteX1267" fmla="*/ 2361761 w 8965936"/>
              <a:gd name="connsiteY1267" fmla="*/ 1375700 h 3345776"/>
              <a:gd name="connsiteX1268" fmla="*/ 2289858 w 8965936"/>
              <a:gd name="connsiteY1268" fmla="*/ 1373482 h 3345776"/>
              <a:gd name="connsiteX1269" fmla="*/ 2285753 w 8965936"/>
              <a:gd name="connsiteY1269" fmla="*/ 1370715 h 3345776"/>
              <a:gd name="connsiteX1270" fmla="*/ 2378742 w 8965936"/>
              <a:gd name="connsiteY1270" fmla="*/ 1359873 h 3345776"/>
              <a:gd name="connsiteX1271" fmla="*/ 2571154 w 8965936"/>
              <a:gd name="connsiteY1271" fmla="*/ 1262829 h 3345776"/>
              <a:gd name="connsiteX1272" fmla="*/ 2724397 w 8965936"/>
              <a:gd name="connsiteY1272" fmla="*/ 1085963 h 3345776"/>
              <a:gd name="connsiteX1273" fmla="*/ 2775476 w 8965936"/>
              <a:gd name="connsiteY1273" fmla="*/ 1007044 h 3345776"/>
              <a:gd name="connsiteX1274" fmla="*/ 2840350 w 8965936"/>
              <a:gd name="connsiteY1274" fmla="*/ 909097 h 3345776"/>
              <a:gd name="connsiteX1275" fmla="*/ 3189102 w 8965936"/>
              <a:gd name="connsiteY1275" fmla="*/ 691238 h 3345776"/>
              <a:gd name="connsiteX1276" fmla="*/ 1865541 w 8965936"/>
              <a:gd name="connsiteY1276" fmla="*/ 689799 h 3345776"/>
              <a:gd name="connsiteX1277" fmla="*/ 1884493 w 8965936"/>
              <a:gd name="connsiteY1277" fmla="*/ 705621 h 3345776"/>
              <a:gd name="connsiteX1278" fmla="*/ 1892230 w 8965936"/>
              <a:gd name="connsiteY1278" fmla="*/ 747906 h 3345776"/>
              <a:gd name="connsiteX1279" fmla="*/ 1893975 w 8965936"/>
              <a:gd name="connsiteY1279" fmla="*/ 771781 h 3345776"/>
              <a:gd name="connsiteX1280" fmla="*/ 1883657 w 8965936"/>
              <a:gd name="connsiteY1280" fmla="*/ 764699 h 3345776"/>
              <a:gd name="connsiteX1281" fmla="*/ 1869255 w 8965936"/>
              <a:gd name="connsiteY1281" fmla="*/ 760522 h 3345776"/>
              <a:gd name="connsiteX1282" fmla="*/ 1892999 w 8965936"/>
              <a:gd name="connsiteY1282" fmla="*/ 680357 h 3345776"/>
              <a:gd name="connsiteX1283" fmla="*/ 1907017 w 8965936"/>
              <a:gd name="connsiteY1283" fmla="*/ 707570 h 3345776"/>
              <a:gd name="connsiteX1284" fmla="*/ 1896338 w 8965936"/>
              <a:gd name="connsiteY1284" fmla="*/ 698594 h 3345776"/>
              <a:gd name="connsiteX1285" fmla="*/ 1826552 w 8965936"/>
              <a:gd name="connsiteY1285" fmla="*/ 659134 h 3345776"/>
              <a:gd name="connsiteX1286" fmla="*/ 1830916 w 8965936"/>
              <a:gd name="connsiteY1286" fmla="*/ 660894 h 3345776"/>
              <a:gd name="connsiteX1287" fmla="*/ 1851688 w 8965936"/>
              <a:gd name="connsiteY1287" fmla="*/ 678234 h 3345776"/>
              <a:gd name="connsiteX1288" fmla="*/ 1855698 w 8965936"/>
              <a:gd name="connsiteY1288" fmla="*/ 756590 h 3345776"/>
              <a:gd name="connsiteX1289" fmla="*/ 1829381 w 8965936"/>
              <a:gd name="connsiteY1289" fmla="*/ 748959 h 3345776"/>
              <a:gd name="connsiteX1290" fmla="*/ 1854962 w 8965936"/>
              <a:gd name="connsiteY1290" fmla="*/ 613361 h 3345776"/>
              <a:gd name="connsiteX1291" fmla="*/ 1862043 w 8965936"/>
              <a:gd name="connsiteY1291" fmla="*/ 620271 h 3345776"/>
              <a:gd name="connsiteX1292" fmla="*/ 1872635 w 8965936"/>
              <a:gd name="connsiteY1292" fmla="*/ 640830 h 3345776"/>
              <a:gd name="connsiteX1293" fmla="*/ 1880819 w 8965936"/>
              <a:gd name="connsiteY1293" fmla="*/ 685552 h 3345776"/>
              <a:gd name="connsiteX1294" fmla="*/ 1864199 w 8965936"/>
              <a:gd name="connsiteY1294" fmla="*/ 671582 h 3345776"/>
              <a:gd name="connsiteX1295" fmla="*/ 1617864 w 8965936"/>
              <a:gd name="connsiteY1295" fmla="*/ 607084 h 3345776"/>
              <a:gd name="connsiteX1296" fmla="*/ 1734488 w 8965936"/>
              <a:gd name="connsiteY1296" fmla="*/ 621975 h 3345776"/>
              <a:gd name="connsiteX1297" fmla="*/ 1812393 w 8965936"/>
              <a:gd name="connsiteY1297" fmla="*/ 653418 h 3345776"/>
              <a:gd name="connsiteX1298" fmla="*/ 1815417 w 8965936"/>
              <a:gd name="connsiteY1298" fmla="*/ 744909 h 3345776"/>
              <a:gd name="connsiteX1299" fmla="*/ 1789233 w 8965936"/>
              <a:gd name="connsiteY1299" fmla="*/ 737315 h 3345776"/>
              <a:gd name="connsiteX1300" fmla="*/ 1675712 w 8965936"/>
              <a:gd name="connsiteY1300" fmla="*/ 733635 h 3345776"/>
              <a:gd name="connsiteX1301" fmla="*/ 1203216 w 8965936"/>
              <a:gd name="connsiteY1301" fmla="*/ 905776 h 3345776"/>
              <a:gd name="connsiteX1302" fmla="*/ 977440 w 8965936"/>
              <a:gd name="connsiteY1302" fmla="*/ 990953 h 3345776"/>
              <a:gd name="connsiteX1303" fmla="*/ 810279 w 8965936"/>
              <a:gd name="connsiteY1303" fmla="*/ 955964 h 3345776"/>
              <a:gd name="connsiteX1304" fmla="*/ 752176 w 8965936"/>
              <a:gd name="connsiteY1304" fmla="*/ 935786 h 3345776"/>
              <a:gd name="connsiteX1305" fmla="*/ 288491 w 8965936"/>
              <a:gd name="connsiteY1305" fmla="*/ 1053144 h 3345776"/>
              <a:gd name="connsiteX1306" fmla="*/ 87760 w 8965936"/>
              <a:gd name="connsiteY1306" fmla="*/ 1305115 h 3345776"/>
              <a:gd name="connsiteX1307" fmla="*/ 37428 w 8965936"/>
              <a:gd name="connsiteY1307" fmla="*/ 1424664 h 3345776"/>
              <a:gd name="connsiteX1308" fmla="*/ 53400 w 8965936"/>
              <a:gd name="connsiteY1308" fmla="*/ 1363523 h 3345776"/>
              <a:gd name="connsiteX1309" fmla="*/ 293982 w 8965936"/>
              <a:gd name="connsiteY1309" fmla="*/ 987123 h 3345776"/>
              <a:gd name="connsiteX1310" fmla="*/ 702627 w 8965936"/>
              <a:gd name="connsiteY1310" fmla="*/ 830689 h 3345776"/>
              <a:gd name="connsiteX1311" fmla="*/ 763413 w 8965936"/>
              <a:gd name="connsiteY1311" fmla="*/ 837075 h 3345776"/>
              <a:gd name="connsiteX1312" fmla="*/ 921507 w 8965936"/>
              <a:gd name="connsiteY1312" fmla="*/ 841416 h 3345776"/>
              <a:gd name="connsiteX1313" fmla="*/ 1135536 w 8965936"/>
              <a:gd name="connsiteY1313" fmla="*/ 753430 h 3345776"/>
              <a:gd name="connsiteX1314" fmla="*/ 1617864 w 8965936"/>
              <a:gd name="connsiteY1314" fmla="*/ 607084 h 3345776"/>
              <a:gd name="connsiteX1315" fmla="*/ 1850521 w 8965936"/>
              <a:gd name="connsiteY1315" fmla="*/ 585375 h 3345776"/>
              <a:gd name="connsiteX1316" fmla="*/ 1854610 w 8965936"/>
              <a:gd name="connsiteY1316" fmla="*/ 594308 h 3345776"/>
              <a:gd name="connsiteX1317" fmla="*/ 1851449 w 8965936"/>
              <a:gd name="connsiteY1317" fmla="*/ 591206 h 3345776"/>
              <a:gd name="connsiteX1318" fmla="*/ 1821388 w 8965936"/>
              <a:gd name="connsiteY1318" fmla="*/ 580601 h 3345776"/>
              <a:gd name="connsiteX1319" fmla="*/ 1839078 w 8965936"/>
              <a:gd name="connsiteY1319" fmla="*/ 597862 h 3345776"/>
              <a:gd name="connsiteX1320" fmla="*/ 1848706 w 8965936"/>
              <a:gd name="connsiteY1320" fmla="*/ 658563 h 3345776"/>
              <a:gd name="connsiteX1321" fmla="*/ 1838242 w 8965936"/>
              <a:gd name="connsiteY1321" fmla="*/ 649769 h 3345776"/>
              <a:gd name="connsiteX1322" fmla="*/ 1826103 w 8965936"/>
              <a:gd name="connsiteY1322" fmla="*/ 644828 h 3345776"/>
              <a:gd name="connsiteX1323" fmla="*/ 1824852 w 8965936"/>
              <a:gd name="connsiteY1323" fmla="*/ 605137 h 3345776"/>
              <a:gd name="connsiteX1324" fmla="*/ 3163689 w 8965936"/>
              <a:gd name="connsiteY1324" fmla="*/ 571073 h 3345776"/>
              <a:gd name="connsiteX1325" fmla="*/ 3614088 w 8965936"/>
              <a:gd name="connsiteY1325" fmla="*/ 976268 h 3345776"/>
              <a:gd name="connsiteX1326" fmla="*/ 3653729 w 8965936"/>
              <a:gd name="connsiteY1326" fmla="*/ 1098055 h 3345776"/>
              <a:gd name="connsiteX1327" fmla="*/ 3659136 w 8965936"/>
              <a:gd name="connsiteY1327" fmla="*/ 1142681 h 3345776"/>
              <a:gd name="connsiteX1328" fmla="*/ 3640521 w 8965936"/>
              <a:gd name="connsiteY1328" fmla="*/ 1091327 h 3345776"/>
              <a:gd name="connsiteX1329" fmla="*/ 3188719 w 8965936"/>
              <a:gd name="connsiteY1329" fmla="*/ 676681 h 3345776"/>
              <a:gd name="connsiteX1330" fmla="*/ 2828474 w 8965936"/>
              <a:gd name="connsiteY1330" fmla="*/ 900286 h 3345776"/>
              <a:gd name="connsiteX1331" fmla="*/ 2763345 w 8965936"/>
              <a:gd name="connsiteY1331" fmla="*/ 998743 h 3345776"/>
              <a:gd name="connsiteX1332" fmla="*/ 2712265 w 8965936"/>
              <a:gd name="connsiteY1332" fmla="*/ 1077407 h 3345776"/>
              <a:gd name="connsiteX1333" fmla="*/ 2561321 w 8965936"/>
              <a:gd name="connsiteY1333" fmla="*/ 1251464 h 3345776"/>
              <a:gd name="connsiteX1334" fmla="*/ 2315311 w 8965936"/>
              <a:gd name="connsiteY1334" fmla="*/ 1356355 h 3345776"/>
              <a:gd name="connsiteX1335" fmla="*/ 2262767 w 8965936"/>
              <a:gd name="connsiteY1335" fmla="*/ 1355218 h 3345776"/>
              <a:gd name="connsiteX1336" fmla="*/ 2261808 w 8965936"/>
              <a:gd name="connsiteY1336" fmla="*/ 1354571 h 3345776"/>
              <a:gd name="connsiteX1337" fmla="*/ 2257235 w 8965936"/>
              <a:gd name="connsiteY1337" fmla="*/ 1348737 h 3345776"/>
              <a:gd name="connsiteX1338" fmla="*/ 2305412 w 8965936"/>
              <a:gd name="connsiteY1338" fmla="*/ 1343688 h 3345776"/>
              <a:gd name="connsiteX1339" fmla="*/ 2526715 w 8965936"/>
              <a:gd name="connsiteY1339" fmla="*/ 1228350 h 3345776"/>
              <a:gd name="connsiteX1340" fmla="*/ 2681362 w 8965936"/>
              <a:gd name="connsiteY1340" fmla="*/ 1029647 h 3345776"/>
              <a:gd name="connsiteX1341" fmla="*/ 2732442 w 8965936"/>
              <a:gd name="connsiteY1341" fmla="*/ 943705 h 3345776"/>
              <a:gd name="connsiteX1342" fmla="*/ 2800507 w 8965936"/>
              <a:gd name="connsiteY1342" fmla="*/ 829540 h 3345776"/>
              <a:gd name="connsiteX1343" fmla="*/ 3163689 w 8965936"/>
              <a:gd name="connsiteY1343" fmla="*/ 571073 h 3345776"/>
              <a:gd name="connsiteX1344" fmla="*/ 1811252 w 8965936"/>
              <a:gd name="connsiteY1344" fmla="*/ 508844 h 3345776"/>
              <a:gd name="connsiteX1345" fmla="*/ 1819811 w 8965936"/>
              <a:gd name="connsiteY1345" fmla="*/ 518288 h 3345776"/>
              <a:gd name="connsiteX1346" fmla="*/ 1825092 w 8965936"/>
              <a:gd name="connsiteY1346" fmla="*/ 529822 h 3345776"/>
              <a:gd name="connsiteX1347" fmla="*/ 1830231 w 8965936"/>
              <a:gd name="connsiteY1347" fmla="*/ 542084 h 3345776"/>
              <a:gd name="connsiteX1348" fmla="*/ 1835551 w 8965936"/>
              <a:gd name="connsiteY1348" fmla="*/ 575626 h 3345776"/>
              <a:gd name="connsiteX1349" fmla="*/ 1818294 w 8965936"/>
              <a:gd name="connsiteY1349" fmla="*/ 558711 h 3345776"/>
              <a:gd name="connsiteX1350" fmla="*/ 3138020 w 8965936"/>
              <a:gd name="connsiteY1350" fmla="*/ 452437 h 3345776"/>
              <a:gd name="connsiteX1351" fmla="*/ 3598891 w 8965936"/>
              <a:gd name="connsiteY1351" fmla="*/ 856485 h 3345776"/>
              <a:gd name="connsiteX1352" fmla="*/ 3642692 w 8965936"/>
              <a:gd name="connsiteY1352" fmla="*/ 1006974 h 3345776"/>
              <a:gd name="connsiteX1353" fmla="*/ 3645843 w 8965936"/>
              <a:gd name="connsiteY1353" fmla="*/ 1032971 h 3345776"/>
              <a:gd name="connsiteX1354" fmla="*/ 3625837 w 8965936"/>
              <a:gd name="connsiteY1354" fmla="*/ 971415 h 3345776"/>
              <a:gd name="connsiteX1355" fmla="*/ 3167521 w 8965936"/>
              <a:gd name="connsiteY1355" fmla="*/ 557663 h 3345776"/>
              <a:gd name="connsiteX1356" fmla="*/ 3162668 w 8965936"/>
              <a:gd name="connsiteY1356" fmla="*/ 557663 h 3345776"/>
              <a:gd name="connsiteX1357" fmla="*/ 2788503 w 8965936"/>
              <a:gd name="connsiteY1357" fmla="*/ 822389 h 3345776"/>
              <a:gd name="connsiteX1358" fmla="*/ 2719927 w 8965936"/>
              <a:gd name="connsiteY1358" fmla="*/ 937320 h 3345776"/>
              <a:gd name="connsiteX1359" fmla="*/ 2669486 w 8965936"/>
              <a:gd name="connsiteY1359" fmla="*/ 1023007 h 3345776"/>
              <a:gd name="connsiteX1360" fmla="*/ 2517137 w 8965936"/>
              <a:gd name="connsiteY1360" fmla="*/ 1218901 h 3345776"/>
              <a:gd name="connsiteX1361" fmla="*/ 2268927 w 8965936"/>
              <a:gd name="connsiteY1361" fmla="*/ 1336696 h 3345776"/>
              <a:gd name="connsiteX1362" fmla="*/ 2247666 w 8965936"/>
              <a:gd name="connsiteY1362" fmla="*/ 1336526 h 3345776"/>
              <a:gd name="connsiteX1363" fmla="*/ 2240002 w 8965936"/>
              <a:gd name="connsiteY1363" fmla="*/ 1326747 h 3345776"/>
              <a:gd name="connsiteX1364" fmla="*/ 2259745 w 8965936"/>
              <a:gd name="connsiteY1364" fmla="*/ 1324317 h 3345776"/>
              <a:gd name="connsiteX1365" fmla="*/ 2483550 w 8965936"/>
              <a:gd name="connsiteY1365" fmla="*/ 1195277 h 3345776"/>
              <a:gd name="connsiteX1366" fmla="*/ 2639476 w 8965936"/>
              <a:gd name="connsiteY1366" fmla="*/ 974736 h 3345776"/>
              <a:gd name="connsiteX1367" fmla="*/ 2688768 w 8965936"/>
              <a:gd name="connsiteY1367" fmla="*/ 882664 h 3345776"/>
              <a:gd name="connsiteX1368" fmla="*/ 2760407 w 8965936"/>
              <a:gd name="connsiteY1368" fmla="*/ 751514 h 3345776"/>
              <a:gd name="connsiteX1369" fmla="*/ 3138020 w 8965936"/>
              <a:gd name="connsiteY1369" fmla="*/ 452437 h 3345776"/>
              <a:gd name="connsiteX1370" fmla="*/ 3112480 w 8965936"/>
              <a:gd name="connsiteY1370" fmla="*/ 334059 h 3345776"/>
              <a:gd name="connsiteX1371" fmla="*/ 3584078 w 8965936"/>
              <a:gd name="connsiteY1371" fmla="*/ 736957 h 3345776"/>
              <a:gd name="connsiteX1372" fmla="*/ 3612681 w 8965936"/>
              <a:gd name="connsiteY1372" fmla="*/ 858522 h 3345776"/>
              <a:gd name="connsiteX1373" fmla="*/ 3610895 w 8965936"/>
              <a:gd name="connsiteY1373" fmla="*/ 852398 h 3345776"/>
              <a:gd name="connsiteX1374" fmla="*/ 3136489 w 8965936"/>
              <a:gd name="connsiteY1374" fmla="*/ 439539 h 3345776"/>
              <a:gd name="connsiteX1375" fmla="*/ 2748149 w 8965936"/>
              <a:gd name="connsiteY1375" fmla="*/ 745257 h 3345776"/>
              <a:gd name="connsiteX1376" fmla="*/ 2676251 w 8965936"/>
              <a:gd name="connsiteY1376" fmla="*/ 876916 h 3345776"/>
              <a:gd name="connsiteX1377" fmla="*/ 2627086 w 8965936"/>
              <a:gd name="connsiteY1377" fmla="*/ 968734 h 3345776"/>
              <a:gd name="connsiteX1378" fmla="*/ 2473846 w 8965936"/>
              <a:gd name="connsiteY1378" fmla="*/ 1185826 h 3345776"/>
              <a:gd name="connsiteX1379" fmla="*/ 2292234 w 8965936"/>
              <a:gd name="connsiteY1379" fmla="*/ 1300934 h 3345776"/>
              <a:gd name="connsiteX1380" fmla="*/ 2231427 w 8965936"/>
              <a:gd name="connsiteY1380" fmla="*/ 1315807 h 3345776"/>
              <a:gd name="connsiteX1381" fmla="*/ 2221381 w 8965936"/>
              <a:gd name="connsiteY1381" fmla="*/ 1302987 h 3345776"/>
              <a:gd name="connsiteX1382" fmla="*/ 2225861 w 8965936"/>
              <a:gd name="connsiteY1382" fmla="*/ 1302162 h 3345776"/>
              <a:gd name="connsiteX1383" fmla="*/ 2440133 w 8965936"/>
              <a:gd name="connsiteY1383" fmla="*/ 1162585 h 3345776"/>
              <a:gd name="connsiteX1384" fmla="*/ 2645349 w 8965936"/>
              <a:gd name="connsiteY1384" fmla="*/ 822900 h 3345776"/>
              <a:gd name="connsiteX1385" fmla="*/ 2720565 w 8965936"/>
              <a:gd name="connsiteY1385" fmla="*/ 673872 h 3345776"/>
              <a:gd name="connsiteX1386" fmla="*/ 3112480 w 8965936"/>
              <a:gd name="connsiteY1386" fmla="*/ 334059 h 3345776"/>
              <a:gd name="connsiteX1387" fmla="*/ 1147215 w 8965936"/>
              <a:gd name="connsiteY1387" fmla="*/ 407 h 3345776"/>
              <a:gd name="connsiteX1388" fmla="*/ 826882 w 8965936"/>
              <a:gd name="connsiteY1388" fmla="*/ 84659 h 3345776"/>
              <a:gd name="connsiteX1389" fmla="*/ 60674 w 8965936"/>
              <a:gd name="connsiteY1389" fmla="*/ 1040886 h 3345776"/>
              <a:gd name="connsiteX1390" fmla="*/ 72550 w 8965936"/>
              <a:gd name="connsiteY1390" fmla="*/ 1047143 h 3345776"/>
              <a:gd name="connsiteX1391" fmla="*/ 832885 w 8965936"/>
              <a:gd name="connsiteY1391" fmla="*/ 96023 h 3345776"/>
              <a:gd name="connsiteX1392" fmla="*/ 1466537 w 8965936"/>
              <a:gd name="connsiteY1392" fmla="*/ 75081 h 3345776"/>
              <a:gd name="connsiteX1393" fmla="*/ 1746199 w 8965936"/>
              <a:gd name="connsiteY1393" fmla="*/ 334933 h 3345776"/>
              <a:gd name="connsiteX1394" fmla="*/ 1760742 w 8965936"/>
              <a:gd name="connsiteY1394" fmla="*/ 375280 h 3345776"/>
              <a:gd name="connsiteX1395" fmla="*/ 1702385 w 8965936"/>
              <a:gd name="connsiteY1395" fmla="*/ 303985 h 3345776"/>
              <a:gd name="connsiteX1396" fmla="*/ 1442786 w 8965936"/>
              <a:gd name="connsiteY1396" fmla="*/ 171112 h 3345776"/>
              <a:gd name="connsiteX1397" fmla="*/ 901843 w 8965936"/>
              <a:gd name="connsiteY1397" fmla="*/ 248626 h 3345776"/>
              <a:gd name="connsiteX1398" fmla="*/ 861361 w 8965936"/>
              <a:gd name="connsiteY1398" fmla="*/ 271868 h 3345776"/>
              <a:gd name="connsiteX1399" fmla="*/ 745408 w 8965936"/>
              <a:gd name="connsiteY1399" fmla="*/ 337635 h 3345776"/>
              <a:gd name="connsiteX1400" fmla="*/ 555134 w 8965936"/>
              <a:gd name="connsiteY1400" fmla="*/ 461377 h 3345776"/>
              <a:gd name="connsiteX1401" fmla="*/ 271892 w 8965936"/>
              <a:gd name="connsiteY1401" fmla="*/ 747044 h 3345776"/>
              <a:gd name="connsiteX1402" fmla="*/ 45350 w 8965936"/>
              <a:gd name="connsiteY1402" fmla="*/ 1157094 h 3345776"/>
              <a:gd name="connsiteX1403" fmla="*/ 58120 w 8965936"/>
              <a:gd name="connsiteY1403" fmla="*/ 1162074 h 3345776"/>
              <a:gd name="connsiteX1404" fmla="*/ 282491 w 8965936"/>
              <a:gd name="connsiteY1404" fmla="*/ 755473 h 3345776"/>
              <a:gd name="connsiteX1405" fmla="*/ 563434 w 8965936"/>
              <a:gd name="connsiteY1405" fmla="*/ 472487 h 3345776"/>
              <a:gd name="connsiteX1406" fmla="*/ 751921 w 8965936"/>
              <a:gd name="connsiteY1406" fmla="*/ 349638 h 3345776"/>
              <a:gd name="connsiteX1407" fmla="*/ 868129 w 8965936"/>
              <a:gd name="connsiteY1407" fmla="*/ 283744 h 3345776"/>
              <a:gd name="connsiteX1408" fmla="*/ 908612 w 8965936"/>
              <a:gd name="connsiteY1408" fmla="*/ 260503 h 3345776"/>
              <a:gd name="connsiteX1409" fmla="*/ 1439849 w 8965936"/>
              <a:gd name="connsiteY1409" fmla="*/ 184520 h 3345776"/>
              <a:gd name="connsiteX1410" fmla="*/ 1693031 w 8965936"/>
              <a:gd name="connsiteY1410" fmla="*/ 313691 h 3345776"/>
              <a:gd name="connsiteX1411" fmla="*/ 1774216 w 8965936"/>
              <a:gd name="connsiteY1411" fmla="*/ 412664 h 3345776"/>
              <a:gd name="connsiteX1412" fmla="*/ 1789752 w 8965936"/>
              <a:gd name="connsiteY1412" fmla="*/ 455758 h 3345776"/>
              <a:gd name="connsiteX1413" fmla="*/ 1791466 w 8965936"/>
              <a:gd name="connsiteY1413" fmla="*/ 468032 h 3345776"/>
              <a:gd name="connsiteX1414" fmla="*/ 1747371 w 8965936"/>
              <a:gd name="connsiteY1414" fmla="*/ 419251 h 3345776"/>
              <a:gd name="connsiteX1415" fmla="*/ 1500763 w 8965936"/>
              <a:gd name="connsiteY1415" fmla="*/ 311838 h 3345776"/>
              <a:gd name="connsiteX1416" fmla="*/ 977185 w 8965936"/>
              <a:gd name="connsiteY1416" fmla="*/ 413105 h 3345776"/>
              <a:gd name="connsiteX1417" fmla="*/ 803513 w 8965936"/>
              <a:gd name="connsiteY1417" fmla="*/ 500964 h 3345776"/>
              <a:gd name="connsiteX1418" fmla="*/ 760732 w 8965936"/>
              <a:gd name="connsiteY1418" fmla="*/ 516798 h 3345776"/>
              <a:gd name="connsiteX1419" fmla="*/ 604299 w 8965936"/>
              <a:gd name="connsiteY1419" fmla="*/ 579627 h 3345776"/>
              <a:gd name="connsiteX1420" fmla="*/ 276105 w 8965936"/>
              <a:gd name="connsiteY1420" fmla="*/ 823665 h 3345776"/>
              <a:gd name="connsiteX1421" fmla="*/ 30792 w 8965936"/>
              <a:gd name="connsiteY1421" fmla="*/ 1274451 h 3345776"/>
              <a:gd name="connsiteX1422" fmla="*/ 43562 w 8965936"/>
              <a:gd name="connsiteY1422" fmla="*/ 1278409 h 3345776"/>
              <a:gd name="connsiteX1423" fmla="*/ 286195 w 8965936"/>
              <a:gd name="connsiteY1423" fmla="*/ 832476 h 3345776"/>
              <a:gd name="connsiteX1424" fmla="*/ 609790 w 8965936"/>
              <a:gd name="connsiteY1424" fmla="*/ 592398 h 3345776"/>
              <a:gd name="connsiteX1425" fmla="*/ 765202 w 8965936"/>
              <a:gd name="connsiteY1425" fmla="*/ 529952 h 3345776"/>
              <a:gd name="connsiteX1426" fmla="*/ 807982 w 8965936"/>
              <a:gd name="connsiteY1426" fmla="*/ 513990 h 3345776"/>
              <a:gd name="connsiteX1427" fmla="*/ 983826 w 8965936"/>
              <a:gd name="connsiteY1427" fmla="*/ 424599 h 3345776"/>
              <a:gd name="connsiteX1428" fmla="*/ 1498973 w 8965936"/>
              <a:gd name="connsiteY1428" fmla="*/ 324736 h 3345776"/>
              <a:gd name="connsiteX1429" fmla="*/ 1738829 w 8965936"/>
              <a:gd name="connsiteY1429" fmla="*/ 428941 h 3345776"/>
              <a:gd name="connsiteX1430" fmla="*/ 1794601 w 8965936"/>
              <a:gd name="connsiteY1430" fmla="*/ 490474 h 3345776"/>
              <a:gd name="connsiteX1431" fmla="*/ 1801890 w 8965936"/>
              <a:gd name="connsiteY1431" fmla="*/ 542632 h 3345776"/>
              <a:gd name="connsiteX1432" fmla="*/ 1792941 w 8965936"/>
              <a:gd name="connsiteY1432" fmla="*/ 533863 h 3345776"/>
              <a:gd name="connsiteX1433" fmla="*/ 1559377 w 8965936"/>
              <a:gd name="connsiteY1433" fmla="*/ 452310 h 3345776"/>
              <a:gd name="connsiteX1434" fmla="*/ 1052401 w 8965936"/>
              <a:gd name="connsiteY1434" fmla="*/ 577201 h 3345776"/>
              <a:gd name="connsiteX1435" fmla="*/ 861488 w 8965936"/>
              <a:gd name="connsiteY1435" fmla="*/ 664038 h 3345776"/>
              <a:gd name="connsiteX1436" fmla="*/ 730340 w 8965936"/>
              <a:gd name="connsiteY1436" fmla="*/ 686641 h 3345776"/>
              <a:gd name="connsiteX1437" fmla="*/ 653719 w 8965936"/>
              <a:gd name="connsiteY1437" fmla="*/ 698262 h 3345776"/>
              <a:gd name="connsiteX1438" fmla="*/ 280447 w 8965936"/>
              <a:gd name="connsiteY1438" fmla="*/ 900286 h 3345776"/>
              <a:gd name="connsiteX1439" fmla="*/ 16106 w 8965936"/>
              <a:gd name="connsiteY1439" fmla="*/ 1391297 h 3345776"/>
              <a:gd name="connsiteX1440" fmla="*/ 28876 w 8965936"/>
              <a:gd name="connsiteY1440" fmla="*/ 1394362 h 3345776"/>
              <a:gd name="connsiteX1441" fmla="*/ 289641 w 8965936"/>
              <a:gd name="connsiteY1441" fmla="*/ 909735 h 3345776"/>
              <a:gd name="connsiteX1442" fmla="*/ 656528 w 8965936"/>
              <a:gd name="connsiteY1442" fmla="*/ 711415 h 3345776"/>
              <a:gd name="connsiteX1443" fmla="*/ 733150 w 8965936"/>
              <a:gd name="connsiteY1443" fmla="*/ 699922 h 3345776"/>
              <a:gd name="connsiteX1444" fmla="*/ 865447 w 8965936"/>
              <a:gd name="connsiteY1444" fmla="*/ 677446 h 3345776"/>
              <a:gd name="connsiteX1445" fmla="*/ 1060446 w 8965936"/>
              <a:gd name="connsiteY1445" fmla="*/ 588950 h 3345776"/>
              <a:gd name="connsiteX1446" fmla="*/ 1558483 w 8965936"/>
              <a:gd name="connsiteY1446" fmla="*/ 466102 h 3345776"/>
              <a:gd name="connsiteX1447" fmla="*/ 1784641 w 8965936"/>
              <a:gd name="connsiteY1447" fmla="*/ 544749 h 3345776"/>
              <a:gd name="connsiteX1448" fmla="*/ 1804955 w 8965936"/>
              <a:gd name="connsiteY1448" fmla="*/ 564570 h 3345776"/>
              <a:gd name="connsiteX1449" fmla="*/ 1810853 w 8965936"/>
              <a:gd name="connsiteY1449" fmla="*/ 606766 h 3345776"/>
              <a:gd name="connsiteX1450" fmla="*/ 1811919 w 8965936"/>
              <a:gd name="connsiteY1450" fmla="*/ 639057 h 3345776"/>
              <a:gd name="connsiteX1451" fmla="*/ 1738305 w 8965936"/>
              <a:gd name="connsiteY1451" fmla="*/ 609100 h 3345776"/>
              <a:gd name="connsiteX1452" fmla="*/ 1617606 w 8965936"/>
              <a:gd name="connsiteY1452" fmla="*/ 593548 h 3345776"/>
              <a:gd name="connsiteX1453" fmla="*/ 1127745 w 8965936"/>
              <a:gd name="connsiteY1453" fmla="*/ 742192 h 3345776"/>
              <a:gd name="connsiteX1454" fmla="*/ 919464 w 8965936"/>
              <a:gd name="connsiteY1454" fmla="*/ 828008 h 3345776"/>
              <a:gd name="connsiteX1455" fmla="*/ 764690 w 8965936"/>
              <a:gd name="connsiteY1455" fmla="*/ 823792 h 3345776"/>
              <a:gd name="connsiteX1456" fmla="*/ 702881 w 8965936"/>
              <a:gd name="connsiteY1456" fmla="*/ 817281 h 3345776"/>
              <a:gd name="connsiteX1457" fmla="*/ 285426 w 8965936"/>
              <a:gd name="connsiteY1457" fmla="*/ 977290 h 3345776"/>
              <a:gd name="connsiteX1458" fmla="*/ 2185 w 8965936"/>
              <a:gd name="connsiteY1458" fmla="*/ 1508400 h 3345776"/>
              <a:gd name="connsiteX1459" fmla="*/ 11374 w 8965936"/>
              <a:gd name="connsiteY1459" fmla="*/ 1510053 h 3345776"/>
              <a:gd name="connsiteX1460" fmla="*/ 0 w 8965936"/>
              <a:gd name="connsiteY1460" fmla="*/ 1561947 h 3345776"/>
              <a:gd name="connsiteX1461" fmla="*/ 0 w 8965936"/>
              <a:gd name="connsiteY1461" fmla="*/ 1671412 h 3345776"/>
              <a:gd name="connsiteX1462" fmla="*/ 48514 w 8965936"/>
              <a:gd name="connsiteY1462" fmla="*/ 1538362 h 3345776"/>
              <a:gd name="connsiteX1463" fmla="*/ 303815 w 8965936"/>
              <a:gd name="connsiteY1463" fmla="*/ 1219539 h 3345776"/>
              <a:gd name="connsiteX1464" fmla="*/ 841564 w 8965936"/>
              <a:gd name="connsiteY1464" fmla="*/ 1187359 h 3345776"/>
              <a:gd name="connsiteX1465" fmla="*/ 899415 w 8965936"/>
              <a:gd name="connsiteY1465" fmla="*/ 1233075 h 3345776"/>
              <a:gd name="connsiteX1466" fmla="*/ 1090965 w 8965936"/>
              <a:gd name="connsiteY1466" fmla="*/ 1333321 h 3345776"/>
              <a:gd name="connsiteX1467" fmla="*/ 1361693 w 8965936"/>
              <a:gd name="connsiteY1467" fmla="*/ 1247123 h 3345776"/>
              <a:gd name="connsiteX1468" fmla="*/ 1795877 w 8965936"/>
              <a:gd name="connsiteY1468" fmla="*/ 1030031 h 3345776"/>
              <a:gd name="connsiteX1469" fmla="*/ 1833705 w 8965936"/>
              <a:gd name="connsiteY1469" fmla="*/ 1022350 h 3345776"/>
              <a:gd name="connsiteX1470" fmla="*/ 1854656 w 8965936"/>
              <a:gd name="connsiteY1470" fmla="*/ 1107667 h 3345776"/>
              <a:gd name="connsiteX1471" fmla="*/ 1874505 w 8965936"/>
              <a:gd name="connsiteY1471" fmla="*/ 1148146 h 3345776"/>
              <a:gd name="connsiteX1472" fmla="*/ 1848619 w 8965936"/>
              <a:gd name="connsiteY1472" fmla="*/ 1156966 h 3345776"/>
              <a:gd name="connsiteX1473" fmla="*/ 1427970 w 8965936"/>
              <a:gd name="connsiteY1473" fmla="*/ 1399599 h 3345776"/>
              <a:gd name="connsiteX1474" fmla="*/ 1149325 w 8965936"/>
              <a:gd name="connsiteY1474" fmla="*/ 1482604 h 3345776"/>
              <a:gd name="connsiteX1475" fmla="*/ 957774 w 8965936"/>
              <a:gd name="connsiteY1475" fmla="*/ 1354903 h 3345776"/>
              <a:gd name="connsiteX1476" fmla="*/ 897245 w 8965936"/>
              <a:gd name="connsiteY1476" fmla="*/ 1294884 h 3345776"/>
              <a:gd name="connsiteX1477" fmla="*/ 299857 w 8965936"/>
              <a:gd name="connsiteY1477" fmla="*/ 1284412 h 3345776"/>
              <a:gd name="connsiteX1478" fmla="*/ 41614 w 8965936"/>
              <a:gd name="connsiteY1478" fmla="*/ 1579530 h 3345776"/>
              <a:gd name="connsiteX1479" fmla="*/ 0 w 8965936"/>
              <a:gd name="connsiteY1479" fmla="*/ 1688171 h 3345776"/>
              <a:gd name="connsiteX1480" fmla="*/ 0 w 8965936"/>
              <a:gd name="connsiteY1480" fmla="*/ 1728239 h 3345776"/>
              <a:gd name="connsiteX1481" fmla="*/ 54447 w 8965936"/>
              <a:gd name="connsiteY1481" fmla="*/ 1586681 h 3345776"/>
              <a:gd name="connsiteX1482" fmla="*/ 307137 w 8965936"/>
              <a:gd name="connsiteY1482" fmla="*/ 1295649 h 3345776"/>
              <a:gd name="connsiteX1483" fmla="*/ 888434 w 8965936"/>
              <a:gd name="connsiteY1483" fmla="*/ 1305100 h 3345776"/>
              <a:gd name="connsiteX1484" fmla="*/ 947942 w 8965936"/>
              <a:gd name="connsiteY1484" fmla="*/ 1364226 h 3345776"/>
              <a:gd name="connsiteX1485" fmla="*/ 1147156 w 8965936"/>
              <a:gd name="connsiteY1485" fmla="*/ 1496012 h 3345776"/>
              <a:gd name="connsiteX1486" fmla="*/ 1436526 w 8965936"/>
              <a:gd name="connsiteY1486" fmla="*/ 1410580 h 3345776"/>
              <a:gd name="connsiteX1487" fmla="*/ 1854366 w 8965936"/>
              <a:gd name="connsiteY1487" fmla="*/ 1169737 h 3345776"/>
              <a:gd name="connsiteX1488" fmla="*/ 1880648 w 8965936"/>
              <a:gd name="connsiteY1488" fmla="*/ 1160671 h 3345776"/>
              <a:gd name="connsiteX1489" fmla="*/ 1895427 w 8965936"/>
              <a:gd name="connsiteY1489" fmla="*/ 1190814 h 3345776"/>
              <a:gd name="connsiteX1490" fmla="*/ 1959081 w 8965936"/>
              <a:gd name="connsiteY1490" fmla="*/ 1260022 h 3345776"/>
              <a:gd name="connsiteX1491" fmla="*/ 1970807 w 8965936"/>
              <a:gd name="connsiteY1491" fmla="*/ 1267133 h 3345776"/>
              <a:gd name="connsiteX1492" fmla="*/ 1907744 w 8965936"/>
              <a:gd name="connsiteY1492" fmla="*/ 1299098 h 3345776"/>
              <a:gd name="connsiteX1493" fmla="*/ 1504462 w 8965936"/>
              <a:gd name="connsiteY1493" fmla="*/ 1564844 h 3345776"/>
              <a:gd name="connsiteX1494" fmla="*/ 1208069 w 8965936"/>
              <a:gd name="connsiteY1494" fmla="*/ 1647338 h 3345776"/>
              <a:gd name="connsiteX1495" fmla="*/ 1008854 w 8965936"/>
              <a:gd name="connsiteY1495" fmla="*/ 1487712 h 3345776"/>
              <a:gd name="connsiteX1496" fmla="*/ 946408 w 8965936"/>
              <a:gd name="connsiteY1496" fmla="*/ 1413900 h 3345776"/>
              <a:gd name="connsiteX1497" fmla="*/ 304965 w 8965936"/>
              <a:gd name="connsiteY1497" fmla="*/ 1360776 h 3345776"/>
              <a:gd name="connsiteX1498" fmla="*/ 28315 w 8965936"/>
              <a:gd name="connsiteY1498" fmla="*/ 1670437 h 3345776"/>
              <a:gd name="connsiteX1499" fmla="*/ 0 w 8965936"/>
              <a:gd name="connsiteY1499" fmla="*/ 1746016 h 3345776"/>
              <a:gd name="connsiteX1500" fmla="*/ 0 w 8965936"/>
              <a:gd name="connsiteY1500" fmla="*/ 1783074 h 3345776"/>
              <a:gd name="connsiteX1501" fmla="*/ 39554 w 8965936"/>
              <a:gd name="connsiteY1501" fmla="*/ 1677189 h 3345776"/>
              <a:gd name="connsiteX1502" fmla="*/ 311351 w 8965936"/>
              <a:gd name="connsiteY1502" fmla="*/ 1372653 h 3345776"/>
              <a:gd name="connsiteX1503" fmla="*/ 936192 w 8965936"/>
              <a:gd name="connsiteY1503" fmla="*/ 1423734 h 3345776"/>
              <a:gd name="connsiteX1504" fmla="*/ 997743 w 8965936"/>
              <a:gd name="connsiteY1504" fmla="*/ 1496523 h 3345776"/>
              <a:gd name="connsiteX1505" fmla="*/ 1204494 w 8965936"/>
              <a:gd name="connsiteY1505" fmla="*/ 1659599 h 3345776"/>
              <a:gd name="connsiteX1506" fmla="*/ 1512509 w 8965936"/>
              <a:gd name="connsiteY1506" fmla="*/ 1574932 h 3345776"/>
              <a:gd name="connsiteX1507" fmla="*/ 1914640 w 8965936"/>
              <a:gd name="connsiteY1507" fmla="*/ 1309825 h 3345776"/>
              <a:gd name="connsiteX1508" fmla="*/ 1983446 w 8965936"/>
              <a:gd name="connsiteY1508" fmla="*/ 1274795 h 3345776"/>
              <a:gd name="connsiteX1509" fmla="*/ 2017532 w 8965936"/>
              <a:gd name="connsiteY1509" fmla="*/ 1295464 h 3345776"/>
              <a:gd name="connsiteX1510" fmla="*/ 2052206 w 8965936"/>
              <a:gd name="connsiteY1510" fmla="*/ 1305726 h 3345776"/>
              <a:gd name="connsiteX1511" fmla="*/ 2066085 w 8965936"/>
              <a:gd name="connsiteY1511" fmla="*/ 1313631 h 3345776"/>
              <a:gd name="connsiteX1512" fmla="*/ 2096050 w 8965936"/>
              <a:gd name="connsiteY1512" fmla="*/ 1322529 h 3345776"/>
              <a:gd name="connsiteX1513" fmla="*/ 2114515 w 8965936"/>
              <a:gd name="connsiteY1513" fmla="*/ 1332392 h 3345776"/>
              <a:gd name="connsiteX1514" fmla="*/ 2131277 w 8965936"/>
              <a:gd name="connsiteY1514" fmla="*/ 1337121 h 3345776"/>
              <a:gd name="connsiteX1515" fmla="*/ 2109225 w 8965936"/>
              <a:gd name="connsiteY1515" fmla="*/ 1346873 h 3345776"/>
              <a:gd name="connsiteX1516" fmla="*/ 1965849 w 8965936"/>
              <a:gd name="connsiteY1516" fmla="*/ 1439824 h 3345776"/>
              <a:gd name="connsiteX1517" fmla="*/ 1579808 w 8965936"/>
              <a:gd name="connsiteY1517" fmla="*/ 1728812 h 3345776"/>
              <a:gd name="connsiteX1518" fmla="*/ 1265534 w 8965936"/>
              <a:gd name="connsiteY1518" fmla="*/ 1810541 h 3345776"/>
              <a:gd name="connsiteX1519" fmla="*/ 1058402 w 8965936"/>
              <a:gd name="connsiteY1519" fmla="*/ 1621798 h 3345776"/>
              <a:gd name="connsiteX1520" fmla="*/ 994425 w 8965936"/>
              <a:gd name="connsiteY1520" fmla="*/ 1533685 h 3345776"/>
              <a:gd name="connsiteX1521" fmla="*/ 308923 w 8965936"/>
              <a:gd name="connsiteY1521" fmla="*/ 1438164 h 3345776"/>
              <a:gd name="connsiteX1522" fmla="*/ 14301 w 8965936"/>
              <a:gd name="connsiteY1522" fmla="*/ 1762525 h 3345776"/>
              <a:gd name="connsiteX1523" fmla="*/ 0 w 8965936"/>
              <a:gd name="connsiteY1523" fmla="*/ 1801440 h 3345776"/>
              <a:gd name="connsiteX1524" fmla="*/ 0 w 8965936"/>
              <a:gd name="connsiteY1524" fmla="*/ 1837855 h 3345776"/>
              <a:gd name="connsiteX1525" fmla="*/ 25331 w 8965936"/>
              <a:gd name="connsiteY1525" fmla="*/ 1768863 h 3345776"/>
              <a:gd name="connsiteX1526" fmla="*/ 315436 w 8965936"/>
              <a:gd name="connsiteY1526" fmla="*/ 1449785 h 3345776"/>
              <a:gd name="connsiteX1527" fmla="*/ 983954 w 8965936"/>
              <a:gd name="connsiteY1527" fmla="*/ 1542368 h 3345776"/>
              <a:gd name="connsiteX1528" fmla="*/ 1047805 w 8965936"/>
              <a:gd name="connsiteY1528" fmla="*/ 1629078 h 3345776"/>
              <a:gd name="connsiteX1529" fmla="*/ 1261958 w 8965936"/>
              <a:gd name="connsiteY1529" fmla="*/ 1823182 h 3345776"/>
              <a:gd name="connsiteX1530" fmla="*/ 1588490 w 8965936"/>
              <a:gd name="connsiteY1530" fmla="*/ 1739156 h 3345776"/>
              <a:gd name="connsiteX1531" fmla="*/ 1974276 w 8965936"/>
              <a:gd name="connsiteY1531" fmla="*/ 1450551 h 3345776"/>
              <a:gd name="connsiteX1532" fmla="*/ 2112291 w 8965936"/>
              <a:gd name="connsiteY1532" fmla="*/ 1360554 h 3345776"/>
              <a:gd name="connsiteX1533" fmla="*/ 2147494 w 8965936"/>
              <a:gd name="connsiteY1533" fmla="*/ 1344457 h 3345776"/>
              <a:gd name="connsiteX1534" fmla="*/ 2164470 w 8965936"/>
              <a:gd name="connsiteY1534" fmla="*/ 1352945 h 3345776"/>
              <a:gd name="connsiteX1535" fmla="*/ 2176885 w 8965936"/>
              <a:gd name="connsiteY1535" fmla="*/ 1355242 h 3345776"/>
              <a:gd name="connsiteX1536" fmla="*/ 2212055 w 8965936"/>
              <a:gd name="connsiteY1536" fmla="*/ 1371562 h 3345776"/>
              <a:gd name="connsiteX1537" fmla="*/ 2219086 w 8965936"/>
              <a:gd name="connsiteY1537" fmla="*/ 1372817 h 3345776"/>
              <a:gd name="connsiteX1538" fmla="*/ 2249145 w 8965936"/>
              <a:gd name="connsiteY1538" fmla="*/ 1385649 h 3345776"/>
              <a:gd name="connsiteX1539" fmla="*/ 2254326 w 8965936"/>
              <a:gd name="connsiteY1539" fmla="*/ 1389254 h 3345776"/>
              <a:gd name="connsiteX1540" fmla="*/ 2280103 w 8965936"/>
              <a:gd name="connsiteY1540" fmla="*/ 1396983 h 3345776"/>
              <a:gd name="connsiteX1541" fmla="*/ 2290091 w 8965936"/>
              <a:gd name="connsiteY1541" fmla="*/ 1403038 h 3345776"/>
              <a:gd name="connsiteX1542" fmla="*/ 2307466 w 8965936"/>
              <a:gd name="connsiteY1542" fmla="*/ 1416805 h 3345776"/>
              <a:gd name="connsiteX1543" fmla="*/ 2424117 w 8965936"/>
              <a:gd name="connsiteY1543" fmla="*/ 1463844 h 3345776"/>
              <a:gd name="connsiteX1544" fmla="*/ 2404435 w 8965936"/>
              <a:gd name="connsiteY1544" fmla="*/ 1458828 h 3345776"/>
              <a:gd name="connsiteX1545" fmla="*/ 2306811 w 8965936"/>
              <a:gd name="connsiteY1545" fmla="*/ 1422840 h 3345776"/>
              <a:gd name="connsiteX1546" fmla="*/ 2239129 w 8965936"/>
              <a:gd name="connsiteY1546" fmla="*/ 1403813 h 3345776"/>
              <a:gd name="connsiteX1547" fmla="*/ 2237471 w 8965936"/>
              <a:gd name="connsiteY1547" fmla="*/ 1403813 h 3345776"/>
              <a:gd name="connsiteX1548" fmla="*/ 2236064 w 8965936"/>
              <a:gd name="connsiteY1548" fmla="*/ 1404578 h 3345776"/>
              <a:gd name="connsiteX1549" fmla="*/ 2037872 w 8965936"/>
              <a:gd name="connsiteY1549" fmla="*/ 1568165 h 3345776"/>
              <a:gd name="connsiteX1550" fmla="*/ 2023824 w 8965936"/>
              <a:gd name="connsiteY1550" fmla="*/ 1580935 h 3345776"/>
              <a:gd name="connsiteX1551" fmla="*/ 1655024 w 8965936"/>
              <a:gd name="connsiteY1551" fmla="*/ 1893037 h 3345776"/>
              <a:gd name="connsiteX1552" fmla="*/ 1322999 w 8965936"/>
              <a:gd name="connsiteY1552" fmla="*/ 1974126 h 3345776"/>
              <a:gd name="connsiteX1553" fmla="*/ 1108461 w 8965936"/>
              <a:gd name="connsiteY1553" fmla="*/ 1755247 h 3345776"/>
              <a:gd name="connsiteX1554" fmla="*/ 1041803 w 8965936"/>
              <a:gd name="connsiteY1554" fmla="*/ 1653086 h 3345776"/>
              <a:gd name="connsiteX1555" fmla="*/ 312371 w 8965936"/>
              <a:gd name="connsiteY1555" fmla="*/ 1515168 h 3345776"/>
              <a:gd name="connsiteX1556" fmla="*/ 60014 w 8965936"/>
              <a:gd name="connsiteY1556" fmla="*/ 1749248 h 3345776"/>
              <a:gd name="connsiteX1557" fmla="*/ 0 w 8965936"/>
              <a:gd name="connsiteY1557" fmla="*/ 1849699 h 3345776"/>
              <a:gd name="connsiteX1558" fmla="*/ 0 w 8965936"/>
              <a:gd name="connsiteY1558" fmla="*/ 1886744 h 3345776"/>
              <a:gd name="connsiteX1559" fmla="*/ 9735 w 8965936"/>
              <a:gd name="connsiteY1559" fmla="*/ 1859562 h 3345776"/>
              <a:gd name="connsiteX1560" fmla="*/ 318756 w 8965936"/>
              <a:gd name="connsiteY1560" fmla="*/ 1527044 h 3345776"/>
              <a:gd name="connsiteX1561" fmla="*/ 1031074 w 8965936"/>
              <a:gd name="connsiteY1561" fmla="*/ 1661131 h 3345776"/>
              <a:gd name="connsiteX1562" fmla="*/ 1096968 w 8965936"/>
              <a:gd name="connsiteY1562" fmla="*/ 1762271 h 3345776"/>
              <a:gd name="connsiteX1563" fmla="*/ 1318785 w 8965936"/>
              <a:gd name="connsiteY1563" fmla="*/ 1986769 h 3345776"/>
              <a:gd name="connsiteX1564" fmla="*/ 1663579 w 8965936"/>
              <a:gd name="connsiteY1564" fmla="*/ 1903508 h 3345776"/>
              <a:gd name="connsiteX1565" fmla="*/ 2033147 w 8965936"/>
              <a:gd name="connsiteY1565" fmla="*/ 1590767 h 3345776"/>
              <a:gd name="connsiteX1566" fmla="*/ 2047194 w 8965936"/>
              <a:gd name="connsiteY1566" fmla="*/ 1577997 h 3345776"/>
              <a:gd name="connsiteX1567" fmla="*/ 2240661 w 8965936"/>
              <a:gd name="connsiteY1567" fmla="*/ 1417221 h 3345776"/>
              <a:gd name="connsiteX1568" fmla="*/ 2301703 w 8965936"/>
              <a:gd name="connsiteY1568" fmla="*/ 1435099 h 3345776"/>
              <a:gd name="connsiteX1569" fmla="*/ 2400467 w 8965936"/>
              <a:gd name="connsiteY1569" fmla="*/ 1471499 h 3345776"/>
              <a:gd name="connsiteX1570" fmla="*/ 2496468 w 8965936"/>
              <a:gd name="connsiteY1570" fmla="*/ 1496018 h 3345776"/>
              <a:gd name="connsiteX1571" fmla="*/ 2459798 w 8965936"/>
              <a:gd name="connsiteY1571" fmla="*/ 1489757 h 3345776"/>
              <a:gd name="connsiteX1572" fmla="*/ 2275396 w 8965936"/>
              <a:gd name="connsiteY1572" fmla="*/ 1491927 h 3345776"/>
              <a:gd name="connsiteX1573" fmla="*/ 2175791 w 8965936"/>
              <a:gd name="connsiteY1573" fmla="*/ 1604304 h 3345776"/>
              <a:gd name="connsiteX1574" fmla="*/ 2082056 w 8965936"/>
              <a:gd name="connsiteY1574" fmla="*/ 1722428 h 3345776"/>
              <a:gd name="connsiteX1575" fmla="*/ 1730494 w 8965936"/>
              <a:gd name="connsiteY1575" fmla="*/ 2057643 h 3345776"/>
              <a:gd name="connsiteX1576" fmla="*/ 1380467 w 8965936"/>
              <a:gd name="connsiteY1576" fmla="*/ 2138096 h 3345776"/>
              <a:gd name="connsiteX1577" fmla="*/ 1158520 w 8965936"/>
              <a:gd name="connsiteY1577" fmla="*/ 1889078 h 3345776"/>
              <a:gd name="connsiteX1578" fmla="*/ 1089690 w 8965936"/>
              <a:gd name="connsiteY1578" fmla="*/ 1772359 h 3345776"/>
              <a:gd name="connsiteX1579" fmla="*/ 316329 w 8965936"/>
              <a:gd name="connsiteY1579" fmla="*/ 1592045 h 3345776"/>
              <a:gd name="connsiteX1580" fmla="*/ 47382 w 8965936"/>
              <a:gd name="connsiteY1580" fmla="*/ 1834866 h 3345776"/>
              <a:gd name="connsiteX1581" fmla="*/ 0 w 8965936"/>
              <a:gd name="connsiteY1581" fmla="*/ 1913969 h 3345776"/>
              <a:gd name="connsiteX1582" fmla="*/ 0 w 8965936"/>
              <a:gd name="connsiteY1582" fmla="*/ 1939996 h 3345776"/>
              <a:gd name="connsiteX1583" fmla="*/ 58082 w 8965936"/>
              <a:gd name="connsiteY1583" fmla="*/ 1842948 h 3345776"/>
              <a:gd name="connsiteX1584" fmla="*/ 322459 w 8965936"/>
              <a:gd name="connsiteY1584" fmla="*/ 1604048 h 3345776"/>
              <a:gd name="connsiteX1585" fmla="*/ 1078579 w 8965936"/>
              <a:gd name="connsiteY1585" fmla="*/ 1780276 h 3345776"/>
              <a:gd name="connsiteX1586" fmla="*/ 1146516 w 8965936"/>
              <a:gd name="connsiteY1586" fmla="*/ 1895207 h 3345776"/>
              <a:gd name="connsiteX1587" fmla="*/ 1375229 w 8965936"/>
              <a:gd name="connsiteY1587" fmla="*/ 2150610 h 3345776"/>
              <a:gd name="connsiteX1588" fmla="*/ 1738922 w 8965936"/>
              <a:gd name="connsiteY1588" fmla="*/ 2068116 h 3345776"/>
              <a:gd name="connsiteX1589" fmla="*/ 2092272 w 8965936"/>
              <a:gd name="connsiteY1589" fmla="*/ 1731366 h 3345776"/>
              <a:gd name="connsiteX1590" fmla="*/ 2186517 w 8965936"/>
              <a:gd name="connsiteY1590" fmla="*/ 1612605 h 3345776"/>
              <a:gd name="connsiteX1591" fmla="*/ 2283186 w 8965936"/>
              <a:gd name="connsiteY1591" fmla="*/ 1503036 h 3345776"/>
              <a:gd name="connsiteX1592" fmla="*/ 2342072 w 8965936"/>
              <a:gd name="connsiteY1592" fmla="*/ 1486611 h 3345776"/>
              <a:gd name="connsiteX1593" fmla="*/ 2457370 w 8965936"/>
              <a:gd name="connsiteY1593" fmla="*/ 1503036 h 3345776"/>
              <a:gd name="connsiteX1594" fmla="*/ 2551868 w 8965936"/>
              <a:gd name="connsiteY1594" fmla="*/ 1519127 h 3345776"/>
              <a:gd name="connsiteX1595" fmla="*/ 2844433 w 8965936"/>
              <a:gd name="connsiteY1595" fmla="*/ 1552074 h 3345776"/>
              <a:gd name="connsiteX1596" fmla="*/ 2955790 w 8965936"/>
              <a:gd name="connsiteY1596" fmla="*/ 1562673 h 3345776"/>
              <a:gd name="connsiteX1597" fmla="*/ 3094983 w 8965936"/>
              <a:gd name="connsiteY1597" fmla="*/ 1583872 h 3345776"/>
              <a:gd name="connsiteX1598" fmla="*/ 3190376 w 8965936"/>
              <a:gd name="connsiteY1598" fmla="*/ 1614520 h 3345776"/>
              <a:gd name="connsiteX1599" fmla="*/ 3415384 w 8965936"/>
              <a:gd name="connsiteY1599" fmla="*/ 1760611 h 3345776"/>
              <a:gd name="connsiteX1600" fmla="*/ 3687005 w 8965936"/>
              <a:gd name="connsiteY1600" fmla="*/ 2080758 h 3345776"/>
              <a:gd name="connsiteX1601" fmla="*/ 3761455 w 8965936"/>
              <a:gd name="connsiteY1601" fmla="*/ 2179088 h 3345776"/>
              <a:gd name="connsiteX1602" fmla="*/ 3848292 w 8965936"/>
              <a:gd name="connsiteY1602" fmla="*/ 2278184 h 3345776"/>
              <a:gd name="connsiteX1603" fmla="*/ 4127191 w 8965936"/>
              <a:gd name="connsiteY1603" fmla="*/ 2441769 h 3345776"/>
              <a:gd name="connsiteX1604" fmla="*/ 4483988 w 8965936"/>
              <a:gd name="connsiteY1604" fmla="*/ 2419039 h 3345776"/>
              <a:gd name="connsiteX1605" fmla="*/ 4562652 w 8965936"/>
              <a:gd name="connsiteY1605" fmla="*/ 2382261 h 3345776"/>
              <a:gd name="connsiteX1606" fmla="*/ 4929539 w 8965936"/>
              <a:gd name="connsiteY1606" fmla="*/ 2074373 h 3345776"/>
              <a:gd name="connsiteX1607" fmla="*/ 5447240 w 8965936"/>
              <a:gd name="connsiteY1607" fmla="*/ 1714382 h 3345776"/>
              <a:gd name="connsiteX1608" fmla="*/ 5970815 w 8965936"/>
              <a:gd name="connsiteY1608" fmla="*/ 1887034 h 3345776"/>
              <a:gd name="connsiteX1609" fmla="*/ 6063527 w 8965936"/>
              <a:gd name="connsiteY1609" fmla="*/ 2020483 h 3345776"/>
              <a:gd name="connsiteX1610" fmla="*/ 6099211 w 8965936"/>
              <a:gd name="connsiteY1610" fmla="*/ 2097565 h 3345776"/>
              <a:gd name="connsiteX1611" fmla="*/ 6079106 w 8965936"/>
              <a:gd name="connsiteY1611" fmla="*/ 2055984 h 3345776"/>
              <a:gd name="connsiteX1612" fmla="*/ 5987033 w 8965936"/>
              <a:gd name="connsiteY1612" fmla="*/ 1922663 h 3345776"/>
              <a:gd name="connsiteX1613" fmla="*/ 5462180 w 8965936"/>
              <a:gd name="connsiteY1613" fmla="*/ 1731111 h 3345776"/>
              <a:gd name="connsiteX1614" fmla="*/ 4939754 w 8965936"/>
              <a:gd name="connsiteY1614" fmla="*/ 2082289 h 3345776"/>
              <a:gd name="connsiteX1615" fmla="*/ 4590363 w 8965936"/>
              <a:gd name="connsiteY1615" fmla="*/ 2397202 h 3345776"/>
              <a:gd name="connsiteX1616" fmla="*/ 4516807 w 8965936"/>
              <a:gd name="connsiteY1616" fmla="*/ 2439342 h 3345776"/>
              <a:gd name="connsiteX1617" fmla="*/ 4166140 w 8965936"/>
              <a:gd name="connsiteY1617" fmla="*/ 2512005 h 3345776"/>
              <a:gd name="connsiteX1618" fmla="*/ 3876897 w 8965936"/>
              <a:gd name="connsiteY1618" fmla="*/ 2383665 h 3345776"/>
              <a:gd name="connsiteX1619" fmla="*/ 3787506 w 8965936"/>
              <a:gd name="connsiteY1619" fmla="*/ 2291337 h 3345776"/>
              <a:gd name="connsiteX1620" fmla="*/ 3651759 w 8965936"/>
              <a:gd name="connsiteY1620" fmla="*/ 2117024 h 3345776"/>
              <a:gd name="connsiteX1621" fmla="*/ 3451012 w 8965936"/>
              <a:gd name="connsiteY1621" fmla="*/ 1870561 h 3345776"/>
              <a:gd name="connsiteX1622" fmla="*/ 3237625 w 8965936"/>
              <a:gd name="connsiteY1622" fmla="*/ 1681691 h 3345776"/>
              <a:gd name="connsiteX1623" fmla="*/ 3142105 w 8965936"/>
              <a:gd name="connsiteY1623" fmla="*/ 1626907 h 3345776"/>
              <a:gd name="connsiteX1624" fmla="*/ 3001633 w 8965936"/>
              <a:gd name="connsiteY1624" fmla="*/ 1583233 h 3345776"/>
              <a:gd name="connsiteX1625" fmla="*/ 2602948 w 8965936"/>
              <a:gd name="connsiteY1625" fmla="*/ 1527938 h 3345776"/>
              <a:gd name="connsiteX1626" fmla="*/ 2314474 w 8965936"/>
              <a:gd name="connsiteY1626" fmla="*/ 1580807 h 3345776"/>
              <a:gd name="connsiteX1627" fmla="*/ 2238746 w 8965936"/>
              <a:gd name="connsiteY1627" fmla="*/ 1702123 h 3345776"/>
              <a:gd name="connsiteX1628" fmla="*/ 2140415 w 8965936"/>
              <a:gd name="connsiteY1628" fmla="*/ 1864432 h 3345776"/>
              <a:gd name="connsiteX1629" fmla="*/ 1805839 w 8965936"/>
              <a:gd name="connsiteY1629" fmla="*/ 2221995 h 3345776"/>
              <a:gd name="connsiteX1630" fmla="*/ 1437930 w 8965936"/>
              <a:gd name="connsiteY1630" fmla="*/ 2301808 h 3345776"/>
              <a:gd name="connsiteX1631" fmla="*/ 1208068 w 8965936"/>
              <a:gd name="connsiteY1631" fmla="*/ 2023037 h 3345776"/>
              <a:gd name="connsiteX1632" fmla="*/ 1137066 w 8965936"/>
              <a:gd name="connsiteY1632" fmla="*/ 1891632 h 3345776"/>
              <a:gd name="connsiteX1633" fmla="*/ 319777 w 8965936"/>
              <a:gd name="connsiteY1633" fmla="*/ 1669048 h 3345776"/>
              <a:gd name="connsiteX1634" fmla="*/ 37116 w 8965936"/>
              <a:gd name="connsiteY1634" fmla="*/ 1920984 h 3345776"/>
              <a:gd name="connsiteX1635" fmla="*/ 0 w 8965936"/>
              <a:gd name="connsiteY1635" fmla="*/ 1983062 h 3345776"/>
              <a:gd name="connsiteX1636" fmla="*/ 0 w 8965936"/>
              <a:gd name="connsiteY1636" fmla="*/ 2008583 h 3345776"/>
              <a:gd name="connsiteX1637" fmla="*/ 47597 w 8965936"/>
              <a:gd name="connsiteY1637" fmla="*/ 1929075 h 3345776"/>
              <a:gd name="connsiteX1638" fmla="*/ 326162 w 8965936"/>
              <a:gd name="connsiteY1638" fmla="*/ 1681053 h 3345776"/>
              <a:gd name="connsiteX1639" fmla="*/ 1126211 w 8965936"/>
              <a:gd name="connsiteY1639" fmla="*/ 1899294 h 3345776"/>
              <a:gd name="connsiteX1640" fmla="*/ 1196447 w 8965936"/>
              <a:gd name="connsiteY1640" fmla="*/ 2029549 h 3345776"/>
              <a:gd name="connsiteX1641" fmla="*/ 1432439 w 8965936"/>
              <a:gd name="connsiteY1641" fmla="*/ 2314707 h 3345776"/>
              <a:gd name="connsiteX1642" fmla="*/ 1814522 w 8965936"/>
              <a:gd name="connsiteY1642" fmla="*/ 2232850 h 3345776"/>
              <a:gd name="connsiteX1643" fmla="*/ 2151525 w 8965936"/>
              <a:gd name="connsiteY1643" fmla="*/ 1871966 h 3345776"/>
              <a:gd name="connsiteX1644" fmla="*/ 2250494 w 8965936"/>
              <a:gd name="connsiteY1644" fmla="*/ 1708509 h 3345776"/>
              <a:gd name="connsiteX1645" fmla="*/ 2324815 w 8965936"/>
              <a:gd name="connsiteY1645" fmla="*/ 1589235 h 3345776"/>
              <a:gd name="connsiteX1646" fmla="*/ 2486403 w 8965936"/>
              <a:gd name="connsiteY1646" fmla="*/ 1533045 h 3345776"/>
              <a:gd name="connsiteX1647" fmla="*/ 2601545 w 8965936"/>
              <a:gd name="connsiteY1647" fmla="*/ 1541219 h 3345776"/>
              <a:gd name="connsiteX1648" fmla="*/ 2803185 w 8965936"/>
              <a:gd name="connsiteY1648" fmla="*/ 1563951 h 3345776"/>
              <a:gd name="connsiteX1649" fmla="*/ 2822159 w 8965936"/>
              <a:gd name="connsiteY1649" fmla="*/ 1567085 h 3345776"/>
              <a:gd name="connsiteX1650" fmla="*/ 2651732 w 8965936"/>
              <a:gd name="connsiteY1650" fmla="*/ 1548627 h 3345776"/>
              <a:gd name="connsiteX1651" fmla="*/ 2354060 w 8965936"/>
              <a:gd name="connsiteY1651" fmla="*/ 1667772 h 3345776"/>
              <a:gd name="connsiteX1652" fmla="*/ 2291359 w 8965936"/>
              <a:gd name="connsiteY1652" fmla="*/ 1805178 h 3345776"/>
              <a:gd name="connsiteX1653" fmla="*/ 2198903 w 8965936"/>
              <a:gd name="connsiteY1653" fmla="*/ 2004903 h 3345776"/>
              <a:gd name="connsiteX1654" fmla="*/ 1881820 w 8965936"/>
              <a:gd name="connsiteY1654" fmla="*/ 2386475 h 3345776"/>
              <a:gd name="connsiteX1655" fmla="*/ 1495779 w 8965936"/>
              <a:gd name="connsiteY1655" fmla="*/ 2465649 h 3345776"/>
              <a:gd name="connsiteX1656" fmla="*/ 1259021 w 8965936"/>
              <a:gd name="connsiteY1656" fmla="*/ 2156996 h 3345776"/>
              <a:gd name="connsiteX1657" fmla="*/ 1185848 w 8965936"/>
              <a:gd name="connsiteY1657" fmla="*/ 2010777 h 3345776"/>
              <a:gd name="connsiteX1658" fmla="*/ 324758 w 8965936"/>
              <a:gd name="connsiteY1658" fmla="*/ 1745925 h 3345776"/>
              <a:gd name="connsiteX1659" fmla="*/ 25216 w 8965936"/>
              <a:gd name="connsiteY1659" fmla="*/ 2006599 h 3345776"/>
              <a:gd name="connsiteX1660" fmla="*/ 0 w 8965936"/>
              <a:gd name="connsiteY1660" fmla="*/ 2048591 h 3345776"/>
              <a:gd name="connsiteX1661" fmla="*/ 0 w 8965936"/>
              <a:gd name="connsiteY1661" fmla="*/ 2073509 h 3345776"/>
              <a:gd name="connsiteX1662" fmla="*/ 35226 w 8965936"/>
              <a:gd name="connsiteY1662" fmla="*/ 2014795 h 3345776"/>
              <a:gd name="connsiteX1663" fmla="*/ 329993 w 8965936"/>
              <a:gd name="connsiteY1663" fmla="*/ 1758184 h 3345776"/>
              <a:gd name="connsiteX1664" fmla="*/ 563847 w 8965936"/>
              <a:gd name="connsiteY1664" fmla="*/ 1699673 h 3345776"/>
              <a:gd name="connsiteX1665" fmla="*/ 1173844 w 8965936"/>
              <a:gd name="connsiteY1665" fmla="*/ 2017673 h 3345776"/>
              <a:gd name="connsiteX1666" fmla="*/ 1222205 w 8965936"/>
              <a:gd name="connsiteY1666" fmla="*/ 2113380 h 3345776"/>
              <a:gd name="connsiteX1667" fmla="*/ 1157701 w 8965936"/>
              <a:gd name="connsiteY1667" fmla="*/ 2020132 h 3345776"/>
              <a:gd name="connsiteX1668" fmla="*/ 328588 w 8965936"/>
              <a:gd name="connsiteY1668" fmla="*/ 1822928 h 3345776"/>
              <a:gd name="connsiteX1669" fmla="*/ 12626 w 8965936"/>
              <a:gd name="connsiteY1669" fmla="*/ 2092244 h 3345776"/>
              <a:gd name="connsiteX1670" fmla="*/ 0 w 8965936"/>
              <a:gd name="connsiteY1670" fmla="*/ 2113221 h 3345776"/>
              <a:gd name="connsiteX1671" fmla="*/ 0 w 8965936"/>
              <a:gd name="connsiteY1671" fmla="*/ 2138078 h 3345776"/>
              <a:gd name="connsiteX1672" fmla="*/ 22638 w 8965936"/>
              <a:gd name="connsiteY1672" fmla="*/ 2100428 h 3345776"/>
              <a:gd name="connsiteX1673" fmla="*/ 333696 w 8965936"/>
              <a:gd name="connsiteY1673" fmla="*/ 1835187 h 3345776"/>
              <a:gd name="connsiteX1674" fmla="*/ 582064 w 8965936"/>
              <a:gd name="connsiteY1674" fmla="*/ 1777959 h 3345776"/>
              <a:gd name="connsiteX1675" fmla="*/ 1221603 w 8965936"/>
              <a:gd name="connsiteY1675" fmla="*/ 2136562 h 3345776"/>
              <a:gd name="connsiteX1676" fmla="*/ 1256259 w 8965936"/>
              <a:gd name="connsiteY1676" fmla="*/ 2210733 h 3345776"/>
              <a:gd name="connsiteX1677" fmla="*/ 1203097 w 8965936"/>
              <a:gd name="connsiteY1677" fmla="*/ 2129706 h 3345776"/>
              <a:gd name="connsiteX1678" fmla="*/ 332546 w 8965936"/>
              <a:gd name="connsiteY1678" fmla="*/ 1899932 h 3345776"/>
              <a:gd name="connsiteX1679" fmla="*/ 2572 w 8965936"/>
              <a:gd name="connsiteY1679" fmla="*/ 2178456 h 3345776"/>
              <a:gd name="connsiteX1680" fmla="*/ 0 w 8965936"/>
              <a:gd name="connsiteY1680" fmla="*/ 2182732 h 3345776"/>
              <a:gd name="connsiteX1681" fmla="*/ 0 w 8965936"/>
              <a:gd name="connsiteY1681" fmla="*/ 2207706 h 3345776"/>
              <a:gd name="connsiteX1682" fmla="*/ 12584 w 8965936"/>
              <a:gd name="connsiteY1682" fmla="*/ 2186745 h 3345776"/>
              <a:gd name="connsiteX1683" fmla="*/ 337143 w 8965936"/>
              <a:gd name="connsiteY1683" fmla="*/ 1912191 h 3345776"/>
              <a:gd name="connsiteX1684" fmla="*/ 600266 w 8965936"/>
              <a:gd name="connsiteY1684" fmla="*/ 1856515 h 3345776"/>
              <a:gd name="connsiteX1685" fmla="*/ 1269364 w 8965936"/>
              <a:gd name="connsiteY1685" fmla="*/ 2255452 h 3345776"/>
              <a:gd name="connsiteX1686" fmla="*/ 1295675 w 8965936"/>
              <a:gd name="connsiteY1686" fmla="*/ 2315532 h 3345776"/>
              <a:gd name="connsiteX1687" fmla="*/ 1248090 w 8965936"/>
              <a:gd name="connsiteY1687" fmla="*/ 2239246 h 3345776"/>
              <a:gd name="connsiteX1688" fmla="*/ 335740 w 8965936"/>
              <a:gd name="connsiteY1688" fmla="*/ 1977064 h 3345776"/>
              <a:gd name="connsiteX1689" fmla="*/ 89494 w 8965936"/>
              <a:gd name="connsiteY1689" fmla="*/ 2145745 h 3345776"/>
              <a:gd name="connsiteX1690" fmla="*/ 0 w 8965936"/>
              <a:gd name="connsiteY1690" fmla="*/ 2251780 h 3345776"/>
              <a:gd name="connsiteX1691" fmla="*/ 0 w 8965936"/>
              <a:gd name="connsiteY1691" fmla="*/ 2273803 h 3345776"/>
              <a:gd name="connsiteX1692" fmla="*/ 1120 w 8965936"/>
              <a:gd name="connsiteY1692" fmla="*/ 2271944 h 3345776"/>
              <a:gd name="connsiteX1693" fmla="*/ 341230 w 8965936"/>
              <a:gd name="connsiteY1693" fmla="*/ 1989323 h 3345776"/>
              <a:gd name="connsiteX1694" fmla="*/ 618783 w 8965936"/>
              <a:gd name="connsiteY1694" fmla="*/ 1934982 h 3345776"/>
              <a:gd name="connsiteX1695" fmla="*/ 1316613 w 8965936"/>
              <a:gd name="connsiteY1695" fmla="*/ 2374343 h 3345776"/>
              <a:gd name="connsiteX1696" fmla="*/ 1334073 w 8965936"/>
              <a:gd name="connsiteY1696" fmla="*/ 2416241 h 3345776"/>
              <a:gd name="connsiteX1697" fmla="*/ 1295705 w 8965936"/>
              <a:gd name="connsiteY1697" fmla="*/ 2352280 h 3345776"/>
              <a:gd name="connsiteX1698" fmla="*/ 931467 w 8965936"/>
              <a:gd name="connsiteY1698" fmla="*/ 2065560 h 3345776"/>
              <a:gd name="connsiteX1699" fmla="*/ 339826 w 8965936"/>
              <a:gd name="connsiteY1699" fmla="*/ 2053812 h 3345776"/>
              <a:gd name="connsiteX1700" fmla="*/ 81630 w 8965936"/>
              <a:gd name="connsiteY1700" fmla="*/ 2227406 h 3345776"/>
              <a:gd name="connsiteX1701" fmla="*/ 0 w 8965936"/>
              <a:gd name="connsiteY1701" fmla="*/ 2323298 h 3345776"/>
              <a:gd name="connsiteX1702" fmla="*/ 0 w 8965936"/>
              <a:gd name="connsiteY1702" fmla="*/ 2344677 h 3345776"/>
              <a:gd name="connsiteX1703" fmla="*/ 91437 w 8965936"/>
              <a:gd name="connsiteY1703" fmla="*/ 2237192 h 3345776"/>
              <a:gd name="connsiteX1704" fmla="*/ 345316 w 8965936"/>
              <a:gd name="connsiteY1704" fmla="*/ 2066327 h 3345776"/>
              <a:gd name="connsiteX1705" fmla="*/ 636948 w 8965936"/>
              <a:gd name="connsiteY1705" fmla="*/ 2013522 h 3345776"/>
              <a:gd name="connsiteX1706" fmla="*/ 1364374 w 8965936"/>
              <a:gd name="connsiteY1706" fmla="*/ 2493360 h 3345776"/>
              <a:gd name="connsiteX1707" fmla="*/ 1376408 w 8965936"/>
              <a:gd name="connsiteY1707" fmla="*/ 2523661 h 3345776"/>
              <a:gd name="connsiteX1708" fmla="*/ 1341286 w 8965936"/>
              <a:gd name="connsiteY1708" fmla="*/ 2462770 h 3345776"/>
              <a:gd name="connsiteX1709" fmla="*/ 961602 w 8965936"/>
              <a:gd name="connsiteY1709" fmla="*/ 2152781 h 3345776"/>
              <a:gd name="connsiteX1710" fmla="*/ 343784 w 8965936"/>
              <a:gd name="connsiteY1710" fmla="*/ 2130816 h 3345776"/>
              <a:gd name="connsiteX1711" fmla="*/ 79489 w 8965936"/>
              <a:gd name="connsiteY1711" fmla="*/ 2304346 h 3345776"/>
              <a:gd name="connsiteX1712" fmla="*/ 0 w 8965936"/>
              <a:gd name="connsiteY1712" fmla="*/ 2396547 h 3345776"/>
              <a:gd name="connsiteX1713" fmla="*/ 0 w 8965936"/>
              <a:gd name="connsiteY1713" fmla="*/ 2420186 h 3345776"/>
              <a:gd name="connsiteX1714" fmla="*/ 86037 w 8965936"/>
              <a:gd name="connsiteY1714" fmla="*/ 2318954 h 3345776"/>
              <a:gd name="connsiteX1715" fmla="*/ 349403 w 8965936"/>
              <a:gd name="connsiteY1715" fmla="*/ 2143330 h 3345776"/>
              <a:gd name="connsiteX1716" fmla="*/ 1328299 w 8965936"/>
              <a:gd name="connsiteY1716" fmla="*/ 2466473 h 3345776"/>
              <a:gd name="connsiteX1717" fmla="*/ 1409017 w 8965936"/>
              <a:gd name="connsiteY1717" fmla="*/ 2605771 h 3345776"/>
              <a:gd name="connsiteX1718" fmla="*/ 1445974 w 8965936"/>
              <a:gd name="connsiteY1718" fmla="*/ 2698831 h 3345776"/>
              <a:gd name="connsiteX1719" fmla="*/ 1493538 w 8965936"/>
              <a:gd name="connsiteY1719" fmla="*/ 2826479 h 3345776"/>
              <a:gd name="connsiteX1720" fmla="*/ 1495594 w 8965936"/>
              <a:gd name="connsiteY1720" fmla="*/ 2830910 h 3345776"/>
              <a:gd name="connsiteX1721" fmla="*/ 1496161 w 8965936"/>
              <a:gd name="connsiteY1721" fmla="*/ 2832534 h 3345776"/>
              <a:gd name="connsiteX1722" fmla="*/ 1775571 w 8965936"/>
              <a:gd name="connsiteY1722" fmla="*/ 3295963 h 3345776"/>
              <a:gd name="connsiteX1723" fmla="*/ 1958694 w 8965936"/>
              <a:gd name="connsiteY1723" fmla="*/ 3345766 h 3345776"/>
              <a:gd name="connsiteX1724" fmla="*/ 2268370 w 8965936"/>
              <a:gd name="connsiteY1724" fmla="*/ 3217937 h 3345776"/>
              <a:gd name="connsiteX1725" fmla="*/ 2506023 w 8965936"/>
              <a:gd name="connsiteY1725" fmla="*/ 2713134 h 3345776"/>
              <a:gd name="connsiteX1726" fmla="*/ 2531563 w 8965936"/>
              <a:gd name="connsiteY1726" fmla="*/ 2441258 h 3345776"/>
              <a:gd name="connsiteX1727" fmla="*/ 2568723 w 8965936"/>
              <a:gd name="connsiteY1727" fmla="*/ 2107319 h 3345776"/>
              <a:gd name="connsiteX1728" fmla="*/ 2899725 w 8965936"/>
              <a:gd name="connsiteY1728" fmla="*/ 1669303 h 3345776"/>
              <a:gd name="connsiteX1729" fmla="*/ 3046611 w 8965936"/>
              <a:gd name="connsiteY1729" fmla="*/ 1669407 h 3345776"/>
              <a:gd name="connsiteX1730" fmla="*/ 3093444 w 8965936"/>
              <a:gd name="connsiteY1730" fmla="*/ 1685963 h 3345776"/>
              <a:gd name="connsiteX1731" fmla="*/ 3114523 w 8965936"/>
              <a:gd name="connsiteY1731" fmla="*/ 1695008 h 3345776"/>
              <a:gd name="connsiteX1732" fmla="*/ 3143264 w 8965936"/>
              <a:gd name="connsiteY1732" fmla="*/ 1711811 h 3345776"/>
              <a:gd name="connsiteX1733" fmla="*/ 3189395 w 8965936"/>
              <a:gd name="connsiteY1733" fmla="*/ 1743642 h 3345776"/>
              <a:gd name="connsiteX1734" fmla="*/ 3236599 w 8965936"/>
              <a:gd name="connsiteY1734" fmla="*/ 1783037 h 3345776"/>
              <a:gd name="connsiteX1735" fmla="*/ 3245004 w 8965936"/>
              <a:gd name="connsiteY1735" fmla="*/ 1791332 h 3345776"/>
              <a:gd name="connsiteX1736" fmla="*/ 3284420 w 8965936"/>
              <a:gd name="connsiteY1736" fmla="*/ 1836815 h 3345776"/>
              <a:gd name="connsiteX1737" fmla="*/ 3315680 w 8965936"/>
              <a:gd name="connsiteY1737" fmla="*/ 1880788 h 3345776"/>
              <a:gd name="connsiteX1738" fmla="*/ 3386396 w 8965936"/>
              <a:gd name="connsiteY1738" fmla="*/ 2002093 h 3345776"/>
              <a:gd name="connsiteX1739" fmla="*/ 3453513 w 8965936"/>
              <a:gd name="connsiteY1739" fmla="*/ 2154552 h 3345776"/>
              <a:gd name="connsiteX1740" fmla="*/ 3492389 w 8965936"/>
              <a:gd name="connsiteY1740" fmla="*/ 2262860 h 3345776"/>
              <a:gd name="connsiteX1741" fmla="*/ 3522029 w 8965936"/>
              <a:gd name="connsiteY1741" fmla="*/ 2344657 h 3345776"/>
              <a:gd name="connsiteX1742" fmla="*/ 3531209 w 8965936"/>
              <a:gd name="connsiteY1742" fmla="*/ 2376002 h 3345776"/>
              <a:gd name="connsiteX1743" fmla="*/ 3594293 w 8965936"/>
              <a:gd name="connsiteY1743" fmla="*/ 2590668 h 3345776"/>
              <a:gd name="connsiteX1744" fmla="*/ 3980334 w 8965936"/>
              <a:gd name="connsiteY1744" fmla="*/ 3081935 h 3345776"/>
              <a:gd name="connsiteX1745" fmla="*/ 4115314 w 8965936"/>
              <a:gd name="connsiteY1745" fmla="*/ 3105687 h 3345776"/>
              <a:gd name="connsiteX1746" fmla="*/ 4801198 w 8965936"/>
              <a:gd name="connsiteY1746" fmla="*/ 2559509 h 3345776"/>
              <a:gd name="connsiteX1747" fmla="*/ 5561787 w 8965936"/>
              <a:gd name="connsiteY1747" fmla="*/ 1918576 h 3345776"/>
              <a:gd name="connsiteX1748" fmla="*/ 6093790 w 8965936"/>
              <a:gd name="connsiteY1748" fmla="*/ 2313045 h 3345776"/>
              <a:gd name="connsiteX1749" fmla="*/ 6203614 w 8965936"/>
              <a:gd name="connsiteY1749" fmla="*/ 2488124 h 3345776"/>
              <a:gd name="connsiteX1750" fmla="*/ 6504734 w 8965936"/>
              <a:gd name="connsiteY1750" fmla="*/ 2895746 h 3345776"/>
              <a:gd name="connsiteX1751" fmla="*/ 7126895 w 8965936"/>
              <a:gd name="connsiteY1751" fmla="*/ 2975561 h 3345776"/>
              <a:gd name="connsiteX1752" fmla="*/ 7305614 w 8965936"/>
              <a:gd name="connsiteY1752" fmla="*/ 2437341 h 3345776"/>
              <a:gd name="connsiteX1753" fmla="*/ 7304593 w 8965936"/>
              <a:gd name="connsiteY1753" fmla="*/ 2369196 h 3345776"/>
              <a:gd name="connsiteX1754" fmla="*/ 7306784 w 8965936"/>
              <a:gd name="connsiteY1754" fmla="*/ 2204545 h 3345776"/>
              <a:gd name="connsiteX1755" fmla="*/ 7308232 w 8965936"/>
              <a:gd name="connsiteY1755" fmla="*/ 2164274 h 3345776"/>
              <a:gd name="connsiteX1756" fmla="*/ 7309070 w 8965936"/>
              <a:gd name="connsiteY1756" fmla="*/ 2136252 h 3345776"/>
              <a:gd name="connsiteX1757" fmla="*/ 7309507 w 8965936"/>
              <a:gd name="connsiteY1757" fmla="*/ 2128389 h 3345776"/>
              <a:gd name="connsiteX1758" fmla="*/ 7316148 w 8965936"/>
              <a:gd name="connsiteY1758" fmla="*/ 2009628 h 3345776"/>
              <a:gd name="connsiteX1759" fmla="*/ 7322366 w 8965936"/>
              <a:gd name="connsiteY1759" fmla="*/ 1946198 h 3345776"/>
              <a:gd name="connsiteX1760" fmla="*/ 7323075 w 8965936"/>
              <a:gd name="connsiteY1760" fmla="*/ 1941077 h 3345776"/>
              <a:gd name="connsiteX1761" fmla="*/ 7367697 w 8965936"/>
              <a:gd name="connsiteY1761" fmla="*/ 1768680 h 3345776"/>
              <a:gd name="connsiteX1762" fmla="*/ 7371545 w 8965936"/>
              <a:gd name="connsiteY1762" fmla="*/ 1757124 h 3345776"/>
              <a:gd name="connsiteX1763" fmla="*/ 7583427 w 8965936"/>
              <a:gd name="connsiteY1763" fmla="*/ 1542496 h 3345776"/>
              <a:gd name="connsiteX1764" fmla="*/ 7831934 w 8965936"/>
              <a:gd name="connsiteY1764" fmla="*/ 1546582 h 3345776"/>
              <a:gd name="connsiteX1765" fmla="*/ 8965936 w 8965936"/>
              <a:gd name="connsiteY1765" fmla="*/ 1745211 h 3345776"/>
              <a:gd name="connsiteX1766" fmla="*/ 8965936 w 8965936"/>
              <a:gd name="connsiteY1766" fmla="*/ 1667475 h 3345776"/>
              <a:gd name="connsiteX1767" fmla="*/ 8826985 w 8965936"/>
              <a:gd name="connsiteY1767" fmla="*/ 1629156 h 3345776"/>
              <a:gd name="connsiteX1768" fmla="*/ 8352445 w 8965936"/>
              <a:gd name="connsiteY1768" fmla="*/ 1426033 h 3345776"/>
              <a:gd name="connsiteX1769" fmla="*/ 8209547 w 8965936"/>
              <a:gd name="connsiteY1769" fmla="*/ 1357967 h 3345776"/>
              <a:gd name="connsiteX1770" fmla="*/ 8046344 w 8965936"/>
              <a:gd name="connsiteY1770" fmla="*/ 1286073 h 3345776"/>
              <a:gd name="connsiteX1771" fmla="*/ 7785579 w 8965936"/>
              <a:gd name="connsiteY1771" fmla="*/ 1220179 h 3345776"/>
              <a:gd name="connsiteX1772" fmla="*/ 7474626 w 8965936"/>
              <a:gd name="connsiteY1772" fmla="*/ 1386190 h 3345776"/>
              <a:gd name="connsiteX1773" fmla="*/ 7412286 w 8965936"/>
              <a:gd name="connsiteY1773" fmla="*/ 1486598 h 3345776"/>
              <a:gd name="connsiteX1774" fmla="*/ 7376850 w 8965936"/>
              <a:gd name="connsiteY1774" fmla="*/ 1572232 h 3345776"/>
              <a:gd name="connsiteX1775" fmla="*/ 7390407 w 8965936"/>
              <a:gd name="connsiteY1775" fmla="*/ 1529232 h 3345776"/>
              <a:gd name="connsiteX1776" fmla="*/ 7505912 w 8965936"/>
              <a:gd name="connsiteY1776" fmla="*/ 1325915 h 3345776"/>
              <a:gd name="connsiteX1777" fmla="*/ 7818527 w 8965936"/>
              <a:gd name="connsiteY1777" fmla="*/ 1181485 h 3345776"/>
              <a:gd name="connsiteX1778" fmla="*/ 8075078 w 8965936"/>
              <a:gd name="connsiteY1778" fmla="*/ 1256446 h 3345776"/>
              <a:gd name="connsiteX1779" fmla="*/ 8237003 w 8965936"/>
              <a:gd name="connsiteY1779" fmla="*/ 1335110 h 3345776"/>
              <a:gd name="connsiteX1780" fmla="*/ 8377475 w 8965936"/>
              <a:gd name="connsiteY1780" fmla="*/ 1409304 h 3345776"/>
              <a:gd name="connsiteX1781" fmla="*/ 8854187 w 8965936"/>
              <a:gd name="connsiteY1781" fmla="*/ 1633851 h 3345776"/>
              <a:gd name="connsiteX1782" fmla="*/ 8965936 w 8965936"/>
              <a:gd name="connsiteY1782" fmla="*/ 1666483 h 3345776"/>
              <a:gd name="connsiteX1783" fmla="*/ 8965936 w 8965936"/>
              <a:gd name="connsiteY1783" fmla="*/ 1652984 h 3345776"/>
              <a:gd name="connsiteX1784" fmla="*/ 8858291 w 8965936"/>
              <a:gd name="connsiteY1784" fmla="*/ 1621552 h 3345776"/>
              <a:gd name="connsiteX1785" fmla="*/ 8383859 w 8965936"/>
              <a:gd name="connsiteY1785" fmla="*/ 1397939 h 3345776"/>
              <a:gd name="connsiteX1786" fmla="*/ 8243388 w 8965936"/>
              <a:gd name="connsiteY1786" fmla="*/ 1323745 h 3345776"/>
              <a:gd name="connsiteX1787" fmla="*/ 8080824 w 8965936"/>
              <a:gd name="connsiteY1787" fmla="*/ 1244698 h 3345776"/>
              <a:gd name="connsiteX1788" fmla="*/ 7819165 w 8965936"/>
              <a:gd name="connsiteY1788" fmla="*/ 1168077 h 3345776"/>
              <a:gd name="connsiteX1789" fmla="*/ 7495825 w 8965936"/>
              <a:gd name="connsiteY1789" fmla="*/ 1317359 h 3345776"/>
              <a:gd name="connsiteX1790" fmla="*/ 7428136 w 8965936"/>
              <a:gd name="connsiteY1790" fmla="*/ 1415777 h 3345776"/>
              <a:gd name="connsiteX1791" fmla="*/ 7390232 w 8965936"/>
              <a:gd name="connsiteY1791" fmla="*/ 1498345 h 3345776"/>
              <a:gd name="connsiteX1792" fmla="*/ 7403881 w 8965936"/>
              <a:gd name="connsiteY1792" fmla="*/ 1459426 h 3345776"/>
              <a:gd name="connsiteX1793" fmla="*/ 7528900 w 8965936"/>
              <a:gd name="connsiteY1793" fmla="*/ 1258360 h 3345776"/>
              <a:gd name="connsiteX1794" fmla="*/ 7853645 w 8965936"/>
              <a:gd name="connsiteY1794" fmla="*/ 1129894 h 3345776"/>
              <a:gd name="connsiteX1795" fmla="*/ 8111345 w 8965936"/>
              <a:gd name="connsiteY1795" fmla="*/ 1214942 h 3345776"/>
              <a:gd name="connsiteX1796" fmla="*/ 8272505 w 8965936"/>
              <a:gd name="connsiteY1796" fmla="*/ 1300757 h 3345776"/>
              <a:gd name="connsiteX1797" fmla="*/ 8410166 w 8965936"/>
              <a:gd name="connsiteY1797" fmla="*/ 1380954 h 3345776"/>
              <a:gd name="connsiteX1798" fmla="*/ 8887419 w 8965936"/>
              <a:gd name="connsiteY1798" fmla="*/ 1626368 h 3345776"/>
              <a:gd name="connsiteX1799" fmla="*/ 8965936 w 8965936"/>
              <a:gd name="connsiteY1799" fmla="*/ 1650464 h 3345776"/>
              <a:gd name="connsiteX1800" fmla="*/ 8965936 w 8965936"/>
              <a:gd name="connsiteY1800" fmla="*/ 1636618 h 3345776"/>
              <a:gd name="connsiteX1801" fmla="*/ 8892025 w 8965936"/>
              <a:gd name="connsiteY1801" fmla="*/ 1613891 h 3345776"/>
              <a:gd name="connsiteX1802" fmla="*/ 8417701 w 8965936"/>
              <a:gd name="connsiteY1802" fmla="*/ 1369716 h 3345776"/>
              <a:gd name="connsiteX1803" fmla="*/ 8280038 w 8965936"/>
              <a:gd name="connsiteY1803" fmla="*/ 1289520 h 3345776"/>
              <a:gd name="connsiteX1804" fmla="*/ 8118113 w 8965936"/>
              <a:gd name="connsiteY1804" fmla="*/ 1203321 h 3345776"/>
              <a:gd name="connsiteX1805" fmla="*/ 7855432 w 8965936"/>
              <a:gd name="connsiteY1805" fmla="*/ 1116867 h 3345776"/>
              <a:gd name="connsiteX1806" fmla="*/ 7519962 w 8965936"/>
              <a:gd name="connsiteY1806" fmla="*/ 1249422 h 3345776"/>
              <a:gd name="connsiteX1807" fmla="*/ 7446537 w 8965936"/>
              <a:gd name="connsiteY1807" fmla="*/ 1345853 h 3345776"/>
              <a:gd name="connsiteX1808" fmla="*/ 7397958 w 8965936"/>
              <a:gd name="connsiteY1808" fmla="*/ 1441741 h 3345776"/>
              <a:gd name="connsiteX1809" fmla="*/ 7386920 w 8965936"/>
              <a:gd name="connsiteY1809" fmla="*/ 1467854 h 3345776"/>
              <a:gd name="connsiteX1810" fmla="*/ 7368340 w 8965936"/>
              <a:gd name="connsiteY1810" fmla="*/ 1520649 h 3345776"/>
              <a:gd name="connsiteX1811" fmla="*/ 7375377 w 8965936"/>
              <a:gd name="connsiteY1811" fmla="*/ 1495165 h 3345776"/>
              <a:gd name="connsiteX1812" fmla="*/ 7386920 w 8965936"/>
              <a:gd name="connsiteY1812" fmla="*/ 1467854 h 3345776"/>
              <a:gd name="connsiteX1813" fmla="*/ 7391909 w 8965936"/>
              <a:gd name="connsiteY1813" fmla="*/ 1453680 h 3345776"/>
              <a:gd name="connsiteX1814" fmla="*/ 7397958 w 8965936"/>
              <a:gd name="connsiteY1814" fmla="*/ 1441741 h 3345776"/>
              <a:gd name="connsiteX1815" fmla="*/ 7443813 w 8965936"/>
              <a:gd name="connsiteY1815" fmla="*/ 1333253 h 3345776"/>
              <a:gd name="connsiteX1816" fmla="*/ 7551886 w 8965936"/>
              <a:gd name="connsiteY1816" fmla="*/ 1188891 h 3345776"/>
              <a:gd name="connsiteX1817" fmla="*/ 7794948 w 8965936"/>
              <a:gd name="connsiteY1817" fmla="*/ 1074121 h 3345776"/>
              <a:gd name="connsiteX1818" fmla="*/ 7888763 w 8965936"/>
              <a:gd name="connsiteY1818" fmla="*/ 1076385 h 3345776"/>
              <a:gd name="connsiteX1819" fmla="*/ 8147613 w 8965936"/>
              <a:gd name="connsiteY1819" fmla="*/ 1171651 h 3345776"/>
              <a:gd name="connsiteX1820" fmla="*/ 8308133 w 8965936"/>
              <a:gd name="connsiteY1820" fmla="*/ 1264490 h 3345776"/>
              <a:gd name="connsiteX1821" fmla="*/ 8443114 w 8965936"/>
              <a:gd name="connsiteY1821" fmla="*/ 1350560 h 3345776"/>
              <a:gd name="connsiteX1822" fmla="*/ 8919934 w 8965936"/>
              <a:gd name="connsiteY1822" fmla="*/ 1616717 h 3345776"/>
              <a:gd name="connsiteX1823" fmla="*/ 8965936 w 8965936"/>
              <a:gd name="connsiteY1823" fmla="*/ 1631565 h 3345776"/>
              <a:gd name="connsiteX1824" fmla="*/ 8965936 w 8965936"/>
              <a:gd name="connsiteY1824" fmla="*/ 1617962 h 3345776"/>
              <a:gd name="connsiteX1825" fmla="*/ 8924645 w 8965936"/>
              <a:gd name="connsiteY1825" fmla="*/ 1604605 h 3345776"/>
              <a:gd name="connsiteX1826" fmla="*/ 8450393 w 8965936"/>
              <a:gd name="connsiteY1826" fmla="*/ 1339706 h 3345776"/>
              <a:gd name="connsiteX1827" fmla="*/ 8315156 w 8965936"/>
              <a:gd name="connsiteY1827" fmla="*/ 1253636 h 3345776"/>
              <a:gd name="connsiteX1828" fmla="*/ 8153997 w 8965936"/>
              <a:gd name="connsiteY1828" fmla="*/ 1160286 h 3345776"/>
              <a:gd name="connsiteX1829" fmla="*/ 7890423 w 8965936"/>
              <a:gd name="connsiteY1829" fmla="*/ 1063488 h 3345776"/>
              <a:gd name="connsiteX1830" fmla="*/ 7542563 w 8965936"/>
              <a:gd name="connsiteY1830" fmla="*/ 1179568 h 3345776"/>
              <a:gd name="connsiteX1831" fmla="*/ 7405014 w 8965936"/>
              <a:gd name="connsiteY1831" fmla="*/ 1381225 h 3345776"/>
              <a:gd name="connsiteX1832" fmla="*/ 7367703 w 8965936"/>
              <a:gd name="connsiteY1832" fmla="*/ 1478079 h 3345776"/>
              <a:gd name="connsiteX1833" fmla="*/ 7383016 w 8965936"/>
              <a:gd name="connsiteY1833" fmla="*/ 1427735 h 3345776"/>
              <a:gd name="connsiteX1834" fmla="*/ 7573084 w 8965936"/>
              <a:gd name="connsiteY1834" fmla="*/ 1123508 h 3345776"/>
              <a:gd name="connsiteX1835" fmla="*/ 7825646 w 8965936"/>
              <a:gd name="connsiteY1835" fmla="*/ 1020268 h 3345776"/>
              <a:gd name="connsiteX1836" fmla="*/ 7922220 w 8965936"/>
              <a:gd name="connsiteY1836" fmla="*/ 1026966 h 3345776"/>
              <a:gd name="connsiteX1837" fmla="*/ 8182220 w 8965936"/>
              <a:gd name="connsiteY1837" fmla="*/ 1132575 h 3345776"/>
              <a:gd name="connsiteX1838" fmla="*/ 8341973 w 8965936"/>
              <a:gd name="connsiteY1838" fmla="*/ 1232437 h 3345776"/>
              <a:gd name="connsiteX1839" fmla="*/ 8474528 w 8965936"/>
              <a:gd name="connsiteY1839" fmla="*/ 1324254 h 3345776"/>
              <a:gd name="connsiteX1840" fmla="*/ 8951403 w 8965936"/>
              <a:gd name="connsiteY1840" fmla="*/ 1611386 h 3345776"/>
              <a:gd name="connsiteX1841" fmla="*/ 8965936 w 8965936"/>
              <a:gd name="connsiteY1841" fmla="*/ 1616300 h 3345776"/>
              <a:gd name="connsiteX1842" fmla="*/ 8965936 w 8965936"/>
              <a:gd name="connsiteY1842" fmla="*/ 1603118 h 3345776"/>
              <a:gd name="connsiteX1843" fmla="*/ 8956612 w 8965936"/>
              <a:gd name="connsiteY1843" fmla="*/ 1599553 h 3345776"/>
              <a:gd name="connsiteX1844" fmla="*/ 8482701 w 8965936"/>
              <a:gd name="connsiteY1844" fmla="*/ 1314038 h 3345776"/>
              <a:gd name="connsiteX1845" fmla="*/ 8349891 w 8965936"/>
              <a:gd name="connsiteY1845" fmla="*/ 1222221 h 3345776"/>
              <a:gd name="connsiteX1846" fmla="*/ 8189242 w 8965936"/>
              <a:gd name="connsiteY1846" fmla="*/ 1121719 h 3345776"/>
              <a:gd name="connsiteX1847" fmla="*/ 7924774 w 8965936"/>
              <a:gd name="connsiteY1847" fmla="*/ 1014706 h 3345776"/>
              <a:gd name="connsiteX1848" fmla="*/ 7564784 w 8965936"/>
              <a:gd name="connsiteY1848" fmla="*/ 1114186 h 3345776"/>
              <a:gd name="connsiteX1849" fmla="*/ 7370873 w 8965936"/>
              <a:gd name="connsiteY1849" fmla="*/ 1423692 h 3345776"/>
              <a:gd name="connsiteX1850" fmla="*/ 7351959 w 8965936"/>
              <a:gd name="connsiteY1850" fmla="*/ 1485787 h 3345776"/>
              <a:gd name="connsiteX1851" fmla="*/ 7357269 w 8965936"/>
              <a:gd name="connsiteY1851" fmla="*/ 1460895 h 3345776"/>
              <a:gd name="connsiteX1852" fmla="*/ 7595176 w 8965936"/>
              <a:gd name="connsiteY1852" fmla="*/ 1055954 h 3345776"/>
              <a:gd name="connsiteX1853" fmla="*/ 7857023 w 8965936"/>
              <a:gd name="connsiteY1853" fmla="*/ 964099 h 3345776"/>
              <a:gd name="connsiteX1854" fmla="*/ 7956444 w 8965936"/>
              <a:gd name="connsiteY1854" fmla="*/ 975374 h 3345776"/>
              <a:gd name="connsiteX1855" fmla="*/ 8217593 w 8965936"/>
              <a:gd name="connsiteY1855" fmla="*/ 1091072 h 3345776"/>
              <a:gd name="connsiteX1856" fmla="*/ 8376709 w 8965936"/>
              <a:gd name="connsiteY1856" fmla="*/ 1198085 h 3345776"/>
              <a:gd name="connsiteX1857" fmla="*/ 8506708 w 8965936"/>
              <a:gd name="connsiteY1857" fmla="*/ 1295395 h 3345776"/>
              <a:gd name="connsiteX1858" fmla="*/ 8857255 w 8965936"/>
              <a:gd name="connsiteY1858" fmla="*/ 1538419 h 3345776"/>
              <a:gd name="connsiteX1859" fmla="*/ 8965936 w 8965936"/>
              <a:gd name="connsiteY1859" fmla="*/ 1594370 h 3345776"/>
              <a:gd name="connsiteX1860" fmla="*/ 8965936 w 8965936"/>
              <a:gd name="connsiteY1860" fmla="*/ 1579027 h 3345776"/>
              <a:gd name="connsiteX1861" fmla="*/ 8822497 w 8965936"/>
              <a:gd name="connsiteY1861" fmla="*/ 1502255 h 3345776"/>
              <a:gd name="connsiteX1862" fmla="*/ 8514625 w 8965936"/>
              <a:gd name="connsiteY1862" fmla="*/ 1284540 h 3345776"/>
              <a:gd name="connsiteX1863" fmla="*/ 8384371 w 8965936"/>
              <a:gd name="connsiteY1863" fmla="*/ 1187104 h 3345776"/>
              <a:gd name="connsiteX1864" fmla="*/ 8224360 w 8965936"/>
              <a:gd name="connsiteY1864" fmla="*/ 1079579 h 3345776"/>
              <a:gd name="connsiteX1865" fmla="*/ 7958871 w 8965936"/>
              <a:gd name="connsiteY1865" fmla="*/ 962093 h 3345776"/>
              <a:gd name="connsiteX1866" fmla="*/ 7586621 w 8965936"/>
              <a:gd name="connsiteY1866" fmla="*/ 1045227 h 3345776"/>
              <a:gd name="connsiteX1867" fmla="*/ 7389316 w 8965936"/>
              <a:gd name="connsiteY1867" fmla="*/ 1325659 h 3345776"/>
              <a:gd name="connsiteX1868" fmla="*/ 7352963 w 8965936"/>
              <a:gd name="connsiteY1868" fmla="*/ 1431048 h 3345776"/>
              <a:gd name="connsiteX1869" fmla="*/ 7361994 w 8965936"/>
              <a:gd name="connsiteY1869" fmla="*/ 1391935 h 3345776"/>
              <a:gd name="connsiteX1870" fmla="*/ 7616630 w 8965936"/>
              <a:gd name="connsiteY1870" fmla="*/ 986867 h 3345776"/>
              <a:gd name="connsiteX1871" fmla="*/ 7888083 w 8965936"/>
              <a:gd name="connsiteY1871" fmla="*/ 906954 h 3345776"/>
              <a:gd name="connsiteX1872" fmla="*/ 7990156 w 8965936"/>
              <a:gd name="connsiteY1872" fmla="*/ 923016 h 3345776"/>
              <a:gd name="connsiteX1873" fmla="*/ 8252455 w 8965936"/>
              <a:gd name="connsiteY1873" fmla="*/ 1048930 h 3345776"/>
              <a:gd name="connsiteX1874" fmla="*/ 8410804 w 8965936"/>
              <a:gd name="connsiteY1874" fmla="*/ 1162967 h 3345776"/>
              <a:gd name="connsiteX1875" fmla="*/ 8538506 w 8965936"/>
              <a:gd name="connsiteY1875" fmla="*/ 1265766 h 3345776"/>
              <a:gd name="connsiteX1876" fmla="*/ 8888380 w 8965936"/>
              <a:gd name="connsiteY1876" fmla="*/ 1525656 h 3345776"/>
              <a:gd name="connsiteX1877" fmla="*/ 8965936 w 8965936"/>
              <a:gd name="connsiteY1877" fmla="*/ 1567940 h 3345776"/>
              <a:gd name="connsiteX1878" fmla="*/ 8965936 w 8965936"/>
              <a:gd name="connsiteY1878" fmla="*/ 1552969 h 3345776"/>
              <a:gd name="connsiteX1879" fmla="*/ 8894584 w 8965936"/>
              <a:gd name="connsiteY1879" fmla="*/ 1514075 h 3345776"/>
              <a:gd name="connsiteX1880" fmla="*/ 8547062 w 8965936"/>
              <a:gd name="connsiteY1880" fmla="*/ 1255679 h 3345776"/>
              <a:gd name="connsiteX1881" fmla="*/ 8419361 w 8965936"/>
              <a:gd name="connsiteY1881" fmla="*/ 1152624 h 3345776"/>
              <a:gd name="connsiteX1882" fmla="*/ 8260117 w 8965936"/>
              <a:gd name="connsiteY1882" fmla="*/ 1037693 h 3345776"/>
              <a:gd name="connsiteX1883" fmla="*/ 7993731 w 8965936"/>
              <a:gd name="connsiteY1883" fmla="*/ 909991 h 3345776"/>
              <a:gd name="connsiteX1884" fmla="*/ 7609095 w 8965936"/>
              <a:gd name="connsiteY1884" fmla="*/ 976523 h 3345776"/>
              <a:gd name="connsiteX1885" fmla="*/ 7398915 w 8965936"/>
              <a:gd name="connsiteY1885" fmla="*/ 1254639 h 3345776"/>
              <a:gd name="connsiteX1886" fmla="*/ 7351472 w 8965936"/>
              <a:gd name="connsiteY1886" fmla="*/ 1382234 h 3345776"/>
              <a:gd name="connsiteX1887" fmla="*/ 7366591 w 8965936"/>
              <a:gd name="connsiteY1887" fmla="*/ 1321317 h 3345776"/>
              <a:gd name="connsiteX1888" fmla="*/ 7637956 w 8965936"/>
              <a:gd name="connsiteY1888" fmla="*/ 918291 h 3345776"/>
              <a:gd name="connsiteX1889" fmla="*/ 7843937 w 8965936"/>
              <a:gd name="connsiteY1889" fmla="*/ 847760 h 3345776"/>
              <a:gd name="connsiteX1890" fmla="*/ 7918604 w 8965936"/>
              <a:gd name="connsiteY1890" fmla="*/ 849028 h 3345776"/>
              <a:gd name="connsiteX1891" fmla="*/ 8023614 w 8965936"/>
              <a:gd name="connsiteY1891" fmla="*/ 869892 h 3345776"/>
              <a:gd name="connsiteX1892" fmla="*/ 8287062 w 8965936"/>
              <a:gd name="connsiteY1892" fmla="*/ 1005895 h 3345776"/>
              <a:gd name="connsiteX1893" fmla="*/ 8444772 w 8965936"/>
              <a:gd name="connsiteY1893" fmla="*/ 1127083 h 3345776"/>
              <a:gd name="connsiteX1894" fmla="*/ 8570047 w 8965936"/>
              <a:gd name="connsiteY1894" fmla="*/ 1235247 h 3345776"/>
              <a:gd name="connsiteX1895" fmla="*/ 8919262 w 8965936"/>
              <a:gd name="connsiteY1895" fmla="*/ 1513074 h 3345776"/>
              <a:gd name="connsiteX1896" fmla="*/ 8965936 w 8965936"/>
              <a:gd name="connsiteY1896" fmla="*/ 1539956 h 3345776"/>
              <a:gd name="connsiteX1897" fmla="*/ 8965936 w 8965936"/>
              <a:gd name="connsiteY1897" fmla="*/ 1527172 h 3345776"/>
              <a:gd name="connsiteX1898" fmla="*/ 8884704 w 8965936"/>
              <a:gd name="connsiteY1898" fmla="*/ 1474367 h 3345776"/>
              <a:gd name="connsiteX1899" fmla="*/ 8578476 w 8965936"/>
              <a:gd name="connsiteY1899" fmla="*/ 1225796 h 3345776"/>
              <a:gd name="connsiteX1900" fmla="*/ 8452945 w 8965936"/>
              <a:gd name="connsiteY1900" fmla="*/ 1117506 h 3345776"/>
              <a:gd name="connsiteX1901" fmla="*/ 8294213 w 8965936"/>
              <a:gd name="connsiteY1901" fmla="*/ 995679 h 3345776"/>
              <a:gd name="connsiteX1902" fmla="*/ 8026934 w 8965936"/>
              <a:gd name="connsiteY1902" fmla="*/ 857762 h 3345776"/>
              <a:gd name="connsiteX1903" fmla="*/ 7630167 w 8965936"/>
              <a:gd name="connsiteY1903" fmla="*/ 907821 h 3345776"/>
              <a:gd name="connsiteX1904" fmla="*/ 7406968 w 8965936"/>
              <a:gd name="connsiteY1904" fmla="*/ 1183745 h 3345776"/>
              <a:gd name="connsiteX1905" fmla="*/ 7360093 w 8965936"/>
              <a:gd name="connsiteY1905" fmla="*/ 1300916 h 3345776"/>
              <a:gd name="connsiteX1906" fmla="*/ 7372592 w 8965936"/>
              <a:gd name="connsiteY1906" fmla="*/ 1254145 h 3345776"/>
              <a:gd name="connsiteX1907" fmla="*/ 7660686 w 8965936"/>
              <a:gd name="connsiteY1907" fmla="*/ 852141 h 3345776"/>
              <a:gd name="connsiteX1908" fmla="*/ 7849111 w 8965936"/>
              <a:gd name="connsiteY1908" fmla="*/ 791436 h 3345776"/>
              <a:gd name="connsiteX1909" fmla="*/ 8058604 w 8965936"/>
              <a:gd name="connsiteY1909" fmla="*/ 819706 h 3345776"/>
              <a:gd name="connsiteX1910" fmla="*/ 8323072 w 8965936"/>
              <a:gd name="connsiteY1910" fmla="*/ 966051 h 3345776"/>
              <a:gd name="connsiteX1911" fmla="*/ 8480018 w 8965936"/>
              <a:gd name="connsiteY1911" fmla="*/ 1093753 h 3345776"/>
              <a:gd name="connsiteX1912" fmla="*/ 8600184 w 8965936"/>
              <a:gd name="connsiteY1912" fmla="*/ 1204726 h 3345776"/>
              <a:gd name="connsiteX1913" fmla="*/ 8868021 w 8965936"/>
              <a:gd name="connsiteY1913" fmla="*/ 1441254 h 3345776"/>
              <a:gd name="connsiteX1914" fmla="*/ 8965936 w 8965936"/>
              <a:gd name="connsiteY1914" fmla="*/ 1509571 h 3345776"/>
              <a:gd name="connsiteX1915" fmla="*/ 8965936 w 8965936"/>
              <a:gd name="connsiteY1915" fmla="*/ 1495480 h 3345776"/>
              <a:gd name="connsiteX1916" fmla="*/ 8915447 w 8965936"/>
              <a:gd name="connsiteY1916" fmla="*/ 1460798 h 3345776"/>
              <a:gd name="connsiteX1917" fmla="*/ 8608103 w 8965936"/>
              <a:gd name="connsiteY1917" fmla="*/ 1196553 h 3345776"/>
              <a:gd name="connsiteX1918" fmla="*/ 8487807 w 8965936"/>
              <a:gd name="connsiteY1918" fmla="*/ 1085452 h 3345776"/>
              <a:gd name="connsiteX1919" fmla="*/ 8329841 w 8965936"/>
              <a:gd name="connsiteY1919" fmla="*/ 956475 h 3345776"/>
              <a:gd name="connsiteX1920" fmla="*/ 8061669 w 8965936"/>
              <a:gd name="connsiteY1920" fmla="*/ 808212 h 3345776"/>
              <a:gd name="connsiteX1921" fmla="*/ 7653024 w 8965936"/>
              <a:gd name="connsiteY1921" fmla="*/ 841798 h 3345776"/>
              <a:gd name="connsiteX1922" fmla="*/ 7359311 w 8965936"/>
              <a:gd name="connsiteY1922" fmla="*/ 1250442 h 3345776"/>
              <a:gd name="connsiteX1923" fmla="*/ 7282690 w 8965936"/>
              <a:gd name="connsiteY1923" fmla="*/ 1538920 h 3345776"/>
              <a:gd name="connsiteX1924" fmla="*/ 7263791 w 8965936"/>
              <a:gd name="connsiteY1924" fmla="*/ 1635973 h 3345776"/>
              <a:gd name="connsiteX1925" fmla="*/ 7097779 w 8965936"/>
              <a:gd name="connsiteY1925" fmla="*/ 2198753 h 3345776"/>
              <a:gd name="connsiteX1926" fmla="*/ 7012091 w 8965936"/>
              <a:gd name="connsiteY1926" fmla="*/ 2325049 h 3345776"/>
              <a:gd name="connsiteX1927" fmla="*/ 6433605 w 8965936"/>
              <a:gd name="connsiteY1927" fmla="*/ 2484548 h 3345776"/>
              <a:gd name="connsiteX1928" fmla="*/ 6347150 w 8965936"/>
              <a:gd name="connsiteY1928" fmla="*/ 2423635 h 3345776"/>
              <a:gd name="connsiteX1929" fmla="*/ 6331814 w 8965936"/>
              <a:gd name="connsiteY1929" fmla="*/ 2404975 h 3345776"/>
              <a:gd name="connsiteX1930" fmla="*/ 6421727 w 8965936"/>
              <a:gd name="connsiteY1930" fmla="*/ 2466798 h 3345776"/>
              <a:gd name="connsiteX1931" fmla="*/ 6593358 w 8965936"/>
              <a:gd name="connsiteY1931" fmla="*/ 2505109 h 3345776"/>
              <a:gd name="connsiteX1932" fmla="*/ 7022691 w 8965936"/>
              <a:gd name="connsiteY1932" fmla="*/ 2282270 h 3345776"/>
              <a:gd name="connsiteX1933" fmla="*/ 7108122 w 8965936"/>
              <a:gd name="connsiteY1933" fmla="*/ 2149334 h 3345776"/>
              <a:gd name="connsiteX1934" fmla="*/ 7271069 w 8965936"/>
              <a:gd name="connsiteY1934" fmla="*/ 1595492 h 3345776"/>
              <a:gd name="connsiteX1935" fmla="*/ 7295333 w 8965936"/>
              <a:gd name="connsiteY1935" fmla="*/ 1475198 h 3345776"/>
              <a:gd name="connsiteX1936" fmla="*/ 7377062 w 8965936"/>
              <a:gd name="connsiteY1936" fmla="*/ 1185444 h 3345776"/>
              <a:gd name="connsiteX1937" fmla="*/ 7681886 w 8965936"/>
              <a:gd name="connsiteY1937" fmla="*/ 784333 h 3345776"/>
              <a:gd name="connsiteX1938" fmla="*/ 7876821 w 8965936"/>
              <a:gd name="connsiteY1938" fmla="*/ 730380 h 3345776"/>
              <a:gd name="connsiteX1939" fmla="*/ 8092062 w 8965936"/>
              <a:gd name="connsiteY1939" fmla="*/ 767987 h 3345776"/>
              <a:gd name="connsiteX1940" fmla="*/ 8357808 w 8965936"/>
              <a:gd name="connsiteY1940" fmla="*/ 924550 h 3345776"/>
              <a:gd name="connsiteX1941" fmla="*/ 8513986 w 8965936"/>
              <a:gd name="connsiteY1941" fmla="*/ 1059657 h 3345776"/>
              <a:gd name="connsiteX1942" fmla="*/ 8632365 w 8965936"/>
              <a:gd name="connsiteY1942" fmla="*/ 1176121 h 3345776"/>
              <a:gd name="connsiteX1943" fmla="*/ 8899698 w 8965936"/>
              <a:gd name="connsiteY1943" fmla="*/ 1426032 h 3345776"/>
              <a:gd name="connsiteX1944" fmla="*/ 8965936 w 8965936"/>
              <a:gd name="connsiteY1944" fmla="*/ 1474691 h 3345776"/>
              <a:gd name="connsiteX1945" fmla="*/ 8965936 w 8965936"/>
              <a:gd name="connsiteY1945" fmla="*/ 1460164 h 3345776"/>
              <a:gd name="connsiteX1946" fmla="*/ 8947612 w 8965936"/>
              <a:gd name="connsiteY1946" fmla="*/ 1446880 h 3345776"/>
              <a:gd name="connsiteX1947" fmla="*/ 8642071 w 8965936"/>
              <a:gd name="connsiteY1947" fmla="*/ 1166033 h 3345776"/>
              <a:gd name="connsiteX1948" fmla="*/ 8523436 w 8965936"/>
              <a:gd name="connsiteY1948" fmla="*/ 1049441 h 3345776"/>
              <a:gd name="connsiteX1949" fmla="*/ 8366108 w 8965936"/>
              <a:gd name="connsiteY1949" fmla="*/ 913312 h 3345776"/>
              <a:gd name="connsiteX1950" fmla="*/ 8096914 w 8965936"/>
              <a:gd name="connsiteY1950" fmla="*/ 754835 h 3345776"/>
              <a:gd name="connsiteX1951" fmla="*/ 7675500 w 8965936"/>
              <a:gd name="connsiteY1951" fmla="*/ 771947 h 3345776"/>
              <a:gd name="connsiteX1952" fmla="*/ 7364419 w 8965936"/>
              <a:gd name="connsiteY1952" fmla="*/ 1180591 h 3345776"/>
              <a:gd name="connsiteX1953" fmla="*/ 7282180 w 8965936"/>
              <a:gd name="connsiteY1953" fmla="*/ 1472388 h 3345776"/>
              <a:gd name="connsiteX1954" fmla="*/ 7257916 w 8965936"/>
              <a:gd name="connsiteY1954" fmla="*/ 1592938 h 3345776"/>
              <a:gd name="connsiteX1955" fmla="*/ 7096119 w 8965936"/>
              <a:gd name="connsiteY1955" fmla="*/ 2143075 h 3345776"/>
              <a:gd name="connsiteX1956" fmla="*/ 7012091 w 8965936"/>
              <a:gd name="connsiteY1956" fmla="*/ 2273970 h 3345776"/>
              <a:gd name="connsiteX1957" fmla="*/ 6427730 w 8965936"/>
              <a:gd name="connsiteY1957" fmla="*/ 2455050 h 3345776"/>
              <a:gd name="connsiteX1958" fmla="*/ 6339360 w 8965936"/>
              <a:gd name="connsiteY1958" fmla="*/ 2394264 h 3345776"/>
              <a:gd name="connsiteX1959" fmla="*/ 6325385 w 8965936"/>
              <a:gd name="connsiteY1959" fmla="*/ 2377241 h 3345776"/>
              <a:gd name="connsiteX1960" fmla="*/ 6378175 w 8965936"/>
              <a:gd name="connsiteY1960" fmla="*/ 2417581 h 3345776"/>
              <a:gd name="connsiteX1961" fmla="*/ 6576248 w 8965936"/>
              <a:gd name="connsiteY1961" fmla="*/ 2472161 h 3345776"/>
              <a:gd name="connsiteX1962" fmla="*/ 7023074 w 8965936"/>
              <a:gd name="connsiteY1962" fmla="*/ 2230678 h 3345776"/>
              <a:gd name="connsiteX1963" fmla="*/ 7106719 w 8965936"/>
              <a:gd name="connsiteY1963" fmla="*/ 2093144 h 3345776"/>
              <a:gd name="connsiteX1964" fmla="*/ 7264558 w 8965936"/>
              <a:gd name="connsiteY1964" fmla="*/ 1552584 h 3345776"/>
              <a:gd name="connsiteX1965" fmla="*/ 7294695 w 8965936"/>
              <a:gd name="connsiteY1965" fmla="*/ 1408537 h 3345776"/>
              <a:gd name="connsiteX1966" fmla="*/ 7382043 w 8965936"/>
              <a:gd name="connsiteY1966" fmla="*/ 1115590 h 3345776"/>
              <a:gd name="connsiteX1967" fmla="*/ 7703595 w 8965936"/>
              <a:gd name="connsiteY1967" fmla="*/ 715374 h 3345776"/>
              <a:gd name="connsiteX1968" fmla="*/ 7904996 w 8965936"/>
              <a:gd name="connsiteY1968" fmla="*/ 668301 h 3345776"/>
              <a:gd name="connsiteX1969" fmla="*/ 8126031 w 8965936"/>
              <a:gd name="connsiteY1969" fmla="*/ 715374 h 3345776"/>
              <a:gd name="connsiteX1970" fmla="*/ 8392799 w 8965936"/>
              <a:gd name="connsiteY1970" fmla="*/ 882024 h 3345776"/>
              <a:gd name="connsiteX1971" fmla="*/ 8548338 w 8965936"/>
              <a:gd name="connsiteY1971" fmla="*/ 1024283 h 3345776"/>
              <a:gd name="connsiteX1972" fmla="*/ 8665185 w 8965936"/>
              <a:gd name="connsiteY1972" fmla="*/ 1146111 h 3345776"/>
              <a:gd name="connsiteX1973" fmla="*/ 8931155 w 8965936"/>
              <a:gd name="connsiteY1973" fmla="*/ 1410464 h 3345776"/>
              <a:gd name="connsiteX1974" fmla="*/ 8965936 w 8965936"/>
              <a:gd name="connsiteY1974" fmla="*/ 1437384 h 3345776"/>
              <a:gd name="connsiteX1975" fmla="*/ 8965936 w 8965936"/>
              <a:gd name="connsiteY1975" fmla="*/ 1421020 h 3345776"/>
              <a:gd name="connsiteX1976" fmla="*/ 8823621 w 8965936"/>
              <a:gd name="connsiteY1976" fmla="*/ 1290980 h 3345776"/>
              <a:gd name="connsiteX1977" fmla="*/ 8675274 w 8965936"/>
              <a:gd name="connsiteY1977" fmla="*/ 1137427 h 3345776"/>
              <a:gd name="connsiteX1978" fmla="*/ 8558300 w 8965936"/>
              <a:gd name="connsiteY1978" fmla="*/ 1015345 h 3345776"/>
              <a:gd name="connsiteX1979" fmla="*/ 8401739 w 8965936"/>
              <a:gd name="connsiteY1979" fmla="*/ 872192 h 3345776"/>
              <a:gd name="connsiteX1980" fmla="*/ 8131394 w 8965936"/>
              <a:gd name="connsiteY1980" fmla="*/ 703370 h 3345776"/>
              <a:gd name="connsiteX1981" fmla="*/ 7698104 w 8965936"/>
              <a:gd name="connsiteY1981" fmla="*/ 703370 h 3345776"/>
              <a:gd name="connsiteX1982" fmla="*/ 7369912 w 8965936"/>
              <a:gd name="connsiteY1982" fmla="*/ 1110609 h 3345776"/>
              <a:gd name="connsiteX1983" fmla="*/ 7281925 w 8965936"/>
              <a:gd name="connsiteY1983" fmla="*/ 1405600 h 3345776"/>
              <a:gd name="connsiteX1984" fmla="*/ 7251660 w 8965936"/>
              <a:gd name="connsiteY1984" fmla="*/ 1549902 h 3345776"/>
              <a:gd name="connsiteX1985" fmla="*/ 7095098 w 8965936"/>
              <a:gd name="connsiteY1985" fmla="*/ 2087141 h 3345776"/>
              <a:gd name="connsiteX1986" fmla="*/ 7012731 w 8965936"/>
              <a:gd name="connsiteY1986" fmla="*/ 2222761 h 3345776"/>
              <a:gd name="connsiteX1987" fmla="*/ 6422240 w 8965936"/>
              <a:gd name="connsiteY1987" fmla="*/ 2425295 h 3345776"/>
              <a:gd name="connsiteX1988" fmla="*/ 6332083 w 8965936"/>
              <a:gd name="connsiteY1988" fmla="*/ 2364509 h 3345776"/>
              <a:gd name="connsiteX1989" fmla="*/ 6319225 w 8965936"/>
              <a:gd name="connsiteY1989" fmla="*/ 2348844 h 3345776"/>
              <a:gd name="connsiteX1990" fmla="*/ 6411131 w 8965936"/>
              <a:gd name="connsiteY1990" fmla="*/ 2409461 h 3345776"/>
              <a:gd name="connsiteX1991" fmla="*/ 6564372 w 8965936"/>
              <a:gd name="connsiteY1991" fmla="*/ 2441769 h 3345776"/>
              <a:gd name="connsiteX1992" fmla="*/ 7024097 w 8965936"/>
              <a:gd name="connsiteY1992" fmla="*/ 2180875 h 3345776"/>
              <a:gd name="connsiteX1993" fmla="*/ 7106464 w 8965936"/>
              <a:gd name="connsiteY1993" fmla="*/ 2038744 h 3345776"/>
              <a:gd name="connsiteX1994" fmla="*/ 7258811 w 8965936"/>
              <a:gd name="connsiteY1994" fmla="*/ 1511720 h 3345776"/>
              <a:gd name="connsiteX1995" fmla="*/ 7295079 w 8965936"/>
              <a:gd name="connsiteY1995" fmla="*/ 1343538 h 3345776"/>
              <a:gd name="connsiteX1996" fmla="*/ 7388045 w 8965936"/>
              <a:gd name="connsiteY1996" fmla="*/ 1047398 h 3345776"/>
              <a:gd name="connsiteX1997" fmla="*/ 7726454 w 8965936"/>
              <a:gd name="connsiteY1997" fmla="*/ 648204 h 3345776"/>
              <a:gd name="connsiteX1998" fmla="*/ 7933825 w 8965936"/>
              <a:gd name="connsiteY1998" fmla="*/ 607467 h 3345776"/>
              <a:gd name="connsiteX1999" fmla="*/ 8160639 w 8965936"/>
              <a:gd name="connsiteY1999" fmla="*/ 664039 h 3345776"/>
              <a:gd name="connsiteX2000" fmla="*/ 8428811 w 8965936"/>
              <a:gd name="connsiteY2000" fmla="*/ 841032 h 3345776"/>
              <a:gd name="connsiteX2001" fmla="*/ 8582180 w 8965936"/>
              <a:gd name="connsiteY2001" fmla="*/ 989039 h 3345776"/>
              <a:gd name="connsiteX2002" fmla="*/ 8697111 w 8965936"/>
              <a:gd name="connsiteY2002" fmla="*/ 1116740 h 3345776"/>
              <a:gd name="connsiteX2003" fmla="*/ 8962207 w 8965936"/>
              <a:gd name="connsiteY2003" fmla="*/ 1394621 h 3345776"/>
              <a:gd name="connsiteX2004" fmla="*/ 8965936 w 8965936"/>
              <a:gd name="connsiteY2004" fmla="*/ 1397645 h 3345776"/>
              <a:gd name="connsiteX2005" fmla="*/ 8965936 w 8965936"/>
              <a:gd name="connsiteY2005" fmla="*/ 1377355 h 3345776"/>
              <a:gd name="connsiteX2006" fmla="*/ 8854679 w 8965936"/>
              <a:gd name="connsiteY2006" fmla="*/ 1270170 h 3345776"/>
              <a:gd name="connsiteX2007" fmla="*/ 8707200 w 8965936"/>
              <a:gd name="connsiteY2007" fmla="*/ 1108440 h 3345776"/>
              <a:gd name="connsiteX2008" fmla="*/ 8592269 w 8965936"/>
              <a:gd name="connsiteY2008" fmla="*/ 980738 h 3345776"/>
              <a:gd name="connsiteX2009" fmla="*/ 8436346 w 8965936"/>
              <a:gd name="connsiteY2009" fmla="*/ 830433 h 3345776"/>
              <a:gd name="connsiteX2010" fmla="*/ 8165107 w 8965936"/>
              <a:gd name="connsiteY2010" fmla="*/ 651651 h 3345776"/>
              <a:gd name="connsiteX2011" fmla="*/ 7719558 w 8965936"/>
              <a:gd name="connsiteY2011" fmla="*/ 635816 h 3345776"/>
              <a:gd name="connsiteX2012" fmla="*/ 7374764 w 8965936"/>
              <a:gd name="connsiteY2012" fmla="*/ 1042035 h 3345776"/>
              <a:gd name="connsiteX2013" fmla="*/ 7281159 w 8965936"/>
              <a:gd name="connsiteY2013" fmla="*/ 1340473 h 3345776"/>
              <a:gd name="connsiteX2014" fmla="*/ 7244765 w 8965936"/>
              <a:gd name="connsiteY2014" fmla="*/ 1508782 h 3345776"/>
              <a:gd name="connsiteX2015" fmla="*/ 7093438 w 8965936"/>
              <a:gd name="connsiteY2015" fmla="*/ 2032358 h 3345776"/>
              <a:gd name="connsiteX2016" fmla="*/ 7012731 w 8965936"/>
              <a:gd name="connsiteY2016" fmla="*/ 2172829 h 3345776"/>
              <a:gd name="connsiteX2017" fmla="*/ 6416366 w 8965936"/>
              <a:gd name="connsiteY2017" fmla="*/ 2396945 h 3345776"/>
              <a:gd name="connsiteX2018" fmla="*/ 6324294 w 8965936"/>
              <a:gd name="connsiteY2018" fmla="*/ 2336160 h 3345776"/>
              <a:gd name="connsiteX2019" fmla="*/ 6310743 w 8965936"/>
              <a:gd name="connsiteY2019" fmla="*/ 2319658 h 3345776"/>
              <a:gd name="connsiteX2020" fmla="*/ 6405383 w 8965936"/>
              <a:gd name="connsiteY2020" fmla="*/ 2380727 h 3345776"/>
              <a:gd name="connsiteX2021" fmla="*/ 6552239 w 8965936"/>
              <a:gd name="connsiteY2021" fmla="*/ 2410482 h 3345776"/>
              <a:gd name="connsiteX2022" fmla="*/ 7024096 w 8965936"/>
              <a:gd name="connsiteY2022" fmla="*/ 2130305 h 3345776"/>
              <a:gd name="connsiteX2023" fmla="*/ 7104165 w 8965936"/>
              <a:gd name="connsiteY2023" fmla="*/ 1984215 h 3345776"/>
              <a:gd name="connsiteX2024" fmla="*/ 7250766 w 8965936"/>
              <a:gd name="connsiteY2024" fmla="*/ 1471112 h 3345776"/>
              <a:gd name="connsiteX2025" fmla="*/ 7293419 w 8965936"/>
              <a:gd name="connsiteY2025" fmla="*/ 1278538 h 3345776"/>
              <a:gd name="connsiteX2026" fmla="*/ 7392003 w 8965936"/>
              <a:gd name="connsiteY2026" fmla="*/ 979206 h 3345776"/>
              <a:gd name="connsiteX2027" fmla="*/ 7747269 w 8965936"/>
              <a:gd name="connsiteY2027" fmla="*/ 581033 h 3345776"/>
              <a:gd name="connsiteX2028" fmla="*/ 7961982 w 8965936"/>
              <a:gd name="connsiteY2028" fmla="*/ 546714 h 3345776"/>
              <a:gd name="connsiteX2029" fmla="*/ 8194223 w 8965936"/>
              <a:gd name="connsiteY2029" fmla="*/ 612959 h 3345776"/>
              <a:gd name="connsiteX2030" fmla="*/ 8463290 w 8965936"/>
              <a:gd name="connsiteY2030" fmla="*/ 799402 h 3345776"/>
              <a:gd name="connsiteX2031" fmla="*/ 8617170 w 8965936"/>
              <a:gd name="connsiteY2031" fmla="*/ 955836 h 3345776"/>
              <a:gd name="connsiteX2032" fmla="*/ 8730825 w 8965936"/>
              <a:gd name="connsiteY2032" fmla="*/ 1088390 h 3345776"/>
              <a:gd name="connsiteX2033" fmla="*/ 8859694 w 8965936"/>
              <a:gd name="connsiteY2033" fmla="*/ 1238233 h 3345776"/>
              <a:gd name="connsiteX2034" fmla="*/ 8965936 w 8965936"/>
              <a:gd name="connsiteY2034" fmla="*/ 1349827 h 3345776"/>
              <a:gd name="connsiteX2035" fmla="*/ 8965936 w 8965936"/>
              <a:gd name="connsiteY2035" fmla="*/ 1328338 h 3345776"/>
              <a:gd name="connsiteX2036" fmla="*/ 8887776 w 8965936"/>
              <a:gd name="connsiteY2036" fmla="*/ 1249141 h 3345776"/>
              <a:gd name="connsiteX2037" fmla="*/ 8741041 w 8965936"/>
              <a:gd name="connsiteY2037" fmla="*/ 1079451 h 3345776"/>
              <a:gd name="connsiteX2038" fmla="*/ 8627257 w 8965936"/>
              <a:gd name="connsiteY2038" fmla="*/ 946642 h 3345776"/>
              <a:gd name="connsiteX2039" fmla="*/ 8471974 w 8965936"/>
              <a:gd name="connsiteY2039" fmla="*/ 789187 h 3345776"/>
              <a:gd name="connsiteX2040" fmla="*/ 8199842 w 8965936"/>
              <a:gd name="connsiteY2040" fmla="*/ 599932 h 3345776"/>
              <a:gd name="connsiteX2041" fmla="*/ 7742032 w 8965936"/>
              <a:gd name="connsiteY2041" fmla="*/ 567624 h 3345776"/>
              <a:gd name="connsiteX2042" fmla="*/ 7379616 w 8965936"/>
              <a:gd name="connsiteY2042" fmla="*/ 972949 h 3345776"/>
              <a:gd name="connsiteX2043" fmla="*/ 7280265 w 8965936"/>
              <a:gd name="connsiteY2043" fmla="*/ 1274579 h 3345776"/>
              <a:gd name="connsiteX2044" fmla="*/ 7237485 w 8965936"/>
              <a:gd name="connsiteY2044" fmla="*/ 1467409 h 3345776"/>
              <a:gd name="connsiteX2045" fmla="*/ 7091778 w 8965936"/>
              <a:gd name="connsiteY2045" fmla="*/ 1978214 h 3345776"/>
              <a:gd name="connsiteX2046" fmla="*/ 7012858 w 8965936"/>
              <a:gd name="connsiteY2046" fmla="*/ 2123026 h 3345776"/>
              <a:gd name="connsiteX2047" fmla="*/ 6410364 w 8965936"/>
              <a:gd name="connsiteY2047" fmla="*/ 2368469 h 3345776"/>
              <a:gd name="connsiteX2048" fmla="*/ 6316503 w 8965936"/>
              <a:gd name="connsiteY2048" fmla="*/ 2307811 h 3345776"/>
              <a:gd name="connsiteX2049" fmla="*/ 6302786 w 8965936"/>
              <a:gd name="connsiteY2049" fmla="*/ 2291155 h 3345776"/>
              <a:gd name="connsiteX2050" fmla="*/ 6352513 w 8965936"/>
              <a:gd name="connsiteY2050" fmla="*/ 2328152 h 3345776"/>
              <a:gd name="connsiteX2051" fmla="*/ 6537682 w 8965936"/>
              <a:gd name="connsiteY2051" fmla="*/ 2378685 h 3345776"/>
              <a:gd name="connsiteX2052" fmla="*/ 6596808 w 8965936"/>
              <a:gd name="connsiteY2052" fmla="*/ 2374599 h 3345776"/>
              <a:gd name="connsiteX2053" fmla="*/ 7024224 w 8965936"/>
              <a:gd name="connsiteY2053" fmla="*/ 2079864 h 3345776"/>
              <a:gd name="connsiteX2054" fmla="*/ 7243104 w 8965936"/>
              <a:gd name="connsiteY2054" fmla="*/ 1429864 h 3345776"/>
              <a:gd name="connsiteX2055" fmla="*/ 7292524 w 8965936"/>
              <a:gd name="connsiteY2055" fmla="*/ 1212771 h 3345776"/>
              <a:gd name="connsiteX2056" fmla="*/ 7768722 w 8965936"/>
              <a:gd name="connsiteY2056" fmla="*/ 512841 h 3345776"/>
              <a:gd name="connsiteX2057" fmla="*/ 7907649 w 8965936"/>
              <a:gd name="connsiteY2057" fmla="*/ 483339 h 3345776"/>
              <a:gd name="connsiteX2058" fmla="*/ 8651521 w 8965936"/>
              <a:gd name="connsiteY2058" fmla="*/ 921485 h 3345776"/>
              <a:gd name="connsiteX2059" fmla="*/ 8763516 w 8965936"/>
              <a:gd name="connsiteY2059" fmla="*/ 1059275 h 3345776"/>
              <a:gd name="connsiteX2060" fmla="*/ 8891676 w 8965936"/>
              <a:gd name="connsiteY2060" fmla="*/ 1216078 h 3345776"/>
              <a:gd name="connsiteX2061" fmla="*/ 8965936 w 8965936"/>
              <a:gd name="connsiteY2061" fmla="*/ 1298018 h 3345776"/>
              <a:gd name="connsiteX2062" fmla="*/ 8965936 w 8965936"/>
              <a:gd name="connsiteY2062" fmla="*/ 1278101 h 3345776"/>
              <a:gd name="connsiteX2063" fmla="*/ 8919907 w 8965936"/>
              <a:gd name="connsiteY2063" fmla="*/ 1229152 h 3345776"/>
              <a:gd name="connsiteX2064" fmla="*/ 8773987 w 8965936"/>
              <a:gd name="connsiteY2064" fmla="*/ 1051357 h 3345776"/>
              <a:gd name="connsiteX2065" fmla="*/ 8661737 w 8965936"/>
              <a:gd name="connsiteY2065" fmla="*/ 913312 h 3345776"/>
              <a:gd name="connsiteX2066" fmla="*/ 7763998 w 8965936"/>
              <a:gd name="connsiteY2066" fmla="*/ 500454 h 3345776"/>
              <a:gd name="connsiteX2067" fmla="*/ 7279498 w 8965936"/>
              <a:gd name="connsiteY2067" fmla="*/ 1209707 h 3345776"/>
              <a:gd name="connsiteX2068" fmla="*/ 7229950 w 8965936"/>
              <a:gd name="connsiteY2068" fmla="*/ 1426799 h 3345776"/>
              <a:gd name="connsiteX2069" fmla="*/ 7012858 w 8965936"/>
              <a:gd name="connsiteY2069" fmla="*/ 2072584 h 3345776"/>
              <a:gd name="connsiteX2070" fmla="*/ 6594892 w 8965936"/>
              <a:gd name="connsiteY2070" fmla="*/ 2361189 h 3345776"/>
              <a:gd name="connsiteX2071" fmla="*/ 6308713 w 8965936"/>
              <a:gd name="connsiteY2071" fmla="*/ 2279078 h 3345776"/>
              <a:gd name="connsiteX2072" fmla="*/ 6108605 w 8965936"/>
              <a:gd name="connsiteY2072" fmla="*/ 1811563 h 3345776"/>
              <a:gd name="connsiteX2073" fmla="*/ 5919224 w 8965936"/>
              <a:gd name="connsiteY2073" fmla="*/ 1347880 h 3345776"/>
              <a:gd name="connsiteX2074" fmla="*/ 5243812 w 8965936"/>
              <a:gd name="connsiteY2074" fmla="*/ 1351710 h 3345776"/>
              <a:gd name="connsiteX2075" fmla="*/ 4919194 w 8965936"/>
              <a:gd name="connsiteY2075" fmla="*/ 1647339 h 3345776"/>
              <a:gd name="connsiteX2076" fmla="*/ 4696867 w 8965936"/>
              <a:gd name="connsiteY2076" fmla="*/ 1864432 h 3345776"/>
              <a:gd name="connsiteX2077" fmla="*/ 4038439 w 8965936"/>
              <a:gd name="connsiteY2077" fmla="*/ 2022143 h 3345776"/>
              <a:gd name="connsiteX2078" fmla="*/ 3961539 w 8965936"/>
              <a:gd name="connsiteY2078" fmla="*/ 1971292 h 3345776"/>
              <a:gd name="connsiteX2079" fmla="*/ 3954380 w 8965936"/>
              <a:gd name="connsiteY2079" fmla="*/ 1964143 h 3345776"/>
              <a:gd name="connsiteX2080" fmla="*/ 3929799 w 8965936"/>
              <a:gd name="connsiteY2080" fmla="*/ 1932955 h 3345776"/>
              <a:gd name="connsiteX2081" fmla="*/ 3900174 w 8965936"/>
              <a:gd name="connsiteY2081" fmla="*/ 1878706 h 3345776"/>
              <a:gd name="connsiteX2082" fmla="*/ 3868027 w 8965936"/>
              <a:gd name="connsiteY2082" fmla="*/ 1808305 h 3345776"/>
              <a:gd name="connsiteX2083" fmla="*/ 3843492 w 8965936"/>
              <a:gd name="connsiteY2083" fmla="*/ 1748247 h 3345776"/>
              <a:gd name="connsiteX2084" fmla="*/ 3787121 w 8965936"/>
              <a:gd name="connsiteY2084" fmla="*/ 1577103 h 3345776"/>
              <a:gd name="connsiteX2085" fmla="*/ 3780191 w 8965936"/>
              <a:gd name="connsiteY2085" fmla="*/ 1556250 h 3345776"/>
              <a:gd name="connsiteX2086" fmla="*/ 3762222 w 8965936"/>
              <a:gd name="connsiteY2086" fmla="*/ 1489116 h 3345776"/>
              <a:gd name="connsiteX2087" fmla="*/ 3730277 w 8965936"/>
              <a:gd name="connsiteY2087" fmla="*/ 1371927 h 3345776"/>
              <a:gd name="connsiteX2088" fmla="*/ 3681868 w 8965936"/>
              <a:gd name="connsiteY2088" fmla="*/ 1152846 h 3345776"/>
              <a:gd name="connsiteX2089" fmla="*/ 3657123 w 8965936"/>
              <a:gd name="connsiteY2089" fmla="*/ 1011003 h 3345776"/>
              <a:gd name="connsiteX2090" fmla="*/ 3655588 w 8965936"/>
              <a:gd name="connsiteY2090" fmla="*/ 1005734 h 3345776"/>
              <a:gd name="connsiteX2091" fmla="*/ 3650178 w 8965936"/>
              <a:gd name="connsiteY2091" fmla="*/ 961136 h 3345776"/>
              <a:gd name="connsiteX2092" fmla="*/ 3596209 w 8965936"/>
              <a:gd name="connsiteY2092" fmla="*/ 731976 h 3345776"/>
              <a:gd name="connsiteX2093" fmla="*/ 3110948 w 8965936"/>
              <a:gd name="connsiteY2093" fmla="*/ 319884 h 3345776"/>
              <a:gd name="connsiteX2094" fmla="*/ 2708689 w 8965936"/>
              <a:gd name="connsiteY2094" fmla="*/ 666721 h 3345776"/>
              <a:gd name="connsiteX2095" fmla="*/ 2633601 w 8965936"/>
              <a:gd name="connsiteY2095" fmla="*/ 816643 h 3345776"/>
              <a:gd name="connsiteX2096" fmla="*/ 2430555 w 8965936"/>
              <a:gd name="connsiteY2096" fmla="*/ 1153263 h 3345776"/>
              <a:gd name="connsiteX2097" fmla="*/ 2247094 w 8965936"/>
              <a:gd name="connsiteY2097" fmla="*/ 1280540 h 3345776"/>
              <a:gd name="connsiteX2098" fmla="*/ 2211472 w 8965936"/>
              <a:gd name="connsiteY2098" fmla="*/ 1290240 h 3345776"/>
              <a:gd name="connsiteX2099" fmla="*/ 2189549 w 8965936"/>
              <a:gd name="connsiteY2099" fmla="*/ 1257339 h 3345776"/>
              <a:gd name="connsiteX2100" fmla="*/ 2178688 w 8965936"/>
              <a:gd name="connsiteY2100" fmla="*/ 1246975 h 3345776"/>
              <a:gd name="connsiteX2101" fmla="*/ 2167234 w 8965936"/>
              <a:gd name="connsiteY2101" fmla="*/ 1226052 h 3345776"/>
              <a:gd name="connsiteX2102" fmla="*/ 2122156 w 8965936"/>
              <a:gd name="connsiteY2102" fmla="*/ 1144196 h 3345776"/>
              <a:gd name="connsiteX2103" fmla="*/ 2116151 w 8965936"/>
              <a:gd name="connsiteY2103" fmla="*/ 1140539 h 3345776"/>
              <a:gd name="connsiteX2104" fmla="*/ 2083717 w 8965936"/>
              <a:gd name="connsiteY2104" fmla="*/ 1058763 h 3345776"/>
              <a:gd name="connsiteX2105" fmla="*/ 2063295 w 8965936"/>
              <a:gd name="connsiteY2105" fmla="*/ 1039763 h 3345776"/>
              <a:gd name="connsiteX2106" fmla="*/ 2042980 w 8965936"/>
              <a:gd name="connsiteY2106" fmla="*/ 972309 h 3345776"/>
              <a:gd name="connsiteX2107" fmla="*/ 2016966 w 8965936"/>
              <a:gd name="connsiteY2107" fmla="*/ 940861 h 3345776"/>
              <a:gd name="connsiteX2108" fmla="*/ 2003775 w 8965936"/>
              <a:gd name="connsiteY2108" fmla="*/ 885217 h 3345776"/>
              <a:gd name="connsiteX2109" fmla="*/ 1974245 w 8965936"/>
              <a:gd name="connsiteY2109" fmla="*/ 841358 h 3345776"/>
              <a:gd name="connsiteX2110" fmla="*/ 1963678 w 8965936"/>
              <a:gd name="connsiteY2110" fmla="*/ 799274 h 3345776"/>
              <a:gd name="connsiteX2111" fmla="*/ 1929377 w 8965936"/>
              <a:gd name="connsiteY2111" fmla="*/ 739773 h 3345776"/>
              <a:gd name="connsiteX2112" fmla="*/ 1923453 w 8965936"/>
              <a:gd name="connsiteY2112" fmla="*/ 712053 h 3345776"/>
              <a:gd name="connsiteX2113" fmla="*/ 1884893 w 8965936"/>
              <a:gd name="connsiteY2113" fmla="*/ 636086 h 3345776"/>
              <a:gd name="connsiteX2114" fmla="*/ 1882973 w 8965936"/>
              <a:gd name="connsiteY2114" fmla="*/ 625600 h 3345776"/>
              <a:gd name="connsiteX2115" fmla="*/ 1842218 w 8965936"/>
              <a:gd name="connsiteY2115" fmla="*/ 536587 h 3345776"/>
              <a:gd name="connsiteX2116" fmla="*/ 1789358 w 8965936"/>
              <a:gd name="connsiteY2116" fmla="*/ 410240 h 3345776"/>
              <a:gd name="connsiteX2117" fmla="*/ 1786700 w 8965936"/>
              <a:gd name="connsiteY2117" fmla="*/ 406996 h 3345776"/>
              <a:gd name="connsiteX2118" fmla="*/ 1758249 w 8965936"/>
              <a:gd name="connsiteY2118" fmla="*/ 329039 h 3345776"/>
              <a:gd name="connsiteX2119" fmla="*/ 1472413 w 8965936"/>
              <a:gd name="connsiteY2119" fmla="*/ 63332 h 3345776"/>
              <a:gd name="connsiteX2120" fmla="*/ 1147215 w 8965936"/>
              <a:gd name="connsiteY2120" fmla="*/ 407 h 334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</a:cxnLst>
            <a:rect l="l" t="t" r="r" b="b"/>
            <a:pathLst>
              <a:path w="8965936" h="3345775">
                <a:moveTo>
                  <a:pt x="7263937" y="2681044"/>
                </a:moveTo>
                <a:lnTo>
                  <a:pt x="7224122" y="2821258"/>
                </a:lnTo>
                <a:cubicBezTo>
                  <a:pt x="7198680" y="2876703"/>
                  <a:pt x="7164024" y="2925852"/>
                  <a:pt x="7117062" y="2965854"/>
                </a:cubicBezTo>
                <a:cubicBezTo>
                  <a:pt x="6939557" y="3116287"/>
                  <a:pt x="6678791" y="3039666"/>
                  <a:pt x="6512780" y="2886424"/>
                </a:cubicBezTo>
                <a:lnTo>
                  <a:pt x="6439675" y="2809169"/>
                </a:lnTo>
                <a:lnTo>
                  <a:pt x="6498989" y="2867653"/>
                </a:lnTo>
                <a:cubicBezTo>
                  <a:pt x="6651464" y="3002506"/>
                  <a:pt x="6858723" y="3051798"/>
                  <a:pt x="7014902" y="2989736"/>
                </a:cubicBezTo>
                <a:cubicBezTo>
                  <a:pt x="7055614" y="2973645"/>
                  <a:pt x="7093068" y="2950326"/>
                  <a:pt x="7125491" y="2920904"/>
                </a:cubicBezTo>
                <a:cubicBezTo>
                  <a:pt x="7161823" y="2887958"/>
                  <a:pt x="7190731" y="2849535"/>
                  <a:pt x="7213765" y="2807677"/>
                </a:cubicBezTo>
                <a:close/>
                <a:moveTo>
                  <a:pt x="6339956" y="2678993"/>
                </a:moveTo>
                <a:lnTo>
                  <a:pt x="6433922" y="2803089"/>
                </a:lnTo>
                <a:lnTo>
                  <a:pt x="6427318" y="2796110"/>
                </a:lnTo>
                <a:cubicBezTo>
                  <a:pt x="6400463" y="2764146"/>
                  <a:pt x="6375094" y="2730540"/>
                  <a:pt x="6350775" y="2695941"/>
                </a:cubicBezTo>
                <a:close/>
                <a:moveTo>
                  <a:pt x="7277482" y="2617686"/>
                </a:moveTo>
                <a:lnTo>
                  <a:pt x="7275907" y="2638892"/>
                </a:lnTo>
                <a:lnTo>
                  <a:pt x="7268439" y="2665189"/>
                </a:lnTo>
                <a:close/>
                <a:moveTo>
                  <a:pt x="7281492" y="2515472"/>
                </a:moveTo>
                <a:lnTo>
                  <a:pt x="7280488" y="2528816"/>
                </a:lnTo>
                <a:lnTo>
                  <a:pt x="7270699" y="2570625"/>
                </a:lnTo>
                <a:lnTo>
                  <a:pt x="7261525" y="2617502"/>
                </a:lnTo>
                <a:lnTo>
                  <a:pt x="7257052" y="2628907"/>
                </a:lnTo>
                <a:lnTo>
                  <a:pt x="7231908" y="2736305"/>
                </a:lnTo>
                <a:cubicBezTo>
                  <a:pt x="7206243" y="2802298"/>
                  <a:pt x="7169404" y="2862817"/>
                  <a:pt x="7116297" y="2910944"/>
                </a:cubicBezTo>
                <a:cubicBezTo>
                  <a:pt x="7085099" y="2939305"/>
                  <a:pt x="7049011" y="2961755"/>
                  <a:pt x="7009794" y="2977220"/>
                </a:cubicBezTo>
                <a:cubicBezTo>
                  <a:pt x="6858213" y="3037495"/>
                  <a:pt x="6656572" y="2989480"/>
                  <a:pt x="6507800" y="2857565"/>
                </a:cubicBezTo>
                <a:cubicBezTo>
                  <a:pt x="6485771" y="2838090"/>
                  <a:pt x="6464842" y="2817415"/>
                  <a:pt x="6445098" y="2795630"/>
                </a:cubicBezTo>
                <a:lnTo>
                  <a:pt x="6439135" y="2787741"/>
                </a:lnTo>
                <a:lnTo>
                  <a:pt x="6492731" y="2839048"/>
                </a:lnTo>
                <a:cubicBezTo>
                  <a:pt x="6647123" y="2970069"/>
                  <a:pt x="6856935" y="3010295"/>
                  <a:pt x="7014774" y="2939293"/>
                </a:cubicBezTo>
                <a:cubicBezTo>
                  <a:pt x="7054961" y="2921147"/>
                  <a:pt x="7091753" y="2896270"/>
                  <a:pt x="7123575" y="2865737"/>
                </a:cubicBezTo>
                <a:cubicBezTo>
                  <a:pt x="7158470" y="2832024"/>
                  <a:pt x="7186461" y="2793435"/>
                  <a:pt x="7208975" y="2751538"/>
                </a:cubicBezTo>
                <a:lnTo>
                  <a:pt x="7257052" y="2628907"/>
                </a:lnTo>
                <a:lnTo>
                  <a:pt x="7270699" y="2570625"/>
                </a:lnTo>
                <a:close/>
                <a:moveTo>
                  <a:pt x="7277962" y="2457910"/>
                </a:moveTo>
                <a:lnTo>
                  <a:pt x="7276860" y="2470713"/>
                </a:lnTo>
                <a:lnTo>
                  <a:pt x="7267593" y="2509671"/>
                </a:lnTo>
                <a:lnTo>
                  <a:pt x="7258204" y="2556541"/>
                </a:lnTo>
                <a:lnTo>
                  <a:pt x="7253573" y="2568616"/>
                </a:lnTo>
                <a:lnTo>
                  <a:pt x="7226911" y="2680709"/>
                </a:lnTo>
                <a:cubicBezTo>
                  <a:pt x="7201345" y="2746757"/>
                  <a:pt x="7165286" y="2807091"/>
                  <a:pt x="7113997" y="2856416"/>
                </a:cubicBezTo>
                <a:cubicBezTo>
                  <a:pt x="7083324" y="2885888"/>
                  <a:pt x="7047823" y="2909858"/>
                  <a:pt x="7009028" y="2927289"/>
                </a:cubicBezTo>
                <a:cubicBezTo>
                  <a:pt x="6855786" y="2996376"/>
                  <a:pt x="6651719" y="2956788"/>
                  <a:pt x="6501160" y="2829087"/>
                </a:cubicBezTo>
                <a:cubicBezTo>
                  <a:pt x="6478391" y="2809855"/>
                  <a:pt x="6456859" y="2789205"/>
                  <a:pt x="6436670" y="2767279"/>
                </a:cubicBezTo>
                <a:lnTo>
                  <a:pt x="6426189" y="2753179"/>
                </a:lnTo>
                <a:lnTo>
                  <a:pt x="6487750" y="2810442"/>
                </a:lnTo>
                <a:cubicBezTo>
                  <a:pt x="6582312" y="2888187"/>
                  <a:pt x="6700551" y="2931389"/>
                  <a:pt x="6822966" y="2932908"/>
                </a:cubicBezTo>
                <a:cubicBezTo>
                  <a:pt x="6889613" y="2933444"/>
                  <a:pt x="6955444" y="2918311"/>
                  <a:pt x="7015156" y="2888724"/>
                </a:cubicBezTo>
                <a:cubicBezTo>
                  <a:pt x="7054820" y="2868687"/>
                  <a:pt x="7090960" y="2842329"/>
                  <a:pt x="7122170" y="2810698"/>
                </a:cubicBezTo>
                <a:cubicBezTo>
                  <a:pt x="7156075" y="2775931"/>
                  <a:pt x="7183475" y="2736320"/>
                  <a:pt x="7205702" y="2693436"/>
                </a:cubicBezTo>
                <a:lnTo>
                  <a:pt x="7253573" y="2568616"/>
                </a:lnTo>
                <a:lnTo>
                  <a:pt x="7267593" y="2509671"/>
                </a:lnTo>
                <a:close/>
                <a:moveTo>
                  <a:pt x="7275225" y="2399563"/>
                </a:moveTo>
                <a:lnTo>
                  <a:pt x="7274429" y="2407709"/>
                </a:lnTo>
                <a:lnTo>
                  <a:pt x="7268330" y="2433201"/>
                </a:lnTo>
                <a:lnTo>
                  <a:pt x="7254438" y="2500974"/>
                </a:lnTo>
                <a:lnTo>
                  <a:pt x="7248157" y="2517513"/>
                </a:lnTo>
                <a:lnTo>
                  <a:pt x="7223196" y="2621835"/>
                </a:lnTo>
                <a:cubicBezTo>
                  <a:pt x="7197696" y="2689295"/>
                  <a:pt x="7162300" y="2751077"/>
                  <a:pt x="7112592" y="2801887"/>
                </a:cubicBezTo>
                <a:cubicBezTo>
                  <a:pt x="7082417" y="2832457"/>
                  <a:pt x="7047477" y="2857947"/>
                  <a:pt x="7009155" y="2877357"/>
                </a:cubicBezTo>
                <a:cubicBezTo>
                  <a:pt x="6854508" y="2955639"/>
                  <a:pt x="6648143" y="2924735"/>
                  <a:pt x="6495540" y="2800736"/>
                </a:cubicBezTo>
                <a:cubicBezTo>
                  <a:pt x="6472042" y="2781697"/>
                  <a:pt x="6449849" y="2761099"/>
                  <a:pt x="6429135" y="2739056"/>
                </a:cubicBezTo>
                <a:lnTo>
                  <a:pt x="6397026" y="2699770"/>
                </a:lnTo>
                <a:lnTo>
                  <a:pt x="6412662" y="2718753"/>
                </a:lnTo>
                <a:cubicBezTo>
                  <a:pt x="6434243" y="2741547"/>
                  <a:pt x="6457562" y="2762631"/>
                  <a:pt x="6482386" y="2781837"/>
                </a:cubicBezTo>
                <a:cubicBezTo>
                  <a:pt x="6573808" y="2852621"/>
                  <a:pt x="6686019" y="2891264"/>
                  <a:pt x="6801639" y="2891788"/>
                </a:cubicBezTo>
                <a:lnTo>
                  <a:pt x="6802150" y="2891916"/>
                </a:lnTo>
                <a:cubicBezTo>
                  <a:pt x="6923109" y="2894023"/>
                  <a:pt x="7039240" y="2844462"/>
                  <a:pt x="7121403" y="2755658"/>
                </a:cubicBezTo>
                <a:cubicBezTo>
                  <a:pt x="7154063" y="2720445"/>
                  <a:pt x="7180641" y="2680842"/>
                  <a:pt x="7202395" y="2638008"/>
                </a:cubicBezTo>
                <a:lnTo>
                  <a:pt x="7248157" y="2517513"/>
                </a:lnTo>
                <a:lnTo>
                  <a:pt x="7268330" y="2433201"/>
                </a:lnTo>
                <a:close/>
                <a:moveTo>
                  <a:pt x="7247646" y="2381192"/>
                </a:moveTo>
                <a:lnTo>
                  <a:pt x="7240374" y="2427323"/>
                </a:lnTo>
                <a:cubicBezTo>
                  <a:pt x="7214371" y="2525030"/>
                  <a:pt x="7174401" y="2616912"/>
                  <a:pt x="7109529" y="2690787"/>
                </a:cubicBezTo>
                <a:cubicBezTo>
                  <a:pt x="7080515" y="2723849"/>
                  <a:pt x="7046725" y="2752378"/>
                  <a:pt x="7009284" y="2775452"/>
                </a:cubicBezTo>
                <a:cubicBezTo>
                  <a:pt x="6855275" y="2870973"/>
                  <a:pt x="6639332" y="2856670"/>
                  <a:pt x="6484047" y="2741739"/>
                </a:cubicBezTo>
                <a:cubicBezTo>
                  <a:pt x="6459043" y="2723172"/>
                  <a:pt x="6435597" y="2702573"/>
                  <a:pt x="6413939" y="2680188"/>
                </a:cubicBezTo>
                <a:lnTo>
                  <a:pt x="6401486" y="2665089"/>
                </a:lnTo>
                <a:lnTo>
                  <a:pt x="6471021" y="2724500"/>
                </a:lnTo>
                <a:cubicBezTo>
                  <a:pt x="6554601" y="2783537"/>
                  <a:pt x="6654490" y="2815079"/>
                  <a:pt x="6756817" y="2814786"/>
                </a:cubicBezTo>
                <a:cubicBezTo>
                  <a:pt x="6849617" y="2815500"/>
                  <a:pt x="6940490" y="2788363"/>
                  <a:pt x="7017710" y="2736887"/>
                </a:cubicBezTo>
                <a:cubicBezTo>
                  <a:pt x="7055637" y="2711169"/>
                  <a:pt x="7089760" y="2680264"/>
                  <a:pt x="7119105" y="2645070"/>
                </a:cubicBezTo>
                <a:cubicBezTo>
                  <a:pt x="7150967" y="2606727"/>
                  <a:pt x="7176875" y="2564394"/>
                  <a:pt x="7198158" y="2519193"/>
                </a:cubicBezTo>
                <a:close/>
                <a:moveTo>
                  <a:pt x="7286737" y="2219445"/>
                </a:moveTo>
                <a:lnTo>
                  <a:pt x="7272792" y="2348497"/>
                </a:lnTo>
                <a:lnTo>
                  <a:pt x="7254087" y="2425640"/>
                </a:lnTo>
                <a:lnTo>
                  <a:pt x="7253162" y="2431489"/>
                </a:lnTo>
                <a:lnTo>
                  <a:pt x="7251680" y="2435567"/>
                </a:lnTo>
                <a:lnTo>
                  <a:pt x="7220181" y="2565480"/>
                </a:lnTo>
                <a:cubicBezTo>
                  <a:pt x="7194805" y="2633113"/>
                  <a:pt x="7160225" y="2694745"/>
                  <a:pt x="7112336" y="2746464"/>
                </a:cubicBezTo>
                <a:cubicBezTo>
                  <a:pt x="7082672" y="2778313"/>
                  <a:pt x="7048193" y="2805334"/>
                  <a:pt x="7010175" y="2826533"/>
                </a:cubicBezTo>
                <a:cubicBezTo>
                  <a:pt x="6856806" y="2912732"/>
                  <a:pt x="6643290" y="2890000"/>
                  <a:pt x="6490688" y="2771238"/>
                </a:cubicBezTo>
                <a:cubicBezTo>
                  <a:pt x="6466462" y="2752453"/>
                  <a:pt x="6443668" y="2731868"/>
                  <a:pt x="6422494" y="2709686"/>
                </a:cubicBezTo>
                <a:lnTo>
                  <a:pt x="6410840" y="2695505"/>
                </a:lnTo>
                <a:lnTo>
                  <a:pt x="6476512" y="2753233"/>
                </a:lnTo>
                <a:cubicBezTo>
                  <a:pt x="6564179" y="2817786"/>
                  <a:pt x="6670172" y="2852635"/>
                  <a:pt x="6779038" y="2852713"/>
                </a:cubicBezTo>
                <a:cubicBezTo>
                  <a:pt x="6862835" y="2853108"/>
                  <a:pt x="6945075" y="2830159"/>
                  <a:pt x="7016561" y="2786435"/>
                </a:cubicBezTo>
                <a:cubicBezTo>
                  <a:pt x="7055076" y="2762619"/>
                  <a:pt x="7089850" y="2733222"/>
                  <a:pt x="7119745" y="2699215"/>
                </a:cubicBezTo>
                <a:cubicBezTo>
                  <a:pt x="7152852" y="2661480"/>
                  <a:pt x="7179590" y="2619289"/>
                  <a:pt x="7201358" y="2574163"/>
                </a:cubicBezTo>
                <a:lnTo>
                  <a:pt x="7251680" y="2435567"/>
                </a:lnTo>
                <a:lnTo>
                  <a:pt x="7254087" y="2425640"/>
                </a:lnTo>
                <a:close/>
                <a:moveTo>
                  <a:pt x="7272680" y="2179430"/>
                </a:moveTo>
                <a:lnTo>
                  <a:pt x="7267541" y="2220240"/>
                </a:lnTo>
                <a:cubicBezTo>
                  <a:pt x="7243471" y="2375237"/>
                  <a:pt x="7202144" y="2524360"/>
                  <a:pt x="7108379" y="2637280"/>
                </a:cubicBezTo>
                <a:cubicBezTo>
                  <a:pt x="7079863" y="2671543"/>
                  <a:pt x="7046673" y="2701628"/>
                  <a:pt x="7009793" y="2726671"/>
                </a:cubicBezTo>
                <a:cubicBezTo>
                  <a:pt x="6855019" y="2831259"/>
                  <a:pt x="6636522" y="2826151"/>
                  <a:pt x="6478556" y="2713901"/>
                </a:cubicBezTo>
                <a:cubicBezTo>
                  <a:pt x="6452812" y="2695563"/>
                  <a:pt x="6428753" y="2674964"/>
                  <a:pt x="6406659" y="2652349"/>
                </a:cubicBezTo>
                <a:lnTo>
                  <a:pt x="6392370" y="2634969"/>
                </a:lnTo>
                <a:lnTo>
                  <a:pt x="6465531" y="2695895"/>
                </a:lnTo>
                <a:cubicBezTo>
                  <a:pt x="6545254" y="2749696"/>
                  <a:pt x="6639318" y="2778262"/>
                  <a:pt x="6735491" y="2777879"/>
                </a:cubicBezTo>
                <a:cubicBezTo>
                  <a:pt x="6836593" y="2777853"/>
                  <a:pt x="6935049" y="2745596"/>
                  <a:pt x="7016561" y="2685807"/>
                </a:cubicBezTo>
                <a:cubicBezTo>
                  <a:pt x="7053940" y="2658287"/>
                  <a:pt x="7087449" y="2625851"/>
                  <a:pt x="7116169" y="2589392"/>
                </a:cubicBezTo>
                <a:cubicBezTo>
                  <a:pt x="7177339" y="2511622"/>
                  <a:pt x="7216350" y="2419614"/>
                  <a:pt x="7243344" y="2319256"/>
                </a:cubicBezTo>
                <a:close/>
                <a:moveTo>
                  <a:pt x="7264179" y="2152149"/>
                </a:moveTo>
                <a:lnTo>
                  <a:pt x="7263009" y="2160705"/>
                </a:lnTo>
                <a:lnTo>
                  <a:pt x="7256977" y="2185807"/>
                </a:lnTo>
                <a:lnTo>
                  <a:pt x="7240008" y="2265111"/>
                </a:lnTo>
                <a:lnTo>
                  <a:pt x="7233293" y="2284371"/>
                </a:lnTo>
                <a:lnTo>
                  <a:pt x="7208435" y="2387817"/>
                </a:lnTo>
                <a:cubicBezTo>
                  <a:pt x="7183634" y="2458808"/>
                  <a:pt x="7150808" y="2524265"/>
                  <a:pt x="7105697" y="2581730"/>
                </a:cubicBezTo>
                <a:cubicBezTo>
                  <a:pt x="7077693" y="2617218"/>
                  <a:pt x="7045052" y="2648786"/>
                  <a:pt x="7008644" y="2675590"/>
                </a:cubicBezTo>
                <a:cubicBezTo>
                  <a:pt x="6849349" y="2790445"/>
                  <a:pt x="6635437" y="2794123"/>
                  <a:pt x="6472299" y="2684785"/>
                </a:cubicBezTo>
                <a:cubicBezTo>
                  <a:pt x="6445776" y="2666741"/>
                  <a:pt x="6421052" y="2646168"/>
                  <a:pt x="6398488" y="2623361"/>
                </a:cubicBezTo>
                <a:lnTo>
                  <a:pt x="6384436" y="2606274"/>
                </a:lnTo>
                <a:lnTo>
                  <a:pt x="6459656" y="2667289"/>
                </a:lnTo>
                <a:cubicBezTo>
                  <a:pt x="6535716" y="2716467"/>
                  <a:pt x="6624481" y="2742391"/>
                  <a:pt x="6715058" y="2741866"/>
                </a:cubicBezTo>
                <a:cubicBezTo>
                  <a:pt x="6825099" y="2742199"/>
                  <a:pt x="6931999" y="2705243"/>
                  <a:pt x="7018349" y="2637024"/>
                </a:cubicBezTo>
                <a:cubicBezTo>
                  <a:pt x="7055038" y="2607653"/>
                  <a:pt x="7087858" y="2573761"/>
                  <a:pt x="7116042" y="2536141"/>
                </a:cubicBezTo>
                <a:cubicBezTo>
                  <a:pt x="7145382" y="2496841"/>
                  <a:pt x="7169565" y="2454363"/>
                  <a:pt x="7189818" y="2409072"/>
                </a:cubicBezTo>
                <a:lnTo>
                  <a:pt x="7233293" y="2284371"/>
                </a:lnTo>
                <a:lnTo>
                  <a:pt x="7256977" y="2185807"/>
                </a:lnTo>
                <a:close/>
                <a:moveTo>
                  <a:pt x="4036141" y="2093597"/>
                </a:moveTo>
                <a:lnTo>
                  <a:pt x="4060276" y="2115642"/>
                </a:lnTo>
                <a:lnTo>
                  <a:pt x="4045685" y="2104845"/>
                </a:lnTo>
                <a:close/>
                <a:moveTo>
                  <a:pt x="7264415" y="2079097"/>
                </a:moveTo>
                <a:lnTo>
                  <a:pt x="7261050" y="2102112"/>
                </a:lnTo>
                <a:lnTo>
                  <a:pt x="7251078" y="2143181"/>
                </a:lnTo>
                <a:lnTo>
                  <a:pt x="7242211" y="2185791"/>
                </a:lnTo>
                <a:lnTo>
                  <a:pt x="7236552" y="2203004"/>
                </a:lnTo>
                <a:lnTo>
                  <a:pt x="7205116" y="2332471"/>
                </a:lnTo>
                <a:cubicBezTo>
                  <a:pt x="7180527" y="2403674"/>
                  <a:pt x="7148669" y="2468874"/>
                  <a:pt x="7105570" y="2526817"/>
                </a:cubicBezTo>
                <a:cubicBezTo>
                  <a:pt x="7078089" y="2563595"/>
                  <a:pt x="7046036" y="2596735"/>
                  <a:pt x="7010177" y="2625403"/>
                </a:cubicBezTo>
                <a:cubicBezTo>
                  <a:pt x="6856680" y="2748508"/>
                  <a:pt x="6628350" y="2761278"/>
                  <a:pt x="6467190" y="2656051"/>
                </a:cubicBezTo>
                <a:cubicBezTo>
                  <a:pt x="6440041" y="2638212"/>
                  <a:pt x="6414757" y="2617678"/>
                  <a:pt x="6391720" y="2594755"/>
                </a:cubicBezTo>
                <a:lnTo>
                  <a:pt x="6377856" y="2577868"/>
                </a:lnTo>
                <a:lnTo>
                  <a:pt x="6454676" y="2638684"/>
                </a:lnTo>
                <a:cubicBezTo>
                  <a:pt x="6526763" y="2682881"/>
                  <a:pt x="6609820" y="2705944"/>
                  <a:pt x="6694371" y="2705216"/>
                </a:cubicBezTo>
                <a:cubicBezTo>
                  <a:pt x="6814027" y="2704987"/>
                  <a:pt x="6929636" y="2661797"/>
                  <a:pt x="7020138" y="2583517"/>
                </a:cubicBezTo>
                <a:cubicBezTo>
                  <a:pt x="7056290" y="2552371"/>
                  <a:pt x="7088547" y="2516946"/>
                  <a:pt x="7116169" y="2478035"/>
                </a:cubicBezTo>
                <a:cubicBezTo>
                  <a:pt x="7146371" y="2435351"/>
                  <a:pt x="7171104" y="2388708"/>
                  <a:pt x="7191676" y="2339527"/>
                </a:cubicBezTo>
                <a:lnTo>
                  <a:pt x="7236552" y="2203004"/>
                </a:lnTo>
                <a:lnTo>
                  <a:pt x="7251078" y="2143181"/>
                </a:lnTo>
                <a:close/>
                <a:moveTo>
                  <a:pt x="4033273" y="2076022"/>
                </a:moveTo>
                <a:lnTo>
                  <a:pt x="4041286" y="2083019"/>
                </a:lnTo>
                <a:lnTo>
                  <a:pt x="4035309" y="2078522"/>
                </a:lnTo>
                <a:close/>
                <a:moveTo>
                  <a:pt x="3978487" y="2045172"/>
                </a:moveTo>
                <a:lnTo>
                  <a:pt x="4035480" y="2112218"/>
                </a:lnTo>
                <a:lnTo>
                  <a:pt x="4015568" y="2093149"/>
                </a:lnTo>
                <a:close/>
                <a:moveTo>
                  <a:pt x="3381665" y="1958660"/>
                </a:moveTo>
                <a:lnTo>
                  <a:pt x="3386395" y="1965570"/>
                </a:lnTo>
                <a:lnTo>
                  <a:pt x="3393124" y="1981757"/>
                </a:lnTo>
                <a:lnTo>
                  <a:pt x="3391865" y="1979450"/>
                </a:lnTo>
                <a:close/>
                <a:moveTo>
                  <a:pt x="3902656" y="1931181"/>
                </a:moveTo>
                <a:lnTo>
                  <a:pt x="3906070" y="1934576"/>
                </a:lnTo>
                <a:lnTo>
                  <a:pt x="3909971" y="1942073"/>
                </a:lnTo>
                <a:lnTo>
                  <a:pt x="3959142" y="2020143"/>
                </a:lnTo>
                <a:lnTo>
                  <a:pt x="3956837" y="2017161"/>
                </a:lnTo>
                <a:close/>
                <a:moveTo>
                  <a:pt x="5545187" y="1889843"/>
                </a:moveTo>
                <a:cubicBezTo>
                  <a:pt x="5746317" y="1893802"/>
                  <a:pt x="5904539" y="2034530"/>
                  <a:pt x="6001719" y="2151759"/>
                </a:cubicBezTo>
                <a:cubicBezTo>
                  <a:pt x="6033109" y="2190057"/>
                  <a:pt x="6062314" y="2230092"/>
                  <a:pt x="6089196" y="2271671"/>
                </a:cubicBezTo>
                <a:cubicBezTo>
                  <a:pt x="6127888" y="2331179"/>
                  <a:pt x="6164412" y="2394519"/>
                  <a:pt x="6199657" y="2455815"/>
                </a:cubicBezTo>
                <a:lnTo>
                  <a:pt x="6232821" y="2511158"/>
                </a:lnTo>
                <a:lnTo>
                  <a:pt x="6213958" y="2481610"/>
                </a:lnTo>
                <a:cubicBezTo>
                  <a:pt x="6178585" y="2423379"/>
                  <a:pt x="6142190" y="2363232"/>
                  <a:pt x="6103879" y="2306149"/>
                </a:cubicBezTo>
                <a:cubicBezTo>
                  <a:pt x="5934037" y="2052152"/>
                  <a:pt x="5751552" y="1917427"/>
                  <a:pt x="5561533" y="1905678"/>
                </a:cubicBezTo>
                <a:cubicBezTo>
                  <a:pt x="5208054" y="1883841"/>
                  <a:pt x="4955716" y="2286483"/>
                  <a:pt x="4788683" y="2552868"/>
                </a:cubicBezTo>
                <a:cubicBezTo>
                  <a:pt x="4635441" y="2798182"/>
                  <a:pt x="4326149" y="3191630"/>
                  <a:pt x="3984165" y="3069803"/>
                </a:cubicBezTo>
                <a:cubicBezTo>
                  <a:pt x="3780993" y="2997525"/>
                  <a:pt x="3666444" y="2767279"/>
                  <a:pt x="3606169" y="2586965"/>
                </a:cubicBezTo>
                <a:lnTo>
                  <a:pt x="3580283" y="2498601"/>
                </a:lnTo>
                <a:lnTo>
                  <a:pt x="3631087" y="2609734"/>
                </a:lnTo>
                <a:cubicBezTo>
                  <a:pt x="3696616" y="2737039"/>
                  <a:pt x="3770459" y="2834515"/>
                  <a:pt x="3851485" y="2900600"/>
                </a:cubicBezTo>
                <a:cubicBezTo>
                  <a:pt x="3884739" y="2928030"/>
                  <a:pt x="3921707" y="2950608"/>
                  <a:pt x="3961308" y="2967644"/>
                </a:cubicBezTo>
                <a:cubicBezTo>
                  <a:pt x="4084667" y="3019745"/>
                  <a:pt x="4210453" y="3009912"/>
                  <a:pt x="4345816" y="2937761"/>
                </a:cubicBezTo>
                <a:cubicBezTo>
                  <a:pt x="4464834" y="2874165"/>
                  <a:pt x="4587556" y="2763704"/>
                  <a:pt x="4710404" y="2609186"/>
                </a:cubicBezTo>
                <a:cubicBezTo>
                  <a:pt x="4730326" y="2584028"/>
                  <a:pt x="4749352" y="2558999"/>
                  <a:pt x="4766976" y="2534736"/>
                </a:cubicBezTo>
                <a:lnTo>
                  <a:pt x="4795070" y="2495658"/>
                </a:lnTo>
                <a:cubicBezTo>
                  <a:pt x="4869264" y="2392221"/>
                  <a:pt x="4953420" y="2275119"/>
                  <a:pt x="5042171" y="2174107"/>
                </a:cubicBezTo>
                <a:cubicBezTo>
                  <a:pt x="5214825" y="1976809"/>
                  <a:pt x="5374834" y="1886396"/>
                  <a:pt x="5545187" y="1889843"/>
                </a:cubicBezTo>
                <a:close/>
                <a:moveTo>
                  <a:pt x="7282735" y="1888637"/>
                </a:moveTo>
                <a:lnTo>
                  <a:pt x="7262407" y="2022759"/>
                </a:lnTo>
                <a:lnTo>
                  <a:pt x="7237435" y="2129447"/>
                </a:lnTo>
                <a:lnTo>
                  <a:pt x="7236096" y="2136562"/>
                </a:lnTo>
                <a:lnTo>
                  <a:pt x="7234942" y="2140100"/>
                </a:lnTo>
                <a:lnTo>
                  <a:pt x="7207020" y="2259383"/>
                </a:lnTo>
                <a:cubicBezTo>
                  <a:pt x="7182236" y="2335664"/>
                  <a:pt x="7149691" y="2407735"/>
                  <a:pt x="7105059" y="2470756"/>
                </a:cubicBezTo>
                <a:cubicBezTo>
                  <a:pt x="7078049" y="2508773"/>
                  <a:pt x="7046534" y="2543380"/>
                  <a:pt x="7011198" y="2573811"/>
                </a:cubicBezTo>
                <a:cubicBezTo>
                  <a:pt x="6857064" y="2707004"/>
                  <a:pt x="6626307" y="2728842"/>
                  <a:pt x="6462082" y="2625914"/>
                </a:cubicBezTo>
                <a:cubicBezTo>
                  <a:pt x="6434103" y="2608444"/>
                  <a:pt x="6408154" y="2587936"/>
                  <a:pt x="6384696" y="2564744"/>
                </a:cubicBezTo>
                <a:lnTo>
                  <a:pt x="6374921" y="2552879"/>
                </a:lnTo>
                <a:lnTo>
                  <a:pt x="6434039" y="2600493"/>
                </a:lnTo>
                <a:cubicBezTo>
                  <a:pt x="6505264" y="2647030"/>
                  <a:pt x="6589257" y="2671838"/>
                  <a:pt x="6675599" y="2670737"/>
                </a:cubicBezTo>
                <a:cubicBezTo>
                  <a:pt x="6803288" y="2670559"/>
                  <a:pt x="6926252" y="2622428"/>
                  <a:pt x="7020138" y="2535885"/>
                </a:cubicBezTo>
                <a:cubicBezTo>
                  <a:pt x="7055613" y="2502874"/>
                  <a:pt x="7087218" y="2465943"/>
                  <a:pt x="7114381" y="2425805"/>
                </a:cubicBezTo>
                <a:cubicBezTo>
                  <a:pt x="7143018" y="2383025"/>
                  <a:pt x="7166659" y="2336893"/>
                  <a:pt x="7186534" y="2288367"/>
                </a:cubicBezTo>
                <a:lnTo>
                  <a:pt x="7234942" y="2140100"/>
                </a:lnTo>
                <a:lnTo>
                  <a:pt x="7237435" y="2129447"/>
                </a:lnTo>
                <a:close/>
                <a:moveTo>
                  <a:pt x="7272763" y="1872023"/>
                </a:moveTo>
                <a:lnTo>
                  <a:pt x="7223741" y="2132986"/>
                </a:lnTo>
                <a:cubicBezTo>
                  <a:pt x="7196877" y="2236744"/>
                  <a:pt x="7160034" y="2334563"/>
                  <a:pt x="7103527" y="2418654"/>
                </a:cubicBezTo>
                <a:cubicBezTo>
                  <a:pt x="7077016" y="2457987"/>
                  <a:pt x="7046074" y="2494151"/>
                  <a:pt x="7011326" y="2526434"/>
                </a:cubicBezTo>
                <a:cubicBezTo>
                  <a:pt x="6857318" y="2669716"/>
                  <a:pt x="6624135" y="2700620"/>
                  <a:pt x="6456591" y="2599991"/>
                </a:cubicBezTo>
                <a:cubicBezTo>
                  <a:pt x="6427909" y="2582751"/>
                  <a:pt x="6401335" y="2562217"/>
                  <a:pt x="6377416" y="2538822"/>
                </a:cubicBezTo>
                <a:lnTo>
                  <a:pt x="6361393" y="2519332"/>
                </a:lnTo>
                <a:lnTo>
                  <a:pt x="6424574" y="2569698"/>
                </a:lnTo>
                <a:cubicBezTo>
                  <a:pt x="6493524" y="2614305"/>
                  <a:pt x="6574651" y="2637985"/>
                  <a:pt x="6657977" y="2636769"/>
                </a:cubicBezTo>
                <a:cubicBezTo>
                  <a:pt x="6794221" y="2635671"/>
                  <a:pt x="6924578" y="2581041"/>
                  <a:pt x="7020903" y="2484677"/>
                </a:cubicBezTo>
                <a:cubicBezTo>
                  <a:pt x="7055855" y="2449878"/>
                  <a:pt x="7086862" y="2411338"/>
                  <a:pt x="7113359" y="2369745"/>
                </a:cubicBezTo>
                <a:cubicBezTo>
                  <a:pt x="7167696" y="2284952"/>
                  <a:pt x="7203868" y="2187804"/>
                  <a:pt x="7230814" y="2085403"/>
                </a:cubicBezTo>
                <a:close/>
                <a:moveTo>
                  <a:pt x="5528330" y="1860983"/>
                </a:moveTo>
                <a:cubicBezTo>
                  <a:pt x="5693577" y="1857280"/>
                  <a:pt x="5859332" y="1945139"/>
                  <a:pt x="5995973" y="2108084"/>
                </a:cubicBezTo>
                <a:cubicBezTo>
                  <a:pt x="6028154" y="2146778"/>
                  <a:pt x="6057677" y="2187617"/>
                  <a:pt x="6084343" y="2230296"/>
                </a:cubicBezTo>
                <a:lnTo>
                  <a:pt x="6187524" y="2409429"/>
                </a:lnTo>
                <a:lnTo>
                  <a:pt x="6100561" y="2264392"/>
                </a:lnTo>
                <a:cubicBezTo>
                  <a:pt x="6073322" y="2222391"/>
                  <a:pt x="6043785" y="2181935"/>
                  <a:pt x="6012063" y="2143203"/>
                </a:cubicBezTo>
                <a:cubicBezTo>
                  <a:pt x="5913095" y="2023674"/>
                  <a:pt x="5751808" y="1880521"/>
                  <a:pt x="5545443" y="1876435"/>
                </a:cubicBezTo>
                <a:cubicBezTo>
                  <a:pt x="5370748" y="1873115"/>
                  <a:pt x="5207545" y="1964677"/>
                  <a:pt x="5031956" y="2165296"/>
                </a:cubicBezTo>
                <a:cubicBezTo>
                  <a:pt x="4942565" y="2266690"/>
                  <a:pt x="4858027" y="2384175"/>
                  <a:pt x="4783449" y="2487614"/>
                </a:cubicBezTo>
                <a:lnTo>
                  <a:pt x="4755482" y="2526563"/>
                </a:lnTo>
                <a:cubicBezTo>
                  <a:pt x="4737476" y="2550698"/>
                  <a:pt x="4719087" y="2575089"/>
                  <a:pt x="4699166" y="2600629"/>
                </a:cubicBezTo>
                <a:cubicBezTo>
                  <a:pt x="4577467" y="2753615"/>
                  <a:pt x="4456279" y="2862927"/>
                  <a:pt x="4338794" y="2925629"/>
                </a:cubicBezTo>
                <a:cubicBezTo>
                  <a:pt x="4207260" y="2995737"/>
                  <a:pt x="4085305" y="3005442"/>
                  <a:pt x="3965904" y="2955001"/>
                </a:cubicBezTo>
                <a:cubicBezTo>
                  <a:pt x="3927454" y="2938450"/>
                  <a:pt x="3891557" y="2916524"/>
                  <a:pt x="3859275" y="2889873"/>
                </a:cubicBezTo>
                <a:cubicBezTo>
                  <a:pt x="3753027" y="2803292"/>
                  <a:pt x="3659166" y="2661032"/>
                  <a:pt x="3580119" y="2467182"/>
                </a:cubicBezTo>
                <a:lnTo>
                  <a:pt x="3533018" y="2337235"/>
                </a:lnTo>
                <a:lnTo>
                  <a:pt x="3529547" y="2325376"/>
                </a:lnTo>
                <a:lnTo>
                  <a:pt x="3542192" y="2353783"/>
                </a:lnTo>
                <a:cubicBezTo>
                  <a:pt x="3639372" y="2551847"/>
                  <a:pt x="3735404" y="2690786"/>
                  <a:pt x="3835905" y="2780177"/>
                </a:cubicBezTo>
                <a:cubicBezTo>
                  <a:pt x="3867894" y="2808909"/>
                  <a:pt x="3903535" y="2833301"/>
                  <a:pt x="3941898" y="2852711"/>
                </a:cubicBezTo>
                <a:cubicBezTo>
                  <a:pt x="4058233" y="2910561"/>
                  <a:pt x="4178272" y="2911326"/>
                  <a:pt x="4309165" y="2855138"/>
                </a:cubicBezTo>
                <a:cubicBezTo>
                  <a:pt x="4425502" y="2805079"/>
                  <a:pt x="4547585" y="2711602"/>
                  <a:pt x="4672221" y="2577387"/>
                </a:cubicBezTo>
                <a:cubicBezTo>
                  <a:pt x="4694185" y="2553252"/>
                  <a:pt x="4714363" y="2530904"/>
                  <a:pt x="4732496" y="2509195"/>
                </a:cubicBezTo>
                <a:cubicBezTo>
                  <a:pt x="4762250" y="2473183"/>
                  <a:pt x="4793537" y="2434872"/>
                  <a:pt x="4826100" y="2394264"/>
                </a:cubicBezTo>
                <a:cubicBezTo>
                  <a:pt x="4889313" y="2315344"/>
                  <a:pt x="4954696" y="2233744"/>
                  <a:pt x="5022889" y="2157889"/>
                </a:cubicBezTo>
                <a:cubicBezTo>
                  <a:pt x="5202564" y="1956377"/>
                  <a:pt x="5358488" y="1864814"/>
                  <a:pt x="5528330" y="1860983"/>
                </a:cubicBezTo>
                <a:close/>
                <a:moveTo>
                  <a:pt x="5512495" y="1831357"/>
                </a:moveTo>
                <a:cubicBezTo>
                  <a:pt x="5682465" y="1820884"/>
                  <a:pt x="5857033" y="1905167"/>
                  <a:pt x="5991247" y="2063517"/>
                </a:cubicBezTo>
                <a:cubicBezTo>
                  <a:pt x="6024219" y="2102645"/>
                  <a:pt x="6054114" y="2144275"/>
                  <a:pt x="6080638" y="2188026"/>
                </a:cubicBezTo>
                <a:lnTo>
                  <a:pt x="6184824" y="2377454"/>
                </a:lnTo>
                <a:lnTo>
                  <a:pt x="6096091" y="2223016"/>
                </a:lnTo>
                <a:cubicBezTo>
                  <a:pt x="6069120" y="2179841"/>
                  <a:pt x="6039264" y="2138542"/>
                  <a:pt x="6006700" y="2099401"/>
                </a:cubicBezTo>
                <a:cubicBezTo>
                  <a:pt x="5867378" y="1933262"/>
                  <a:pt x="5697023" y="1843871"/>
                  <a:pt x="5528459" y="1847574"/>
                </a:cubicBezTo>
                <a:cubicBezTo>
                  <a:pt x="5302938" y="1852554"/>
                  <a:pt x="5126327" y="2022014"/>
                  <a:pt x="5013184" y="2148950"/>
                </a:cubicBezTo>
                <a:cubicBezTo>
                  <a:pt x="4944863" y="2225059"/>
                  <a:pt x="4879735" y="2306789"/>
                  <a:pt x="4815884" y="2385835"/>
                </a:cubicBezTo>
                <a:cubicBezTo>
                  <a:pt x="4783449" y="2425934"/>
                  <a:pt x="4752673" y="2464244"/>
                  <a:pt x="4722536" y="2500766"/>
                </a:cubicBezTo>
                <a:cubicBezTo>
                  <a:pt x="4704657" y="2522220"/>
                  <a:pt x="4685118" y="2544441"/>
                  <a:pt x="4662771" y="2568449"/>
                </a:cubicBezTo>
                <a:cubicBezTo>
                  <a:pt x="4539411" y="2701258"/>
                  <a:pt x="4419118" y="2793587"/>
                  <a:pt x="4304186" y="2842879"/>
                </a:cubicBezTo>
                <a:cubicBezTo>
                  <a:pt x="4177250" y="2897407"/>
                  <a:pt x="4060787" y="2896769"/>
                  <a:pt x="3948282" y="2840835"/>
                </a:cubicBezTo>
                <a:cubicBezTo>
                  <a:pt x="3910968" y="2821936"/>
                  <a:pt x="3876323" y="2798196"/>
                  <a:pt x="3845227" y="2770217"/>
                </a:cubicBezTo>
                <a:cubicBezTo>
                  <a:pt x="3746131" y="2682613"/>
                  <a:pt x="3650994" y="2544441"/>
                  <a:pt x="3554579" y="2347908"/>
                </a:cubicBezTo>
                <a:lnTo>
                  <a:pt x="3500689" y="2226795"/>
                </a:lnTo>
                <a:lnTo>
                  <a:pt x="3487195" y="2180695"/>
                </a:lnTo>
                <a:lnTo>
                  <a:pt x="3517161" y="2235402"/>
                </a:lnTo>
                <a:cubicBezTo>
                  <a:pt x="3607190" y="2389156"/>
                  <a:pt x="3705010" y="2548655"/>
                  <a:pt x="3821346" y="2660265"/>
                </a:cubicBezTo>
                <a:cubicBezTo>
                  <a:pt x="3852173" y="2690185"/>
                  <a:pt x="3886461" y="2716289"/>
                  <a:pt x="3923508" y="2738036"/>
                </a:cubicBezTo>
                <a:cubicBezTo>
                  <a:pt x="4034607" y="2802269"/>
                  <a:pt x="4145708" y="2813252"/>
                  <a:pt x="4273409" y="2772771"/>
                </a:cubicBezTo>
                <a:cubicBezTo>
                  <a:pt x="4388722" y="2736248"/>
                  <a:pt x="4510423" y="2660010"/>
                  <a:pt x="4635059" y="2545973"/>
                </a:cubicBezTo>
                <a:cubicBezTo>
                  <a:pt x="4659194" y="2524009"/>
                  <a:pt x="4680137" y="2503704"/>
                  <a:pt x="4698910" y="2484037"/>
                </a:cubicBezTo>
                <a:cubicBezTo>
                  <a:pt x="4753183" y="2427210"/>
                  <a:pt x="4809499" y="2362594"/>
                  <a:pt x="4869135" y="2294146"/>
                </a:cubicBezTo>
                <a:cubicBezTo>
                  <a:pt x="4913320" y="2243066"/>
                  <a:pt x="4958910" y="2190835"/>
                  <a:pt x="5004499" y="2140905"/>
                </a:cubicBezTo>
                <a:cubicBezTo>
                  <a:pt x="5129390" y="2003880"/>
                  <a:pt x="5300128" y="1844892"/>
                  <a:pt x="5512495" y="1831357"/>
                </a:cubicBezTo>
                <a:close/>
                <a:moveTo>
                  <a:pt x="3846720" y="1822981"/>
                </a:moveTo>
                <a:lnTo>
                  <a:pt x="3848490" y="1826655"/>
                </a:lnTo>
                <a:lnTo>
                  <a:pt x="3847973" y="1825930"/>
                </a:lnTo>
                <a:close/>
                <a:moveTo>
                  <a:pt x="5562802" y="1799831"/>
                </a:moveTo>
                <a:cubicBezTo>
                  <a:pt x="5717467" y="1804696"/>
                  <a:pt x="5868845" y="1882341"/>
                  <a:pt x="5986394" y="2019333"/>
                </a:cubicBezTo>
                <a:cubicBezTo>
                  <a:pt x="6019966" y="2058984"/>
                  <a:pt x="6050131" y="2101406"/>
                  <a:pt x="6076552" y="2146140"/>
                </a:cubicBezTo>
                <a:lnTo>
                  <a:pt x="6177457" y="2337861"/>
                </a:lnTo>
                <a:lnTo>
                  <a:pt x="6091365" y="2181258"/>
                </a:lnTo>
                <a:cubicBezTo>
                  <a:pt x="6064535" y="2136971"/>
                  <a:pt x="6034308" y="2094829"/>
                  <a:pt x="6000953" y="2055217"/>
                </a:cubicBezTo>
                <a:cubicBezTo>
                  <a:pt x="5863801" y="1893546"/>
                  <a:pt x="5685530" y="1807220"/>
                  <a:pt x="5511090" y="1818330"/>
                </a:cubicBezTo>
                <a:cubicBezTo>
                  <a:pt x="5293869" y="1832250"/>
                  <a:pt x="5120579" y="1993409"/>
                  <a:pt x="4994027" y="2132221"/>
                </a:cubicBezTo>
                <a:cubicBezTo>
                  <a:pt x="4948310" y="2182151"/>
                  <a:pt x="4902593" y="2234382"/>
                  <a:pt x="4858281" y="2285463"/>
                </a:cubicBezTo>
                <a:cubicBezTo>
                  <a:pt x="4798772" y="2353782"/>
                  <a:pt x="4742584" y="2418272"/>
                  <a:pt x="4688565" y="2474971"/>
                </a:cubicBezTo>
                <a:cubicBezTo>
                  <a:pt x="4669921" y="2494253"/>
                  <a:pt x="4649362" y="2514303"/>
                  <a:pt x="4625354" y="2536267"/>
                </a:cubicBezTo>
                <a:cubicBezTo>
                  <a:pt x="4502122" y="2648773"/>
                  <a:pt x="4382082" y="2724116"/>
                  <a:pt x="4268683" y="2760128"/>
                </a:cubicBezTo>
                <a:cubicBezTo>
                  <a:pt x="4144941" y="2799333"/>
                  <a:pt x="4037161" y="2788733"/>
                  <a:pt x="3929637" y="2726542"/>
                </a:cubicBezTo>
                <a:cubicBezTo>
                  <a:pt x="3893548" y="2705294"/>
                  <a:pt x="3860115" y="2679830"/>
                  <a:pt x="3830030" y="2650688"/>
                </a:cubicBezTo>
                <a:cubicBezTo>
                  <a:pt x="3714843" y="2540226"/>
                  <a:pt x="3617406" y="2381876"/>
                  <a:pt x="3528016" y="2228634"/>
                </a:cubicBezTo>
                <a:lnTo>
                  <a:pt x="3450291" y="2086494"/>
                </a:lnTo>
                <a:lnTo>
                  <a:pt x="3417000" y="2006606"/>
                </a:lnTo>
                <a:lnTo>
                  <a:pt x="3491494" y="2116641"/>
                </a:lnTo>
                <a:cubicBezTo>
                  <a:pt x="3510010" y="2143330"/>
                  <a:pt x="3529549" y="2172064"/>
                  <a:pt x="3549853" y="2202073"/>
                </a:cubicBezTo>
                <a:cubicBezTo>
                  <a:pt x="3626219" y="2315089"/>
                  <a:pt x="3712800" y="2443045"/>
                  <a:pt x="3806277" y="2539844"/>
                </a:cubicBezTo>
                <a:cubicBezTo>
                  <a:pt x="3835968" y="2570989"/>
                  <a:pt x="3868889" y="2598905"/>
                  <a:pt x="3904479" y="2623105"/>
                </a:cubicBezTo>
                <a:cubicBezTo>
                  <a:pt x="4000970" y="2690760"/>
                  <a:pt x="4121316" y="2715062"/>
                  <a:pt x="4236502" y="2690148"/>
                </a:cubicBezTo>
                <a:cubicBezTo>
                  <a:pt x="4354244" y="2667416"/>
                  <a:pt x="4471984" y="2609824"/>
                  <a:pt x="4596876" y="2514175"/>
                </a:cubicBezTo>
                <a:cubicBezTo>
                  <a:pt x="4622544" y="2494637"/>
                  <a:pt x="4644637" y="2476376"/>
                  <a:pt x="4664302" y="2458626"/>
                </a:cubicBezTo>
                <a:cubicBezTo>
                  <a:pt x="4744499" y="2385835"/>
                  <a:pt x="4832230" y="2290442"/>
                  <a:pt x="4917024" y="2198115"/>
                </a:cubicBezTo>
                <a:lnTo>
                  <a:pt x="4985599" y="2124430"/>
                </a:lnTo>
                <a:cubicBezTo>
                  <a:pt x="5122750" y="1977191"/>
                  <a:pt x="5290422" y="1823949"/>
                  <a:pt x="5496404" y="1802241"/>
                </a:cubicBezTo>
                <a:cubicBezTo>
                  <a:pt x="5518544" y="1799926"/>
                  <a:pt x="5540707" y="1799136"/>
                  <a:pt x="5562802" y="1799831"/>
                </a:cubicBezTo>
                <a:close/>
                <a:moveTo>
                  <a:pt x="7273405" y="1796984"/>
                </a:moveTo>
                <a:lnTo>
                  <a:pt x="7217628" y="2080997"/>
                </a:lnTo>
                <a:cubicBezTo>
                  <a:pt x="7190939" y="2182631"/>
                  <a:pt x="7155182" y="2278951"/>
                  <a:pt x="7101612" y="2362850"/>
                </a:cubicBezTo>
                <a:cubicBezTo>
                  <a:pt x="7075624" y="2403535"/>
                  <a:pt x="7045256" y="2441272"/>
                  <a:pt x="7011071" y="2475355"/>
                </a:cubicBezTo>
                <a:cubicBezTo>
                  <a:pt x="6857064" y="2628851"/>
                  <a:pt x="6621326" y="2668823"/>
                  <a:pt x="6450463" y="2570365"/>
                </a:cubicBezTo>
                <a:cubicBezTo>
                  <a:pt x="6421014" y="2553381"/>
                  <a:pt x="6393789" y="2532847"/>
                  <a:pt x="6369372" y="2509195"/>
                </a:cubicBezTo>
                <a:lnTo>
                  <a:pt x="6354525" y="2491136"/>
                </a:lnTo>
                <a:lnTo>
                  <a:pt x="6438202" y="2552741"/>
                </a:lnTo>
                <a:cubicBezTo>
                  <a:pt x="6499741" y="2585879"/>
                  <a:pt x="6568674" y="2602876"/>
                  <a:pt x="6638565" y="2602161"/>
                </a:cubicBezTo>
                <a:cubicBezTo>
                  <a:pt x="6783520" y="2600667"/>
                  <a:pt x="6921628" y="2540278"/>
                  <a:pt x="7021158" y="2434872"/>
                </a:cubicBezTo>
                <a:cubicBezTo>
                  <a:pt x="7055421" y="2398363"/>
                  <a:pt x="7085813" y="2358392"/>
                  <a:pt x="7111827" y="2315599"/>
                </a:cubicBezTo>
                <a:cubicBezTo>
                  <a:pt x="7163162" y="2230869"/>
                  <a:pt x="7198153" y="2135189"/>
                  <a:pt x="7224810" y="2034896"/>
                </a:cubicBezTo>
                <a:close/>
                <a:moveTo>
                  <a:pt x="3785864" y="1711293"/>
                </a:moveTo>
                <a:lnTo>
                  <a:pt x="3808749" y="1764990"/>
                </a:lnTo>
                <a:lnTo>
                  <a:pt x="3800564" y="1751831"/>
                </a:lnTo>
                <a:close/>
                <a:moveTo>
                  <a:pt x="8855255" y="1679877"/>
                </a:moveTo>
                <a:lnTo>
                  <a:pt x="8898248" y="1690285"/>
                </a:lnTo>
                <a:lnTo>
                  <a:pt x="8894664" y="1689735"/>
                </a:lnTo>
                <a:close/>
                <a:moveTo>
                  <a:pt x="7269908" y="1671357"/>
                </a:moveTo>
                <a:lnTo>
                  <a:pt x="7268388" y="1679647"/>
                </a:lnTo>
                <a:cubicBezTo>
                  <a:pt x="7231866" y="1879500"/>
                  <a:pt x="7193938" y="2086503"/>
                  <a:pt x="7098035" y="2252515"/>
                </a:cubicBezTo>
                <a:cubicBezTo>
                  <a:pt x="7072967" y="2295832"/>
                  <a:pt x="7043710" y="2336594"/>
                  <a:pt x="7010687" y="2374215"/>
                </a:cubicBezTo>
                <a:cubicBezTo>
                  <a:pt x="6859489" y="2546101"/>
                  <a:pt x="6613153" y="2605481"/>
                  <a:pt x="6438075" y="2512133"/>
                </a:cubicBezTo>
                <a:cubicBezTo>
                  <a:pt x="6407209" y="2495787"/>
                  <a:pt x="6378719" y="2475290"/>
                  <a:pt x="6353408" y="2451218"/>
                </a:cubicBezTo>
                <a:lnTo>
                  <a:pt x="6337965" y="2432415"/>
                </a:lnTo>
                <a:lnTo>
                  <a:pt x="6427219" y="2495402"/>
                </a:lnTo>
                <a:cubicBezTo>
                  <a:pt x="6483165" y="2523408"/>
                  <a:pt x="6544972" y="2537711"/>
                  <a:pt x="6607533" y="2537161"/>
                </a:cubicBezTo>
                <a:cubicBezTo>
                  <a:pt x="6755923" y="2537161"/>
                  <a:pt x="6913762" y="2463478"/>
                  <a:pt x="7022180" y="2332201"/>
                </a:cubicBezTo>
                <a:cubicBezTo>
                  <a:pt x="7055139" y="2292448"/>
                  <a:pt x="7084293" y="2249693"/>
                  <a:pt x="7109271" y="2204499"/>
                </a:cubicBezTo>
                <a:cubicBezTo>
                  <a:pt x="7154925" y="2120600"/>
                  <a:pt x="7187521" y="2027952"/>
                  <a:pt x="7213397" y="1931760"/>
                </a:cubicBezTo>
                <a:close/>
                <a:moveTo>
                  <a:pt x="3099006" y="1654709"/>
                </a:moveTo>
                <a:lnTo>
                  <a:pt x="3163672" y="1684170"/>
                </a:lnTo>
                <a:cubicBezTo>
                  <a:pt x="3201761" y="1707774"/>
                  <a:pt x="3236852" y="1736213"/>
                  <a:pt x="3268017" y="1768911"/>
                </a:cubicBezTo>
                <a:cubicBezTo>
                  <a:pt x="3324843" y="1827015"/>
                  <a:pt x="3379500" y="1893675"/>
                  <a:pt x="3456121" y="1986003"/>
                </a:cubicBezTo>
                <a:lnTo>
                  <a:pt x="3465955" y="1998007"/>
                </a:lnTo>
                <a:cubicBezTo>
                  <a:pt x="3506052" y="2046533"/>
                  <a:pt x="3549087" y="2105276"/>
                  <a:pt x="3594549" y="2167467"/>
                </a:cubicBezTo>
                <a:cubicBezTo>
                  <a:pt x="3658145" y="2254558"/>
                  <a:pt x="3723911" y="2344461"/>
                  <a:pt x="3791209" y="2419550"/>
                </a:cubicBezTo>
                <a:cubicBezTo>
                  <a:pt x="3819840" y="2452011"/>
                  <a:pt x="3851484" y="2481676"/>
                  <a:pt x="3885708" y="2508174"/>
                </a:cubicBezTo>
                <a:cubicBezTo>
                  <a:pt x="3983272" y="2582751"/>
                  <a:pt x="4083646" y="2614294"/>
                  <a:pt x="4200364" y="2607526"/>
                </a:cubicBezTo>
                <a:cubicBezTo>
                  <a:pt x="4319382" y="2600502"/>
                  <a:pt x="4436867" y="2559127"/>
                  <a:pt x="4559461" y="2482506"/>
                </a:cubicBezTo>
                <a:cubicBezTo>
                  <a:pt x="4584043" y="2467309"/>
                  <a:pt x="4607821" y="2450848"/>
                  <a:pt x="4630719" y="2433213"/>
                </a:cubicBezTo>
                <a:cubicBezTo>
                  <a:pt x="4737349" y="2350207"/>
                  <a:pt x="4853046" y="2227998"/>
                  <a:pt x="4964785" y="2109873"/>
                </a:cubicBezTo>
                <a:lnTo>
                  <a:pt x="4966955" y="2107575"/>
                </a:lnTo>
                <a:cubicBezTo>
                  <a:pt x="5115345" y="1951012"/>
                  <a:pt x="5280079" y="1801985"/>
                  <a:pt x="5479804" y="1772997"/>
                </a:cubicBezTo>
                <a:cubicBezTo>
                  <a:pt x="5663566" y="1746180"/>
                  <a:pt x="5846180" y="1819992"/>
                  <a:pt x="5980904" y="1975276"/>
                </a:cubicBezTo>
                <a:cubicBezTo>
                  <a:pt x="6015243" y="2015311"/>
                  <a:pt x="6045725" y="2058499"/>
                  <a:pt x="6071955" y="2104254"/>
                </a:cubicBezTo>
                <a:lnTo>
                  <a:pt x="6122054" y="2203558"/>
                </a:lnTo>
                <a:lnTo>
                  <a:pt x="6088173" y="2139244"/>
                </a:lnTo>
                <a:cubicBezTo>
                  <a:pt x="6061394" y="2093911"/>
                  <a:pt x="6030809" y="2050927"/>
                  <a:pt x="5996737" y="2010777"/>
                </a:cubicBezTo>
                <a:cubicBezTo>
                  <a:pt x="5859460" y="1850767"/>
                  <a:pt x="5676591" y="1769804"/>
                  <a:pt x="5495128" y="1788960"/>
                </a:cubicBezTo>
                <a:cubicBezTo>
                  <a:pt x="5284676" y="1811052"/>
                  <a:pt x="5114833" y="1966209"/>
                  <a:pt x="4976277" y="2115237"/>
                </a:cubicBezTo>
                <a:cubicBezTo>
                  <a:pt x="4953546" y="2139627"/>
                  <a:pt x="4930815" y="2164402"/>
                  <a:pt x="4908084" y="2189175"/>
                </a:cubicBezTo>
                <a:cubicBezTo>
                  <a:pt x="4823419" y="2281249"/>
                  <a:pt x="4735943" y="2376386"/>
                  <a:pt x="4656257" y="2448664"/>
                </a:cubicBezTo>
                <a:cubicBezTo>
                  <a:pt x="4636719" y="2466288"/>
                  <a:pt x="4615138" y="2484293"/>
                  <a:pt x="4589598" y="2503704"/>
                </a:cubicBezTo>
                <a:cubicBezTo>
                  <a:pt x="4466365" y="2597947"/>
                  <a:pt x="4349774" y="2654646"/>
                  <a:pt x="4234843" y="2676994"/>
                </a:cubicBezTo>
                <a:cubicBezTo>
                  <a:pt x="4123041" y="2701411"/>
                  <a:pt x="4006117" y="2677837"/>
                  <a:pt x="3912524" y="2611995"/>
                </a:cubicBezTo>
                <a:cubicBezTo>
                  <a:pt x="3877650" y="2588408"/>
                  <a:pt x="3845405" y="2561131"/>
                  <a:pt x="3816366" y="2530649"/>
                </a:cubicBezTo>
                <a:cubicBezTo>
                  <a:pt x="3723272" y="2434618"/>
                  <a:pt x="3637584" y="2307171"/>
                  <a:pt x="3560963" y="2194667"/>
                </a:cubicBezTo>
                <a:cubicBezTo>
                  <a:pt x="3540786" y="2164656"/>
                  <a:pt x="3521120" y="2135797"/>
                  <a:pt x="3502475" y="2108979"/>
                </a:cubicBezTo>
                <a:cubicBezTo>
                  <a:pt x="3470296" y="2062623"/>
                  <a:pt x="3442840" y="2021248"/>
                  <a:pt x="3416278" y="1981277"/>
                </a:cubicBezTo>
                <a:cubicBezTo>
                  <a:pt x="3381160" y="1928281"/>
                  <a:pt x="3350895" y="1882692"/>
                  <a:pt x="3318203" y="1838890"/>
                </a:cubicBezTo>
                <a:cubicBezTo>
                  <a:pt x="3291309" y="1802100"/>
                  <a:pt x="3260713" y="1768170"/>
                  <a:pt x="3226898" y="1737623"/>
                </a:cubicBezTo>
                <a:cubicBezTo>
                  <a:pt x="3206325" y="1719560"/>
                  <a:pt x="3184446" y="1703103"/>
                  <a:pt x="3161458" y="1688375"/>
                </a:cubicBezTo>
                <a:close/>
                <a:moveTo>
                  <a:pt x="2941014" y="1643000"/>
                </a:moveTo>
                <a:lnTo>
                  <a:pt x="2967470" y="1647980"/>
                </a:lnTo>
                <a:lnTo>
                  <a:pt x="2895639" y="1656789"/>
                </a:lnTo>
                <a:cubicBezTo>
                  <a:pt x="2704215" y="1704932"/>
                  <a:pt x="2594008" y="1919981"/>
                  <a:pt x="2554804" y="2105020"/>
                </a:cubicBezTo>
                <a:cubicBezTo>
                  <a:pt x="2531434" y="2215226"/>
                  <a:pt x="2524283" y="2329903"/>
                  <a:pt x="2517261" y="2440875"/>
                </a:cubicBezTo>
                <a:cubicBezTo>
                  <a:pt x="2511642" y="2530137"/>
                  <a:pt x="2505894" y="2622211"/>
                  <a:pt x="2491720" y="2711602"/>
                </a:cubicBezTo>
                <a:cubicBezTo>
                  <a:pt x="2467967" y="2861139"/>
                  <a:pt x="2408203" y="3068782"/>
                  <a:pt x="2258154" y="3208615"/>
                </a:cubicBezTo>
                <a:cubicBezTo>
                  <a:pt x="2118449" y="3338871"/>
                  <a:pt x="1922427" y="3370030"/>
                  <a:pt x="1781956" y="3284469"/>
                </a:cubicBezTo>
                <a:cubicBezTo>
                  <a:pt x="1670568" y="3216757"/>
                  <a:pt x="1606949" y="3095168"/>
                  <a:pt x="1556134" y="2962644"/>
                </a:cubicBezTo>
                <a:lnTo>
                  <a:pt x="1551837" y="2950558"/>
                </a:lnTo>
                <a:lnTo>
                  <a:pt x="1621803" y="3052227"/>
                </a:lnTo>
                <a:cubicBezTo>
                  <a:pt x="1649420" y="3083556"/>
                  <a:pt x="1681011" y="3110734"/>
                  <a:pt x="1717851" y="3132250"/>
                </a:cubicBezTo>
                <a:cubicBezTo>
                  <a:pt x="1770108" y="3162298"/>
                  <a:pt x="1829463" y="3177826"/>
                  <a:pt x="1889737" y="3177201"/>
                </a:cubicBezTo>
                <a:cubicBezTo>
                  <a:pt x="2002448" y="3175170"/>
                  <a:pt x="2110367" y="3131292"/>
                  <a:pt x="2192517" y="3054097"/>
                </a:cubicBezTo>
                <a:cubicBezTo>
                  <a:pt x="2313705" y="2943507"/>
                  <a:pt x="2403990" y="2772387"/>
                  <a:pt x="2446898" y="2573173"/>
                </a:cubicBezTo>
                <a:cubicBezTo>
                  <a:pt x="2464496" y="2484319"/>
                  <a:pt x="2477280" y="2394595"/>
                  <a:pt x="2485209" y="2304362"/>
                </a:cubicBezTo>
                <a:cubicBezTo>
                  <a:pt x="2495679" y="2205650"/>
                  <a:pt x="2505513" y="2112554"/>
                  <a:pt x="2527990" y="2020993"/>
                </a:cubicBezTo>
                <a:cubicBezTo>
                  <a:pt x="2552125" y="1922663"/>
                  <a:pt x="2631937" y="1689353"/>
                  <a:pt x="2849796" y="1648361"/>
                </a:cubicBezTo>
                <a:cubicBezTo>
                  <a:pt x="2879519" y="1642647"/>
                  <a:pt x="2910103" y="1640915"/>
                  <a:pt x="2941014" y="1643000"/>
                </a:cubicBezTo>
                <a:close/>
                <a:moveTo>
                  <a:pt x="7307461" y="1628102"/>
                </a:moveTo>
                <a:lnTo>
                  <a:pt x="7293724" y="1692427"/>
                </a:lnTo>
                <a:lnTo>
                  <a:pt x="7297122" y="1672878"/>
                </a:lnTo>
                <a:close/>
                <a:moveTo>
                  <a:pt x="3755422" y="1627342"/>
                </a:moveTo>
                <a:lnTo>
                  <a:pt x="3762301" y="1641856"/>
                </a:lnTo>
                <a:lnTo>
                  <a:pt x="3766606" y="1658186"/>
                </a:lnTo>
                <a:close/>
                <a:moveTo>
                  <a:pt x="2893031" y="1624796"/>
                </a:moveTo>
                <a:lnTo>
                  <a:pt x="2923872" y="1630231"/>
                </a:lnTo>
                <a:lnTo>
                  <a:pt x="2846603" y="1634824"/>
                </a:lnTo>
                <a:cubicBezTo>
                  <a:pt x="2621337" y="1677732"/>
                  <a:pt x="2539354" y="1917045"/>
                  <a:pt x="2514579" y="2017928"/>
                </a:cubicBezTo>
                <a:cubicBezTo>
                  <a:pt x="2491850" y="2110256"/>
                  <a:pt x="2481888" y="2203988"/>
                  <a:pt x="2471417" y="2303085"/>
                </a:cubicBezTo>
                <a:cubicBezTo>
                  <a:pt x="2463448" y="2392847"/>
                  <a:pt x="2450667" y="2482109"/>
                  <a:pt x="2433106" y="2570492"/>
                </a:cubicBezTo>
                <a:cubicBezTo>
                  <a:pt x="2390837" y="2767025"/>
                  <a:pt x="2301957" y="2935334"/>
                  <a:pt x="2182812" y="3044392"/>
                </a:cubicBezTo>
                <a:cubicBezTo>
                  <a:pt x="2047448" y="3168389"/>
                  <a:pt x="1859090" y="3199804"/>
                  <a:pt x="1724619" y="3121013"/>
                </a:cubicBezTo>
                <a:cubicBezTo>
                  <a:pt x="1644168" y="3073891"/>
                  <a:pt x="1589171" y="2998162"/>
                  <a:pt x="1545698" y="2910918"/>
                </a:cubicBezTo>
                <a:lnTo>
                  <a:pt x="1505891" y="2821237"/>
                </a:lnTo>
                <a:lnTo>
                  <a:pt x="1496173" y="2793589"/>
                </a:lnTo>
                <a:lnTo>
                  <a:pt x="1497757" y="2796842"/>
                </a:lnTo>
                <a:cubicBezTo>
                  <a:pt x="1538622" y="2867844"/>
                  <a:pt x="1589704" y="2928886"/>
                  <a:pt x="1660641" y="2968664"/>
                </a:cubicBezTo>
                <a:cubicBezTo>
                  <a:pt x="1796003" y="3044774"/>
                  <a:pt x="1979129" y="3013744"/>
                  <a:pt x="2116152" y="2889745"/>
                </a:cubicBezTo>
                <a:cubicBezTo>
                  <a:pt x="2239382" y="2779028"/>
                  <a:pt x="2336053" y="2616719"/>
                  <a:pt x="2387135" y="2432829"/>
                </a:cubicBezTo>
                <a:cubicBezTo>
                  <a:pt x="2409930" y="2346669"/>
                  <a:pt x="2427462" y="2259206"/>
                  <a:pt x="2439619" y="2170915"/>
                </a:cubicBezTo>
                <a:cubicBezTo>
                  <a:pt x="2450526" y="2091101"/>
                  <a:pt x="2466346" y="2012029"/>
                  <a:pt x="2486997" y="1934156"/>
                </a:cubicBezTo>
                <a:cubicBezTo>
                  <a:pt x="2523646" y="1807604"/>
                  <a:pt x="2608057" y="1651553"/>
                  <a:pt x="2799610" y="1626778"/>
                </a:cubicBezTo>
                <a:cubicBezTo>
                  <a:pt x="2829907" y="1622852"/>
                  <a:pt x="2861281" y="1622254"/>
                  <a:pt x="2893031" y="1624796"/>
                </a:cubicBezTo>
                <a:close/>
                <a:moveTo>
                  <a:pt x="2965640" y="1610093"/>
                </a:moveTo>
                <a:lnTo>
                  <a:pt x="3041348" y="1628440"/>
                </a:lnTo>
                <a:lnTo>
                  <a:pt x="3083486" y="1647638"/>
                </a:lnTo>
                <a:close/>
                <a:moveTo>
                  <a:pt x="2750060" y="1605325"/>
                </a:moveTo>
                <a:cubicBezTo>
                  <a:pt x="2782972" y="1603543"/>
                  <a:pt x="2815836" y="1604147"/>
                  <a:pt x="2848409" y="1607078"/>
                </a:cubicBezTo>
                <a:lnTo>
                  <a:pt x="2877515" y="1611815"/>
                </a:lnTo>
                <a:lnTo>
                  <a:pt x="2798203" y="1613498"/>
                </a:lnTo>
                <a:cubicBezTo>
                  <a:pt x="2598991" y="1639294"/>
                  <a:pt x="2512792" y="1800198"/>
                  <a:pt x="2474483" y="1930580"/>
                </a:cubicBezTo>
                <a:cubicBezTo>
                  <a:pt x="2453654" y="2008939"/>
                  <a:pt x="2437756" y="2088521"/>
                  <a:pt x="2426848" y="2168872"/>
                </a:cubicBezTo>
                <a:cubicBezTo>
                  <a:pt x="2414615" y="2256615"/>
                  <a:pt x="2397044" y="2343528"/>
                  <a:pt x="2374236" y="2429126"/>
                </a:cubicBezTo>
                <a:cubicBezTo>
                  <a:pt x="2323539" y="2610589"/>
                  <a:pt x="2228656" y="2770728"/>
                  <a:pt x="2107213" y="2879784"/>
                </a:cubicBezTo>
                <a:cubicBezTo>
                  <a:pt x="1973636" y="2998674"/>
                  <a:pt x="1797408" y="3029706"/>
                  <a:pt x="1667153" y="2956405"/>
                </a:cubicBezTo>
                <a:cubicBezTo>
                  <a:pt x="1564004" y="2898940"/>
                  <a:pt x="1503664" y="2793274"/>
                  <a:pt x="1454890" y="2677823"/>
                </a:cubicBezTo>
                <a:lnTo>
                  <a:pt x="1431347" y="2617892"/>
                </a:lnTo>
                <a:lnTo>
                  <a:pt x="1445734" y="2645932"/>
                </a:lnTo>
                <a:cubicBezTo>
                  <a:pt x="1485658" y="2711953"/>
                  <a:pt x="1535301" y="2768620"/>
                  <a:pt x="1603813" y="2805334"/>
                </a:cubicBezTo>
                <a:cubicBezTo>
                  <a:pt x="1732664" y="2874548"/>
                  <a:pt x="1908382" y="2842622"/>
                  <a:pt x="2041063" y="2725648"/>
                </a:cubicBezTo>
                <a:cubicBezTo>
                  <a:pt x="2171291" y="2607333"/>
                  <a:pt x="2270121" y="2458536"/>
                  <a:pt x="2328646" y="2292614"/>
                </a:cubicBezTo>
                <a:cubicBezTo>
                  <a:pt x="2356254" y="2211293"/>
                  <a:pt x="2378603" y="2128287"/>
                  <a:pt x="2395562" y="2044106"/>
                </a:cubicBezTo>
                <a:cubicBezTo>
                  <a:pt x="2408792" y="1977792"/>
                  <a:pt x="2425852" y="1912305"/>
                  <a:pt x="2446642" y="1847957"/>
                </a:cubicBezTo>
                <a:cubicBezTo>
                  <a:pt x="2500660" y="1692928"/>
                  <a:pt x="2596817" y="1616052"/>
                  <a:pt x="2750060" y="1605325"/>
                </a:cubicBezTo>
                <a:close/>
                <a:moveTo>
                  <a:pt x="2700768" y="1584127"/>
                </a:moveTo>
                <a:cubicBezTo>
                  <a:pt x="2733693" y="1583942"/>
                  <a:pt x="2766538" y="1585457"/>
                  <a:pt x="2799175" y="1588648"/>
                </a:cubicBezTo>
                <a:lnTo>
                  <a:pt x="2830514" y="1593348"/>
                </a:lnTo>
                <a:lnTo>
                  <a:pt x="2749806" y="1591916"/>
                </a:lnTo>
                <a:cubicBezTo>
                  <a:pt x="2592987" y="1602898"/>
                  <a:pt x="2489804" y="1685010"/>
                  <a:pt x="2434639" y="1843233"/>
                </a:cubicBezTo>
                <a:cubicBezTo>
                  <a:pt x="2413567" y="1908079"/>
                  <a:pt x="2396264" y="1974075"/>
                  <a:pt x="2382791" y="2040914"/>
                </a:cubicBezTo>
                <a:cubicBezTo>
                  <a:pt x="2365935" y="2124571"/>
                  <a:pt x="2343753" y="2207067"/>
                  <a:pt x="2316387" y="2287888"/>
                </a:cubicBezTo>
                <a:cubicBezTo>
                  <a:pt x="2258666" y="2451704"/>
                  <a:pt x="2161115" y="2598585"/>
                  <a:pt x="2032506" y="2715305"/>
                </a:cubicBezTo>
                <a:cubicBezTo>
                  <a:pt x="1904167" y="2828576"/>
                  <a:pt x="1734452" y="2859862"/>
                  <a:pt x="1610454" y="2793203"/>
                </a:cubicBezTo>
                <a:cubicBezTo>
                  <a:pt x="1511038" y="2740144"/>
                  <a:pt x="1452207" y="2641900"/>
                  <a:pt x="1404332" y="2534518"/>
                </a:cubicBezTo>
                <a:lnTo>
                  <a:pt x="1367525" y="2445918"/>
                </a:lnTo>
                <a:lnTo>
                  <a:pt x="1394272" y="2495084"/>
                </a:lnTo>
                <a:cubicBezTo>
                  <a:pt x="1433077" y="2555870"/>
                  <a:pt x="1480964" y="2607908"/>
                  <a:pt x="1546732" y="2641238"/>
                </a:cubicBezTo>
                <a:cubicBezTo>
                  <a:pt x="1669580" y="2703556"/>
                  <a:pt x="1837891" y="2671375"/>
                  <a:pt x="1965592" y="2560914"/>
                </a:cubicBezTo>
                <a:cubicBezTo>
                  <a:pt x="2094902" y="2447924"/>
                  <a:pt x="2198570" y="2308602"/>
                  <a:pt x="2269649" y="2152270"/>
                </a:cubicBezTo>
                <a:cubicBezTo>
                  <a:pt x="2301816" y="2077755"/>
                  <a:pt x="2328992" y="2001173"/>
                  <a:pt x="2350994" y="1923046"/>
                </a:cubicBezTo>
                <a:cubicBezTo>
                  <a:pt x="2366408" y="1868147"/>
                  <a:pt x="2384911" y="1814181"/>
                  <a:pt x="2406417" y="1761376"/>
                </a:cubicBezTo>
                <a:cubicBezTo>
                  <a:pt x="2444215" y="1674794"/>
                  <a:pt x="2509216" y="1586041"/>
                  <a:pt x="2700768" y="1584127"/>
                </a:cubicBezTo>
                <a:close/>
                <a:moveTo>
                  <a:pt x="2894149" y="1578983"/>
                </a:moveTo>
                <a:lnTo>
                  <a:pt x="2998695" y="1596259"/>
                </a:lnTo>
                <a:cubicBezTo>
                  <a:pt x="3045894" y="1605671"/>
                  <a:pt x="3092008" y="1619832"/>
                  <a:pt x="3136358" y="1638528"/>
                </a:cubicBezTo>
                <a:cubicBezTo>
                  <a:pt x="3169166" y="1653162"/>
                  <a:pt x="3200400" y="1671079"/>
                  <a:pt x="3229579" y="1692034"/>
                </a:cubicBezTo>
                <a:cubicBezTo>
                  <a:pt x="3305611" y="1747929"/>
                  <a:pt x="3376435" y="1810593"/>
                  <a:pt x="3441180" y="1879245"/>
                </a:cubicBezTo>
                <a:cubicBezTo>
                  <a:pt x="3503880" y="1943350"/>
                  <a:pt x="3573479" y="2035168"/>
                  <a:pt x="3640776" y="2124559"/>
                </a:cubicBezTo>
                <a:cubicBezTo>
                  <a:pt x="3685600" y="2184450"/>
                  <a:pt x="3731956" y="2245365"/>
                  <a:pt x="3776779" y="2299382"/>
                </a:cubicBezTo>
                <a:cubicBezTo>
                  <a:pt x="3804464" y="2333018"/>
                  <a:pt x="3834780" y="2364408"/>
                  <a:pt x="3867446" y="2393242"/>
                </a:cubicBezTo>
                <a:cubicBezTo>
                  <a:pt x="3960796" y="2473695"/>
                  <a:pt x="4052358" y="2514559"/>
                  <a:pt x="4164351" y="2524776"/>
                </a:cubicBezTo>
                <a:cubicBezTo>
                  <a:pt x="4286307" y="2535885"/>
                  <a:pt x="4399961" y="2512260"/>
                  <a:pt x="4521916" y="2450836"/>
                </a:cubicBezTo>
                <a:cubicBezTo>
                  <a:pt x="4547698" y="2437990"/>
                  <a:pt x="4572677" y="2423623"/>
                  <a:pt x="4596749" y="2407801"/>
                </a:cubicBezTo>
                <a:cubicBezTo>
                  <a:pt x="4710403" y="2332073"/>
                  <a:pt x="4833379" y="2210758"/>
                  <a:pt x="4948310" y="2090973"/>
                </a:cubicBezTo>
                <a:cubicBezTo>
                  <a:pt x="5097849" y="1935944"/>
                  <a:pt x="5260668" y="1781937"/>
                  <a:pt x="5463585" y="1743626"/>
                </a:cubicBezTo>
                <a:cubicBezTo>
                  <a:pt x="5650924" y="1708892"/>
                  <a:pt x="5842476" y="1778871"/>
                  <a:pt x="5975923" y="1931091"/>
                </a:cubicBezTo>
                <a:cubicBezTo>
                  <a:pt x="6010914" y="1971611"/>
                  <a:pt x="6041676" y="2015605"/>
                  <a:pt x="6067741" y="2062368"/>
                </a:cubicBezTo>
                <a:lnTo>
                  <a:pt x="6115207" y="2160559"/>
                </a:lnTo>
                <a:lnTo>
                  <a:pt x="6083065" y="2096848"/>
                </a:lnTo>
                <a:cubicBezTo>
                  <a:pt x="6056440" y="2050351"/>
                  <a:pt x="6025485" y="2006486"/>
                  <a:pt x="5990609" y="1965826"/>
                </a:cubicBezTo>
                <a:cubicBezTo>
                  <a:pt x="5852819" y="1806965"/>
                  <a:pt x="5665737" y="1731622"/>
                  <a:pt x="5477379" y="1758950"/>
                </a:cubicBezTo>
                <a:cubicBezTo>
                  <a:pt x="5273566" y="1788705"/>
                  <a:pt x="5106661" y="1939264"/>
                  <a:pt x="4956739" y="2097741"/>
                </a:cubicBezTo>
                <a:lnTo>
                  <a:pt x="4954569" y="2100040"/>
                </a:lnTo>
                <a:cubicBezTo>
                  <a:pt x="4843596" y="2217653"/>
                  <a:pt x="4728282" y="2339481"/>
                  <a:pt x="4622545" y="2421975"/>
                </a:cubicBezTo>
                <a:cubicBezTo>
                  <a:pt x="4602113" y="2437810"/>
                  <a:pt x="4579765" y="2453261"/>
                  <a:pt x="4552437" y="2470501"/>
                </a:cubicBezTo>
                <a:cubicBezTo>
                  <a:pt x="4431759" y="2546357"/>
                  <a:pt x="4316445" y="2586582"/>
                  <a:pt x="4199599" y="2593478"/>
                </a:cubicBezTo>
                <a:cubicBezTo>
                  <a:pt x="4084795" y="2600119"/>
                  <a:pt x="3990552" y="2570365"/>
                  <a:pt x="3894009" y="2496809"/>
                </a:cubicBezTo>
                <a:cubicBezTo>
                  <a:pt x="3860449" y="2470873"/>
                  <a:pt x="3829456" y="2441794"/>
                  <a:pt x="3801425" y="2409972"/>
                </a:cubicBezTo>
                <a:cubicBezTo>
                  <a:pt x="3734510" y="2335267"/>
                  <a:pt x="3669382" y="2245620"/>
                  <a:pt x="3605532" y="2158910"/>
                </a:cubicBezTo>
                <a:cubicBezTo>
                  <a:pt x="3559943" y="2096592"/>
                  <a:pt x="3516907" y="2037595"/>
                  <a:pt x="3476426" y="1988812"/>
                </a:cubicBezTo>
                <a:lnTo>
                  <a:pt x="3466593" y="1976809"/>
                </a:lnTo>
                <a:cubicBezTo>
                  <a:pt x="3390227" y="1884608"/>
                  <a:pt x="3334932" y="1817821"/>
                  <a:pt x="3277722" y="1759717"/>
                </a:cubicBezTo>
                <a:cubicBezTo>
                  <a:pt x="3249489" y="1730536"/>
                  <a:pt x="3218291" y="1704397"/>
                  <a:pt x="3184630" y="1681691"/>
                </a:cubicBezTo>
                <a:cubicBezTo>
                  <a:pt x="3141390" y="1653724"/>
                  <a:pt x="3094677" y="1631530"/>
                  <a:pt x="3045691" y="1615669"/>
                </a:cubicBezTo>
                <a:close/>
                <a:moveTo>
                  <a:pt x="2588989" y="1561186"/>
                </a:moveTo>
                <a:cubicBezTo>
                  <a:pt x="2607929" y="1560678"/>
                  <a:pt x="2628521" y="1560950"/>
                  <a:pt x="2650964" y="1562035"/>
                </a:cubicBezTo>
                <a:lnTo>
                  <a:pt x="2747842" y="1572510"/>
                </a:lnTo>
                <a:lnTo>
                  <a:pt x="2708430" y="1570335"/>
                </a:lnTo>
                <a:lnTo>
                  <a:pt x="2700001" y="1570335"/>
                </a:lnTo>
                <a:cubicBezTo>
                  <a:pt x="2500275" y="1572378"/>
                  <a:pt x="2432979" y="1665216"/>
                  <a:pt x="2393517" y="1755757"/>
                </a:cubicBezTo>
                <a:cubicBezTo>
                  <a:pt x="2371733" y="1809009"/>
                  <a:pt x="2353025" y="1863448"/>
                  <a:pt x="2337458" y="1918832"/>
                </a:cubicBezTo>
                <a:cubicBezTo>
                  <a:pt x="2316042" y="1996435"/>
                  <a:pt x="2289416" y="2072508"/>
                  <a:pt x="2257773" y="2146524"/>
                </a:cubicBezTo>
                <a:cubicBezTo>
                  <a:pt x="2187550" y="2301221"/>
                  <a:pt x="2085056" y="2439125"/>
                  <a:pt x="1957163" y="2550954"/>
                </a:cubicBezTo>
                <a:cubicBezTo>
                  <a:pt x="1834059" y="2657711"/>
                  <a:pt x="1671240" y="2689254"/>
                  <a:pt x="1553116" y="2629362"/>
                </a:cubicBezTo>
                <a:cubicBezTo>
                  <a:pt x="1426053" y="2564873"/>
                  <a:pt x="1366543" y="2425678"/>
                  <a:pt x="1309079" y="2291081"/>
                </a:cubicBezTo>
                <a:lnTo>
                  <a:pt x="1299215" y="2269999"/>
                </a:lnTo>
                <a:lnTo>
                  <a:pt x="1342202" y="2344286"/>
                </a:lnTo>
                <a:cubicBezTo>
                  <a:pt x="1379954" y="2399883"/>
                  <a:pt x="1426373" y="2447325"/>
                  <a:pt x="1489522" y="2477398"/>
                </a:cubicBezTo>
                <a:cubicBezTo>
                  <a:pt x="1608028" y="2534225"/>
                  <a:pt x="1765229" y="2502938"/>
                  <a:pt x="1890504" y="2396691"/>
                </a:cubicBezTo>
                <a:cubicBezTo>
                  <a:pt x="2018704" y="2287825"/>
                  <a:pt x="2126981" y="2157506"/>
                  <a:pt x="2210524" y="2011544"/>
                </a:cubicBezTo>
                <a:cubicBezTo>
                  <a:pt x="2245769" y="1946492"/>
                  <a:pt x="2276864" y="1879270"/>
                  <a:pt x="2303617" y="1810286"/>
                </a:cubicBezTo>
                <a:cubicBezTo>
                  <a:pt x="2321355" y="1763752"/>
                  <a:pt x="2342094" y="1718404"/>
                  <a:pt x="2365681" y="1674539"/>
                </a:cubicBezTo>
                <a:cubicBezTo>
                  <a:pt x="2404789" y="1606491"/>
                  <a:pt x="2456412" y="1564743"/>
                  <a:pt x="2588989" y="1561186"/>
                </a:cubicBezTo>
                <a:close/>
                <a:moveTo>
                  <a:pt x="3754013" y="1561082"/>
                </a:moveTo>
                <a:lnTo>
                  <a:pt x="3761547" y="1579937"/>
                </a:lnTo>
                <a:lnTo>
                  <a:pt x="3767713" y="1609029"/>
                </a:lnTo>
                <a:lnTo>
                  <a:pt x="3781088" y="1652096"/>
                </a:lnTo>
                <a:lnTo>
                  <a:pt x="3773803" y="1636745"/>
                </a:lnTo>
                <a:close/>
                <a:moveTo>
                  <a:pt x="7352073" y="1529467"/>
                </a:moveTo>
                <a:lnTo>
                  <a:pt x="7352019" y="1529662"/>
                </a:lnTo>
                <a:lnTo>
                  <a:pt x="7352033" y="1529598"/>
                </a:lnTo>
                <a:close/>
                <a:moveTo>
                  <a:pt x="2707954" y="1523172"/>
                </a:moveTo>
                <a:lnTo>
                  <a:pt x="2913266" y="1529471"/>
                </a:lnTo>
                <a:lnTo>
                  <a:pt x="2957577" y="1529471"/>
                </a:lnTo>
                <a:cubicBezTo>
                  <a:pt x="2994610" y="1529471"/>
                  <a:pt x="3026536" y="1529471"/>
                  <a:pt x="3054374" y="1529471"/>
                </a:cubicBezTo>
                <a:cubicBezTo>
                  <a:pt x="3087130" y="1529674"/>
                  <a:pt x="3119822" y="1532267"/>
                  <a:pt x="3152196" y="1537260"/>
                </a:cubicBezTo>
                <a:cubicBezTo>
                  <a:pt x="3211575" y="1547476"/>
                  <a:pt x="3286406" y="1567908"/>
                  <a:pt x="3390356" y="1642486"/>
                </a:cubicBezTo>
                <a:cubicBezTo>
                  <a:pt x="3506563" y="1725747"/>
                  <a:pt x="3628902" y="1895591"/>
                  <a:pt x="3736425" y="2045001"/>
                </a:cubicBezTo>
                <a:lnTo>
                  <a:pt x="3746769" y="2059303"/>
                </a:lnTo>
                <a:cubicBezTo>
                  <a:pt x="3772528" y="2095596"/>
                  <a:pt x="3800239" y="2130471"/>
                  <a:pt x="3829775" y="2163764"/>
                </a:cubicBezTo>
                <a:cubicBezTo>
                  <a:pt x="3912909" y="2256347"/>
                  <a:pt x="3993360" y="2316622"/>
                  <a:pt x="4090797" y="2359146"/>
                </a:cubicBezTo>
                <a:cubicBezTo>
                  <a:pt x="4174313" y="2395669"/>
                  <a:pt x="4290139" y="2431936"/>
                  <a:pt x="4446318" y="2387624"/>
                </a:cubicBezTo>
                <a:cubicBezTo>
                  <a:pt x="4474564" y="2379834"/>
                  <a:pt x="4502110" y="2369707"/>
                  <a:pt x="4528684" y="2357359"/>
                </a:cubicBezTo>
                <a:cubicBezTo>
                  <a:pt x="4635570" y="2306789"/>
                  <a:pt x="4760590" y="2208969"/>
                  <a:pt x="4911023" y="2058282"/>
                </a:cubicBezTo>
                <a:cubicBezTo>
                  <a:pt x="5067584" y="1901464"/>
                  <a:pt x="5229254" y="1739284"/>
                  <a:pt x="5431150" y="1685650"/>
                </a:cubicBezTo>
                <a:cubicBezTo>
                  <a:pt x="5624579" y="1631223"/>
                  <a:pt x="5832095" y="1692316"/>
                  <a:pt x="5965196" y="1842849"/>
                </a:cubicBezTo>
                <a:cubicBezTo>
                  <a:pt x="6001682" y="1884224"/>
                  <a:pt x="6033096" y="1929789"/>
                  <a:pt x="6058802" y="1978596"/>
                </a:cubicBezTo>
                <a:lnTo>
                  <a:pt x="6077451" y="2020589"/>
                </a:lnTo>
                <a:lnTo>
                  <a:pt x="6074381" y="2013970"/>
                </a:lnTo>
                <a:cubicBezTo>
                  <a:pt x="6048087" y="1965303"/>
                  <a:pt x="6016431" y="1919726"/>
                  <a:pt x="5980010" y="1878096"/>
                </a:cubicBezTo>
                <a:cubicBezTo>
                  <a:pt x="5842348" y="1722555"/>
                  <a:pt x="5642751" y="1656150"/>
                  <a:pt x="5443664" y="1701229"/>
                </a:cubicBezTo>
                <a:cubicBezTo>
                  <a:pt x="5244577" y="1746308"/>
                  <a:pt x="5088400" y="1892653"/>
                  <a:pt x="4919323" y="2064923"/>
                </a:cubicBezTo>
                <a:cubicBezTo>
                  <a:pt x="4824824" y="2161337"/>
                  <a:pt x="4684353" y="2297851"/>
                  <a:pt x="4555374" y="2370512"/>
                </a:cubicBezTo>
                <a:cubicBezTo>
                  <a:pt x="4530702" y="2384279"/>
                  <a:pt x="4505097" y="2396307"/>
                  <a:pt x="4478753" y="2406523"/>
                </a:cubicBezTo>
                <a:cubicBezTo>
                  <a:pt x="4368215" y="2452343"/>
                  <a:pt x="4245583" y="2460158"/>
                  <a:pt x="4130129" y="2428744"/>
                </a:cubicBezTo>
                <a:cubicBezTo>
                  <a:pt x="4027457" y="2402566"/>
                  <a:pt x="3943302" y="2353272"/>
                  <a:pt x="3857359" y="2268606"/>
                </a:cubicBezTo>
                <a:cubicBezTo>
                  <a:pt x="3826634" y="2237997"/>
                  <a:pt x="3798055" y="2205305"/>
                  <a:pt x="3771798" y="2170787"/>
                </a:cubicBezTo>
                <a:cubicBezTo>
                  <a:pt x="3747536" y="2139501"/>
                  <a:pt x="3722888" y="2107064"/>
                  <a:pt x="3697348" y="2072713"/>
                </a:cubicBezTo>
                <a:cubicBezTo>
                  <a:pt x="3606425" y="1951652"/>
                  <a:pt x="3512437" y="1827015"/>
                  <a:pt x="3423813" y="1750395"/>
                </a:cubicBezTo>
                <a:cubicBezTo>
                  <a:pt x="3321268" y="1662407"/>
                  <a:pt x="3250778" y="1626140"/>
                  <a:pt x="3195357" y="1602134"/>
                </a:cubicBezTo>
                <a:cubicBezTo>
                  <a:pt x="3163826" y="1588724"/>
                  <a:pt x="3131124" y="1578240"/>
                  <a:pt x="3097664" y="1570846"/>
                </a:cubicBezTo>
                <a:cubicBezTo>
                  <a:pt x="3051322" y="1560822"/>
                  <a:pt x="3004404" y="1553607"/>
                  <a:pt x="2957193" y="1549265"/>
                </a:cubicBezTo>
                <a:cubicBezTo>
                  <a:pt x="2923736" y="1545689"/>
                  <a:pt x="2885810" y="1542241"/>
                  <a:pt x="2845582" y="1538665"/>
                </a:cubicBezTo>
                <a:close/>
                <a:moveTo>
                  <a:pt x="2518149" y="1499719"/>
                </a:moveTo>
                <a:lnTo>
                  <a:pt x="2598735" y="1510878"/>
                </a:lnTo>
                <a:lnTo>
                  <a:pt x="2554041" y="1505846"/>
                </a:lnTo>
                <a:close/>
                <a:moveTo>
                  <a:pt x="5642767" y="1482923"/>
                </a:moveTo>
                <a:cubicBezTo>
                  <a:pt x="5748328" y="1490395"/>
                  <a:pt x="5854672" y="1530238"/>
                  <a:pt x="5940423" y="1621799"/>
                </a:cubicBezTo>
                <a:cubicBezTo>
                  <a:pt x="5980495" y="1665613"/>
                  <a:pt x="6013531" y="1715365"/>
                  <a:pt x="6038369" y="1769293"/>
                </a:cubicBezTo>
                <a:lnTo>
                  <a:pt x="6050235" y="1798633"/>
                </a:lnTo>
                <a:lnTo>
                  <a:pt x="5955364" y="1657299"/>
                </a:lnTo>
                <a:cubicBezTo>
                  <a:pt x="5812593" y="1502909"/>
                  <a:pt x="5579282" y="1463066"/>
                  <a:pt x="5360914" y="1555138"/>
                </a:cubicBezTo>
                <a:cubicBezTo>
                  <a:pt x="5194774" y="1624991"/>
                  <a:pt x="5061071" y="1754863"/>
                  <a:pt x="4919450" y="1892270"/>
                </a:cubicBezTo>
                <a:cubicBezTo>
                  <a:pt x="4889440" y="1921513"/>
                  <a:pt x="4858409" y="1951651"/>
                  <a:pt x="4827249" y="1980894"/>
                </a:cubicBezTo>
                <a:cubicBezTo>
                  <a:pt x="4672987" y="2125708"/>
                  <a:pt x="4517957" y="2218164"/>
                  <a:pt x="4390257" y="2240639"/>
                </a:cubicBezTo>
                <a:cubicBezTo>
                  <a:pt x="4359276" y="2246027"/>
                  <a:pt x="4327746" y="2247573"/>
                  <a:pt x="4296396" y="2245236"/>
                </a:cubicBezTo>
                <a:cubicBezTo>
                  <a:pt x="4212177" y="2239107"/>
                  <a:pt x="4144686" y="2207021"/>
                  <a:pt x="4089551" y="2164002"/>
                </a:cubicBezTo>
                <a:lnTo>
                  <a:pt x="4040853" y="2117363"/>
                </a:lnTo>
                <a:lnTo>
                  <a:pt x="4134249" y="2186357"/>
                </a:lnTo>
                <a:cubicBezTo>
                  <a:pt x="4170458" y="2205753"/>
                  <a:pt x="4211059" y="2220047"/>
                  <a:pt x="4256680" y="2226720"/>
                </a:cubicBezTo>
                <a:cubicBezTo>
                  <a:pt x="4290088" y="2231674"/>
                  <a:pt x="4324004" y="2232237"/>
                  <a:pt x="4357565" y="2228380"/>
                </a:cubicBezTo>
                <a:cubicBezTo>
                  <a:pt x="4542348" y="2206415"/>
                  <a:pt x="4724961" y="2059687"/>
                  <a:pt x="4817290" y="1974126"/>
                </a:cubicBezTo>
                <a:cubicBezTo>
                  <a:pt x="4856620" y="1938242"/>
                  <a:pt x="4895059" y="1900826"/>
                  <a:pt x="4932221" y="1864686"/>
                </a:cubicBezTo>
                <a:cubicBezTo>
                  <a:pt x="5066817" y="1733664"/>
                  <a:pt x="5194008" y="1609922"/>
                  <a:pt x="5349803" y="1538282"/>
                </a:cubicBezTo>
                <a:cubicBezTo>
                  <a:pt x="5432426" y="1500355"/>
                  <a:pt x="5537206" y="1475453"/>
                  <a:pt x="5642767" y="1482923"/>
                </a:cubicBezTo>
                <a:close/>
                <a:moveTo>
                  <a:pt x="7676284" y="1482607"/>
                </a:moveTo>
                <a:cubicBezTo>
                  <a:pt x="7736168" y="1479212"/>
                  <a:pt x="7798924" y="1491064"/>
                  <a:pt x="7866926" y="1505718"/>
                </a:cubicBezTo>
                <a:cubicBezTo>
                  <a:pt x="7922220" y="1517595"/>
                  <a:pt x="7977642" y="1529854"/>
                  <a:pt x="8032937" y="1541985"/>
                </a:cubicBezTo>
                <a:lnTo>
                  <a:pt x="8176473" y="1573911"/>
                </a:lnTo>
                <a:cubicBezTo>
                  <a:pt x="8281955" y="1597408"/>
                  <a:pt x="8389225" y="1621512"/>
                  <a:pt x="8497451" y="1644737"/>
                </a:cubicBezTo>
                <a:lnTo>
                  <a:pt x="8703048" y="1685992"/>
                </a:lnTo>
                <a:lnTo>
                  <a:pt x="7834233" y="1533812"/>
                </a:lnTo>
                <a:cubicBezTo>
                  <a:pt x="7753909" y="1519764"/>
                  <a:pt x="7663368" y="1503929"/>
                  <a:pt x="7578830" y="1530109"/>
                </a:cubicBezTo>
                <a:cubicBezTo>
                  <a:pt x="7543074" y="1541187"/>
                  <a:pt x="7511648" y="1558053"/>
                  <a:pt x="7484035" y="1579359"/>
                </a:cubicBezTo>
                <a:lnTo>
                  <a:pt x="7420706" y="1646189"/>
                </a:lnTo>
                <a:lnTo>
                  <a:pt x="7422677" y="1642301"/>
                </a:lnTo>
                <a:cubicBezTo>
                  <a:pt x="7473103" y="1562346"/>
                  <a:pt x="7538254" y="1511752"/>
                  <a:pt x="7617269" y="1491544"/>
                </a:cubicBezTo>
                <a:cubicBezTo>
                  <a:pt x="7636680" y="1486563"/>
                  <a:pt x="7656322" y="1483738"/>
                  <a:pt x="7676284" y="1482607"/>
                </a:cubicBezTo>
                <a:close/>
                <a:moveTo>
                  <a:pt x="3733863" y="1460330"/>
                </a:moveTo>
                <a:lnTo>
                  <a:pt x="3740308" y="1479730"/>
                </a:lnTo>
                <a:lnTo>
                  <a:pt x="3745888" y="1506057"/>
                </a:lnTo>
                <a:lnTo>
                  <a:pt x="3738225" y="1486873"/>
                </a:lnTo>
                <a:close/>
                <a:moveTo>
                  <a:pt x="3164848" y="1457595"/>
                </a:moveTo>
                <a:cubicBezTo>
                  <a:pt x="3218758" y="1459858"/>
                  <a:pt x="3283694" y="1474367"/>
                  <a:pt x="3365581" y="1523212"/>
                </a:cubicBezTo>
                <a:cubicBezTo>
                  <a:pt x="3495453" y="1600473"/>
                  <a:pt x="3630305" y="1785384"/>
                  <a:pt x="3732466" y="1938626"/>
                </a:cubicBezTo>
                <a:cubicBezTo>
                  <a:pt x="3761455" y="1981788"/>
                  <a:pt x="3787379" y="2017672"/>
                  <a:pt x="3811641" y="2048320"/>
                </a:cubicBezTo>
                <a:cubicBezTo>
                  <a:pt x="3890689" y="2148567"/>
                  <a:pt x="3967309" y="2219569"/>
                  <a:pt x="4054274" y="2275374"/>
                </a:cubicBezTo>
                <a:cubicBezTo>
                  <a:pt x="4141239" y="2331179"/>
                  <a:pt x="4251317" y="2384303"/>
                  <a:pt x="4408645" y="2355187"/>
                </a:cubicBezTo>
                <a:cubicBezTo>
                  <a:pt x="4438029" y="2349951"/>
                  <a:pt x="4466839" y="2341957"/>
                  <a:pt x="4494716" y="2331306"/>
                </a:cubicBezTo>
                <a:cubicBezTo>
                  <a:pt x="4607987" y="2287250"/>
                  <a:pt x="4741690" y="2189559"/>
                  <a:pt x="4892378" y="2041042"/>
                </a:cubicBezTo>
                <a:lnTo>
                  <a:pt x="4911534" y="2022269"/>
                </a:lnTo>
                <a:cubicBezTo>
                  <a:pt x="5071926" y="1863920"/>
                  <a:pt x="5223380" y="1714254"/>
                  <a:pt x="5414932" y="1655894"/>
                </a:cubicBezTo>
                <a:cubicBezTo>
                  <a:pt x="5615934" y="1594343"/>
                  <a:pt x="5825492" y="1649127"/>
                  <a:pt x="5960728" y="1798665"/>
                </a:cubicBezTo>
                <a:cubicBezTo>
                  <a:pt x="5997889" y="1840512"/>
                  <a:pt x="6029597" y="1886894"/>
                  <a:pt x="6055099" y="1936710"/>
                </a:cubicBezTo>
                <a:lnTo>
                  <a:pt x="6068840" y="1968990"/>
                </a:lnTo>
                <a:lnTo>
                  <a:pt x="5975668" y="1833911"/>
                </a:lnTo>
                <a:cubicBezTo>
                  <a:pt x="5839207" y="1679201"/>
                  <a:pt x="5626188" y="1616308"/>
                  <a:pt x="5427574" y="1672113"/>
                </a:cubicBezTo>
                <a:cubicBezTo>
                  <a:pt x="5222231" y="1726642"/>
                  <a:pt x="5059156" y="1890099"/>
                  <a:pt x="4901445" y="2048194"/>
                </a:cubicBezTo>
                <a:cubicBezTo>
                  <a:pt x="4752673" y="2197859"/>
                  <a:pt x="4628291" y="2294784"/>
                  <a:pt x="4522811" y="2344589"/>
                </a:cubicBezTo>
                <a:cubicBezTo>
                  <a:pt x="4496963" y="2356707"/>
                  <a:pt x="4470133" y="2366616"/>
                  <a:pt x="4442614" y="2374215"/>
                </a:cubicBezTo>
                <a:cubicBezTo>
                  <a:pt x="4290650" y="2417250"/>
                  <a:pt x="4177506" y="2382005"/>
                  <a:pt x="4096032" y="2346376"/>
                </a:cubicBezTo>
                <a:cubicBezTo>
                  <a:pt x="4000512" y="2305129"/>
                  <a:pt x="3921466" y="2245874"/>
                  <a:pt x="3839608" y="2154824"/>
                </a:cubicBezTo>
                <a:cubicBezTo>
                  <a:pt x="3810480" y="2121827"/>
                  <a:pt x="3783062" y="2087347"/>
                  <a:pt x="3757497" y="2051514"/>
                </a:cubicBezTo>
                <a:lnTo>
                  <a:pt x="3747152" y="2037084"/>
                </a:lnTo>
                <a:cubicBezTo>
                  <a:pt x="3638990" y="1886907"/>
                  <a:pt x="3516524" y="1716553"/>
                  <a:pt x="3398018" y="1631504"/>
                </a:cubicBezTo>
                <a:cubicBezTo>
                  <a:pt x="3292025" y="1555394"/>
                  <a:pt x="3215279" y="1534451"/>
                  <a:pt x="3154366" y="1523979"/>
                </a:cubicBezTo>
                <a:cubicBezTo>
                  <a:pt x="3121317" y="1518885"/>
                  <a:pt x="3087935" y="1516241"/>
                  <a:pt x="3054503" y="1516062"/>
                </a:cubicBezTo>
                <a:cubicBezTo>
                  <a:pt x="3026536" y="1515423"/>
                  <a:pt x="2994484" y="1516062"/>
                  <a:pt x="2957321" y="1516062"/>
                </a:cubicBezTo>
                <a:lnTo>
                  <a:pt x="2913010" y="1516062"/>
                </a:lnTo>
                <a:cubicBezTo>
                  <a:pt x="2827066" y="1516638"/>
                  <a:pt x="2750668" y="1514370"/>
                  <a:pt x="2682987" y="1509151"/>
                </a:cubicBezTo>
                <a:lnTo>
                  <a:pt x="2625432" y="1501174"/>
                </a:lnTo>
                <a:lnTo>
                  <a:pt x="2702877" y="1505207"/>
                </a:lnTo>
                <a:cubicBezTo>
                  <a:pt x="2779784" y="1505463"/>
                  <a:pt x="2843158" y="1499269"/>
                  <a:pt x="2870997" y="1496012"/>
                </a:cubicBezTo>
                <a:cubicBezTo>
                  <a:pt x="2926674" y="1489499"/>
                  <a:pt x="2971114" y="1481454"/>
                  <a:pt x="3010189" y="1474431"/>
                </a:cubicBezTo>
                <a:lnTo>
                  <a:pt x="3026536" y="1471366"/>
                </a:lnTo>
                <a:cubicBezTo>
                  <a:pt x="3055574" y="1465556"/>
                  <a:pt x="3084909" y="1461291"/>
                  <a:pt x="3114395" y="1458596"/>
                </a:cubicBezTo>
                <a:cubicBezTo>
                  <a:pt x="3130133" y="1457447"/>
                  <a:pt x="3146877" y="1456840"/>
                  <a:pt x="3164848" y="1457595"/>
                </a:cubicBezTo>
                <a:close/>
                <a:moveTo>
                  <a:pt x="3711789" y="1456683"/>
                </a:moveTo>
                <a:lnTo>
                  <a:pt x="3718675" y="1472643"/>
                </a:lnTo>
                <a:lnTo>
                  <a:pt x="3726047" y="1491091"/>
                </a:lnTo>
                <a:lnTo>
                  <a:pt x="3731828" y="1526279"/>
                </a:lnTo>
                <a:lnTo>
                  <a:pt x="3744925" y="1575953"/>
                </a:lnTo>
                <a:lnTo>
                  <a:pt x="3731201" y="1547991"/>
                </a:lnTo>
                <a:lnTo>
                  <a:pt x="3721800" y="1509636"/>
                </a:lnTo>
                <a:close/>
                <a:moveTo>
                  <a:pt x="5632454" y="1442410"/>
                </a:moveTo>
                <a:cubicBezTo>
                  <a:pt x="5740058" y="1446943"/>
                  <a:pt x="5848414" y="1485031"/>
                  <a:pt x="5935697" y="1577358"/>
                </a:cubicBezTo>
                <a:cubicBezTo>
                  <a:pt x="5976421" y="1621530"/>
                  <a:pt x="6009750" y="1671984"/>
                  <a:pt x="6034410" y="1726769"/>
                </a:cubicBezTo>
                <a:lnTo>
                  <a:pt x="6047459" y="1760197"/>
                </a:lnTo>
                <a:lnTo>
                  <a:pt x="5949361" y="1612987"/>
                </a:lnTo>
                <a:cubicBezTo>
                  <a:pt x="5804165" y="1457958"/>
                  <a:pt x="5566257" y="1424245"/>
                  <a:pt x="5343290" y="1526406"/>
                </a:cubicBezTo>
                <a:cubicBezTo>
                  <a:pt x="5185324" y="1598940"/>
                  <a:pt x="5057366" y="1723577"/>
                  <a:pt x="4921876" y="1855492"/>
                </a:cubicBezTo>
                <a:cubicBezTo>
                  <a:pt x="4884460" y="1891503"/>
                  <a:pt x="4846150" y="1928920"/>
                  <a:pt x="4807839" y="1964677"/>
                </a:cubicBezTo>
                <a:cubicBezTo>
                  <a:pt x="4649873" y="2110384"/>
                  <a:pt x="4489862" y="2199519"/>
                  <a:pt x="4356160" y="2215355"/>
                </a:cubicBezTo>
                <a:cubicBezTo>
                  <a:pt x="4323799" y="2219058"/>
                  <a:pt x="4291083" y="2218547"/>
                  <a:pt x="4258850" y="2213821"/>
                </a:cubicBezTo>
                <a:cubicBezTo>
                  <a:pt x="4214410" y="2207245"/>
                  <a:pt x="4174816" y="2193237"/>
                  <a:pt x="4139483" y="2174256"/>
                </a:cubicBezTo>
                <a:lnTo>
                  <a:pt x="4084426" y="2133513"/>
                </a:lnTo>
                <a:lnTo>
                  <a:pt x="4142662" y="2168346"/>
                </a:lnTo>
                <a:cubicBezTo>
                  <a:pt x="4167525" y="2179785"/>
                  <a:pt x="4193428" y="2188418"/>
                  <a:pt x="4220413" y="2194283"/>
                </a:cubicBezTo>
                <a:cubicBezTo>
                  <a:pt x="4254739" y="2201779"/>
                  <a:pt x="4289933" y="2204525"/>
                  <a:pt x="4325000" y="2202456"/>
                </a:cubicBezTo>
                <a:cubicBezTo>
                  <a:pt x="4517191" y="2190324"/>
                  <a:pt x="4704783" y="2043596"/>
                  <a:pt x="4799410" y="1957270"/>
                </a:cubicBezTo>
                <a:cubicBezTo>
                  <a:pt x="4845255" y="1915256"/>
                  <a:pt x="4890844" y="1870816"/>
                  <a:pt x="4934646" y="1828036"/>
                </a:cubicBezTo>
                <a:cubicBezTo>
                  <a:pt x="5063496" y="1701739"/>
                  <a:pt x="5185324" y="1582466"/>
                  <a:pt x="5333712" y="1508782"/>
                </a:cubicBezTo>
                <a:cubicBezTo>
                  <a:pt x="5417995" y="1466896"/>
                  <a:pt x="5524850" y="1437877"/>
                  <a:pt x="5632454" y="1442410"/>
                </a:cubicBezTo>
                <a:close/>
                <a:moveTo>
                  <a:pt x="7323413" y="1438157"/>
                </a:moveTo>
                <a:lnTo>
                  <a:pt x="7289187" y="1575861"/>
                </a:lnTo>
                <a:lnTo>
                  <a:pt x="7295971" y="1540836"/>
                </a:lnTo>
                <a:close/>
                <a:moveTo>
                  <a:pt x="7710753" y="1433615"/>
                </a:moveTo>
                <a:cubicBezTo>
                  <a:pt x="7772259" y="1432969"/>
                  <a:pt x="7835830" y="1447550"/>
                  <a:pt x="7900766" y="1464215"/>
                </a:cubicBezTo>
                <a:cubicBezTo>
                  <a:pt x="7950442" y="1476730"/>
                  <a:pt x="8002927" y="1490522"/>
                  <a:pt x="8066778" y="1507633"/>
                </a:cubicBezTo>
                <a:cubicBezTo>
                  <a:pt x="8114410" y="1520404"/>
                  <a:pt x="8161788" y="1533812"/>
                  <a:pt x="8209292" y="1546582"/>
                </a:cubicBezTo>
                <a:cubicBezTo>
                  <a:pt x="8314327" y="1575379"/>
                  <a:pt x="8421149" y="1604751"/>
                  <a:pt x="8529440" y="1632206"/>
                </a:cubicBezTo>
                <a:lnTo>
                  <a:pt x="8761705" y="1684546"/>
                </a:lnTo>
                <a:lnTo>
                  <a:pt x="8500627" y="1632334"/>
                </a:lnTo>
                <a:cubicBezTo>
                  <a:pt x="8392385" y="1609221"/>
                  <a:pt x="8285083" y="1585148"/>
                  <a:pt x="8179666" y="1561268"/>
                </a:cubicBezTo>
                <a:lnTo>
                  <a:pt x="8035235" y="1528833"/>
                </a:lnTo>
                <a:cubicBezTo>
                  <a:pt x="7980452" y="1516701"/>
                  <a:pt x="7924901" y="1504441"/>
                  <a:pt x="7869224" y="1492565"/>
                </a:cubicBezTo>
                <a:cubicBezTo>
                  <a:pt x="7777279" y="1472644"/>
                  <a:pt x="7694274" y="1457831"/>
                  <a:pt x="7613821" y="1478518"/>
                </a:cubicBezTo>
                <a:cubicBezTo>
                  <a:pt x="7558974" y="1492565"/>
                  <a:pt x="7510608" y="1520500"/>
                  <a:pt x="7468992" y="1562003"/>
                </a:cubicBezTo>
                <a:lnTo>
                  <a:pt x="7425515" y="1616908"/>
                </a:lnTo>
                <a:lnTo>
                  <a:pt x="7447736" y="1578783"/>
                </a:lnTo>
                <a:cubicBezTo>
                  <a:pt x="7502035" y="1502940"/>
                  <a:pt x="7569605" y="1456297"/>
                  <a:pt x="7649961" y="1439824"/>
                </a:cubicBezTo>
                <a:cubicBezTo>
                  <a:pt x="7669979" y="1435737"/>
                  <a:pt x="7690251" y="1433829"/>
                  <a:pt x="7710753" y="1433615"/>
                </a:cubicBezTo>
                <a:close/>
                <a:moveTo>
                  <a:pt x="7340533" y="1426304"/>
                </a:moveTo>
                <a:lnTo>
                  <a:pt x="7284352" y="1669431"/>
                </a:lnTo>
                <a:cubicBezTo>
                  <a:pt x="7281158" y="1687310"/>
                  <a:pt x="7277966" y="1705188"/>
                  <a:pt x="7274901" y="1723065"/>
                </a:cubicBezTo>
                <a:cubicBezTo>
                  <a:pt x="7239145" y="1928154"/>
                  <a:pt x="7202111" y="2140265"/>
                  <a:pt x="7100716" y="2307555"/>
                </a:cubicBezTo>
                <a:cubicBezTo>
                  <a:pt x="7075022" y="2349517"/>
                  <a:pt x="7045064" y="2388708"/>
                  <a:pt x="7011326" y="2424529"/>
                </a:cubicBezTo>
                <a:cubicBezTo>
                  <a:pt x="6860000" y="2585943"/>
                  <a:pt x="6616346" y="2636002"/>
                  <a:pt x="6444715" y="2540993"/>
                </a:cubicBezTo>
                <a:cubicBezTo>
                  <a:pt x="6414590" y="2524340"/>
                  <a:pt x="6386726" y="2503857"/>
                  <a:pt x="6361837" y="2480078"/>
                </a:cubicBezTo>
                <a:lnTo>
                  <a:pt x="6347531" y="2462668"/>
                </a:lnTo>
                <a:lnTo>
                  <a:pt x="6432710" y="2524009"/>
                </a:lnTo>
                <a:cubicBezTo>
                  <a:pt x="6491312" y="2554542"/>
                  <a:pt x="6556529" y="2570159"/>
                  <a:pt x="6622603" y="2569470"/>
                </a:cubicBezTo>
                <a:cubicBezTo>
                  <a:pt x="6765117" y="2569470"/>
                  <a:pt x="6916060" y="2502938"/>
                  <a:pt x="7020775" y="2381749"/>
                </a:cubicBezTo>
                <a:cubicBezTo>
                  <a:pt x="7054629" y="2343542"/>
                  <a:pt x="7084576" y="2302038"/>
                  <a:pt x="7110166" y="2257879"/>
                </a:cubicBezTo>
                <a:cubicBezTo>
                  <a:pt x="7207346" y="2089441"/>
                  <a:pt x="7245274" y="1881670"/>
                  <a:pt x="7282180" y="1680796"/>
                </a:cubicBezTo>
                <a:cubicBezTo>
                  <a:pt x="7286777" y="1655894"/>
                  <a:pt x="7291502" y="1630354"/>
                  <a:pt x="7296227" y="1604814"/>
                </a:cubicBezTo>
                <a:close/>
                <a:moveTo>
                  <a:pt x="5631034" y="1404293"/>
                </a:moveTo>
                <a:cubicBezTo>
                  <a:pt x="5740379" y="1408347"/>
                  <a:pt x="5847329" y="1446657"/>
                  <a:pt x="5930334" y="1533941"/>
                </a:cubicBezTo>
                <a:cubicBezTo>
                  <a:pt x="5971772" y="1578661"/>
                  <a:pt x="6005486" y="1629984"/>
                  <a:pt x="6030069" y="1685777"/>
                </a:cubicBezTo>
                <a:lnTo>
                  <a:pt x="6040639" y="1713811"/>
                </a:lnTo>
                <a:lnTo>
                  <a:pt x="5945402" y="1569696"/>
                </a:lnTo>
                <a:cubicBezTo>
                  <a:pt x="5765853" y="1379676"/>
                  <a:pt x="5500491" y="1412368"/>
                  <a:pt x="5327711" y="1498183"/>
                </a:cubicBezTo>
                <a:cubicBezTo>
                  <a:pt x="5177406" y="1573017"/>
                  <a:pt x="5054940" y="1692927"/>
                  <a:pt x="4925197" y="1819863"/>
                </a:cubicBezTo>
                <a:cubicBezTo>
                  <a:pt x="4881522" y="1862771"/>
                  <a:pt x="4836317" y="1906955"/>
                  <a:pt x="4790471" y="1948841"/>
                </a:cubicBezTo>
                <a:cubicBezTo>
                  <a:pt x="4696994" y="2034018"/>
                  <a:pt x="4512210" y="2178703"/>
                  <a:pt x="4324107" y="2190580"/>
                </a:cubicBezTo>
                <a:cubicBezTo>
                  <a:pt x="4290317" y="2192547"/>
                  <a:pt x="4256424" y="2189878"/>
                  <a:pt x="4223351" y="2182662"/>
                </a:cubicBezTo>
                <a:cubicBezTo>
                  <a:pt x="4188456" y="2175064"/>
                  <a:pt x="4155405" y="2162653"/>
                  <a:pt x="4124098" y="2145330"/>
                </a:cubicBezTo>
                <a:lnTo>
                  <a:pt x="4092820" y="2121794"/>
                </a:lnTo>
                <a:lnTo>
                  <a:pt x="4182740" y="2162997"/>
                </a:lnTo>
                <a:cubicBezTo>
                  <a:pt x="4217910" y="2172996"/>
                  <a:pt x="4254343" y="2177900"/>
                  <a:pt x="4290904" y="2177555"/>
                </a:cubicBezTo>
                <a:cubicBezTo>
                  <a:pt x="4490884" y="2175256"/>
                  <a:pt x="4683586" y="2028528"/>
                  <a:pt x="4780766" y="1941307"/>
                </a:cubicBezTo>
                <a:cubicBezTo>
                  <a:pt x="4833506" y="1893548"/>
                  <a:pt x="4885609" y="1842467"/>
                  <a:pt x="4935667" y="1793046"/>
                </a:cubicBezTo>
                <a:cubicBezTo>
                  <a:pt x="5059155" y="1671091"/>
                  <a:pt x="5175746" y="1555905"/>
                  <a:pt x="5317366" y="1480179"/>
                </a:cubicBezTo>
                <a:cubicBezTo>
                  <a:pt x="5409951" y="1430439"/>
                  <a:pt x="5521690" y="1400237"/>
                  <a:pt x="5631034" y="1404293"/>
                </a:cubicBezTo>
                <a:close/>
                <a:moveTo>
                  <a:pt x="7747045" y="1384856"/>
                </a:moveTo>
                <a:cubicBezTo>
                  <a:pt x="7810233" y="1387059"/>
                  <a:pt x="7874715" y="1404419"/>
                  <a:pt x="7936394" y="1422712"/>
                </a:cubicBezTo>
                <a:cubicBezTo>
                  <a:pt x="7986324" y="1438037"/>
                  <a:pt x="8038810" y="1454126"/>
                  <a:pt x="8101255" y="1473793"/>
                </a:cubicBezTo>
                <a:cubicBezTo>
                  <a:pt x="8147995" y="1488771"/>
                  <a:pt x="8194822" y="1503930"/>
                  <a:pt x="8241727" y="1519255"/>
                </a:cubicBezTo>
                <a:cubicBezTo>
                  <a:pt x="8346314" y="1553479"/>
                  <a:pt x="8452690" y="1588118"/>
                  <a:pt x="8561060" y="1619803"/>
                </a:cubicBezTo>
                <a:lnTo>
                  <a:pt x="8811595" y="1682440"/>
                </a:lnTo>
                <a:lnTo>
                  <a:pt x="8532600" y="1619548"/>
                </a:lnTo>
                <a:cubicBezTo>
                  <a:pt x="8424470" y="1592140"/>
                  <a:pt x="8317775" y="1562800"/>
                  <a:pt x="8212868" y="1533939"/>
                </a:cubicBezTo>
                <a:lnTo>
                  <a:pt x="8070354" y="1494991"/>
                </a:lnTo>
                <a:cubicBezTo>
                  <a:pt x="8006503" y="1477879"/>
                  <a:pt x="7953634" y="1464342"/>
                  <a:pt x="7904342" y="1451572"/>
                </a:cubicBezTo>
                <a:cubicBezTo>
                  <a:pt x="7816229" y="1428969"/>
                  <a:pt x="7730285" y="1410070"/>
                  <a:pt x="7647534" y="1427054"/>
                </a:cubicBezTo>
                <a:cubicBezTo>
                  <a:pt x="7563826" y="1444198"/>
                  <a:pt x="7493408" y="1492374"/>
                  <a:pt x="7437246" y="1570664"/>
                </a:cubicBezTo>
                <a:lnTo>
                  <a:pt x="7412839" y="1612615"/>
                </a:lnTo>
                <a:lnTo>
                  <a:pt x="7419970" y="1596258"/>
                </a:lnTo>
                <a:cubicBezTo>
                  <a:pt x="7486118" y="1475325"/>
                  <a:pt x="7574998" y="1404705"/>
                  <a:pt x="7684440" y="1388232"/>
                </a:cubicBezTo>
                <a:cubicBezTo>
                  <a:pt x="7705063" y="1385072"/>
                  <a:pt x="7725982" y="1384122"/>
                  <a:pt x="7747045" y="1384856"/>
                </a:cubicBezTo>
                <a:close/>
                <a:moveTo>
                  <a:pt x="5620834" y="1363665"/>
                </a:moveTo>
                <a:cubicBezTo>
                  <a:pt x="5732142" y="1364735"/>
                  <a:pt x="5841071" y="1401450"/>
                  <a:pt x="5925864" y="1489755"/>
                </a:cubicBezTo>
                <a:cubicBezTo>
                  <a:pt x="5967866" y="1535000"/>
                  <a:pt x="6001694" y="1587204"/>
                  <a:pt x="6025855" y="1644018"/>
                </a:cubicBezTo>
                <a:lnTo>
                  <a:pt x="6032821" y="1663141"/>
                </a:lnTo>
                <a:lnTo>
                  <a:pt x="5997671" y="1598403"/>
                </a:lnTo>
                <a:cubicBezTo>
                  <a:pt x="5980585" y="1572408"/>
                  <a:pt x="5961314" y="1547848"/>
                  <a:pt x="5940038" y="1525001"/>
                </a:cubicBezTo>
                <a:cubicBezTo>
                  <a:pt x="5768791" y="1345197"/>
                  <a:pt x="5500618" y="1367162"/>
                  <a:pt x="5310855" y="1468558"/>
                </a:cubicBezTo>
                <a:cubicBezTo>
                  <a:pt x="5167573" y="1545178"/>
                  <a:pt x="5044725" y="1666112"/>
                  <a:pt x="4925962" y="1783468"/>
                </a:cubicBezTo>
                <a:cubicBezTo>
                  <a:pt x="4876031" y="1832762"/>
                  <a:pt x="4824312" y="1883842"/>
                  <a:pt x="4771445" y="1931347"/>
                </a:cubicBezTo>
                <a:cubicBezTo>
                  <a:pt x="4675795" y="2017290"/>
                  <a:pt x="4486159" y="2161848"/>
                  <a:pt x="4290520" y="2164018"/>
                </a:cubicBezTo>
                <a:cubicBezTo>
                  <a:pt x="4255250" y="2164402"/>
                  <a:pt x="4220106" y="2159664"/>
                  <a:pt x="4186189" y="2149972"/>
                </a:cubicBezTo>
                <a:cubicBezTo>
                  <a:pt x="4149730" y="2139628"/>
                  <a:pt x="4115538" y="2124120"/>
                  <a:pt x="4083511" y="2103338"/>
                </a:cubicBezTo>
                <a:lnTo>
                  <a:pt x="4068413" y="2090162"/>
                </a:lnTo>
                <a:lnTo>
                  <a:pt x="4145835" y="2131327"/>
                </a:lnTo>
                <a:cubicBezTo>
                  <a:pt x="4181810" y="2143764"/>
                  <a:pt x="4219418" y="2150814"/>
                  <a:pt x="4257447" y="2152270"/>
                </a:cubicBezTo>
                <a:cubicBezTo>
                  <a:pt x="4464579" y="2160187"/>
                  <a:pt x="4662771" y="2013331"/>
                  <a:pt x="4762633" y="1925216"/>
                </a:cubicBezTo>
                <a:cubicBezTo>
                  <a:pt x="4821887" y="1872476"/>
                  <a:pt x="4879097" y="1815266"/>
                  <a:pt x="4934520" y="1759971"/>
                </a:cubicBezTo>
                <a:cubicBezTo>
                  <a:pt x="5048173" y="1646444"/>
                  <a:pt x="5165786" y="1529087"/>
                  <a:pt x="5301533" y="1451445"/>
                </a:cubicBezTo>
                <a:cubicBezTo>
                  <a:pt x="5395840" y="1397172"/>
                  <a:pt x="5509527" y="1362597"/>
                  <a:pt x="5620834" y="1363665"/>
                </a:cubicBezTo>
                <a:close/>
                <a:moveTo>
                  <a:pt x="3187440" y="1363443"/>
                </a:moveTo>
                <a:cubicBezTo>
                  <a:pt x="3231242" y="1364703"/>
                  <a:pt x="3281873" y="1375399"/>
                  <a:pt x="3340168" y="1403813"/>
                </a:cubicBezTo>
                <a:cubicBezTo>
                  <a:pt x="3451140" y="1457829"/>
                  <a:pt x="3581651" y="1600727"/>
                  <a:pt x="3717398" y="1817820"/>
                </a:cubicBezTo>
                <a:cubicBezTo>
                  <a:pt x="3747407" y="1865835"/>
                  <a:pt x="3770649" y="1901210"/>
                  <a:pt x="3792741" y="1932751"/>
                </a:cubicBezTo>
                <a:cubicBezTo>
                  <a:pt x="3857077" y="2027901"/>
                  <a:pt x="3932817" y="2114840"/>
                  <a:pt x="4018262" y="2191602"/>
                </a:cubicBezTo>
                <a:cubicBezTo>
                  <a:pt x="4102289" y="2264774"/>
                  <a:pt x="4210069" y="2337819"/>
                  <a:pt x="4371100" y="2322751"/>
                </a:cubicBezTo>
                <a:cubicBezTo>
                  <a:pt x="4401429" y="2320031"/>
                  <a:pt x="4431401" y="2314131"/>
                  <a:pt x="4460491" y="2305128"/>
                </a:cubicBezTo>
                <a:cubicBezTo>
                  <a:pt x="4610541" y="2258645"/>
                  <a:pt x="4767996" y="2126346"/>
                  <a:pt x="4873605" y="2024185"/>
                </a:cubicBezTo>
                <a:lnTo>
                  <a:pt x="4918429" y="1980639"/>
                </a:lnTo>
                <a:cubicBezTo>
                  <a:pt x="5071925" y="1830590"/>
                  <a:pt x="5217123" y="1688715"/>
                  <a:pt x="5398458" y="1626268"/>
                </a:cubicBezTo>
                <a:cubicBezTo>
                  <a:pt x="5605207" y="1554755"/>
                  <a:pt x="5818595" y="1603921"/>
                  <a:pt x="5955491" y="1753969"/>
                </a:cubicBezTo>
                <a:cubicBezTo>
                  <a:pt x="5993406" y="1796340"/>
                  <a:pt x="6025485" y="1843577"/>
                  <a:pt x="6050884" y="1894440"/>
                </a:cubicBezTo>
                <a:lnTo>
                  <a:pt x="6062310" y="1922438"/>
                </a:lnTo>
                <a:lnTo>
                  <a:pt x="5970815" y="1788960"/>
                </a:lnTo>
                <a:cubicBezTo>
                  <a:pt x="5832516" y="1635462"/>
                  <a:pt x="5617594" y="1579146"/>
                  <a:pt x="5411101" y="1642230"/>
                </a:cubicBezTo>
                <a:cubicBezTo>
                  <a:pt x="5216612" y="1702250"/>
                  <a:pt x="5063881" y="1852938"/>
                  <a:pt x="4902211" y="2012564"/>
                </a:cubicBezTo>
                <a:lnTo>
                  <a:pt x="4883056" y="2031336"/>
                </a:lnTo>
                <a:cubicBezTo>
                  <a:pt x="4733773" y="2178065"/>
                  <a:pt x="4601475" y="2275246"/>
                  <a:pt x="4489991" y="2318536"/>
                </a:cubicBezTo>
                <a:cubicBezTo>
                  <a:pt x="4462906" y="2328944"/>
                  <a:pt x="4434902" y="2336772"/>
                  <a:pt x="4406347" y="2341906"/>
                </a:cubicBezTo>
                <a:cubicBezTo>
                  <a:pt x="4253106" y="2370000"/>
                  <a:pt x="4146347" y="2318281"/>
                  <a:pt x="4061554" y="2264009"/>
                </a:cubicBezTo>
                <a:cubicBezTo>
                  <a:pt x="3974333" y="2207948"/>
                  <a:pt x="3900267" y="2138860"/>
                  <a:pt x="3821730" y="2039765"/>
                </a:cubicBezTo>
                <a:cubicBezTo>
                  <a:pt x="3797595" y="2009372"/>
                  <a:pt x="3771927" y="1973871"/>
                  <a:pt x="3743066" y="1930962"/>
                </a:cubicBezTo>
                <a:cubicBezTo>
                  <a:pt x="3640139" y="1776955"/>
                  <a:pt x="3504136" y="1590128"/>
                  <a:pt x="3371967" y="1511464"/>
                </a:cubicBezTo>
                <a:cubicBezTo>
                  <a:pt x="3259592" y="1445059"/>
                  <a:pt x="3177989" y="1440335"/>
                  <a:pt x="3112990" y="1445059"/>
                </a:cubicBezTo>
                <a:cubicBezTo>
                  <a:pt x="3082993" y="1447715"/>
                  <a:pt x="3053150" y="1451981"/>
                  <a:pt x="3023600" y="1457829"/>
                </a:cubicBezTo>
                <a:lnTo>
                  <a:pt x="3007382" y="1460767"/>
                </a:lnTo>
                <a:cubicBezTo>
                  <a:pt x="2968303" y="1467791"/>
                  <a:pt x="2924886" y="1475836"/>
                  <a:pt x="2868953" y="1482348"/>
                </a:cubicBezTo>
                <a:cubicBezTo>
                  <a:pt x="2827004" y="1487233"/>
                  <a:pt x="2706900" y="1498582"/>
                  <a:pt x="2581320" y="1485204"/>
                </a:cubicBezTo>
                <a:lnTo>
                  <a:pt x="2557090" y="1480778"/>
                </a:lnTo>
                <a:lnTo>
                  <a:pt x="2624996" y="1484870"/>
                </a:lnTo>
                <a:cubicBezTo>
                  <a:pt x="2699461" y="1484488"/>
                  <a:pt x="2770877" y="1475197"/>
                  <a:pt x="2827960" y="1462427"/>
                </a:cubicBezTo>
                <a:cubicBezTo>
                  <a:pt x="2877279" y="1451126"/>
                  <a:pt x="2925715" y="1436274"/>
                  <a:pt x="2972900" y="1417986"/>
                </a:cubicBezTo>
                <a:lnTo>
                  <a:pt x="3005081" y="1405216"/>
                </a:lnTo>
                <a:cubicBezTo>
                  <a:pt x="3029346" y="1395767"/>
                  <a:pt x="3052331" y="1386700"/>
                  <a:pt x="3075701" y="1379676"/>
                </a:cubicBezTo>
                <a:cubicBezTo>
                  <a:pt x="3106668" y="1370354"/>
                  <a:pt x="3143638" y="1362181"/>
                  <a:pt x="3187440" y="1363443"/>
                </a:cubicBezTo>
                <a:close/>
                <a:moveTo>
                  <a:pt x="3698032" y="1353295"/>
                </a:moveTo>
                <a:lnTo>
                  <a:pt x="3700030" y="1358478"/>
                </a:lnTo>
                <a:lnTo>
                  <a:pt x="3708391" y="1383650"/>
                </a:lnTo>
                <a:lnTo>
                  <a:pt x="3717095" y="1436618"/>
                </a:lnTo>
                <a:lnTo>
                  <a:pt x="3704782" y="1408120"/>
                </a:lnTo>
                <a:close/>
                <a:moveTo>
                  <a:pt x="7782881" y="1336260"/>
                </a:moveTo>
                <a:cubicBezTo>
                  <a:pt x="7847770" y="1341367"/>
                  <a:pt x="7913089" y="1361575"/>
                  <a:pt x="7971512" y="1381208"/>
                </a:cubicBezTo>
                <a:cubicBezTo>
                  <a:pt x="8024891" y="1399087"/>
                  <a:pt x="8080185" y="1418497"/>
                  <a:pt x="8135608" y="1438802"/>
                </a:cubicBezTo>
                <a:cubicBezTo>
                  <a:pt x="8184990" y="1457025"/>
                  <a:pt x="8234359" y="1475453"/>
                  <a:pt x="8283741" y="1494096"/>
                </a:cubicBezTo>
                <a:cubicBezTo>
                  <a:pt x="8386350" y="1532407"/>
                  <a:pt x="8490714" y="1571676"/>
                  <a:pt x="8597664" y="1607128"/>
                </a:cubicBezTo>
                <a:lnTo>
                  <a:pt x="8746425" y="1652655"/>
                </a:lnTo>
                <a:lnTo>
                  <a:pt x="8564157" y="1607065"/>
                </a:lnTo>
                <a:cubicBezTo>
                  <a:pt x="8456010" y="1575411"/>
                  <a:pt x="8349827" y="1540836"/>
                  <a:pt x="8245431" y="1506867"/>
                </a:cubicBezTo>
                <a:cubicBezTo>
                  <a:pt x="8198692" y="1491454"/>
                  <a:pt x="8151864" y="1476308"/>
                  <a:pt x="8104960" y="1461405"/>
                </a:cubicBezTo>
                <a:cubicBezTo>
                  <a:pt x="8042003" y="1441229"/>
                  <a:pt x="7989901" y="1425138"/>
                  <a:pt x="7939842" y="1410324"/>
                </a:cubicBezTo>
                <a:cubicBezTo>
                  <a:pt x="7856070" y="1385551"/>
                  <a:pt x="7767189" y="1362819"/>
                  <a:pt x="7682013" y="1375590"/>
                </a:cubicBezTo>
                <a:cubicBezTo>
                  <a:pt x="7596580" y="1388808"/>
                  <a:pt x="7523431" y="1432841"/>
                  <a:pt x="7463536" y="1506881"/>
                </a:cubicBezTo>
                <a:lnTo>
                  <a:pt x="7422320" y="1569339"/>
                </a:lnTo>
                <a:lnTo>
                  <a:pt x="7442189" y="1529215"/>
                </a:lnTo>
                <a:cubicBezTo>
                  <a:pt x="7514085" y="1411602"/>
                  <a:pt x="7604753" y="1348646"/>
                  <a:pt x="7718407" y="1336768"/>
                </a:cubicBezTo>
                <a:cubicBezTo>
                  <a:pt x="7739670" y="1334533"/>
                  <a:pt x="7761252" y="1334558"/>
                  <a:pt x="7782881" y="1336260"/>
                </a:cubicBezTo>
                <a:close/>
                <a:moveTo>
                  <a:pt x="2225520" y="1328528"/>
                </a:moveTo>
                <a:lnTo>
                  <a:pt x="2228155" y="1331883"/>
                </a:lnTo>
                <a:lnTo>
                  <a:pt x="2223541" y="1328772"/>
                </a:lnTo>
                <a:close/>
                <a:moveTo>
                  <a:pt x="5609693" y="1322835"/>
                </a:moveTo>
                <a:cubicBezTo>
                  <a:pt x="5723012" y="1321062"/>
                  <a:pt x="5833984" y="1356180"/>
                  <a:pt x="5920501" y="1445571"/>
                </a:cubicBezTo>
                <a:cubicBezTo>
                  <a:pt x="5963346" y="1491211"/>
                  <a:pt x="5997684" y="1544143"/>
                  <a:pt x="6021897" y="1601878"/>
                </a:cubicBezTo>
                <a:lnTo>
                  <a:pt x="6027375" y="1617407"/>
                </a:lnTo>
                <a:lnTo>
                  <a:pt x="5993608" y="1554506"/>
                </a:lnTo>
                <a:cubicBezTo>
                  <a:pt x="5976345" y="1528101"/>
                  <a:pt x="5956807" y="1503184"/>
                  <a:pt x="5935187" y="1480050"/>
                </a:cubicBezTo>
                <a:cubicBezTo>
                  <a:pt x="5760619" y="1298203"/>
                  <a:pt x="5487593" y="1328341"/>
                  <a:pt x="5294382" y="1438675"/>
                </a:cubicBezTo>
                <a:cubicBezTo>
                  <a:pt x="5156591" y="1517210"/>
                  <a:pt x="5038341" y="1635335"/>
                  <a:pt x="4924048" y="1749499"/>
                </a:cubicBezTo>
                <a:cubicBezTo>
                  <a:pt x="4868881" y="1804666"/>
                  <a:pt x="4811798" y="1861749"/>
                  <a:pt x="4752801" y="1914106"/>
                </a:cubicBezTo>
                <a:cubicBezTo>
                  <a:pt x="4585511" y="2061218"/>
                  <a:pt x="4404943" y="2143330"/>
                  <a:pt x="4257063" y="2137838"/>
                </a:cubicBezTo>
                <a:cubicBezTo>
                  <a:pt x="4220336" y="2136409"/>
                  <a:pt x="4184018" y="2129564"/>
                  <a:pt x="4149283" y="2117535"/>
                </a:cubicBezTo>
                <a:lnTo>
                  <a:pt x="4117924" y="2100808"/>
                </a:lnTo>
                <a:lnTo>
                  <a:pt x="4223223" y="2125964"/>
                </a:lnTo>
                <a:cubicBezTo>
                  <a:pt x="4380167" y="2138861"/>
                  <a:pt x="4569805" y="2059431"/>
                  <a:pt x="4743606" y="1907977"/>
                </a:cubicBezTo>
                <a:cubicBezTo>
                  <a:pt x="4809627" y="1850129"/>
                  <a:pt x="4872712" y="1786278"/>
                  <a:pt x="4933626" y="1724598"/>
                </a:cubicBezTo>
                <a:cubicBezTo>
                  <a:pt x="5042171" y="1614392"/>
                  <a:pt x="5155188" y="1500355"/>
                  <a:pt x="5284804" y="1421435"/>
                </a:cubicBezTo>
                <a:cubicBezTo>
                  <a:pt x="5380708" y="1363267"/>
                  <a:pt x="5496373" y="1324606"/>
                  <a:pt x="5609693" y="1322835"/>
                </a:cubicBezTo>
                <a:close/>
                <a:moveTo>
                  <a:pt x="2176220" y="1311298"/>
                </a:moveTo>
                <a:lnTo>
                  <a:pt x="2182046" y="1317885"/>
                </a:lnTo>
                <a:lnTo>
                  <a:pt x="2176753" y="1317889"/>
                </a:lnTo>
                <a:lnTo>
                  <a:pt x="2172388" y="1312003"/>
                </a:lnTo>
                <a:close/>
                <a:moveTo>
                  <a:pt x="2196907" y="1307492"/>
                </a:moveTo>
                <a:lnTo>
                  <a:pt x="2202204" y="1317129"/>
                </a:lnTo>
                <a:lnTo>
                  <a:pt x="2201842" y="1316847"/>
                </a:lnTo>
                <a:lnTo>
                  <a:pt x="2200308" y="1316847"/>
                </a:lnTo>
                <a:lnTo>
                  <a:pt x="2200044" y="1316847"/>
                </a:lnTo>
                <a:lnTo>
                  <a:pt x="2192513" y="1308300"/>
                </a:lnTo>
                <a:close/>
                <a:moveTo>
                  <a:pt x="7751993" y="1283773"/>
                </a:moveTo>
                <a:cubicBezTo>
                  <a:pt x="7835511" y="1279176"/>
                  <a:pt x="7923496" y="1307270"/>
                  <a:pt x="8006120" y="1338430"/>
                </a:cubicBezTo>
                <a:cubicBezTo>
                  <a:pt x="8059371" y="1358351"/>
                  <a:pt x="8114410" y="1380188"/>
                  <a:pt x="8169577" y="1403047"/>
                </a:cubicBezTo>
                <a:cubicBezTo>
                  <a:pt x="8218103" y="1423223"/>
                  <a:pt x="8267395" y="1444294"/>
                  <a:pt x="8314902" y="1464726"/>
                </a:cubicBezTo>
                <a:cubicBezTo>
                  <a:pt x="8468430" y="1530524"/>
                  <a:pt x="8625766" y="1597975"/>
                  <a:pt x="8791273" y="1648168"/>
                </a:cubicBezTo>
                <a:lnTo>
                  <a:pt x="8932894" y="1684953"/>
                </a:lnTo>
                <a:lnTo>
                  <a:pt x="8929781" y="1684499"/>
                </a:lnTo>
                <a:cubicBezTo>
                  <a:pt x="8705794" y="1638272"/>
                  <a:pt x="8493682" y="1558076"/>
                  <a:pt x="8289360" y="1481455"/>
                </a:cubicBezTo>
                <a:cubicBezTo>
                  <a:pt x="8239939" y="1462937"/>
                  <a:pt x="8190646" y="1444294"/>
                  <a:pt x="8141098" y="1426159"/>
                </a:cubicBezTo>
                <a:cubicBezTo>
                  <a:pt x="8085549" y="1405856"/>
                  <a:pt x="8030253" y="1386445"/>
                  <a:pt x="7976620" y="1368567"/>
                </a:cubicBezTo>
                <a:cubicBezTo>
                  <a:pt x="7897445" y="1341876"/>
                  <a:pt x="7805628" y="1314166"/>
                  <a:pt x="7717897" y="1323360"/>
                </a:cubicBezTo>
                <a:cubicBezTo>
                  <a:pt x="7601433" y="1335492"/>
                  <a:pt x="7505018" y="1402408"/>
                  <a:pt x="7431590" y="1522191"/>
                </a:cubicBezTo>
                <a:lnTo>
                  <a:pt x="7393681" y="1598739"/>
                </a:lnTo>
                <a:lnTo>
                  <a:pt x="7407606" y="1560961"/>
                </a:lnTo>
                <a:cubicBezTo>
                  <a:pt x="7423411" y="1525744"/>
                  <a:pt x="7441936" y="1491703"/>
                  <a:pt x="7463644" y="1460257"/>
                </a:cubicBezTo>
                <a:cubicBezTo>
                  <a:pt x="7541031" y="1347624"/>
                  <a:pt x="7635402" y="1290414"/>
                  <a:pt x="7751993" y="1283773"/>
                </a:cubicBezTo>
                <a:close/>
                <a:moveTo>
                  <a:pt x="5596491" y="1283486"/>
                </a:moveTo>
                <a:cubicBezTo>
                  <a:pt x="5712700" y="1278506"/>
                  <a:pt x="5827343" y="1311294"/>
                  <a:pt x="5915266" y="1401386"/>
                </a:cubicBezTo>
                <a:cubicBezTo>
                  <a:pt x="5958837" y="1447487"/>
                  <a:pt x="5993470" y="1501261"/>
                  <a:pt x="6017427" y="1559992"/>
                </a:cubicBezTo>
                <a:lnTo>
                  <a:pt x="6022201" y="1573985"/>
                </a:lnTo>
                <a:lnTo>
                  <a:pt x="5988991" y="1511437"/>
                </a:lnTo>
                <a:cubicBezTo>
                  <a:pt x="5971512" y="1484619"/>
                  <a:pt x="5951635" y="1459363"/>
                  <a:pt x="5929569" y="1435993"/>
                </a:cubicBezTo>
                <a:cubicBezTo>
                  <a:pt x="5751554" y="1251976"/>
                  <a:pt x="5473674" y="1290158"/>
                  <a:pt x="5277270" y="1409686"/>
                </a:cubicBezTo>
                <a:cubicBezTo>
                  <a:pt x="5146248" y="1489501"/>
                  <a:pt x="5033105" y="1604048"/>
                  <a:pt x="4923537" y="1714893"/>
                </a:cubicBezTo>
                <a:cubicBezTo>
                  <a:pt x="4862751" y="1776444"/>
                  <a:pt x="4799795" y="1840040"/>
                  <a:pt x="4734157" y="1897505"/>
                </a:cubicBezTo>
                <a:cubicBezTo>
                  <a:pt x="4562781" y="2046660"/>
                  <a:pt x="4376593" y="2125070"/>
                  <a:pt x="4223351" y="2112300"/>
                </a:cubicBezTo>
                <a:cubicBezTo>
                  <a:pt x="4185143" y="2109133"/>
                  <a:pt x="4147637" y="2100168"/>
                  <a:pt x="4112123" y="2085738"/>
                </a:cubicBezTo>
                <a:lnTo>
                  <a:pt x="4081258" y="2069431"/>
                </a:lnTo>
                <a:lnTo>
                  <a:pt x="4189126" y="2100168"/>
                </a:lnTo>
                <a:cubicBezTo>
                  <a:pt x="4351818" y="2120472"/>
                  <a:pt x="4546945" y="2044490"/>
                  <a:pt x="4724834" y="1891248"/>
                </a:cubicBezTo>
                <a:cubicBezTo>
                  <a:pt x="4797241" y="1828803"/>
                  <a:pt x="4865688" y="1758439"/>
                  <a:pt x="4931837" y="1690374"/>
                </a:cubicBezTo>
                <a:cubicBezTo>
                  <a:pt x="5036297" y="1582978"/>
                  <a:pt x="5144205" y="1472006"/>
                  <a:pt x="5268330" y="1392191"/>
                </a:cubicBezTo>
                <a:cubicBezTo>
                  <a:pt x="5362510" y="1331214"/>
                  <a:pt x="5480284" y="1288466"/>
                  <a:pt x="5596491" y="1283486"/>
                </a:cubicBezTo>
                <a:close/>
                <a:moveTo>
                  <a:pt x="2080509" y="1280058"/>
                </a:moveTo>
                <a:lnTo>
                  <a:pt x="2103892" y="1300233"/>
                </a:lnTo>
                <a:lnTo>
                  <a:pt x="2101581" y="1300253"/>
                </a:lnTo>
                <a:close/>
                <a:moveTo>
                  <a:pt x="3170829" y="1261184"/>
                </a:moveTo>
                <a:cubicBezTo>
                  <a:pt x="3188768" y="1259957"/>
                  <a:pt x="3207781" y="1260337"/>
                  <a:pt x="3227934" y="1262842"/>
                </a:cubicBezTo>
                <a:cubicBezTo>
                  <a:pt x="3254802" y="1266182"/>
                  <a:pt x="3283694" y="1273301"/>
                  <a:pt x="3314756" y="1285433"/>
                </a:cubicBezTo>
                <a:cubicBezTo>
                  <a:pt x="3486003" y="1352477"/>
                  <a:pt x="3642820" y="1595875"/>
                  <a:pt x="3702330" y="1698036"/>
                </a:cubicBezTo>
                <a:cubicBezTo>
                  <a:pt x="3725571" y="1738007"/>
                  <a:pt x="3749835" y="1779382"/>
                  <a:pt x="3773970" y="1818332"/>
                </a:cubicBezTo>
                <a:cubicBezTo>
                  <a:pt x="3853018" y="1945777"/>
                  <a:pt x="3917251" y="2035424"/>
                  <a:pt x="3981868" y="2108724"/>
                </a:cubicBezTo>
                <a:cubicBezTo>
                  <a:pt x="4054786" y="2191347"/>
                  <a:pt x="4160650" y="2286868"/>
                  <a:pt x="4332919" y="2291209"/>
                </a:cubicBezTo>
                <a:cubicBezTo>
                  <a:pt x="4364512" y="2291694"/>
                  <a:pt x="4396041" y="2287954"/>
                  <a:pt x="4426652" y="2280098"/>
                </a:cubicBezTo>
                <a:cubicBezTo>
                  <a:pt x="4585129" y="2241788"/>
                  <a:pt x="4747182" y="2110894"/>
                  <a:pt x="4855089" y="2007841"/>
                </a:cubicBezTo>
                <a:cubicBezTo>
                  <a:pt x="4878331" y="1985620"/>
                  <a:pt x="4901317" y="1963272"/>
                  <a:pt x="4924176" y="1941052"/>
                </a:cubicBezTo>
                <a:cubicBezTo>
                  <a:pt x="5071287" y="1798154"/>
                  <a:pt x="5210738" y="1663174"/>
                  <a:pt x="5382369" y="1597280"/>
                </a:cubicBezTo>
                <a:cubicBezTo>
                  <a:pt x="5548252" y="1533813"/>
                  <a:pt x="5784627" y="1530109"/>
                  <a:pt x="5950639" y="1710423"/>
                </a:cubicBezTo>
                <a:cubicBezTo>
                  <a:pt x="5989205" y="1753242"/>
                  <a:pt x="6021578" y="1801258"/>
                  <a:pt x="6046798" y="1853065"/>
                </a:cubicBezTo>
                <a:lnTo>
                  <a:pt x="6058531" y="1883067"/>
                </a:lnTo>
                <a:lnTo>
                  <a:pt x="5966090" y="1747074"/>
                </a:lnTo>
                <a:cubicBezTo>
                  <a:pt x="5825492" y="1592938"/>
                  <a:pt x="5606611" y="1542496"/>
                  <a:pt x="5394754" y="1615413"/>
                </a:cubicBezTo>
                <a:cubicBezTo>
                  <a:pt x="5210353" y="1679264"/>
                  <a:pt x="5064263" y="1821906"/>
                  <a:pt x="4909490" y="1972977"/>
                </a:cubicBezTo>
                <a:lnTo>
                  <a:pt x="4864795" y="2016523"/>
                </a:lnTo>
                <a:cubicBezTo>
                  <a:pt x="4760207" y="2118046"/>
                  <a:pt x="4604539" y="2248556"/>
                  <a:pt x="4457045" y="2294657"/>
                </a:cubicBezTo>
                <a:cubicBezTo>
                  <a:pt x="4428719" y="2303327"/>
                  <a:pt x="4399578" y="2309011"/>
                  <a:pt x="4370080" y="2311641"/>
                </a:cubicBezTo>
                <a:cubicBezTo>
                  <a:pt x="4213901" y="2326454"/>
                  <a:pt x="4109186" y="2255325"/>
                  <a:pt x="4027201" y="2183940"/>
                </a:cubicBezTo>
                <a:cubicBezTo>
                  <a:pt x="3942612" y="2107932"/>
                  <a:pt x="3867651" y="2021862"/>
                  <a:pt x="3803979" y="1927643"/>
                </a:cubicBezTo>
                <a:cubicBezTo>
                  <a:pt x="3782014" y="1895718"/>
                  <a:pt x="3758773" y="1860473"/>
                  <a:pt x="3728891" y="1812712"/>
                </a:cubicBezTo>
                <a:cubicBezTo>
                  <a:pt x="3589441" y="1590639"/>
                  <a:pt x="3460718" y="1449785"/>
                  <a:pt x="3345786" y="1393724"/>
                </a:cubicBezTo>
                <a:cubicBezTo>
                  <a:pt x="3224855" y="1334343"/>
                  <a:pt x="3135463" y="1348900"/>
                  <a:pt x="3071614" y="1368184"/>
                </a:cubicBezTo>
                <a:cubicBezTo>
                  <a:pt x="3047606" y="1374824"/>
                  <a:pt x="3024493" y="1384019"/>
                  <a:pt x="2999847" y="1393724"/>
                </a:cubicBezTo>
                <a:lnTo>
                  <a:pt x="2967921" y="1406494"/>
                </a:lnTo>
                <a:cubicBezTo>
                  <a:pt x="2921324" y="1424550"/>
                  <a:pt x="2873485" y="1439186"/>
                  <a:pt x="2824768" y="1450296"/>
                </a:cubicBezTo>
                <a:cubicBezTo>
                  <a:pt x="2740388" y="1469355"/>
                  <a:pt x="2624477" y="1480440"/>
                  <a:pt x="2514418" y="1465883"/>
                </a:cubicBezTo>
                <a:lnTo>
                  <a:pt x="2495725" y="1461721"/>
                </a:lnTo>
                <a:lnTo>
                  <a:pt x="2582345" y="1465301"/>
                </a:lnTo>
                <a:cubicBezTo>
                  <a:pt x="2658437" y="1462109"/>
                  <a:pt x="2730078" y="1447487"/>
                  <a:pt x="2784415" y="1429480"/>
                </a:cubicBezTo>
                <a:cubicBezTo>
                  <a:pt x="2835585" y="1412394"/>
                  <a:pt x="2884838" y="1390060"/>
                  <a:pt x="2931398" y="1362821"/>
                </a:cubicBezTo>
                <a:cubicBezTo>
                  <a:pt x="2945830" y="1354648"/>
                  <a:pt x="2959493" y="1346219"/>
                  <a:pt x="2972903" y="1338173"/>
                </a:cubicBezTo>
                <a:cubicBezTo>
                  <a:pt x="2994737" y="1325021"/>
                  <a:pt x="3015298" y="1312506"/>
                  <a:pt x="3036754" y="1301524"/>
                </a:cubicBezTo>
                <a:cubicBezTo>
                  <a:pt x="3072884" y="1282992"/>
                  <a:pt x="3117016" y="1264863"/>
                  <a:pt x="3170829" y="1261184"/>
                </a:cubicBezTo>
                <a:close/>
                <a:moveTo>
                  <a:pt x="3686682" y="1261110"/>
                </a:moveTo>
                <a:lnTo>
                  <a:pt x="3689949" y="1273076"/>
                </a:lnTo>
                <a:lnTo>
                  <a:pt x="3694539" y="1299352"/>
                </a:lnTo>
                <a:lnTo>
                  <a:pt x="3696463" y="1311061"/>
                </a:lnTo>
                <a:lnTo>
                  <a:pt x="3691121" y="1297166"/>
                </a:lnTo>
                <a:close/>
                <a:moveTo>
                  <a:pt x="2017159" y="1259770"/>
                </a:moveTo>
                <a:lnTo>
                  <a:pt x="2039973" y="1283493"/>
                </a:lnTo>
                <a:lnTo>
                  <a:pt x="2016421" y="1270109"/>
                </a:lnTo>
                <a:lnTo>
                  <a:pt x="2009980" y="1262489"/>
                </a:lnTo>
                <a:close/>
                <a:moveTo>
                  <a:pt x="2033410" y="1253614"/>
                </a:moveTo>
                <a:lnTo>
                  <a:pt x="2082149" y="1299964"/>
                </a:lnTo>
                <a:lnTo>
                  <a:pt x="2079258" y="1299118"/>
                </a:lnTo>
                <a:lnTo>
                  <a:pt x="2065073" y="1291563"/>
                </a:lnTo>
                <a:lnTo>
                  <a:pt x="2027213" y="1255961"/>
                </a:lnTo>
                <a:close/>
                <a:moveTo>
                  <a:pt x="2158679" y="1245829"/>
                </a:moveTo>
                <a:lnTo>
                  <a:pt x="2171726" y="1261695"/>
                </a:lnTo>
                <a:lnTo>
                  <a:pt x="2190552" y="1295936"/>
                </a:lnTo>
                <a:lnTo>
                  <a:pt x="2183349" y="1297898"/>
                </a:lnTo>
                <a:lnTo>
                  <a:pt x="2176811" y="1290477"/>
                </a:lnTo>
                <a:close/>
                <a:moveTo>
                  <a:pt x="2056995" y="1244681"/>
                </a:moveTo>
                <a:lnTo>
                  <a:pt x="2072080" y="1271979"/>
                </a:lnTo>
                <a:lnTo>
                  <a:pt x="2047389" y="1248320"/>
                </a:lnTo>
                <a:close/>
                <a:moveTo>
                  <a:pt x="5585684" y="1243054"/>
                </a:moveTo>
                <a:cubicBezTo>
                  <a:pt x="5703952" y="1235184"/>
                  <a:pt x="5820638" y="1266407"/>
                  <a:pt x="5910029" y="1357585"/>
                </a:cubicBezTo>
                <a:cubicBezTo>
                  <a:pt x="5938028" y="1386031"/>
                  <a:pt x="5961374" y="1418276"/>
                  <a:pt x="5981211" y="1453280"/>
                </a:cubicBezTo>
                <a:lnTo>
                  <a:pt x="6010127" y="1518023"/>
                </a:lnTo>
                <a:lnTo>
                  <a:pt x="5984587" y="1469070"/>
                </a:lnTo>
                <a:cubicBezTo>
                  <a:pt x="5967017" y="1441839"/>
                  <a:pt x="5946943" y="1416226"/>
                  <a:pt x="5924588" y="1392575"/>
                </a:cubicBezTo>
                <a:cubicBezTo>
                  <a:pt x="5743252" y="1206896"/>
                  <a:pt x="5453242" y="1256573"/>
                  <a:pt x="5260541" y="1381337"/>
                </a:cubicBezTo>
                <a:cubicBezTo>
                  <a:pt x="5135138" y="1462044"/>
                  <a:pt x="5026591" y="1573655"/>
                  <a:pt x="4921621" y="1681563"/>
                </a:cubicBezTo>
                <a:cubicBezTo>
                  <a:pt x="4855983" y="1749373"/>
                  <a:pt x="4787534" y="1819481"/>
                  <a:pt x="4715512" y="1881672"/>
                </a:cubicBezTo>
                <a:cubicBezTo>
                  <a:pt x="4540560" y="2032103"/>
                  <a:pt x="4349264" y="2107064"/>
                  <a:pt x="4190275" y="2087270"/>
                </a:cubicBezTo>
                <a:cubicBezTo>
                  <a:pt x="4150497" y="2082405"/>
                  <a:pt x="4111726" y="2071371"/>
                  <a:pt x="4075344" y="2054579"/>
                </a:cubicBezTo>
                <a:lnTo>
                  <a:pt x="4057085" y="2043857"/>
                </a:lnTo>
                <a:lnTo>
                  <a:pt x="4106683" y="2063446"/>
                </a:lnTo>
                <a:cubicBezTo>
                  <a:pt x="4285072" y="2114525"/>
                  <a:pt x="4503144" y="2047300"/>
                  <a:pt x="4706061" y="1874775"/>
                </a:cubicBezTo>
                <a:cubicBezTo>
                  <a:pt x="4784125" y="1805906"/>
                  <a:pt x="4858665" y="1733155"/>
                  <a:pt x="4929410" y="1656790"/>
                </a:cubicBezTo>
                <a:cubicBezTo>
                  <a:pt x="5029528" y="1552202"/>
                  <a:pt x="5133222" y="1444039"/>
                  <a:pt x="5251857" y="1363077"/>
                </a:cubicBezTo>
                <a:cubicBezTo>
                  <a:pt x="5347570" y="1297886"/>
                  <a:pt x="5467417" y="1250922"/>
                  <a:pt x="5585684" y="1243054"/>
                </a:cubicBezTo>
                <a:close/>
                <a:moveTo>
                  <a:pt x="2081651" y="1238184"/>
                </a:moveTo>
                <a:lnTo>
                  <a:pt x="2117850" y="1294975"/>
                </a:lnTo>
                <a:lnTo>
                  <a:pt x="2083455" y="1265072"/>
                </a:lnTo>
                <a:lnTo>
                  <a:pt x="2071748" y="1239738"/>
                </a:lnTo>
                <a:close/>
                <a:moveTo>
                  <a:pt x="2109320" y="1233845"/>
                </a:moveTo>
                <a:lnTo>
                  <a:pt x="2117415" y="1259670"/>
                </a:lnTo>
                <a:lnTo>
                  <a:pt x="2147066" y="1299854"/>
                </a:lnTo>
                <a:lnTo>
                  <a:pt x="2141475" y="1299903"/>
                </a:lnTo>
                <a:lnTo>
                  <a:pt x="2131647" y="1292222"/>
                </a:lnTo>
                <a:lnTo>
                  <a:pt x="2100909" y="1235164"/>
                </a:lnTo>
                <a:close/>
                <a:moveTo>
                  <a:pt x="7785834" y="1233076"/>
                </a:moveTo>
                <a:cubicBezTo>
                  <a:pt x="7871905" y="1232182"/>
                  <a:pt x="7959508" y="1263852"/>
                  <a:pt x="8041236" y="1297949"/>
                </a:cubicBezTo>
                <a:cubicBezTo>
                  <a:pt x="8094489" y="1320041"/>
                  <a:pt x="8149272" y="1344048"/>
                  <a:pt x="8203928" y="1369589"/>
                </a:cubicBezTo>
                <a:cubicBezTo>
                  <a:pt x="8251561" y="1391809"/>
                  <a:pt x="8299958" y="1415179"/>
                  <a:pt x="8346698" y="1437653"/>
                </a:cubicBezTo>
                <a:cubicBezTo>
                  <a:pt x="8499652" y="1511306"/>
                  <a:pt x="8656486" y="1586824"/>
                  <a:pt x="8823177" y="1641530"/>
                </a:cubicBezTo>
                <a:lnTo>
                  <a:pt x="8922635" y="1668953"/>
                </a:lnTo>
                <a:lnTo>
                  <a:pt x="8794839" y="1635772"/>
                </a:lnTo>
                <a:cubicBezTo>
                  <a:pt x="8630140" y="1585795"/>
                  <a:pt x="8473379" y="1518488"/>
                  <a:pt x="8320137" y="1452977"/>
                </a:cubicBezTo>
                <a:cubicBezTo>
                  <a:pt x="8272505" y="1432545"/>
                  <a:pt x="8223212" y="1411347"/>
                  <a:pt x="8174685" y="1391170"/>
                </a:cubicBezTo>
                <a:cubicBezTo>
                  <a:pt x="8119264" y="1368184"/>
                  <a:pt x="8064095" y="1346346"/>
                  <a:pt x="8010717" y="1326426"/>
                </a:cubicBezTo>
                <a:cubicBezTo>
                  <a:pt x="7926689" y="1294628"/>
                  <a:pt x="7837043" y="1266023"/>
                  <a:pt x="7751100" y="1270876"/>
                </a:cubicBezTo>
                <a:cubicBezTo>
                  <a:pt x="7631188" y="1277644"/>
                  <a:pt x="7531325" y="1338940"/>
                  <a:pt x="7452407" y="1453105"/>
                </a:cubicBezTo>
                <a:lnTo>
                  <a:pt x="7406102" y="1536121"/>
                </a:lnTo>
                <a:lnTo>
                  <a:pt x="7424206" y="1492292"/>
                </a:lnTo>
                <a:cubicBezTo>
                  <a:pt x="7441647" y="1457479"/>
                  <a:pt x="7461920" y="1424085"/>
                  <a:pt x="7485480" y="1393596"/>
                </a:cubicBezTo>
                <a:cubicBezTo>
                  <a:pt x="7567976" y="1286711"/>
                  <a:pt x="7666178" y="1234225"/>
                  <a:pt x="7785834" y="1233076"/>
                </a:cubicBezTo>
                <a:close/>
                <a:moveTo>
                  <a:pt x="2122787" y="1232929"/>
                </a:moveTo>
                <a:lnTo>
                  <a:pt x="2140851" y="1237774"/>
                </a:lnTo>
                <a:lnTo>
                  <a:pt x="2165908" y="1299639"/>
                </a:lnTo>
                <a:lnTo>
                  <a:pt x="2165951" y="1299687"/>
                </a:lnTo>
                <a:lnTo>
                  <a:pt x="2163275" y="1299712"/>
                </a:lnTo>
                <a:lnTo>
                  <a:pt x="2129322" y="1253923"/>
                </a:lnTo>
                <a:close/>
                <a:moveTo>
                  <a:pt x="2146290" y="1215315"/>
                </a:moveTo>
                <a:lnTo>
                  <a:pt x="2153665" y="1228824"/>
                </a:lnTo>
                <a:lnTo>
                  <a:pt x="2151514" y="1228186"/>
                </a:lnTo>
                <a:close/>
                <a:moveTo>
                  <a:pt x="3196022" y="1152927"/>
                </a:moveTo>
                <a:cubicBezTo>
                  <a:pt x="3224872" y="1152959"/>
                  <a:pt x="3256016" y="1157253"/>
                  <a:pt x="3289471" y="1167437"/>
                </a:cubicBezTo>
                <a:cubicBezTo>
                  <a:pt x="3419343" y="1207280"/>
                  <a:pt x="3568625" y="1360905"/>
                  <a:pt x="3687515" y="1578763"/>
                </a:cubicBezTo>
                <a:cubicBezTo>
                  <a:pt x="3698753" y="1599322"/>
                  <a:pt x="3709735" y="1619755"/>
                  <a:pt x="3720462" y="1639676"/>
                </a:cubicBezTo>
                <a:cubicBezTo>
                  <a:pt x="3732339" y="1661002"/>
                  <a:pt x="3743959" y="1682584"/>
                  <a:pt x="3755453" y="1703527"/>
                </a:cubicBezTo>
                <a:cubicBezTo>
                  <a:pt x="3828370" y="1836847"/>
                  <a:pt x="3884813" y="1937986"/>
                  <a:pt x="3945856" y="2025590"/>
                </a:cubicBezTo>
                <a:cubicBezTo>
                  <a:pt x="4017112" y="2127878"/>
                  <a:pt x="4121316" y="2246640"/>
                  <a:pt x="4295501" y="2259410"/>
                </a:cubicBezTo>
                <a:cubicBezTo>
                  <a:pt x="4327963" y="2261901"/>
                  <a:pt x="4360616" y="2260304"/>
                  <a:pt x="4392681" y="2254686"/>
                </a:cubicBezTo>
                <a:cubicBezTo>
                  <a:pt x="4522683" y="2231699"/>
                  <a:pt x="4680265" y="2138222"/>
                  <a:pt x="4836444" y="1991366"/>
                </a:cubicBezTo>
                <a:cubicBezTo>
                  <a:pt x="4867603" y="1962121"/>
                  <a:pt x="4898763" y="1931985"/>
                  <a:pt x="4928900" y="1902741"/>
                </a:cubicBezTo>
                <a:cubicBezTo>
                  <a:pt x="5069498" y="1766228"/>
                  <a:pt x="5202437" y="1637251"/>
                  <a:pt x="5366022" y="1568292"/>
                </a:cubicBezTo>
                <a:cubicBezTo>
                  <a:pt x="5579155" y="1478518"/>
                  <a:pt x="5806591" y="1517083"/>
                  <a:pt x="5945531" y="1666494"/>
                </a:cubicBezTo>
                <a:cubicBezTo>
                  <a:pt x="5984824" y="1709785"/>
                  <a:pt x="6017529" y="1758617"/>
                  <a:pt x="6042584" y="1811435"/>
                </a:cubicBezTo>
                <a:lnTo>
                  <a:pt x="6055914" y="1843300"/>
                </a:lnTo>
                <a:lnTo>
                  <a:pt x="5960472" y="1701996"/>
                </a:lnTo>
                <a:cubicBezTo>
                  <a:pt x="5817830" y="1547093"/>
                  <a:pt x="5594608" y="1502271"/>
                  <a:pt x="5377515" y="1585403"/>
                </a:cubicBezTo>
                <a:cubicBezTo>
                  <a:pt x="5202693" y="1652320"/>
                  <a:pt x="5062859" y="1788194"/>
                  <a:pt x="4914853" y="1932113"/>
                </a:cubicBezTo>
                <a:lnTo>
                  <a:pt x="4845894" y="1998773"/>
                </a:lnTo>
                <a:cubicBezTo>
                  <a:pt x="4739009" y="2100040"/>
                  <a:pt x="4579127" y="2229401"/>
                  <a:pt x="4423458" y="2266946"/>
                </a:cubicBezTo>
                <a:cubicBezTo>
                  <a:pt x="4394023" y="2274595"/>
                  <a:pt x="4363708" y="2278247"/>
                  <a:pt x="4333302" y="2277800"/>
                </a:cubicBezTo>
                <a:cubicBezTo>
                  <a:pt x="4166141" y="2273459"/>
                  <a:pt x="4063086" y="2180364"/>
                  <a:pt x="3991957" y="2099785"/>
                </a:cubicBezTo>
                <a:cubicBezTo>
                  <a:pt x="3927850" y="2027122"/>
                  <a:pt x="3864127" y="1937988"/>
                  <a:pt x="3785335" y="1811179"/>
                </a:cubicBezTo>
                <a:cubicBezTo>
                  <a:pt x="3761328" y="1772359"/>
                  <a:pt x="3737192" y="1731111"/>
                  <a:pt x="3713950" y="1691269"/>
                </a:cubicBezTo>
                <a:cubicBezTo>
                  <a:pt x="3638862" y="1563439"/>
                  <a:pt x="3488558" y="1338940"/>
                  <a:pt x="3319608" y="1272919"/>
                </a:cubicBezTo>
                <a:cubicBezTo>
                  <a:pt x="3190377" y="1222477"/>
                  <a:pt x="3097283" y="1255296"/>
                  <a:pt x="3030623" y="1289520"/>
                </a:cubicBezTo>
                <a:cubicBezTo>
                  <a:pt x="3008787" y="1301141"/>
                  <a:pt x="2987971" y="1313911"/>
                  <a:pt x="2966006" y="1326681"/>
                </a:cubicBezTo>
                <a:cubicBezTo>
                  <a:pt x="2952725" y="1334727"/>
                  <a:pt x="2939188" y="1343027"/>
                  <a:pt x="2924886" y="1351200"/>
                </a:cubicBezTo>
                <a:cubicBezTo>
                  <a:pt x="2878672" y="1377736"/>
                  <a:pt x="2829852" y="1399433"/>
                  <a:pt x="2779179" y="1415945"/>
                </a:cubicBezTo>
                <a:cubicBezTo>
                  <a:pt x="2692980" y="1444582"/>
                  <a:pt x="2573165" y="1460649"/>
                  <a:pt x="2463045" y="1445503"/>
                </a:cubicBezTo>
                <a:lnTo>
                  <a:pt x="2456028" y="1443755"/>
                </a:lnTo>
                <a:lnTo>
                  <a:pt x="2531326" y="1446337"/>
                </a:lnTo>
                <a:cubicBezTo>
                  <a:pt x="2608602" y="1441388"/>
                  <a:pt x="2683212" y="1422456"/>
                  <a:pt x="2742018" y="1396916"/>
                </a:cubicBezTo>
                <a:cubicBezTo>
                  <a:pt x="2794809" y="1373444"/>
                  <a:pt x="2844550" y="1343639"/>
                  <a:pt x="2890151" y="1308163"/>
                </a:cubicBezTo>
                <a:cubicBezTo>
                  <a:pt x="2906370" y="1295904"/>
                  <a:pt x="2921692" y="1284028"/>
                  <a:pt x="2936634" y="1271258"/>
                </a:cubicBezTo>
                <a:cubicBezTo>
                  <a:pt x="2957321" y="1254401"/>
                  <a:pt x="2976987" y="1238439"/>
                  <a:pt x="2997675" y="1223753"/>
                </a:cubicBezTo>
                <a:cubicBezTo>
                  <a:pt x="3043552" y="1191094"/>
                  <a:pt x="3109469" y="1152832"/>
                  <a:pt x="3196022" y="1152927"/>
                </a:cubicBezTo>
                <a:close/>
                <a:moveTo>
                  <a:pt x="1911040" y="1150186"/>
                </a:moveTo>
                <a:lnTo>
                  <a:pt x="1928065" y="1190026"/>
                </a:lnTo>
                <a:lnTo>
                  <a:pt x="1988444" y="1258193"/>
                </a:lnTo>
                <a:lnTo>
                  <a:pt x="1985488" y="1259690"/>
                </a:lnTo>
                <a:lnTo>
                  <a:pt x="1967893" y="1249039"/>
                </a:lnTo>
                <a:cubicBezTo>
                  <a:pt x="1943182" y="1229381"/>
                  <a:pt x="1923000" y="1206913"/>
                  <a:pt x="1906490" y="1182090"/>
                </a:cubicBezTo>
                <a:lnTo>
                  <a:pt x="1893881" y="1156106"/>
                </a:lnTo>
                <a:close/>
                <a:moveTo>
                  <a:pt x="2094871" y="1143259"/>
                </a:moveTo>
                <a:lnTo>
                  <a:pt x="2105334" y="1149532"/>
                </a:lnTo>
                <a:lnTo>
                  <a:pt x="2113088" y="1169224"/>
                </a:lnTo>
                <a:lnTo>
                  <a:pt x="2134977" y="1223269"/>
                </a:lnTo>
                <a:lnTo>
                  <a:pt x="2123652" y="1219903"/>
                </a:lnTo>
                <a:lnTo>
                  <a:pt x="2118925" y="1220526"/>
                </a:lnTo>
                <a:close/>
                <a:moveTo>
                  <a:pt x="1939801" y="1140265"/>
                </a:moveTo>
                <a:lnTo>
                  <a:pt x="1939844" y="1140430"/>
                </a:lnTo>
                <a:cubicBezTo>
                  <a:pt x="1949230" y="1167644"/>
                  <a:pt x="1961168" y="1193500"/>
                  <a:pt x="1976498" y="1217480"/>
                </a:cubicBezTo>
                <a:lnTo>
                  <a:pt x="2007581" y="1249808"/>
                </a:lnTo>
                <a:lnTo>
                  <a:pt x="2001233" y="1252144"/>
                </a:lnTo>
                <a:lnTo>
                  <a:pt x="1932411" y="1170724"/>
                </a:lnTo>
                <a:lnTo>
                  <a:pt x="1924155" y="1145663"/>
                </a:lnTo>
                <a:close/>
                <a:moveTo>
                  <a:pt x="1975811" y="1133198"/>
                </a:moveTo>
                <a:lnTo>
                  <a:pt x="1988195" y="1175645"/>
                </a:lnTo>
                <a:lnTo>
                  <a:pt x="2024435" y="1243611"/>
                </a:lnTo>
                <a:lnTo>
                  <a:pt x="2016992" y="1246349"/>
                </a:lnTo>
                <a:lnTo>
                  <a:pt x="2002685" y="1232895"/>
                </a:lnTo>
                <a:cubicBezTo>
                  <a:pt x="1985697" y="1211267"/>
                  <a:pt x="1972243" y="1187692"/>
                  <a:pt x="1961504" y="1162544"/>
                </a:cubicBezTo>
                <a:lnTo>
                  <a:pt x="1955568" y="1136763"/>
                </a:lnTo>
                <a:close/>
                <a:moveTo>
                  <a:pt x="2058934" y="1129521"/>
                </a:moveTo>
                <a:lnTo>
                  <a:pt x="2074244" y="1130893"/>
                </a:lnTo>
                <a:lnTo>
                  <a:pt x="2077694" y="1132962"/>
                </a:lnTo>
                <a:lnTo>
                  <a:pt x="2105691" y="1222270"/>
                </a:lnTo>
                <a:lnTo>
                  <a:pt x="2094741" y="1223713"/>
                </a:lnTo>
                <a:lnTo>
                  <a:pt x="2068123" y="1174299"/>
                </a:lnTo>
                <a:close/>
                <a:moveTo>
                  <a:pt x="2013113" y="1126630"/>
                </a:moveTo>
                <a:lnTo>
                  <a:pt x="2024510" y="1185891"/>
                </a:lnTo>
                <a:lnTo>
                  <a:pt x="2051007" y="1233841"/>
                </a:lnTo>
                <a:lnTo>
                  <a:pt x="2037473" y="1238817"/>
                </a:lnTo>
                <a:lnTo>
                  <a:pt x="2035317" y="1236749"/>
                </a:lnTo>
                <a:cubicBezTo>
                  <a:pt x="2020270" y="1215285"/>
                  <a:pt x="2008409" y="1192133"/>
                  <a:pt x="1998942" y="1167760"/>
                </a:cubicBezTo>
                <a:lnTo>
                  <a:pt x="1988331" y="1130993"/>
                </a:lnTo>
                <a:close/>
                <a:moveTo>
                  <a:pt x="2021416" y="1126156"/>
                </a:moveTo>
                <a:lnTo>
                  <a:pt x="2048947" y="1128625"/>
                </a:lnTo>
                <a:lnTo>
                  <a:pt x="2072240" y="1223418"/>
                </a:lnTo>
                <a:lnTo>
                  <a:pt x="2074157" y="1226427"/>
                </a:lnTo>
                <a:lnTo>
                  <a:pt x="2069495" y="1227042"/>
                </a:lnTo>
                <a:lnTo>
                  <a:pt x="2066408" y="1228177"/>
                </a:lnTo>
                <a:lnTo>
                  <a:pt x="2022534" y="1133231"/>
                </a:lnTo>
                <a:close/>
                <a:moveTo>
                  <a:pt x="2071005" y="1065366"/>
                </a:moveTo>
                <a:lnTo>
                  <a:pt x="2072863" y="1067063"/>
                </a:lnTo>
                <a:lnTo>
                  <a:pt x="2097265" y="1129037"/>
                </a:lnTo>
                <a:lnTo>
                  <a:pt x="2088848" y="1123912"/>
                </a:lnTo>
                <a:lnTo>
                  <a:pt x="2082441" y="1103330"/>
                </a:lnTo>
                <a:close/>
                <a:moveTo>
                  <a:pt x="3185071" y="1039875"/>
                </a:moveTo>
                <a:cubicBezTo>
                  <a:pt x="3211041" y="1038954"/>
                  <a:pt x="3237339" y="1041555"/>
                  <a:pt x="3264062" y="1047653"/>
                </a:cubicBezTo>
                <a:cubicBezTo>
                  <a:pt x="3430069" y="1085453"/>
                  <a:pt x="3584333" y="1284284"/>
                  <a:pt x="3672702" y="1457575"/>
                </a:cubicBezTo>
                <a:lnTo>
                  <a:pt x="3717547" y="1548943"/>
                </a:lnTo>
                <a:lnTo>
                  <a:pt x="3718011" y="1551224"/>
                </a:lnTo>
                <a:lnTo>
                  <a:pt x="3764663" y="1691727"/>
                </a:lnTo>
                <a:lnTo>
                  <a:pt x="3732339" y="1632525"/>
                </a:lnTo>
                <a:cubicBezTo>
                  <a:pt x="3721612" y="1612476"/>
                  <a:pt x="3710502" y="1592044"/>
                  <a:pt x="3699264" y="1571357"/>
                </a:cubicBezTo>
                <a:cubicBezTo>
                  <a:pt x="3654184" y="1488606"/>
                  <a:pt x="3491494" y="1214048"/>
                  <a:pt x="3293429" y="1153773"/>
                </a:cubicBezTo>
                <a:cubicBezTo>
                  <a:pt x="3153854" y="1111120"/>
                  <a:pt x="3053736" y="1166543"/>
                  <a:pt x="2989885" y="1211877"/>
                </a:cubicBezTo>
                <a:cubicBezTo>
                  <a:pt x="2968816" y="1226818"/>
                  <a:pt x="2949020" y="1242909"/>
                  <a:pt x="2928077" y="1259893"/>
                </a:cubicBezTo>
                <a:cubicBezTo>
                  <a:pt x="2913264" y="1271896"/>
                  <a:pt x="2897941" y="1284412"/>
                  <a:pt x="2881978" y="1296543"/>
                </a:cubicBezTo>
                <a:cubicBezTo>
                  <a:pt x="2837346" y="1331507"/>
                  <a:pt x="2788528" y="1360764"/>
                  <a:pt x="2736653" y="1383635"/>
                </a:cubicBezTo>
                <a:cubicBezTo>
                  <a:pt x="2650551" y="1421275"/>
                  <a:pt x="2529753" y="1444189"/>
                  <a:pt x="2417629" y="1428296"/>
                </a:cubicBezTo>
                <a:lnTo>
                  <a:pt x="2400952" y="1423691"/>
                </a:lnTo>
                <a:lnTo>
                  <a:pt x="2486278" y="1425139"/>
                </a:lnTo>
                <a:cubicBezTo>
                  <a:pt x="2565182" y="1417477"/>
                  <a:pt x="2640751" y="1393405"/>
                  <a:pt x="2698216" y="1362565"/>
                </a:cubicBezTo>
                <a:cubicBezTo>
                  <a:pt x="2752897" y="1332619"/>
                  <a:pt x="2803212" y="1295330"/>
                  <a:pt x="2847754" y="1251720"/>
                </a:cubicBezTo>
                <a:cubicBezTo>
                  <a:pt x="2864738" y="1235629"/>
                  <a:pt x="2881084" y="1219156"/>
                  <a:pt x="2896792" y="1203193"/>
                </a:cubicBezTo>
                <a:cubicBezTo>
                  <a:pt x="2917351" y="1182378"/>
                  <a:pt x="2936889" y="1162840"/>
                  <a:pt x="2957577" y="1144067"/>
                </a:cubicBezTo>
                <a:cubicBezTo>
                  <a:pt x="3032188" y="1077121"/>
                  <a:pt x="3107156" y="1042641"/>
                  <a:pt x="3185071" y="1039875"/>
                </a:cubicBezTo>
                <a:close/>
                <a:moveTo>
                  <a:pt x="2039691" y="1036722"/>
                </a:moveTo>
                <a:lnTo>
                  <a:pt x="2051779" y="1047777"/>
                </a:lnTo>
                <a:lnTo>
                  <a:pt x="2069288" y="1106141"/>
                </a:lnTo>
                <a:lnTo>
                  <a:pt x="2072947" y="1117814"/>
                </a:lnTo>
                <a:lnTo>
                  <a:pt x="2056167" y="1116030"/>
                </a:lnTo>
                <a:lnTo>
                  <a:pt x="2041193" y="1043055"/>
                </a:lnTo>
                <a:close/>
                <a:moveTo>
                  <a:pt x="2004789" y="1021052"/>
                </a:moveTo>
                <a:lnTo>
                  <a:pt x="2024167" y="1027050"/>
                </a:lnTo>
                <a:lnTo>
                  <a:pt x="2028551" y="1045609"/>
                </a:lnTo>
                <a:lnTo>
                  <a:pt x="2045578" y="1114903"/>
                </a:lnTo>
                <a:lnTo>
                  <a:pt x="2019916" y="1112175"/>
                </a:lnTo>
                <a:lnTo>
                  <a:pt x="2019221" y="1112289"/>
                </a:lnTo>
                <a:close/>
                <a:moveTo>
                  <a:pt x="1872644" y="1014443"/>
                </a:moveTo>
                <a:lnTo>
                  <a:pt x="1872688" y="1015064"/>
                </a:lnTo>
                <a:cubicBezTo>
                  <a:pt x="1877306" y="1046833"/>
                  <a:pt x="1883655" y="1077678"/>
                  <a:pt x="1892596" y="1107028"/>
                </a:cubicBezTo>
                <a:lnTo>
                  <a:pt x="1905635" y="1137538"/>
                </a:lnTo>
                <a:lnTo>
                  <a:pt x="1887817" y="1143610"/>
                </a:lnTo>
                <a:lnTo>
                  <a:pt x="1867142" y="1101008"/>
                </a:lnTo>
                <a:lnTo>
                  <a:pt x="1847427" y="1019564"/>
                </a:lnTo>
                <a:close/>
                <a:moveTo>
                  <a:pt x="1914293" y="1010580"/>
                </a:moveTo>
                <a:lnTo>
                  <a:pt x="1918483" y="1055230"/>
                </a:lnTo>
                <a:lnTo>
                  <a:pt x="1936483" y="1127026"/>
                </a:lnTo>
                <a:lnTo>
                  <a:pt x="1919881" y="1132684"/>
                </a:lnTo>
                <a:lnTo>
                  <a:pt x="1891040" y="1045144"/>
                </a:lnTo>
                <a:lnTo>
                  <a:pt x="1886724" y="1011585"/>
                </a:lnTo>
                <a:lnTo>
                  <a:pt x="1891469" y="1010622"/>
                </a:lnTo>
                <a:close/>
                <a:moveTo>
                  <a:pt x="1954668" y="1010506"/>
                </a:moveTo>
                <a:lnTo>
                  <a:pt x="1965360" y="1097375"/>
                </a:lnTo>
                <a:lnTo>
                  <a:pt x="1971990" y="1120101"/>
                </a:lnTo>
                <a:lnTo>
                  <a:pt x="1952476" y="1123330"/>
                </a:lnTo>
                <a:lnTo>
                  <a:pt x="1926505" y="1010557"/>
                </a:lnTo>
                <a:close/>
                <a:moveTo>
                  <a:pt x="1970621" y="1010476"/>
                </a:moveTo>
                <a:lnTo>
                  <a:pt x="1992048" y="1017107"/>
                </a:lnTo>
                <a:lnTo>
                  <a:pt x="2010629" y="1113711"/>
                </a:lnTo>
                <a:lnTo>
                  <a:pt x="1984588" y="1118018"/>
                </a:lnTo>
                <a:lnTo>
                  <a:pt x="1976921" y="1091444"/>
                </a:lnTo>
                <a:lnTo>
                  <a:pt x="1967009" y="1010483"/>
                </a:lnTo>
                <a:close/>
                <a:moveTo>
                  <a:pt x="2023845" y="969879"/>
                </a:moveTo>
                <a:lnTo>
                  <a:pt x="2030977" y="978439"/>
                </a:lnTo>
                <a:lnTo>
                  <a:pt x="2043984" y="1021793"/>
                </a:lnTo>
                <a:lnTo>
                  <a:pt x="2039574" y="1017694"/>
                </a:lnTo>
                <a:lnTo>
                  <a:pt x="2034814" y="1016149"/>
                </a:lnTo>
                <a:close/>
                <a:moveTo>
                  <a:pt x="1992001" y="931652"/>
                </a:moveTo>
                <a:lnTo>
                  <a:pt x="2005448" y="947795"/>
                </a:lnTo>
                <a:lnTo>
                  <a:pt x="2020495" y="1011503"/>
                </a:lnTo>
                <a:lnTo>
                  <a:pt x="2002346" y="1005617"/>
                </a:lnTo>
                <a:lnTo>
                  <a:pt x="1999178" y="985591"/>
                </a:lnTo>
                <a:close/>
                <a:moveTo>
                  <a:pt x="3155701" y="926365"/>
                </a:moveTo>
                <a:cubicBezTo>
                  <a:pt x="3183074" y="922969"/>
                  <a:pt x="3210906" y="923527"/>
                  <a:pt x="3239287" y="927997"/>
                </a:cubicBezTo>
                <a:cubicBezTo>
                  <a:pt x="3418321" y="956218"/>
                  <a:pt x="3576798" y="1165776"/>
                  <a:pt x="3658144" y="1336641"/>
                </a:cubicBezTo>
                <a:cubicBezTo>
                  <a:pt x="3669956" y="1361543"/>
                  <a:pt x="3681162" y="1386252"/>
                  <a:pt x="3691378" y="1409382"/>
                </a:cubicBezTo>
                <a:lnTo>
                  <a:pt x="3692083" y="1411015"/>
                </a:lnTo>
                <a:lnTo>
                  <a:pt x="3696072" y="1443401"/>
                </a:lnTo>
                <a:lnTo>
                  <a:pt x="3707548" y="1499804"/>
                </a:lnTo>
                <a:lnTo>
                  <a:pt x="3683812" y="1451445"/>
                </a:lnTo>
                <a:cubicBezTo>
                  <a:pt x="3594038" y="1275344"/>
                  <a:pt x="3437221" y="1073449"/>
                  <a:pt x="3266356" y="1034500"/>
                </a:cubicBezTo>
                <a:cubicBezTo>
                  <a:pt x="3154877" y="1009087"/>
                  <a:pt x="3050671" y="1041652"/>
                  <a:pt x="2948510" y="1134107"/>
                </a:cubicBezTo>
                <a:cubicBezTo>
                  <a:pt x="2927567" y="1153007"/>
                  <a:pt x="2908029" y="1172800"/>
                  <a:pt x="2887213" y="1193743"/>
                </a:cubicBezTo>
                <a:cubicBezTo>
                  <a:pt x="2871635" y="1209579"/>
                  <a:pt x="2855416" y="1225925"/>
                  <a:pt x="2838432" y="1242015"/>
                </a:cubicBezTo>
                <a:cubicBezTo>
                  <a:pt x="2794719" y="1284719"/>
                  <a:pt x="2745401" y="1321279"/>
                  <a:pt x="2691831" y="1350689"/>
                </a:cubicBezTo>
                <a:cubicBezTo>
                  <a:pt x="2608122" y="1395703"/>
                  <a:pt x="2484476" y="1426064"/>
                  <a:pt x="2369915" y="1409932"/>
                </a:cubicBezTo>
                <a:lnTo>
                  <a:pt x="2367072" y="1409082"/>
                </a:lnTo>
                <a:lnTo>
                  <a:pt x="2472614" y="1400738"/>
                </a:lnTo>
                <a:cubicBezTo>
                  <a:pt x="2541679" y="1387787"/>
                  <a:pt x="2606430" y="1361343"/>
                  <a:pt x="2656713" y="1329106"/>
                </a:cubicBezTo>
                <a:cubicBezTo>
                  <a:pt x="2712964" y="1291984"/>
                  <a:pt x="2763624" y="1246994"/>
                  <a:pt x="2807146" y="1195531"/>
                </a:cubicBezTo>
                <a:cubicBezTo>
                  <a:pt x="2824512" y="1175992"/>
                  <a:pt x="2841241" y="1155943"/>
                  <a:pt x="2857458" y="1136533"/>
                </a:cubicBezTo>
                <a:cubicBezTo>
                  <a:pt x="2878274" y="1111503"/>
                  <a:pt x="2898069" y="1087752"/>
                  <a:pt x="2919267" y="1064893"/>
                </a:cubicBezTo>
                <a:cubicBezTo>
                  <a:pt x="2995601" y="982334"/>
                  <a:pt x="3073585" y="936553"/>
                  <a:pt x="3155701" y="926365"/>
                </a:cubicBezTo>
                <a:close/>
                <a:moveTo>
                  <a:pt x="1955130" y="910009"/>
                </a:moveTo>
                <a:lnTo>
                  <a:pt x="1973401" y="919171"/>
                </a:lnTo>
                <a:lnTo>
                  <a:pt x="1986280" y="987123"/>
                </a:lnTo>
                <a:lnTo>
                  <a:pt x="1989005" y="1001289"/>
                </a:lnTo>
                <a:lnTo>
                  <a:pt x="1975010" y="996748"/>
                </a:lnTo>
                <a:lnTo>
                  <a:pt x="1965320" y="996682"/>
                </a:lnTo>
                <a:lnTo>
                  <a:pt x="1956911" y="927997"/>
                </a:lnTo>
                <a:close/>
                <a:moveTo>
                  <a:pt x="1915693" y="892437"/>
                </a:moveTo>
                <a:lnTo>
                  <a:pt x="1921967" y="893375"/>
                </a:lnTo>
                <a:lnTo>
                  <a:pt x="1942143" y="903494"/>
                </a:lnTo>
                <a:lnTo>
                  <a:pt x="1944781" y="930167"/>
                </a:lnTo>
                <a:lnTo>
                  <a:pt x="1952957" y="996598"/>
                </a:lnTo>
                <a:lnTo>
                  <a:pt x="1923244" y="996394"/>
                </a:lnTo>
                <a:lnTo>
                  <a:pt x="1923097" y="995760"/>
                </a:lnTo>
                <a:close/>
                <a:moveTo>
                  <a:pt x="1875702" y="886471"/>
                </a:moveTo>
                <a:lnTo>
                  <a:pt x="1903026" y="890549"/>
                </a:lnTo>
                <a:lnTo>
                  <a:pt x="1912954" y="996324"/>
                </a:lnTo>
                <a:lnTo>
                  <a:pt x="1891818" y="996179"/>
                </a:lnTo>
                <a:lnTo>
                  <a:pt x="1884922" y="997563"/>
                </a:lnTo>
                <a:lnTo>
                  <a:pt x="1878934" y="950996"/>
                </a:lnTo>
                <a:close/>
                <a:moveTo>
                  <a:pt x="1819715" y="882109"/>
                </a:moveTo>
                <a:lnTo>
                  <a:pt x="1820590" y="910289"/>
                </a:lnTo>
                <a:lnTo>
                  <a:pt x="1830961" y="1008384"/>
                </a:lnTo>
                <a:lnTo>
                  <a:pt x="1791791" y="1016239"/>
                </a:lnTo>
                <a:cubicBezTo>
                  <a:pt x="1652085" y="1055571"/>
                  <a:pt x="1492460" y="1135511"/>
                  <a:pt x="1353776" y="1235374"/>
                </a:cubicBezTo>
                <a:cubicBezTo>
                  <a:pt x="1265663" y="1298841"/>
                  <a:pt x="1168226" y="1330128"/>
                  <a:pt x="1092881" y="1319146"/>
                </a:cubicBezTo>
                <a:cubicBezTo>
                  <a:pt x="1008599" y="1306760"/>
                  <a:pt x="957647" y="1263723"/>
                  <a:pt x="908355" y="1221966"/>
                </a:cubicBezTo>
                <a:cubicBezTo>
                  <a:pt x="889496" y="1205466"/>
                  <a:pt x="869803" y="1189963"/>
                  <a:pt x="849358" y="1175483"/>
                </a:cubicBezTo>
                <a:cubicBezTo>
                  <a:pt x="723315" y="1089028"/>
                  <a:pt x="492813" y="1072300"/>
                  <a:pt x="296409" y="1207535"/>
                </a:cubicBezTo>
                <a:cubicBezTo>
                  <a:pt x="200697" y="1274131"/>
                  <a:pt x="117914" y="1374345"/>
                  <a:pt x="57974" y="1489212"/>
                </a:cubicBezTo>
                <a:lnTo>
                  <a:pt x="8776" y="1613636"/>
                </a:lnTo>
                <a:lnTo>
                  <a:pt x="16990" y="1569415"/>
                </a:lnTo>
                <a:cubicBezTo>
                  <a:pt x="67776" y="1398113"/>
                  <a:pt x="171357" y="1238216"/>
                  <a:pt x="300368" y="1141386"/>
                </a:cubicBezTo>
                <a:cubicBezTo>
                  <a:pt x="476723" y="1010364"/>
                  <a:pt x="680024" y="1011514"/>
                  <a:pt x="794955" y="1067957"/>
                </a:cubicBezTo>
                <a:cubicBezTo>
                  <a:pt x="814392" y="1077893"/>
                  <a:pt x="833316" y="1088812"/>
                  <a:pt x="851654" y="1100649"/>
                </a:cubicBezTo>
                <a:cubicBezTo>
                  <a:pt x="901202" y="1131170"/>
                  <a:pt x="952283" y="1162840"/>
                  <a:pt x="1034141" y="1168715"/>
                </a:cubicBezTo>
                <a:cubicBezTo>
                  <a:pt x="1107312" y="1174078"/>
                  <a:pt x="1199640" y="1142408"/>
                  <a:pt x="1286095" y="1082005"/>
                </a:cubicBezTo>
                <a:cubicBezTo>
                  <a:pt x="1426566" y="983293"/>
                  <a:pt x="1589130" y="914588"/>
                  <a:pt x="1735093" y="889048"/>
                </a:cubicBezTo>
                <a:close/>
                <a:moveTo>
                  <a:pt x="1836975" y="880694"/>
                </a:moveTo>
                <a:lnTo>
                  <a:pt x="1863525" y="884655"/>
                </a:lnTo>
                <a:lnTo>
                  <a:pt x="1871645" y="1000224"/>
                </a:lnTo>
                <a:lnTo>
                  <a:pt x="1844459" y="1005677"/>
                </a:lnTo>
                <a:lnTo>
                  <a:pt x="1834232" y="907388"/>
                </a:lnTo>
                <a:lnTo>
                  <a:pt x="1833426" y="880985"/>
                </a:lnTo>
                <a:close/>
                <a:moveTo>
                  <a:pt x="1983571" y="878497"/>
                </a:moveTo>
                <a:lnTo>
                  <a:pt x="1992027" y="890963"/>
                </a:lnTo>
                <a:lnTo>
                  <a:pt x="1998554" y="918601"/>
                </a:lnTo>
                <a:lnTo>
                  <a:pt x="1996940" y="916651"/>
                </a:lnTo>
                <a:lnTo>
                  <a:pt x="1989497" y="912840"/>
                </a:lnTo>
                <a:lnTo>
                  <a:pt x="1986456" y="889991"/>
                </a:lnTo>
                <a:close/>
                <a:moveTo>
                  <a:pt x="1946629" y="824042"/>
                </a:moveTo>
                <a:lnTo>
                  <a:pt x="1958757" y="841921"/>
                </a:lnTo>
                <a:lnTo>
                  <a:pt x="1970342" y="903036"/>
                </a:lnTo>
                <a:lnTo>
                  <a:pt x="1953594" y="894462"/>
                </a:lnTo>
                <a:close/>
                <a:moveTo>
                  <a:pt x="3213872" y="809746"/>
                </a:moveTo>
                <a:cubicBezTo>
                  <a:pt x="3405040" y="827752"/>
                  <a:pt x="3564666" y="1040503"/>
                  <a:pt x="3643203" y="1217241"/>
                </a:cubicBezTo>
                <a:cubicBezTo>
                  <a:pt x="3652462" y="1238376"/>
                  <a:pt x="3661688" y="1260149"/>
                  <a:pt x="3671089" y="1283406"/>
                </a:cubicBezTo>
                <a:lnTo>
                  <a:pt x="3678839" y="1303508"/>
                </a:lnTo>
                <a:lnTo>
                  <a:pt x="3686880" y="1368782"/>
                </a:lnTo>
                <a:lnTo>
                  <a:pt x="3670275" y="1332427"/>
                </a:lnTo>
                <a:cubicBezTo>
                  <a:pt x="3587525" y="1158881"/>
                  <a:pt x="3425600" y="945364"/>
                  <a:pt x="3241458" y="916248"/>
                </a:cubicBezTo>
                <a:cubicBezTo>
                  <a:pt x="3123206" y="897092"/>
                  <a:pt x="3014532" y="943194"/>
                  <a:pt x="2909433" y="1056720"/>
                </a:cubicBezTo>
                <a:cubicBezTo>
                  <a:pt x="2888108" y="1079833"/>
                  <a:pt x="2867292" y="1104863"/>
                  <a:pt x="2847245" y="1128998"/>
                </a:cubicBezTo>
                <a:cubicBezTo>
                  <a:pt x="2831152" y="1148281"/>
                  <a:pt x="2814552" y="1168203"/>
                  <a:pt x="2797186" y="1187613"/>
                </a:cubicBezTo>
                <a:cubicBezTo>
                  <a:pt x="2754176" y="1237582"/>
                  <a:pt x="2704205" y="1281104"/>
                  <a:pt x="2648795" y="1316847"/>
                </a:cubicBezTo>
                <a:cubicBezTo>
                  <a:pt x="2564705" y="1370770"/>
                  <a:pt x="2440171" y="1408457"/>
                  <a:pt x="2323900" y="1391607"/>
                </a:cubicBezTo>
                <a:lnTo>
                  <a:pt x="2317215" y="1390070"/>
                </a:lnTo>
                <a:lnTo>
                  <a:pt x="2423368" y="1380082"/>
                </a:lnTo>
                <a:cubicBezTo>
                  <a:pt x="2493879" y="1365025"/>
                  <a:pt x="2560849" y="1334496"/>
                  <a:pt x="2613423" y="1295778"/>
                </a:cubicBezTo>
                <a:cubicBezTo>
                  <a:pt x="2671437" y="1251835"/>
                  <a:pt x="2722709" y="1199643"/>
                  <a:pt x="2765643" y="1140875"/>
                </a:cubicBezTo>
                <a:cubicBezTo>
                  <a:pt x="2783009" y="1117762"/>
                  <a:pt x="2800121" y="1094010"/>
                  <a:pt x="2816722" y="1071151"/>
                </a:cubicBezTo>
                <a:cubicBezTo>
                  <a:pt x="2836899" y="1043057"/>
                  <a:pt x="2857843" y="1014068"/>
                  <a:pt x="2879552" y="987123"/>
                </a:cubicBezTo>
                <a:cubicBezTo>
                  <a:pt x="2982736" y="858145"/>
                  <a:pt x="3095496" y="798508"/>
                  <a:pt x="3213872" y="809746"/>
                </a:cubicBezTo>
                <a:close/>
                <a:moveTo>
                  <a:pt x="1908867" y="798382"/>
                </a:moveTo>
                <a:lnTo>
                  <a:pt x="1932623" y="814479"/>
                </a:lnTo>
                <a:lnTo>
                  <a:pt x="1933973" y="820840"/>
                </a:lnTo>
                <a:lnTo>
                  <a:pt x="1940592" y="887807"/>
                </a:lnTo>
                <a:lnTo>
                  <a:pt x="1928079" y="881402"/>
                </a:lnTo>
                <a:lnTo>
                  <a:pt x="1914750" y="879295"/>
                </a:lnTo>
                <a:lnTo>
                  <a:pt x="1914258" y="872448"/>
                </a:lnTo>
                <a:close/>
                <a:moveTo>
                  <a:pt x="1938117" y="780658"/>
                </a:moveTo>
                <a:lnTo>
                  <a:pt x="1951545" y="803871"/>
                </a:lnTo>
                <a:lnTo>
                  <a:pt x="1953165" y="812414"/>
                </a:lnTo>
                <a:lnTo>
                  <a:pt x="1943481" y="805767"/>
                </a:lnTo>
                <a:close/>
                <a:moveTo>
                  <a:pt x="1870006" y="774817"/>
                </a:moveTo>
                <a:lnTo>
                  <a:pt x="1877063" y="776831"/>
                </a:lnTo>
                <a:lnTo>
                  <a:pt x="1895244" y="789150"/>
                </a:lnTo>
                <a:lnTo>
                  <a:pt x="1901362" y="872830"/>
                </a:lnTo>
                <a:lnTo>
                  <a:pt x="1901776" y="877245"/>
                </a:lnTo>
                <a:lnTo>
                  <a:pt x="1875028" y="873016"/>
                </a:lnTo>
                <a:lnTo>
                  <a:pt x="1872245" y="817408"/>
                </a:lnTo>
                <a:close/>
                <a:moveTo>
                  <a:pt x="1829833" y="763359"/>
                </a:moveTo>
                <a:lnTo>
                  <a:pt x="1856433" y="770945"/>
                </a:lnTo>
                <a:lnTo>
                  <a:pt x="1858835" y="817919"/>
                </a:lnTo>
                <a:lnTo>
                  <a:pt x="1862569" y="871047"/>
                </a:lnTo>
                <a:lnTo>
                  <a:pt x="1839156" y="867345"/>
                </a:lnTo>
                <a:lnTo>
                  <a:pt x="1833024" y="867802"/>
                </a:lnTo>
                <a:lnTo>
                  <a:pt x="1829848" y="763773"/>
                </a:lnTo>
                <a:close/>
                <a:moveTo>
                  <a:pt x="1677243" y="747555"/>
                </a:moveTo>
                <a:cubicBezTo>
                  <a:pt x="1716383" y="744810"/>
                  <a:pt x="1752915" y="746015"/>
                  <a:pt x="1786373" y="750963"/>
                </a:cubicBezTo>
                <a:lnTo>
                  <a:pt x="1815894" y="759383"/>
                </a:lnTo>
                <a:lnTo>
                  <a:pt x="1816056" y="764284"/>
                </a:lnTo>
                <a:lnTo>
                  <a:pt x="1819303" y="868824"/>
                </a:lnTo>
                <a:lnTo>
                  <a:pt x="1732921" y="875257"/>
                </a:lnTo>
                <a:cubicBezTo>
                  <a:pt x="1585427" y="900286"/>
                  <a:pt x="1419543" y="971544"/>
                  <a:pt x="1277539" y="1070895"/>
                </a:cubicBezTo>
                <a:cubicBezTo>
                  <a:pt x="1194150" y="1129765"/>
                  <a:pt x="1105397" y="1160286"/>
                  <a:pt x="1034906" y="1155305"/>
                </a:cubicBezTo>
                <a:cubicBezTo>
                  <a:pt x="956497" y="1149304"/>
                  <a:pt x="907205" y="1118911"/>
                  <a:pt x="858806" y="1089157"/>
                </a:cubicBezTo>
                <a:cubicBezTo>
                  <a:pt x="840289" y="1077790"/>
                  <a:pt x="821133" y="1065914"/>
                  <a:pt x="800830" y="1055954"/>
                </a:cubicBezTo>
                <a:cubicBezTo>
                  <a:pt x="682706" y="997594"/>
                  <a:pt x="473022" y="996063"/>
                  <a:pt x="292322" y="1130659"/>
                </a:cubicBezTo>
                <a:cubicBezTo>
                  <a:pt x="204847" y="1196234"/>
                  <a:pt x="128865" y="1290414"/>
                  <a:pt x="72628" y="1397491"/>
                </a:cubicBezTo>
                <a:lnTo>
                  <a:pt x="21920" y="1522071"/>
                </a:lnTo>
                <a:lnTo>
                  <a:pt x="34383" y="1465324"/>
                </a:lnTo>
                <a:cubicBezTo>
                  <a:pt x="85127" y="1306768"/>
                  <a:pt x="179849" y="1158913"/>
                  <a:pt x="296409" y="1063998"/>
                </a:cubicBezTo>
                <a:cubicBezTo>
                  <a:pt x="459867" y="930934"/>
                  <a:pt x="641842" y="918930"/>
                  <a:pt x="747961" y="949067"/>
                </a:cubicBezTo>
                <a:cubicBezTo>
                  <a:pt x="767626" y="954686"/>
                  <a:pt x="785760" y="961583"/>
                  <a:pt x="805042" y="968861"/>
                </a:cubicBezTo>
                <a:cubicBezTo>
                  <a:pt x="851398" y="986612"/>
                  <a:pt x="899415" y="1004872"/>
                  <a:pt x="971054" y="1004872"/>
                </a:cubicBezTo>
                <a:lnTo>
                  <a:pt x="978207" y="1004872"/>
                </a:lnTo>
                <a:cubicBezTo>
                  <a:pt x="1045251" y="1003979"/>
                  <a:pt x="1130681" y="972054"/>
                  <a:pt x="1211261" y="917525"/>
                </a:cubicBezTo>
                <a:cubicBezTo>
                  <a:pt x="1354670" y="820217"/>
                  <a:pt x="1524002" y="758410"/>
                  <a:pt x="1677243" y="747555"/>
                </a:cubicBezTo>
                <a:close/>
                <a:moveTo>
                  <a:pt x="1899995" y="718561"/>
                </a:moveTo>
                <a:lnTo>
                  <a:pt x="1904239" y="722105"/>
                </a:lnTo>
                <a:lnTo>
                  <a:pt x="1918094" y="746051"/>
                </a:lnTo>
                <a:lnTo>
                  <a:pt x="1928604" y="795553"/>
                </a:lnTo>
                <a:lnTo>
                  <a:pt x="1907613" y="781144"/>
                </a:lnTo>
                <a:lnTo>
                  <a:pt x="1905081" y="746342"/>
                </a:lnTo>
                <a:close/>
                <a:moveTo>
                  <a:pt x="3189102" y="691238"/>
                </a:moveTo>
                <a:cubicBezTo>
                  <a:pt x="3379373" y="698134"/>
                  <a:pt x="3547044" y="900286"/>
                  <a:pt x="3628902" y="1097457"/>
                </a:cubicBezTo>
                <a:lnTo>
                  <a:pt x="3666102" y="1200113"/>
                </a:lnTo>
                <a:lnTo>
                  <a:pt x="3672392" y="1251174"/>
                </a:lnTo>
                <a:lnTo>
                  <a:pt x="3655717" y="1211750"/>
                </a:lnTo>
                <a:cubicBezTo>
                  <a:pt x="3575777" y="1031690"/>
                  <a:pt x="3412446" y="814981"/>
                  <a:pt x="3215405" y="796338"/>
                </a:cubicBezTo>
                <a:cubicBezTo>
                  <a:pt x="3092047" y="784717"/>
                  <a:pt x="2975457" y="846013"/>
                  <a:pt x="2869335" y="978695"/>
                </a:cubicBezTo>
                <a:cubicBezTo>
                  <a:pt x="2846734" y="1005895"/>
                  <a:pt x="2825790" y="1035011"/>
                  <a:pt x="2805485" y="1063233"/>
                </a:cubicBezTo>
                <a:cubicBezTo>
                  <a:pt x="2789139" y="1086092"/>
                  <a:pt x="2772155" y="1109716"/>
                  <a:pt x="2754404" y="1132702"/>
                </a:cubicBezTo>
                <a:cubicBezTo>
                  <a:pt x="2712251" y="1190423"/>
                  <a:pt x="2661910" y="1241696"/>
                  <a:pt x="2604994" y="1284922"/>
                </a:cubicBezTo>
                <a:cubicBezTo>
                  <a:pt x="2539410" y="1333266"/>
                  <a:pt x="2450879" y="1368517"/>
                  <a:pt x="2361761" y="1375700"/>
                </a:cubicBezTo>
                <a:lnTo>
                  <a:pt x="2289858" y="1373482"/>
                </a:lnTo>
                <a:lnTo>
                  <a:pt x="2285753" y="1370715"/>
                </a:lnTo>
                <a:lnTo>
                  <a:pt x="2378742" y="1359873"/>
                </a:lnTo>
                <a:cubicBezTo>
                  <a:pt x="2450148" y="1342084"/>
                  <a:pt x="2517911" y="1306966"/>
                  <a:pt x="2571154" y="1262829"/>
                </a:cubicBezTo>
                <a:cubicBezTo>
                  <a:pt x="2630407" y="1211480"/>
                  <a:pt x="2682009" y="1151921"/>
                  <a:pt x="2724397" y="1085963"/>
                </a:cubicBezTo>
                <a:cubicBezTo>
                  <a:pt x="2741635" y="1059912"/>
                  <a:pt x="2758875" y="1032585"/>
                  <a:pt x="2775476" y="1007044"/>
                </a:cubicBezTo>
                <a:cubicBezTo>
                  <a:pt x="2796419" y="974480"/>
                  <a:pt x="2818002" y="940767"/>
                  <a:pt x="2840350" y="909097"/>
                </a:cubicBezTo>
                <a:cubicBezTo>
                  <a:pt x="2946471" y="759942"/>
                  <a:pt x="3063954" y="686513"/>
                  <a:pt x="3189102" y="691238"/>
                </a:cubicBezTo>
                <a:close/>
                <a:moveTo>
                  <a:pt x="1865541" y="689799"/>
                </a:moveTo>
                <a:lnTo>
                  <a:pt x="1884493" y="705621"/>
                </a:lnTo>
                <a:lnTo>
                  <a:pt x="1892230" y="747906"/>
                </a:lnTo>
                <a:lnTo>
                  <a:pt x="1893975" y="771781"/>
                </a:lnTo>
                <a:lnTo>
                  <a:pt x="1883657" y="764699"/>
                </a:lnTo>
                <a:lnTo>
                  <a:pt x="1869255" y="760522"/>
                </a:lnTo>
                <a:close/>
                <a:moveTo>
                  <a:pt x="1892999" y="680357"/>
                </a:moveTo>
                <a:lnTo>
                  <a:pt x="1907017" y="707570"/>
                </a:lnTo>
                <a:lnTo>
                  <a:pt x="1896338" y="698594"/>
                </a:lnTo>
                <a:close/>
                <a:moveTo>
                  <a:pt x="1826552" y="659134"/>
                </a:moveTo>
                <a:lnTo>
                  <a:pt x="1830916" y="660894"/>
                </a:lnTo>
                <a:lnTo>
                  <a:pt x="1851688" y="678234"/>
                </a:lnTo>
                <a:lnTo>
                  <a:pt x="1855698" y="756590"/>
                </a:lnTo>
                <a:lnTo>
                  <a:pt x="1829381" y="748959"/>
                </a:lnTo>
                <a:close/>
                <a:moveTo>
                  <a:pt x="1854962" y="613361"/>
                </a:moveTo>
                <a:lnTo>
                  <a:pt x="1862043" y="620271"/>
                </a:lnTo>
                <a:lnTo>
                  <a:pt x="1872635" y="640830"/>
                </a:lnTo>
                <a:lnTo>
                  <a:pt x="1880819" y="685552"/>
                </a:lnTo>
                <a:lnTo>
                  <a:pt x="1864199" y="671582"/>
                </a:lnTo>
                <a:close/>
                <a:moveTo>
                  <a:pt x="1617864" y="607084"/>
                </a:moveTo>
                <a:cubicBezTo>
                  <a:pt x="1659781" y="607851"/>
                  <a:pt x="1698819" y="612910"/>
                  <a:pt x="1734488" y="621975"/>
                </a:cubicBezTo>
                <a:lnTo>
                  <a:pt x="1812393" y="653418"/>
                </a:lnTo>
                <a:lnTo>
                  <a:pt x="1815417" y="744909"/>
                </a:lnTo>
                <a:lnTo>
                  <a:pt x="1789233" y="737315"/>
                </a:lnTo>
                <a:cubicBezTo>
                  <a:pt x="1754415" y="732063"/>
                  <a:pt x="1716416" y="730762"/>
                  <a:pt x="1675712" y="733635"/>
                </a:cubicBezTo>
                <a:cubicBezTo>
                  <a:pt x="1520682" y="744618"/>
                  <a:pt x="1348412" y="807319"/>
                  <a:pt x="1203216" y="905776"/>
                </a:cubicBezTo>
                <a:cubicBezTo>
                  <a:pt x="1124679" y="959028"/>
                  <a:pt x="1042439" y="990059"/>
                  <a:pt x="977440" y="990953"/>
                </a:cubicBezTo>
                <a:cubicBezTo>
                  <a:pt x="905160" y="992102"/>
                  <a:pt x="856888" y="973713"/>
                  <a:pt x="810279" y="955964"/>
                </a:cubicBezTo>
                <a:cubicBezTo>
                  <a:pt x="791633" y="948556"/>
                  <a:pt x="772349" y="941532"/>
                  <a:pt x="752176" y="935786"/>
                </a:cubicBezTo>
                <a:cubicBezTo>
                  <a:pt x="642862" y="904754"/>
                  <a:pt x="455908" y="916887"/>
                  <a:pt x="288491" y="1053144"/>
                </a:cubicBezTo>
                <a:cubicBezTo>
                  <a:pt x="209508" y="1117506"/>
                  <a:pt x="140357" y="1205715"/>
                  <a:pt x="87760" y="1305115"/>
                </a:cubicBezTo>
                <a:lnTo>
                  <a:pt x="37428" y="1424664"/>
                </a:lnTo>
                <a:lnTo>
                  <a:pt x="53400" y="1363523"/>
                </a:lnTo>
                <a:cubicBezTo>
                  <a:pt x="104610" y="1217441"/>
                  <a:pt x="191789" y="1078973"/>
                  <a:pt x="293982" y="987123"/>
                </a:cubicBezTo>
                <a:cubicBezTo>
                  <a:pt x="432411" y="862615"/>
                  <a:pt x="595996" y="824559"/>
                  <a:pt x="702627" y="830689"/>
                </a:cubicBezTo>
                <a:cubicBezTo>
                  <a:pt x="723443" y="831838"/>
                  <a:pt x="742853" y="834392"/>
                  <a:pt x="763413" y="837075"/>
                </a:cubicBezTo>
                <a:cubicBezTo>
                  <a:pt x="815679" y="845579"/>
                  <a:pt x="868851" y="847035"/>
                  <a:pt x="921507" y="841416"/>
                </a:cubicBezTo>
                <a:cubicBezTo>
                  <a:pt x="983697" y="834392"/>
                  <a:pt x="1059680" y="803106"/>
                  <a:pt x="1135536" y="753430"/>
                </a:cubicBezTo>
                <a:cubicBezTo>
                  <a:pt x="1279965" y="658802"/>
                  <a:pt x="1460278" y="604146"/>
                  <a:pt x="1617864" y="607084"/>
                </a:cubicBezTo>
                <a:close/>
                <a:moveTo>
                  <a:pt x="1850521" y="585375"/>
                </a:moveTo>
                <a:lnTo>
                  <a:pt x="1854610" y="594308"/>
                </a:lnTo>
                <a:lnTo>
                  <a:pt x="1851449" y="591206"/>
                </a:lnTo>
                <a:close/>
                <a:moveTo>
                  <a:pt x="1821388" y="580601"/>
                </a:moveTo>
                <a:lnTo>
                  <a:pt x="1839078" y="597862"/>
                </a:lnTo>
                <a:lnTo>
                  <a:pt x="1848706" y="658563"/>
                </a:lnTo>
                <a:lnTo>
                  <a:pt x="1838242" y="649769"/>
                </a:lnTo>
                <a:lnTo>
                  <a:pt x="1826103" y="644828"/>
                </a:lnTo>
                <a:lnTo>
                  <a:pt x="1824852" y="605137"/>
                </a:lnTo>
                <a:close/>
                <a:moveTo>
                  <a:pt x="3163689" y="571073"/>
                </a:moveTo>
                <a:cubicBezTo>
                  <a:pt x="3363794" y="567624"/>
                  <a:pt x="3537467" y="778842"/>
                  <a:pt x="3614088" y="976268"/>
                </a:cubicBezTo>
                <a:lnTo>
                  <a:pt x="3653729" y="1098055"/>
                </a:lnTo>
                <a:lnTo>
                  <a:pt x="3659136" y="1142681"/>
                </a:lnTo>
                <a:lnTo>
                  <a:pt x="3640521" y="1091327"/>
                </a:lnTo>
                <a:cubicBezTo>
                  <a:pt x="3557005" y="890070"/>
                  <a:pt x="3384864" y="683832"/>
                  <a:pt x="3188719" y="676681"/>
                </a:cubicBezTo>
                <a:cubicBezTo>
                  <a:pt x="3058335" y="671956"/>
                  <a:pt x="2937657" y="747044"/>
                  <a:pt x="2828474" y="900286"/>
                </a:cubicBezTo>
                <a:cubicBezTo>
                  <a:pt x="2805868" y="932211"/>
                  <a:pt x="2784288" y="966051"/>
                  <a:pt x="2763345" y="998743"/>
                </a:cubicBezTo>
                <a:cubicBezTo>
                  <a:pt x="2747126" y="1024666"/>
                  <a:pt x="2729887" y="1051866"/>
                  <a:pt x="2712265" y="1077407"/>
                </a:cubicBezTo>
                <a:cubicBezTo>
                  <a:pt x="2670520" y="1142330"/>
                  <a:pt x="2619680" y="1200945"/>
                  <a:pt x="2561321" y="1251464"/>
                </a:cubicBezTo>
                <a:cubicBezTo>
                  <a:pt x="2495021" y="1306415"/>
                  <a:pt x="2405487" y="1347144"/>
                  <a:pt x="2315311" y="1356355"/>
                </a:cubicBezTo>
                <a:lnTo>
                  <a:pt x="2262767" y="1355218"/>
                </a:lnTo>
                <a:lnTo>
                  <a:pt x="2261808" y="1354571"/>
                </a:lnTo>
                <a:lnTo>
                  <a:pt x="2257235" y="1348737"/>
                </a:lnTo>
                <a:lnTo>
                  <a:pt x="2305412" y="1343688"/>
                </a:lnTo>
                <a:cubicBezTo>
                  <a:pt x="2388232" y="1325987"/>
                  <a:pt x="2467821" y="1282907"/>
                  <a:pt x="2526715" y="1228350"/>
                </a:cubicBezTo>
                <a:cubicBezTo>
                  <a:pt x="2587130" y="1169519"/>
                  <a:pt x="2639169" y="1102655"/>
                  <a:pt x="2681362" y="1029647"/>
                </a:cubicBezTo>
                <a:cubicBezTo>
                  <a:pt x="2699112" y="1001171"/>
                  <a:pt x="2716097" y="971926"/>
                  <a:pt x="2732442" y="943705"/>
                </a:cubicBezTo>
                <a:cubicBezTo>
                  <a:pt x="2754278" y="906161"/>
                  <a:pt x="2776881" y="866573"/>
                  <a:pt x="2800507" y="829540"/>
                </a:cubicBezTo>
                <a:cubicBezTo>
                  <a:pt x="2909564" y="660463"/>
                  <a:pt x="3031647" y="573371"/>
                  <a:pt x="3163689" y="571073"/>
                </a:cubicBezTo>
                <a:close/>
                <a:moveTo>
                  <a:pt x="1811252" y="508844"/>
                </a:moveTo>
                <a:lnTo>
                  <a:pt x="1819811" y="518288"/>
                </a:lnTo>
                <a:lnTo>
                  <a:pt x="1825092" y="529822"/>
                </a:lnTo>
                <a:lnTo>
                  <a:pt x="1830231" y="542084"/>
                </a:lnTo>
                <a:lnTo>
                  <a:pt x="1835551" y="575626"/>
                </a:lnTo>
                <a:lnTo>
                  <a:pt x="1818294" y="558711"/>
                </a:lnTo>
                <a:close/>
                <a:moveTo>
                  <a:pt x="3138020" y="452437"/>
                </a:moveTo>
                <a:cubicBezTo>
                  <a:pt x="3349746" y="438390"/>
                  <a:pt x="3525335" y="652163"/>
                  <a:pt x="3598891" y="856485"/>
                </a:cubicBezTo>
                <a:lnTo>
                  <a:pt x="3642692" y="1006974"/>
                </a:lnTo>
                <a:lnTo>
                  <a:pt x="3645843" y="1032971"/>
                </a:lnTo>
                <a:lnTo>
                  <a:pt x="3625837" y="971415"/>
                </a:lnTo>
                <a:cubicBezTo>
                  <a:pt x="3548321" y="771308"/>
                  <a:pt x="3371839" y="557663"/>
                  <a:pt x="3167521" y="557663"/>
                </a:cubicBezTo>
                <a:lnTo>
                  <a:pt x="3162668" y="557663"/>
                </a:lnTo>
                <a:cubicBezTo>
                  <a:pt x="3025899" y="559962"/>
                  <a:pt x="2899986" y="648970"/>
                  <a:pt x="2788503" y="822389"/>
                </a:cubicBezTo>
                <a:cubicBezTo>
                  <a:pt x="2764622" y="859932"/>
                  <a:pt x="2741892" y="899010"/>
                  <a:pt x="2719927" y="937320"/>
                </a:cubicBezTo>
                <a:cubicBezTo>
                  <a:pt x="2703709" y="965542"/>
                  <a:pt x="2686853" y="994785"/>
                  <a:pt x="2669486" y="1023007"/>
                </a:cubicBezTo>
                <a:cubicBezTo>
                  <a:pt x="2627841" y="1094928"/>
                  <a:pt x="2576596" y="1160835"/>
                  <a:pt x="2517137" y="1218901"/>
                </a:cubicBezTo>
                <a:cubicBezTo>
                  <a:pt x="2451914" y="1279240"/>
                  <a:pt x="2360791" y="1325194"/>
                  <a:pt x="2268927" y="1336696"/>
                </a:cubicBezTo>
                <a:lnTo>
                  <a:pt x="2247666" y="1336526"/>
                </a:lnTo>
                <a:lnTo>
                  <a:pt x="2240002" y="1326747"/>
                </a:lnTo>
                <a:lnTo>
                  <a:pt x="2259745" y="1324317"/>
                </a:lnTo>
                <a:cubicBezTo>
                  <a:pt x="2343630" y="1304053"/>
                  <a:pt x="2424092" y="1255867"/>
                  <a:pt x="2483550" y="1195277"/>
                </a:cubicBezTo>
                <a:cubicBezTo>
                  <a:pt x="2552255" y="1125040"/>
                  <a:pt x="2602952" y="1040503"/>
                  <a:pt x="2639476" y="974736"/>
                </a:cubicBezTo>
                <a:cubicBezTo>
                  <a:pt x="2656331" y="944342"/>
                  <a:pt x="2672804" y="912929"/>
                  <a:pt x="2688768" y="882664"/>
                </a:cubicBezTo>
                <a:cubicBezTo>
                  <a:pt x="2711755" y="839118"/>
                  <a:pt x="2734868" y="794166"/>
                  <a:pt x="2760407" y="751514"/>
                </a:cubicBezTo>
                <a:cubicBezTo>
                  <a:pt x="2837155" y="621131"/>
                  <a:pt x="2964986" y="463420"/>
                  <a:pt x="3138020" y="452437"/>
                </a:cubicBezTo>
                <a:close/>
                <a:moveTo>
                  <a:pt x="3112480" y="334059"/>
                </a:moveTo>
                <a:cubicBezTo>
                  <a:pt x="3325227" y="310689"/>
                  <a:pt x="3510649" y="518971"/>
                  <a:pt x="3584078" y="736957"/>
                </a:cubicBezTo>
                <a:lnTo>
                  <a:pt x="3612681" y="858522"/>
                </a:lnTo>
                <a:lnTo>
                  <a:pt x="3610895" y="852398"/>
                </a:lnTo>
                <a:cubicBezTo>
                  <a:pt x="3535679" y="643862"/>
                  <a:pt x="3354981" y="424982"/>
                  <a:pt x="3136489" y="439539"/>
                </a:cubicBezTo>
                <a:cubicBezTo>
                  <a:pt x="2957577" y="451544"/>
                  <a:pt x="2826558" y="612064"/>
                  <a:pt x="2748149" y="745257"/>
                </a:cubicBezTo>
                <a:cubicBezTo>
                  <a:pt x="2722992" y="787525"/>
                  <a:pt x="2699239" y="833243"/>
                  <a:pt x="2676251" y="876916"/>
                </a:cubicBezTo>
                <a:cubicBezTo>
                  <a:pt x="2660290" y="907183"/>
                  <a:pt x="2643817" y="938342"/>
                  <a:pt x="2627086" y="968734"/>
                </a:cubicBezTo>
                <a:cubicBezTo>
                  <a:pt x="2591458" y="1032585"/>
                  <a:pt x="2541400" y="1116740"/>
                  <a:pt x="2473846" y="1185826"/>
                </a:cubicBezTo>
                <a:cubicBezTo>
                  <a:pt x="2424550" y="1236092"/>
                  <a:pt x="2360438" y="1277605"/>
                  <a:pt x="2292234" y="1300934"/>
                </a:cubicBezTo>
                <a:lnTo>
                  <a:pt x="2231427" y="1315807"/>
                </a:lnTo>
                <a:lnTo>
                  <a:pt x="2221381" y="1302987"/>
                </a:lnTo>
                <a:lnTo>
                  <a:pt x="2225861" y="1302162"/>
                </a:lnTo>
                <a:cubicBezTo>
                  <a:pt x="2306376" y="1277670"/>
                  <a:pt x="2382908" y="1226217"/>
                  <a:pt x="2440133" y="1162585"/>
                </a:cubicBezTo>
                <a:cubicBezTo>
                  <a:pt x="2527608" y="1065532"/>
                  <a:pt x="2587499" y="942173"/>
                  <a:pt x="2645349" y="822900"/>
                </a:cubicBezTo>
                <a:cubicBezTo>
                  <a:pt x="2669486" y="773479"/>
                  <a:pt x="2694131" y="722398"/>
                  <a:pt x="2720565" y="673872"/>
                </a:cubicBezTo>
                <a:cubicBezTo>
                  <a:pt x="2798973" y="529953"/>
                  <a:pt x="2930632" y="354108"/>
                  <a:pt x="3112480" y="334059"/>
                </a:cubicBezTo>
                <a:close/>
                <a:moveTo>
                  <a:pt x="1147215" y="407"/>
                </a:moveTo>
                <a:cubicBezTo>
                  <a:pt x="1036831" y="4053"/>
                  <a:pt x="927256" y="32230"/>
                  <a:pt x="826882" y="84659"/>
                </a:cubicBezTo>
                <a:cubicBezTo>
                  <a:pt x="462804" y="280552"/>
                  <a:pt x="239456" y="702093"/>
                  <a:pt x="60674" y="1040886"/>
                </a:cubicBezTo>
                <a:lnTo>
                  <a:pt x="72550" y="1047143"/>
                </a:lnTo>
                <a:cubicBezTo>
                  <a:pt x="250821" y="709501"/>
                  <a:pt x="473022" y="290002"/>
                  <a:pt x="832885" y="96023"/>
                </a:cubicBezTo>
                <a:cubicBezTo>
                  <a:pt x="1029950" y="-6866"/>
                  <a:pt x="1263109" y="-14579"/>
                  <a:pt x="1466537" y="75081"/>
                </a:cubicBezTo>
                <a:cubicBezTo>
                  <a:pt x="1592963" y="131493"/>
                  <a:pt x="1689218" y="221522"/>
                  <a:pt x="1746199" y="334933"/>
                </a:cubicBezTo>
                <a:lnTo>
                  <a:pt x="1760742" y="375280"/>
                </a:lnTo>
                <a:lnTo>
                  <a:pt x="1702385" y="303985"/>
                </a:lnTo>
                <a:cubicBezTo>
                  <a:pt x="1634114" y="241284"/>
                  <a:pt x="1546032" y="195566"/>
                  <a:pt x="1442786" y="171112"/>
                </a:cubicBezTo>
                <a:cubicBezTo>
                  <a:pt x="1259084" y="129302"/>
                  <a:pt x="1066411" y="156911"/>
                  <a:pt x="901843" y="248626"/>
                </a:cubicBezTo>
                <a:lnTo>
                  <a:pt x="861361" y="271868"/>
                </a:lnTo>
                <a:cubicBezTo>
                  <a:pt x="820624" y="295365"/>
                  <a:pt x="782186" y="317457"/>
                  <a:pt x="745408" y="337635"/>
                </a:cubicBezTo>
                <a:cubicBezTo>
                  <a:pt x="678715" y="373620"/>
                  <a:pt x="615078" y="415009"/>
                  <a:pt x="555134" y="461377"/>
                </a:cubicBezTo>
                <a:cubicBezTo>
                  <a:pt x="448307" y="543438"/>
                  <a:pt x="353036" y="639521"/>
                  <a:pt x="271892" y="747044"/>
                </a:cubicBezTo>
                <a:cubicBezTo>
                  <a:pt x="179541" y="873724"/>
                  <a:pt x="103433" y="1011475"/>
                  <a:pt x="45350" y="1157094"/>
                </a:cubicBezTo>
                <a:lnTo>
                  <a:pt x="58120" y="1162074"/>
                </a:lnTo>
                <a:cubicBezTo>
                  <a:pt x="115672" y="1017720"/>
                  <a:pt x="191046" y="881132"/>
                  <a:pt x="282491" y="755473"/>
                </a:cubicBezTo>
                <a:cubicBezTo>
                  <a:pt x="362971" y="648932"/>
                  <a:pt x="457472" y="553731"/>
                  <a:pt x="563434" y="472487"/>
                </a:cubicBezTo>
                <a:cubicBezTo>
                  <a:pt x="622789" y="426438"/>
                  <a:pt x="685832" y="385357"/>
                  <a:pt x="751921" y="349638"/>
                </a:cubicBezTo>
                <a:cubicBezTo>
                  <a:pt x="788825" y="329462"/>
                  <a:pt x="829817" y="306219"/>
                  <a:pt x="868129" y="283744"/>
                </a:cubicBezTo>
                <a:lnTo>
                  <a:pt x="908612" y="260503"/>
                </a:lnTo>
                <a:cubicBezTo>
                  <a:pt x="1070248" y="170499"/>
                  <a:pt x="1259458" y="143439"/>
                  <a:pt x="1439849" y="184520"/>
                </a:cubicBezTo>
                <a:cubicBezTo>
                  <a:pt x="1540542" y="208209"/>
                  <a:pt x="1626451" y="252681"/>
                  <a:pt x="1693031" y="313691"/>
                </a:cubicBezTo>
                <a:lnTo>
                  <a:pt x="1774216" y="412664"/>
                </a:lnTo>
                <a:lnTo>
                  <a:pt x="1789752" y="455758"/>
                </a:lnTo>
                <a:lnTo>
                  <a:pt x="1791466" y="468032"/>
                </a:lnTo>
                <a:lnTo>
                  <a:pt x="1747371" y="419251"/>
                </a:lnTo>
                <a:cubicBezTo>
                  <a:pt x="1682194" y="365729"/>
                  <a:pt x="1598519" y="328695"/>
                  <a:pt x="1500763" y="311838"/>
                </a:cubicBezTo>
                <a:cubicBezTo>
                  <a:pt x="1319777" y="284038"/>
                  <a:pt x="1134752" y="319819"/>
                  <a:pt x="977185" y="413105"/>
                </a:cubicBezTo>
                <a:cubicBezTo>
                  <a:pt x="922010" y="447470"/>
                  <a:pt x="863891" y="476879"/>
                  <a:pt x="803513" y="500964"/>
                </a:cubicBezTo>
                <a:lnTo>
                  <a:pt x="760732" y="516798"/>
                </a:lnTo>
                <a:cubicBezTo>
                  <a:pt x="701608" y="538636"/>
                  <a:pt x="655379" y="556003"/>
                  <a:pt x="604299" y="579627"/>
                </a:cubicBezTo>
                <a:cubicBezTo>
                  <a:pt x="479134" y="637285"/>
                  <a:pt x="367360" y="720406"/>
                  <a:pt x="276105" y="823665"/>
                </a:cubicBezTo>
                <a:cubicBezTo>
                  <a:pt x="171902" y="943450"/>
                  <a:pt x="82510" y="1107800"/>
                  <a:pt x="30792" y="1274451"/>
                </a:cubicBezTo>
                <a:lnTo>
                  <a:pt x="43562" y="1278409"/>
                </a:lnTo>
                <a:cubicBezTo>
                  <a:pt x="94642" y="1113419"/>
                  <a:pt x="183012" y="950983"/>
                  <a:pt x="286195" y="832476"/>
                </a:cubicBezTo>
                <a:cubicBezTo>
                  <a:pt x="376187" y="730814"/>
                  <a:pt x="486400" y="649046"/>
                  <a:pt x="609790" y="592398"/>
                </a:cubicBezTo>
                <a:cubicBezTo>
                  <a:pt x="659849" y="568263"/>
                  <a:pt x="706332" y="551662"/>
                  <a:pt x="765202" y="529952"/>
                </a:cubicBezTo>
                <a:lnTo>
                  <a:pt x="807982" y="513990"/>
                </a:lnTo>
                <a:cubicBezTo>
                  <a:pt x="869176" y="489561"/>
                  <a:pt x="928030" y="459639"/>
                  <a:pt x="983826" y="424599"/>
                </a:cubicBezTo>
                <a:cubicBezTo>
                  <a:pt x="1138750" y="332539"/>
                  <a:pt x="1320874" y="297229"/>
                  <a:pt x="1498973" y="324736"/>
                </a:cubicBezTo>
                <a:cubicBezTo>
                  <a:pt x="1594049" y="341146"/>
                  <a:pt x="1675457" y="377062"/>
                  <a:pt x="1738829" y="428941"/>
                </a:cubicBezTo>
                <a:lnTo>
                  <a:pt x="1794601" y="490474"/>
                </a:lnTo>
                <a:lnTo>
                  <a:pt x="1801890" y="542632"/>
                </a:lnTo>
                <a:lnTo>
                  <a:pt x="1792941" y="533863"/>
                </a:lnTo>
                <a:cubicBezTo>
                  <a:pt x="1730847" y="489566"/>
                  <a:pt x="1651577" y="461377"/>
                  <a:pt x="1559377" y="452310"/>
                </a:cubicBezTo>
                <a:cubicBezTo>
                  <a:pt x="1392089" y="435835"/>
                  <a:pt x="1202579" y="482575"/>
                  <a:pt x="1052401" y="577201"/>
                </a:cubicBezTo>
                <a:cubicBezTo>
                  <a:pt x="1003620" y="607849"/>
                  <a:pt x="930958" y="647820"/>
                  <a:pt x="861488" y="664038"/>
                </a:cubicBezTo>
                <a:cubicBezTo>
                  <a:pt x="818208" y="673909"/>
                  <a:pt x="774430" y="681456"/>
                  <a:pt x="730340" y="686641"/>
                </a:cubicBezTo>
                <a:cubicBezTo>
                  <a:pt x="704798" y="689962"/>
                  <a:pt x="680025" y="693154"/>
                  <a:pt x="653719" y="698262"/>
                </a:cubicBezTo>
                <a:cubicBezTo>
                  <a:pt x="512016" y="727098"/>
                  <a:pt x="382086" y="797422"/>
                  <a:pt x="280447" y="900286"/>
                </a:cubicBezTo>
                <a:cubicBezTo>
                  <a:pt x="157599" y="1024156"/>
                  <a:pt x="58885" y="1207662"/>
                  <a:pt x="16106" y="1391297"/>
                </a:cubicBezTo>
                <a:lnTo>
                  <a:pt x="28876" y="1394362"/>
                </a:lnTo>
                <a:cubicBezTo>
                  <a:pt x="71144" y="1213026"/>
                  <a:pt x="168580" y="1031945"/>
                  <a:pt x="289641" y="909735"/>
                </a:cubicBezTo>
                <a:cubicBezTo>
                  <a:pt x="389939" y="809209"/>
                  <a:pt x="517484" y="740263"/>
                  <a:pt x="656528" y="711415"/>
                </a:cubicBezTo>
                <a:cubicBezTo>
                  <a:pt x="682835" y="706435"/>
                  <a:pt x="707607" y="703242"/>
                  <a:pt x="733150" y="699922"/>
                </a:cubicBezTo>
                <a:cubicBezTo>
                  <a:pt x="777627" y="694852"/>
                  <a:pt x="821792" y="687343"/>
                  <a:pt x="865447" y="677446"/>
                </a:cubicBezTo>
                <a:cubicBezTo>
                  <a:pt x="936831" y="660846"/>
                  <a:pt x="1010900" y="620236"/>
                  <a:pt x="1060446" y="588950"/>
                </a:cubicBezTo>
                <a:cubicBezTo>
                  <a:pt x="1207686" y="495856"/>
                  <a:pt x="1394130" y="449883"/>
                  <a:pt x="1558483" y="466102"/>
                </a:cubicBezTo>
                <a:cubicBezTo>
                  <a:pt x="1647874" y="474850"/>
                  <a:pt x="1724493" y="501985"/>
                  <a:pt x="1784641" y="544749"/>
                </a:cubicBezTo>
                <a:lnTo>
                  <a:pt x="1804955" y="564570"/>
                </a:lnTo>
                <a:lnTo>
                  <a:pt x="1810853" y="606766"/>
                </a:lnTo>
                <a:lnTo>
                  <a:pt x="1811919" y="639057"/>
                </a:lnTo>
                <a:lnTo>
                  <a:pt x="1738305" y="609100"/>
                </a:lnTo>
                <a:cubicBezTo>
                  <a:pt x="1701364" y="599630"/>
                  <a:pt x="1660962" y="594346"/>
                  <a:pt x="1617606" y="593548"/>
                </a:cubicBezTo>
                <a:cubicBezTo>
                  <a:pt x="1458108" y="590483"/>
                  <a:pt x="1274346" y="646161"/>
                  <a:pt x="1127745" y="742192"/>
                </a:cubicBezTo>
                <a:cubicBezTo>
                  <a:pt x="1053551" y="790719"/>
                  <a:pt x="979612" y="821240"/>
                  <a:pt x="919464" y="828008"/>
                </a:cubicBezTo>
                <a:cubicBezTo>
                  <a:pt x="867916" y="833525"/>
                  <a:pt x="815861" y="832106"/>
                  <a:pt x="764690" y="823792"/>
                </a:cubicBezTo>
                <a:cubicBezTo>
                  <a:pt x="743874" y="820984"/>
                  <a:pt x="724208" y="818430"/>
                  <a:pt x="702881" y="817281"/>
                </a:cubicBezTo>
                <a:cubicBezTo>
                  <a:pt x="593570" y="811022"/>
                  <a:pt x="426025" y="851121"/>
                  <a:pt x="285426" y="977290"/>
                </a:cubicBezTo>
                <a:cubicBezTo>
                  <a:pt x="144827" y="1103459"/>
                  <a:pt x="36280" y="1307016"/>
                  <a:pt x="2185" y="1508400"/>
                </a:cubicBezTo>
                <a:lnTo>
                  <a:pt x="11374" y="1510053"/>
                </a:lnTo>
                <a:lnTo>
                  <a:pt x="0" y="1561947"/>
                </a:lnTo>
                <a:lnTo>
                  <a:pt x="0" y="1671412"/>
                </a:lnTo>
                <a:lnTo>
                  <a:pt x="48514" y="1538362"/>
                </a:lnTo>
                <a:cubicBezTo>
                  <a:pt x="108195" y="1407662"/>
                  <a:pt x="197863" y="1292448"/>
                  <a:pt x="303815" y="1219539"/>
                </a:cubicBezTo>
                <a:cubicBezTo>
                  <a:pt x="495240" y="1087752"/>
                  <a:pt x="719228" y="1103586"/>
                  <a:pt x="841564" y="1187359"/>
                </a:cubicBezTo>
                <a:cubicBezTo>
                  <a:pt x="861743" y="1201278"/>
                  <a:pt x="880003" y="1216729"/>
                  <a:pt x="899415" y="1233075"/>
                </a:cubicBezTo>
                <a:cubicBezTo>
                  <a:pt x="950495" y="1276110"/>
                  <a:pt x="1002981" y="1320551"/>
                  <a:pt x="1090965" y="1333321"/>
                </a:cubicBezTo>
                <a:cubicBezTo>
                  <a:pt x="1170141" y="1344814"/>
                  <a:pt x="1270897" y="1312633"/>
                  <a:pt x="1361693" y="1247123"/>
                </a:cubicBezTo>
                <a:cubicBezTo>
                  <a:pt x="1499484" y="1148154"/>
                  <a:pt x="1658216" y="1068852"/>
                  <a:pt x="1795877" y="1030031"/>
                </a:cubicBezTo>
                <a:lnTo>
                  <a:pt x="1833705" y="1022350"/>
                </a:lnTo>
                <a:lnTo>
                  <a:pt x="1854656" y="1107667"/>
                </a:lnTo>
                <a:lnTo>
                  <a:pt x="1874505" y="1148146"/>
                </a:lnTo>
                <a:lnTo>
                  <a:pt x="1848619" y="1156966"/>
                </a:lnTo>
                <a:cubicBezTo>
                  <a:pt x="1699324" y="1220983"/>
                  <a:pt x="1558133" y="1302418"/>
                  <a:pt x="1427970" y="1399599"/>
                </a:cubicBezTo>
                <a:cubicBezTo>
                  <a:pt x="1334494" y="1468685"/>
                  <a:pt x="1230417" y="1499717"/>
                  <a:pt x="1149325" y="1482604"/>
                </a:cubicBezTo>
                <a:cubicBezTo>
                  <a:pt x="1059936" y="1463960"/>
                  <a:pt x="1008089" y="1408537"/>
                  <a:pt x="957774" y="1354903"/>
                </a:cubicBezTo>
                <a:cubicBezTo>
                  <a:pt x="938493" y="1334599"/>
                  <a:pt x="918699" y="1313400"/>
                  <a:pt x="897245" y="1294884"/>
                </a:cubicBezTo>
                <a:cubicBezTo>
                  <a:pt x="766989" y="1182251"/>
                  <a:pt x="520014" y="1143046"/>
                  <a:pt x="299857" y="1284412"/>
                </a:cubicBezTo>
                <a:cubicBezTo>
                  <a:pt x="194504" y="1352605"/>
                  <a:pt x="104889" y="1457702"/>
                  <a:pt x="41614" y="1579530"/>
                </a:cubicBezTo>
                <a:lnTo>
                  <a:pt x="0" y="1688171"/>
                </a:lnTo>
                <a:lnTo>
                  <a:pt x="0" y="1728239"/>
                </a:lnTo>
                <a:lnTo>
                  <a:pt x="54447" y="1586681"/>
                </a:lnTo>
                <a:cubicBezTo>
                  <a:pt x="116957" y="1466034"/>
                  <a:pt x="204976" y="1361607"/>
                  <a:pt x="307137" y="1295649"/>
                </a:cubicBezTo>
                <a:cubicBezTo>
                  <a:pt x="519504" y="1159392"/>
                  <a:pt x="765072" y="1198852"/>
                  <a:pt x="888434" y="1305100"/>
                </a:cubicBezTo>
                <a:cubicBezTo>
                  <a:pt x="909276" y="1323769"/>
                  <a:pt x="929139" y="1343499"/>
                  <a:pt x="947942" y="1364226"/>
                </a:cubicBezTo>
                <a:cubicBezTo>
                  <a:pt x="999789" y="1419391"/>
                  <a:pt x="1053295" y="1476220"/>
                  <a:pt x="1147156" y="1496012"/>
                </a:cubicBezTo>
                <a:cubicBezTo>
                  <a:pt x="1232207" y="1513892"/>
                  <a:pt x="1340113" y="1481966"/>
                  <a:pt x="1436526" y="1410580"/>
                </a:cubicBezTo>
                <a:cubicBezTo>
                  <a:pt x="1565829" y="1314116"/>
                  <a:pt x="1706079" y="1233268"/>
                  <a:pt x="1854366" y="1169737"/>
                </a:cubicBezTo>
                <a:lnTo>
                  <a:pt x="1880648" y="1160671"/>
                </a:lnTo>
                <a:lnTo>
                  <a:pt x="1895427" y="1190814"/>
                </a:lnTo>
                <a:cubicBezTo>
                  <a:pt x="1912538" y="1216355"/>
                  <a:pt x="1933462" y="1239573"/>
                  <a:pt x="1959081" y="1260022"/>
                </a:cubicBezTo>
                <a:lnTo>
                  <a:pt x="1970807" y="1267133"/>
                </a:lnTo>
                <a:lnTo>
                  <a:pt x="1907744" y="1299098"/>
                </a:lnTo>
                <a:cubicBezTo>
                  <a:pt x="1767477" y="1378476"/>
                  <a:pt x="1632740" y="1467254"/>
                  <a:pt x="1504462" y="1564844"/>
                </a:cubicBezTo>
                <a:cubicBezTo>
                  <a:pt x="1407156" y="1638656"/>
                  <a:pt x="1293630" y="1670324"/>
                  <a:pt x="1208069" y="1647338"/>
                </a:cubicBezTo>
                <a:cubicBezTo>
                  <a:pt x="1112932" y="1621798"/>
                  <a:pt x="1060445" y="1553606"/>
                  <a:pt x="1008854" y="1487712"/>
                </a:cubicBezTo>
                <a:cubicBezTo>
                  <a:pt x="989333" y="1462044"/>
                  <a:pt x="968488" y="1437410"/>
                  <a:pt x="946408" y="1413900"/>
                </a:cubicBezTo>
                <a:cubicBezTo>
                  <a:pt x="815771" y="1279558"/>
                  <a:pt x="546193" y="1215326"/>
                  <a:pt x="304965" y="1360776"/>
                </a:cubicBezTo>
                <a:cubicBezTo>
                  <a:pt x="191629" y="1429545"/>
                  <a:pt x="95311" y="1540741"/>
                  <a:pt x="28315" y="1670437"/>
                </a:cubicBezTo>
                <a:lnTo>
                  <a:pt x="0" y="1746016"/>
                </a:lnTo>
                <a:lnTo>
                  <a:pt x="0" y="1783074"/>
                </a:lnTo>
                <a:lnTo>
                  <a:pt x="39554" y="1677189"/>
                </a:lnTo>
                <a:cubicBezTo>
                  <a:pt x="105336" y="1549615"/>
                  <a:pt x="199994" y="1440271"/>
                  <a:pt x="311351" y="1372653"/>
                </a:cubicBezTo>
                <a:cubicBezTo>
                  <a:pt x="546704" y="1230904"/>
                  <a:pt x="808492" y="1293223"/>
                  <a:pt x="936192" y="1423734"/>
                </a:cubicBezTo>
                <a:cubicBezTo>
                  <a:pt x="957933" y="1446937"/>
                  <a:pt x="978476" y="1471225"/>
                  <a:pt x="997743" y="1496523"/>
                </a:cubicBezTo>
                <a:cubicBezTo>
                  <a:pt x="1050486" y="1563566"/>
                  <a:pt x="1105143" y="1633035"/>
                  <a:pt x="1204494" y="1659599"/>
                </a:cubicBezTo>
                <a:cubicBezTo>
                  <a:pt x="1294010" y="1683605"/>
                  <a:pt x="1412137" y="1651553"/>
                  <a:pt x="1512509" y="1574932"/>
                </a:cubicBezTo>
                <a:cubicBezTo>
                  <a:pt x="1640414" y="1477586"/>
                  <a:pt x="1774768" y="1389011"/>
                  <a:pt x="1914640" y="1309825"/>
                </a:cubicBezTo>
                <a:lnTo>
                  <a:pt x="1983446" y="1274795"/>
                </a:lnTo>
                <a:lnTo>
                  <a:pt x="2017532" y="1295464"/>
                </a:lnTo>
                <a:lnTo>
                  <a:pt x="2052206" y="1305726"/>
                </a:lnTo>
                <a:lnTo>
                  <a:pt x="2066085" y="1313631"/>
                </a:lnTo>
                <a:lnTo>
                  <a:pt x="2096050" y="1322529"/>
                </a:lnTo>
                <a:lnTo>
                  <a:pt x="2114515" y="1332392"/>
                </a:lnTo>
                <a:lnTo>
                  <a:pt x="2131277" y="1337121"/>
                </a:lnTo>
                <a:lnTo>
                  <a:pt x="2109225" y="1346873"/>
                </a:lnTo>
                <a:cubicBezTo>
                  <a:pt x="2071393" y="1366843"/>
                  <a:pt x="2024592" y="1397299"/>
                  <a:pt x="1965849" y="1439824"/>
                </a:cubicBezTo>
                <a:cubicBezTo>
                  <a:pt x="1828058" y="1539558"/>
                  <a:pt x="1698186" y="1636867"/>
                  <a:pt x="1579808" y="1728812"/>
                </a:cubicBezTo>
                <a:cubicBezTo>
                  <a:pt x="1477392" y="1808369"/>
                  <a:pt x="1356968" y="1839784"/>
                  <a:pt x="1265534" y="1810541"/>
                </a:cubicBezTo>
                <a:cubicBezTo>
                  <a:pt x="1165160" y="1778488"/>
                  <a:pt x="1110889" y="1698419"/>
                  <a:pt x="1058402" y="1621798"/>
                </a:cubicBezTo>
                <a:cubicBezTo>
                  <a:pt x="1038594" y="1591355"/>
                  <a:pt x="1017238" y="1561945"/>
                  <a:pt x="994425" y="1533685"/>
                </a:cubicBezTo>
                <a:cubicBezTo>
                  <a:pt x="858040" y="1372781"/>
                  <a:pt x="564326" y="1293095"/>
                  <a:pt x="308923" y="1438164"/>
                </a:cubicBezTo>
                <a:cubicBezTo>
                  <a:pt x="188054" y="1507442"/>
                  <a:pt x="85063" y="1624863"/>
                  <a:pt x="14301" y="1762525"/>
                </a:cubicBezTo>
                <a:lnTo>
                  <a:pt x="0" y="1801440"/>
                </a:lnTo>
                <a:lnTo>
                  <a:pt x="0" y="1837855"/>
                </a:lnTo>
                <a:lnTo>
                  <a:pt x="25331" y="1768863"/>
                </a:lnTo>
                <a:cubicBezTo>
                  <a:pt x="94928" y="1633419"/>
                  <a:pt x="196291" y="1517914"/>
                  <a:pt x="315436" y="1449785"/>
                </a:cubicBezTo>
                <a:cubicBezTo>
                  <a:pt x="564454" y="1308036"/>
                  <a:pt x="850889" y="1385551"/>
                  <a:pt x="983954" y="1542368"/>
                </a:cubicBezTo>
                <a:cubicBezTo>
                  <a:pt x="1006704" y="1570155"/>
                  <a:pt x="1028015" y="1599105"/>
                  <a:pt x="1047805" y="1629078"/>
                </a:cubicBezTo>
                <a:cubicBezTo>
                  <a:pt x="1101567" y="1708253"/>
                  <a:pt x="1157117" y="1789725"/>
                  <a:pt x="1261958" y="1823182"/>
                </a:cubicBezTo>
                <a:cubicBezTo>
                  <a:pt x="1357606" y="1854087"/>
                  <a:pt x="1482755" y="1821523"/>
                  <a:pt x="1588490" y="1739156"/>
                </a:cubicBezTo>
                <a:cubicBezTo>
                  <a:pt x="1706870" y="1647211"/>
                  <a:pt x="1836616" y="1550158"/>
                  <a:pt x="1974276" y="1450551"/>
                </a:cubicBezTo>
                <a:cubicBezTo>
                  <a:pt x="2030337" y="1409878"/>
                  <a:pt x="2075671" y="1380251"/>
                  <a:pt x="2112291" y="1360554"/>
                </a:cubicBezTo>
                <a:lnTo>
                  <a:pt x="2147494" y="1344457"/>
                </a:lnTo>
                <a:lnTo>
                  <a:pt x="2164470" y="1352945"/>
                </a:lnTo>
                <a:lnTo>
                  <a:pt x="2176885" y="1355242"/>
                </a:lnTo>
                <a:lnTo>
                  <a:pt x="2212055" y="1371562"/>
                </a:lnTo>
                <a:lnTo>
                  <a:pt x="2219086" y="1372817"/>
                </a:lnTo>
                <a:lnTo>
                  <a:pt x="2249145" y="1385649"/>
                </a:lnTo>
                <a:lnTo>
                  <a:pt x="2254326" y="1389254"/>
                </a:lnTo>
                <a:lnTo>
                  <a:pt x="2280103" y="1396983"/>
                </a:lnTo>
                <a:lnTo>
                  <a:pt x="2290091" y="1403038"/>
                </a:lnTo>
                <a:lnTo>
                  <a:pt x="2307466" y="1416805"/>
                </a:lnTo>
                <a:lnTo>
                  <a:pt x="2424117" y="1463844"/>
                </a:lnTo>
                <a:lnTo>
                  <a:pt x="2404435" y="1458828"/>
                </a:lnTo>
                <a:cubicBezTo>
                  <a:pt x="2371316" y="1448533"/>
                  <a:pt x="2338731" y="1436523"/>
                  <a:pt x="2306811" y="1422840"/>
                </a:cubicBezTo>
                <a:cubicBezTo>
                  <a:pt x="2285805" y="1411884"/>
                  <a:pt x="2262767" y="1405408"/>
                  <a:pt x="2239129" y="1403813"/>
                </a:cubicBezTo>
                <a:lnTo>
                  <a:pt x="2237471" y="1403813"/>
                </a:lnTo>
                <a:lnTo>
                  <a:pt x="2236064" y="1404578"/>
                </a:lnTo>
                <a:cubicBezTo>
                  <a:pt x="2191113" y="1426926"/>
                  <a:pt x="2130200" y="1483115"/>
                  <a:pt x="2037872" y="1568165"/>
                </a:cubicBezTo>
                <a:lnTo>
                  <a:pt x="2023824" y="1580935"/>
                </a:lnTo>
                <a:cubicBezTo>
                  <a:pt x="1927794" y="1669431"/>
                  <a:pt x="1796899" y="1780276"/>
                  <a:pt x="1655024" y="1893037"/>
                </a:cubicBezTo>
                <a:cubicBezTo>
                  <a:pt x="1547626" y="1978596"/>
                  <a:pt x="1420435" y="2009628"/>
                  <a:pt x="1322999" y="1974126"/>
                </a:cubicBezTo>
                <a:cubicBezTo>
                  <a:pt x="1217262" y="1935561"/>
                  <a:pt x="1161968" y="1843872"/>
                  <a:pt x="1108461" y="1755247"/>
                </a:cubicBezTo>
                <a:cubicBezTo>
                  <a:pt x="1088078" y="1720027"/>
                  <a:pt x="1065824" y="1685930"/>
                  <a:pt x="1041803" y="1653086"/>
                </a:cubicBezTo>
                <a:cubicBezTo>
                  <a:pt x="881537" y="1441485"/>
                  <a:pt x="561008" y="1380954"/>
                  <a:pt x="312371" y="1515168"/>
                </a:cubicBezTo>
                <a:cubicBezTo>
                  <a:pt x="214584" y="1568276"/>
                  <a:pt x="128326" y="1650422"/>
                  <a:pt x="60014" y="1749248"/>
                </a:cubicBezTo>
                <a:lnTo>
                  <a:pt x="0" y="1849699"/>
                </a:lnTo>
                <a:lnTo>
                  <a:pt x="0" y="1886744"/>
                </a:lnTo>
                <a:lnTo>
                  <a:pt x="9735" y="1859562"/>
                </a:lnTo>
                <a:cubicBezTo>
                  <a:pt x="82604" y="1717096"/>
                  <a:pt x="190544" y="1596642"/>
                  <a:pt x="318756" y="1527044"/>
                </a:cubicBezTo>
                <a:cubicBezTo>
                  <a:pt x="562411" y="1395767"/>
                  <a:pt x="874641" y="1454766"/>
                  <a:pt x="1031074" y="1661131"/>
                </a:cubicBezTo>
                <a:cubicBezTo>
                  <a:pt x="1054743" y="1693707"/>
                  <a:pt x="1076736" y="1727459"/>
                  <a:pt x="1096968" y="1762271"/>
                </a:cubicBezTo>
                <a:cubicBezTo>
                  <a:pt x="1151626" y="1852938"/>
                  <a:pt x="1208196" y="1946671"/>
                  <a:pt x="1318785" y="1986769"/>
                </a:cubicBezTo>
                <a:cubicBezTo>
                  <a:pt x="1420053" y="2023803"/>
                  <a:pt x="1552352" y="1992004"/>
                  <a:pt x="1663579" y="1903508"/>
                </a:cubicBezTo>
                <a:cubicBezTo>
                  <a:pt x="1805583" y="1790620"/>
                  <a:pt x="1936859" y="1679520"/>
                  <a:pt x="2033147" y="1590767"/>
                </a:cubicBezTo>
                <a:lnTo>
                  <a:pt x="2047194" y="1577997"/>
                </a:lnTo>
                <a:cubicBezTo>
                  <a:pt x="2137606" y="1494609"/>
                  <a:pt x="2197626" y="1439186"/>
                  <a:pt x="2240661" y="1417221"/>
                </a:cubicBezTo>
                <a:cubicBezTo>
                  <a:pt x="2261988" y="1419123"/>
                  <a:pt x="2282726" y="1425202"/>
                  <a:pt x="2301703" y="1435099"/>
                </a:cubicBezTo>
                <a:cubicBezTo>
                  <a:pt x="2333998" y="1448930"/>
                  <a:pt x="2366964" y="1461076"/>
                  <a:pt x="2400467" y="1471499"/>
                </a:cubicBezTo>
                <a:lnTo>
                  <a:pt x="2496468" y="1496018"/>
                </a:lnTo>
                <a:lnTo>
                  <a:pt x="2459798" y="1489757"/>
                </a:lnTo>
                <a:cubicBezTo>
                  <a:pt x="2348313" y="1470217"/>
                  <a:pt x="2314730" y="1464344"/>
                  <a:pt x="2275396" y="1491927"/>
                </a:cubicBezTo>
                <a:cubicBezTo>
                  <a:pt x="2243598" y="1514913"/>
                  <a:pt x="2214100" y="1553989"/>
                  <a:pt x="2175791" y="1604304"/>
                </a:cubicBezTo>
                <a:cubicBezTo>
                  <a:pt x="2149355" y="1639423"/>
                  <a:pt x="2119472" y="1679137"/>
                  <a:pt x="2082056" y="1722428"/>
                </a:cubicBezTo>
                <a:cubicBezTo>
                  <a:pt x="1974301" y="1843667"/>
                  <a:pt x="1856714" y="1955789"/>
                  <a:pt x="1730494" y="2057643"/>
                </a:cubicBezTo>
                <a:cubicBezTo>
                  <a:pt x="1619650" y="2147672"/>
                  <a:pt x="1482626" y="2179344"/>
                  <a:pt x="1380467" y="2138096"/>
                </a:cubicBezTo>
                <a:cubicBezTo>
                  <a:pt x="1269364" y="2093400"/>
                  <a:pt x="1213050" y="1989323"/>
                  <a:pt x="1158520" y="1889078"/>
                </a:cubicBezTo>
                <a:cubicBezTo>
                  <a:pt x="1137607" y="1849006"/>
                  <a:pt x="1114633" y="1810057"/>
                  <a:pt x="1089690" y="1772359"/>
                </a:cubicBezTo>
                <a:cubicBezTo>
                  <a:pt x="924827" y="1533046"/>
                  <a:pt x="585143" y="1453872"/>
                  <a:pt x="316329" y="1592045"/>
                </a:cubicBezTo>
                <a:cubicBezTo>
                  <a:pt x="211263" y="1646302"/>
                  <a:pt x="119414" y="1731572"/>
                  <a:pt x="47382" y="1834866"/>
                </a:cubicBezTo>
                <a:lnTo>
                  <a:pt x="0" y="1913969"/>
                </a:lnTo>
                <a:lnTo>
                  <a:pt x="0" y="1939996"/>
                </a:lnTo>
                <a:lnTo>
                  <a:pt x="58082" y="1842948"/>
                </a:lnTo>
                <a:cubicBezTo>
                  <a:pt x="128914" y="1741290"/>
                  <a:pt x="219213" y="1657396"/>
                  <a:pt x="322459" y="1604048"/>
                </a:cubicBezTo>
                <a:cubicBezTo>
                  <a:pt x="585396" y="1468558"/>
                  <a:pt x="917547" y="1546200"/>
                  <a:pt x="1078579" y="1780276"/>
                </a:cubicBezTo>
                <a:cubicBezTo>
                  <a:pt x="1103174" y="1817399"/>
                  <a:pt x="1125848" y="1855761"/>
                  <a:pt x="1146516" y="1895207"/>
                </a:cubicBezTo>
                <a:cubicBezTo>
                  <a:pt x="1202194" y="1998007"/>
                  <a:pt x="1260297" y="2103743"/>
                  <a:pt x="1375229" y="2150610"/>
                </a:cubicBezTo>
                <a:cubicBezTo>
                  <a:pt x="1481476" y="2193774"/>
                  <a:pt x="1623991" y="2161337"/>
                  <a:pt x="1738922" y="2068116"/>
                </a:cubicBezTo>
                <a:cubicBezTo>
                  <a:pt x="1865807" y="1965814"/>
                  <a:pt x="1983995" y="1853181"/>
                  <a:pt x="2092272" y="1731366"/>
                </a:cubicBezTo>
                <a:cubicBezTo>
                  <a:pt x="2129944" y="1687820"/>
                  <a:pt x="2159954" y="1647850"/>
                  <a:pt x="2186517" y="1612605"/>
                </a:cubicBezTo>
                <a:cubicBezTo>
                  <a:pt x="2223676" y="1563184"/>
                  <a:pt x="2253048" y="1524235"/>
                  <a:pt x="2283186" y="1503036"/>
                </a:cubicBezTo>
                <a:cubicBezTo>
                  <a:pt x="2300553" y="1490777"/>
                  <a:pt x="2316612" y="1485957"/>
                  <a:pt x="2342072" y="1486611"/>
                </a:cubicBezTo>
                <a:cubicBezTo>
                  <a:pt x="2367532" y="1487266"/>
                  <a:pt x="2402395" y="1493395"/>
                  <a:pt x="2457370" y="1503036"/>
                </a:cubicBezTo>
                <a:cubicBezTo>
                  <a:pt x="2483932" y="1507633"/>
                  <a:pt x="2515092" y="1513125"/>
                  <a:pt x="2551868" y="1519127"/>
                </a:cubicBezTo>
                <a:cubicBezTo>
                  <a:pt x="2645730" y="1534451"/>
                  <a:pt x="2751338" y="1543773"/>
                  <a:pt x="2844433" y="1552074"/>
                </a:cubicBezTo>
                <a:cubicBezTo>
                  <a:pt x="2884531" y="1555650"/>
                  <a:pt x="2922458" y="1559097"/>
                  <a:pt x="2955790" y="1562673"/>
                </a:cubicBezTo>
                <a:cubicBezTo>
                  <a:pt x="3002578" y="1566887"/>
                  <a:pt x="3049061" y="1573962"/>
                  <a:pt x="3094983" y="1583872"/>
                </a:cubicBezTo>
                <a:cubicBezTo>
                  <a:pt x="3127663" y="1591100"/>
                  <a:pt x="3159600" y="1601353"/>
                  <a:pt x="3190376" y="1614520"/>
                </a:cubicBezTo>
                <a:cubicBezTo>
                  <a:pt x="3244905" y="1638018"/>
                  <a:pt x="3314244" y="1673774"/>
                  <a:pt x="3415384" y="1760611"/>
                </a:cubicBezTo>
                <a:cubicBezTo>
                  <a:pt x="3502860" y="1835827"/>
                  <a:pt x="3596465" y="1960336"/>
                  <a:pt x="3687005" y="2080758"/>
                </a:cubicBezTo>
                <a:cubicBezTo>
                  <a:pt x="3712801" y="2115237"/>
                  <a:pt x="3737191" y="2147672"/>
                  <a:pt x="3761455" y="2179088"/>
                </a:cubicBezTo>
                <a:cubicBezTo>
                  <a:pt x="3788170" y="2214014"/>
                  <a:pt x="3817170" y="2247115"/>
                  <a:pt x="3848292" y="2278184"/>
                </a:cubicBezTo>
                <a:cubicBezTo>
                  <a:pt x="3935640" y="2365148"/>
                  <a:pt x="4022093" y="2415080"/>
                  <a:pt x="4127191" y="2441769"/>
                </a:cubicBezTo>
                <a:cubicBezTo>
                  <a:pt x="4245405" y="2473401"/>
                  <a:pt x="4370744" y="2465420"/>
                  <a:pt x="4483988" y="2419039"/>
                </a:cubicBezTo>
                <a:cubicBezTo>
                  <a:pt x="4511061" y="2408682"/>
                  <a:pt x="4537343" y="2396397"/>
                  <a:pt x="4562652" y="2382261"/>
                </a:cubicBezTo>
                <a:cubicBezTo>
                  <a:pt x="4693036" y="2308705"/>
                  <a:pt x="4834529" y="2171298"/>
                  <a:pt x="4929539" y="2074373"/>
                </a:cubicBezTo>
                <a:cubicBezTo>
                  <a:pt x="5097083" y="1903508"/>
                  <a:pt x="5251729" y="1758568"/>
                  <a:pt x="5447240" y="1714382"/>
                </a:cubicBezTo>
                <a:cubicBezTo>
                  <a:pt x="5640707" y="1670709"/>
                  <a:pt x="5836346" y="1735198"/>
                  <a:pt x="5970815" y="1887034"/>
                </a:cubicBezTo>
                <a:cubicBezTo>
                  <a:pt x="6006571" y="1927938"/>
                  <a:pt x="6037668" y="1972697"/>
                  <a:pt x="6063527" y="2020483"/>
                </a:cubicBezTo>
                <a:lnTo>
                  <a:pt x="6099211" y="2097565"/>
                </a:lnTo>
                <a:lnTo>
                  <a:pt x="6079106" y="2055984"/>
                </a:lnTo>
                <a:cubicBezTo>
                  <a:pt x="6053043" y="2008516"/>
                  <a:pt x="6022189" y="1963847"/>
                  <a:pt x="5987033" y="1922663"/>
                </a:cubicBezTo>
                <a:cubicBezTo>
                  <a:pt x="5850392" y="1767123"/>
                  <a:pt x="5653732" y="1695355"/>
                  <a:pt x="5462180" y="1731111"/>
                </a:cubicBezTo>
                <a:cubicBezTo>
                  <a:pt x="5255304" y="1769549"/>
                  <a:pt x="5090698" y="1925728"/>
                  <a:pt x="4939754" y="2082289"/>
                </a:cubicBezTo>
                <a:cubicBezTo>
                  <a:pt x="4824823" y="2201563"/>
                  <a:pt x="4702869" y="2322241"/>
                  <a:pt x="4590363" y="2397202"/>
                </a:cubicBezTo>
                <a:cubicBezTo>
                  <a:pt x="4566727" y="2412743"/>
                  <a:pt x="4542169" y="2426815"/>
                  <a:pt x="4516807" y="2439342"/>
                </a:cubicBezTo>
                <a:cubicBezTo>
                  <a:pt x="4397279" y="2499235"/>
                  <a:pt x="4285796" y="2522732"/>
                  <a:pt x="4166140" y="2512005"/>
                </a:cubicBezTo>
                <a:cubicBezTo>
                  <a:pt x="4057082" y="2502171"/>
                  <a:pt x="3967947" y="2462585"/>
                  <a:pt x="3876897" y="2383665"/>
                </a:cubicBezTo>
                <a:cubicBezTo>
                  <a:pt x="3844626" y="2355392"/>
                  <a:pt x="3814718" y="2324514"/>
                  <a:pt x="3787506" y="2291337"/>
                </a:cubicBezTo>
                <a:cubicBezTo>
                  <a:pt x="3742810" y="2237574"/>
                  <a:pt x="3696454" y="2176406"/>
                  <a:pt x="3651759" y="2117024"/>
                </a:cubicBezTo>
                <a:cubicBezTo>
                  <a:pt x="3584205" y="2027633"/>
                  <a:pt x="3514863" y="1935179"/>
                  <a:pt x="3451012" y="1870561"/>
                </a:cubicBezTo>
                <a:cubicBezTo>
                  <a:pt x="3385731" y="1801296"/>
                  <a:pt x="3314309" y="1738084"/>
                  <a:pt x="3237625" y="1681691"/>
                </a:cubicBezTo>
                <a:cubicBezTo>
                  <a:pt x="3207718" y="1660237"/>
                  <a:pt x="3175715" y="1641887"/>
                  <a:pt x="3142105" y="1626907"/>
                </a:cubicBezTo>
                <a:cubicBezTo>
                  <a:pt x="3096873" y="1607663"/>
                  <a:pt x="3049800" y="1593028"/>
                  <a:pt x="3001633" y="1583233"/>
                </a:cubicBezTo>
                <a:cubicBezTo>
                  <a:pt x="2888745" y="1558203"/>
                  <a:pt x="2723627" y="1540708"/>
                  <a:pt x="2602948" y="1527938"/>
                </a:cubicBezTo>
                <a:cubicBezTo>
                  <a:pt x="2409226" y="1507506"/>
                  <a:pt x="2359166" y="1526789"/>
                  <a:pt x="2314474" y="1580807"/>
                </a:cubicBezTo>
                <a:cubicBezTo>
                  <a:pt x="2285674" y="1618913"/>
                  <a:pt x="2260327" y="1659509"/>
                  <a:pt x="2238746" y="1702123"/>
                </a:cubicBezTo>
                <a:cubicBezTo>
                  <a:pt x="2208914" y="1757954"/>
                  <a:pt x="2176096" y="1812138"/>
                  <a:pt x="2140415" y="1864432"/>
                </a:cubicBezTo>
                <a:cubicBezTo>
                  <a:pt x="2045011" y="1997738"/>
                  <a:pt x="1932531" y="2117957"/>
                  <a:pt x="1805839" y="2221995"/>
                </a:cubicBezTo>
                <a:cubicBezTo>
                  <a:pt x="1690012" y="2318154"/>
                  <a:pt x="1545710" y="2349697"/>
                  <a:pt x="1437930" y="2301808"/>
                </a:cubicBezTo>
                <a:cubicBezTo>
                  <a:pt x="1320957" y="2250217"/>
                  <a:pt x="1263491" y="2134775"/>
                  <a:pt x="1208068" y="2023037"/>
                </a:cubicBezTo>
                <a:cubicBezTo>
                  <a:pt x="1186690" y="1978034"/>
                  <a:pt x="1162992" y="1934169"/>
                  <a:pt x="1137066" y="1891632"/>
                </a:cubicBezTo>
                <a:cubicBezTo>
                  <a:pt x="971054" y="1629334"/>
                  <a:pt x="603912" y="1529471"/>
                  <a:pt x="319777" y="1669048"/>
                </a:cubicBezTo>
                <a:cubicBezTo>
                  <a:pt x="209634" y="1723497"/>
                  <a:pt x="112871" y="1812443"/>
                  <a:pt x="37116" y="1920984"/>
                </a:cubicBezTo>
                <a:lnTo>
                  <a:pt x="0" y="1983062"/>
                </a:lnTo>
                <a:lnTo>
                  <a:pt x="0" y="2008583"/>
                </a:lnTo>
                <a:lnTo>
                  <a:pt x="47597" y="1929075"/>
                </a:lnTo>
                <a:cubicBezTo>
                  <a:pt x="122278" y="1822203"/>
                  <a:pt x="217648" y="1734640"/>
                  <a:pt x="326162" y="1681053"/>
                </a:cubicBezTo>
                <a:cubicBezTo>
                  <a:pt x="604296" y="1544411"/>
                  <a:pt x="963265" y="1642104"/>
                  <a:pt x="1126211" y="1899294"/>
                </a:cubicBezTo>
                <a:cubicBezTo>
                  <a:pt x="1151860" y="1941473"/>
                  <a:pt x="1175304" y="1984943"/>
                  <a:pt x="1196447" y="2029549"/>
                </a:cubicBezTo>
                <a:cubicBezTo>
                  <a:pt x="1253657" y="2143331"/>
                  <a:pt x="1311505" y="2261071"/>
                  <a:pt x="1432439" y="2314707"/>
                </a:cubicBezTo>
                <a:cubicBezTo>
                  <a:pt x="1544816" y="2364383"/>
                  <a:pt x="1694738" y="2332329"/>
                  <a:pt x="1814522" y="2232850"/>
                </a:cubicBezTo>
                <a:cubicBezTo>
                  <a:pt x="1942120" y="2127778"/>
                  <a:pt x="2055417" y="2006449"/>
                  <a:pt x="2151525" y="1871966"/>
                </a:cubicBezTo>
                <a:cubicBezTo>
                  <a:pt x="2187409" y="1819289"/>
                  <a:pt x="2220445" y="1764723"/>
                  <a:pt x="2250494" y="1708509"/>
                </a:cubicBezTo>
                <a:cubicBezTo>
                  <a:pt x="2271756" y="1666660"/>
                  <a:pt x="2296619" y="1626754"/>
                  <a:pt x="2324815" y="1589235"/>
                </a:cubicBezTo>
                <a:cubicBezTo>
                  <a:pt x="2357380" y="1549871"/>
                  <a:pt x="2392745" y="1531482"/>
                  <a:pt x="2486403" y="1533045"/>
                </a:cubicBezTo>
                <a:cubicBezTo>
                  <a:pt x="2517621" y="1533565"/>
                  <a:pt x="2555318" y="1536303"/>
                  <a:pt x="2601545" y="1541219"/>
                </a:cubicBezTo>
                <a:cubicBezTo>
                  <a:pt x="2661692" y="1547605"/>
                  <a:pt x="2732949" y="1554979"/>
                  <a:pt x="2803185" y="1563951"/>
                </a:cubicBezTo>
                <a:lnTo>
                  <a:pt x="2822159" y="1567085"/>
                </a:lnTo>
                <a:lnTo>
                  <a:pt x="2651732" y="1548627"/>
                </a:lnTo>
                <a:cubicBezTo>
                  <a:pt x="2466053" y="1540070"/>
                  <a:pt x="2400160" y="1587575"/>
                  <a:pt x="2354060" y="1667772"/>
                </a:cubicBezTo>
                <a:cubicBezTo>
                  <a:pt x="2330270" y="1712198"/>
                  <a:pt x="2309327" y="1758094"/>
                  <a:pt x="2291359" y="1805178"/>
                </a:cubicBezTo>
                <a:cubicBezTo>
                  <a:pt x="2264783" y="1873638"/>
                  <a:pt x="2233906" y="1940350"/>
                  <a:pt x="2198903" y="2004903"/>
                </a:cubicBezTo>
                <a:cubicBezTo>
                  <a:pt x="2116164" y="2149537"/>
                  <a:pt x="2008870" y="2278656"/>
                  <a:pt x="1881820" y="2386475"/>
                </a:cubicBezTo>
                <a:cubicBezTo>
                  <a:pt x="1761015" y="2488763"/>
                  <a:pt x="1609561" y="2519795"/>
                  <a:pt x="1495779" y="2465649"/>
                </a:cubicBezTo>
                <a:cubicBezTo>
                  <a:pt x="1373951" y="2407545"/>
                  <a:pt x="1315593" y="2280227"/>
                  <a:pt x="1259021" y="2156996"/>
                </a:cubicBezTo>
                <a:cubicBezTo>
                  <a:pt x="1237148" y="2107039"/>
                  <a:pt x="1212725" y="2058231"/>
                  <a:pt x="1185848" y="2010777"/>
                </a:cubicBezTo>
                <a:cubicBezTo>
                  <a:pt x="1014345" y="1721661"/>
                  <a:pt x="628561" y="1602899"/>
                  <a:pt x="324758" y="1745925"/>
                </a:cubicBezTo>
                <a:cubicBezTo>
                  <a:pt x="207336" y="1801475"/>
                  <a:pt x="104856" y="1893552"/>
                  <a:pt x="25216" y="2006599"/>
                </a:cubicBezTo>
                <a:lnTo>
                  <a:pt x="0" y="2048591"/>
                </a:lnTo>
                <a:lnTo>
                  <a:pt x="0" y="2073509"/>
                </a:lnTo>
                <a:lnTo>
                  <a:pt x="35226" y="2014795"/>
                </a:lnTo>
                <a:cubicBezTo>
                  <a:pt x="113593" y="1903470"/>
                  <a:pt x="214440" y="1812824"/>
                  <a:pt x="329993" y="1758184"/>
                </a:cubicBezTo>
                <a:cubicBezTo>
                  <a:pt x="404412" y="1723098"/>
                  <a:pt x="483881" y="1704063"/>
                  <a:pt x="563847" y="1699673"/>
                </a:cubicBezTo>
                <a:cubicBezTo>
                  <a:pt x="803742" y="1686504"/>
                  <a:pt x="1048091" y="1805146"/>
                  <a:pt x="1173844" y="2017673"/>
                </a:cubicBezTo>
                <a:lnTo>
                  <a:pt x="1222205" y="2113380"/>
                </a:lnTo>
                <a:lnTo>
                  <a:pt x="1157701" y="2020132"/>
                </a:lnTo>
                <a:cubicBezTo>
                  <a:pt x="957942" y="1784113"/>
                  <a:pt x="611734" y="1694653"/>
                  <a:pt x="328588" y="1822928"/>
                </a:cubicBezTo>
                <a:cubicBezTo>
                  <a:pt x="204080" y="1879532"/>
                  <a:pt x="96020" y="1974709"/>
                  <a:pt x="12626" y="2092244"/>
                </a:cubicBezTo>
                <a:lnTo>
                  <a:pt x="0" y="2113221"/>
                </a:lnTo>
                <a:lnTo>
                  <a:pt x="0" y="2138078"/>
                </a:lnTo>
                <a:lnTo>
                  <a:pt x="22638" y="2100428"/>
                </a:lnTo>
                <a:cubicBezTo>
                  <a:pt x="104725" y="1984628"/>
                  <a:pt x="211103" y="1890881"/>
                  <a:pt x="333696" y="1835187"/>
                </a:cubicBezTo>
                <a:cubicBezTo>
                  <a:pt x="413031" y="1799239"/>
                  <a:pt x="497417" y="1780698"/>
                  <a:pt x="582064" y="1777959"/>
                </a:cubicBezTo>
                <a:cubicBezTo>
                  <a:pt x="836010" y="1769741"/>
                  <a:pt x="1092307" y="1903730"/>
                  <a:pt x="1221603" y="2136562"/>
                </a:cubicBezTo>
                <a:lnTo>
                  <a:pt x="1256259" y="2210733"/>
                </a:lnTo>
                <a:lnTo>
                  <a:pt x="1203097" y="2129706"/>
                </a:lnTo>
                <a:cubicBezTo>
                  <a:pt x="996289" y="1872319"/>
                  <a:pt x="632788" y="1768750"/>
                  <a:pt x="332546" y="1899932"/>
                </a:cubicBezTo>
                <a:cubicBezTo>
                  <a:pt x="202913" y="1956583"/>
                  <a:pt x="89837" y="2055544"/>
                  <a:pt x="2572" y="2178456"/>
                </a:cubicBezTo>
                <a:lnTo>
                  <a:pt x="0" y="2182732"/>
                </a:lnTo>
                <a:lnTo>
                  <a:pt x="0" y="2207706"/>
                </a:lnTo>
                <a:lnTo>
                  <a:pt x="12584" y="2186745"/>
                </a:lnTo>
                <a:cubicBezTo>
                  <a:pt x="98440" y="2065583"/>
                  <a:pt x="209665" y="1968029"/>
                  <a:pt x="337143" y="1912191"/>
                </a:cubicBezTo>
                <a:cubicBezTo>
                  <a:pt x="421489" y="1875445"/>
                  <a:pt x="510874" y="1857503"/>
                  <a:pt x="600266" y="1856515"/>
                </a:cubicBezTo>
                <a:cubicBezTo>
                  <a:pt x="868444" y="1853552"/>
                  <a:pt x="1136713" y="2003178"/>
                  <a:pt x="1269364" y="2255452"/>
                </a:cubicBezTo>
                <a:lnTo>
                  <a:pt x="1295675" y="2315532"/>
                </a:lnTo>
                <a:lnTo>
                  <a:pt x="1248090" y="2239246"/>
                </a:lnTo>
                <a:cubicBezTo>
                  <a:pt x="1034763" y="1960456"/>
                  <a:pt x="654306" y="1842978"/>
                  <a:pt x="335740" y="1977064"/>
                </a:cubicBezTo>
                <a:cubicBezTo>
                  <a:pt x="244720" y="2015374"/>
                  <a:pt x="161691" y="2073494"/>
                  <a:pt x="89494" y="2145745"/>
                </a:cubicBezTo>
                <a:lnTo>
                  <a:pt x="0" y="2251780"/>
                </a:lnTo>
                <a:lnTo>
                  <a:pt x="0" y="2273803"/>
                </a:lnTo>
                <a:lnTo>
                  <a:pt x="1120" y="2271944"/>
                </a:lnTo>
                <a:cubicBezTo>
                  <a:pt x="90777" y="2146271"/>
                  <a:pt x="207384" y="2045736"/>
                  <a:pt x="341230" y="1989323"/>
                </a:cubicBezTo>
                <a:cubicBezTo>
                  <a:pt x="430461" y="1951715"/>
                  <a:pt x="524738" y="1934291"/>
                  <a:pt x="618783" y="1934982"/>
                </a:cubicBezTo>
                <a:cubicBezTo>
                  <a:pt x="900922" y="1937053"/>
                  <a:pt x="1180995" y="2102146"/>
                  <a:pt x="1316613" y="2374343"/>
                </a:cubicBezTo>
                <a:lnTo>
                  <a:pt x="1334073" y="2416241"/>
                </a:lnTo>
                <a:lnTo>
                  <a:pt x="1295705" y="2352280"/>
                </a:lnTo>
                <a:cubicBezTo>
                  <a:pt x="1203342" y="2226031"/>
                  <a:pt x="1077700" y="2126455"/>
                  <a:pt x="931467" y="2065560"/>
                </a:cubicBezTo>
                <a:cubicBezTo>
                  <a:pt x="734295" y="1982682"/>
                  <a:pt x="524227" y="1978596"/>
                  <a:pt x="339826" y="2053812"/>
                </a:cubicBezTo>
                <a:cubicBezTo>
                  <a:pt x="244146" y="2092953"/>
                  <a:pt x="157094" y="2152773"/>
                  <a:pt x="81630" y="2227406"/>
                </a:cubicBezTo>
                <a:lnTo>
                  <a:pt x="0" y="2323298"/>
                </a:lnTo>
                <a:lnTo>
                  <a:pt x="0" y="2344677"/>
                </a:lnTo>
                <a:lnTo>
                  <a:pt x="91437" y="2237192"/>
                </a:lnTo>
                <a:cubicBezTo>
                  <a:pt x="165745" y="2163628"/>
                  <a:pt x="251360" y="2104734"/>
                  <a:pt x="345316" y="2066327"/>
                </a:cubicBezTo>
                <a:cubicBezTo>
                  <a:pt x="439274" y="2027922"/>
                  <a:pt x="538322" y="2011088"/>
                  <a:pt x="636948" y="2013522"/>
                </a:cubicBezTo>
                <a:cubicBezTo>
                  <a:pt x="932831" y="2020825"/>
                  <a:pt x="1224924" y="2201531"/>
                  <a:pt x="1364374" y="2493360"/>
                </a:cubicBezTo>
                <a:lnTo>
                  <a:pt x="1376408" y="2523661"/>
                </a:lnTo>
                <a:lnTo>
                  <a:pt x="1341286" y="2462770"/>
                </a:lnTo>
                <a:cubicBezTo>
                  <a:pt x="1245952" y="2327607"/>
                  <a:pt x="1115010" y="2219976"/>
                  <a:pt x="961602" y="2152781"/>
                </a:cubicBezTo>
                <a:cubicBezTo>
                  <a:pt x="756131" y="2062239"/>
                  <a:pt x="536612" y="2054450"/>
                  <a:pt x="343784" y="2130816"/>
                </a:cubicBezTo>
                <a:cubicBezTo>
                  <a:pt x="247369" y="2168998"/>
                  <a:pt x="158074" y="2228060"/>
                  <a:pt x="79489" y="2304346"/>
                </a:cubicBezTo>
                <a:lnTo>
                  <a:pt x="0" y="2396547"/>
                </a:lnTo>
                <a:lnTo>
                  <a:pt x="0" y="2420186"/>
                </a:lnTo>
                <a:lnTo>
                  <a:pt x="86037" y="2318954"/>
                </a:lnTo>
                <a:cubicBezTo>
                  <a:pt x="163254" y="2242571"/>
                  <a:pt x="252126" y="2181865"/>
                  <a:pt x="349403" y="2143330"/>
                </a:cubicBezTo>
                <a:cubicBezTo>
                  <a:pt x="695345" y="2006115"/>
                  <a:pt x="1103373" y="2150188"/>
                  <a:pt x="1328299" y="2466473"/>
                </a:cubicBezTo>
                <a:lnTo>
                  <a:pt x="1409017" y="2605771"/>
                </a:lnTo>
                <a:lnTo>
                  <a:pt x="1445974" y="2698831"/>
                </a:lnTo>
                <a:cubicBezTo>
                  <a:pt x="1461268" y="2741517"/>
                  <a:pt x="1476695" y="2784568"/>
                  <a:pt x="1493538" y="2826479"/>
                </a:cubicBezTo>
                <a:lnTo>
                  <a:pt x="1495594" y="2830910"/>
                </a:lnTo>
                <a:lnTo>
                  <a:pt x="1496161" y="2832534"/>
                </a:lnTo>
                <a:cubicBezTo>
                  <a:pt x="1558479" y="3015020"/>
                  <a:pt x="1622330" y="3203124"/>
                  <a:pt x="1775571" y="3295963"/>
                </a:cubicBezTo>
                <a:cubicBezTo>
                  <a:pt x="1830891" y="3329037"/>
                  <a:pt x="1894243" y="3346264"/>
                  <a:pt x="1958694" y="3345766"/>
                </a:cubicBezTo>
                <a:cubicBezTo>
                  <a:pt x="2074353" y="3343773"/>
                  <a:pt x="2184981" y="3298108"/>
                  <a:pt x="2268370" y="3217937"/>
                </a:cubicBezTo>
                <a:cubicBezTo>
                  <a:pt x="2421100" y="3075550"/>
                  <a:pt x="2481886" y="2864843"/>
                  <a:pt x="2506023" y="2713134"/>
                </a:cubicBezTo>
                <a:cubicBezTo>
                  <a:pt x="2520197" y="2623360"/>
                  <a:pt x="2525944" y="2530649"/>
                  <a:pt x="2531563" y="2441258"/>
                </a:cubicBezTo>
                <a:cubicBezTo>
                  <a:pt x="2538331" y="2330796"/>
                  <a:pt x="2545482" y="2216502"/>
                  <a:pt x="2568723" y="2107319"/>
                </a:cubicBezTo>
                <a:cubicBezTo>
                  <a:pt x="2607162" y="1926238"/>
                  <a:pt x="2714303" y="1715913"/>
                  <a:pt x="2899725" y="1669303"/>
                </a:cubicBezTo>
                <a:cubicBezTo>
                  <a:pt x="2949592" y="1656756"/>
                  <a:pt x="2999029" y="1657881"/>
                  <a:pt x="3046611" y="1669407"/>
                </a:cubicBezTo>
                <a:lnTo>
                  <a:pt x="3093444" y="1685963"/>
                </a:lnTo>
                <a:lnTo>
                  <a:pt x="3114523" y="1695008"/>
                </a:lnTo>
                <a:lnTo>
                  <a:pt x="3143264" y="1711811"/>
                </a:lnTo>
                <a:lnTo>
                  <a:pt x="3189395" y="1743642"/>
                </a:lnTo>
                <a:lnTo>
                  <a:pt x="3236599" y="1783037"/>
                </a:lnTo>
                <a:lnTo>
                  <a:pt x="3245004" y="1791332"/>
                </a:lnTo>
                <a:lnTo>
                  <a:pt x="3284420" y="1836815"/>
                </a:lnTo>
                <a:lnTo>
                  <a:pt x="3315680" y="1880788"/>
                </a:lnTo>
                <a:lnTo>
                  <a:pt x="3386396" y="2002093"/>
                </a:lnTo>
                <a:lnTo>
                  <a:pt x="3453513" y="2154552"/>
                </a:lnTo>
                <a:lnTo>
                  <a:pt x="3492389" y="2262860"/>
                </a:lnTo>
                <a:lnTo>
                  <a:pt x="3522029" y="2344657"/>
                </a:lnTo>
                <a:lnTo>
                  <a:pt x="3531209" y="2376002"/>
                </a:lnTo>
                <a:cubicBezTo>
                  <a:pt x="3550620" y="2446876"/>
                  <a:pt x="3570668" y="2520177"/>
                  <a:pt x="3594293" y="2590668"/>
                </a:cubicBezTo>
                <a:cubicBezTo>
                  <a:pt x="3655462" y="2773920"/>
                  <a:pt x="3772053" y="3007869"/>
                  <a:pt x="3980334" y="3081935"/>
                </a:cubicBezTo>
                <a:cubicBezTo>
                  <a:pt x="4023612" y="3097591"/>
                  <a:pt x="4069291" y="3105636"/>
                  <a:pt x="4115314" y="3105687"/>
                </a:cubicBezTo>
                <a:cubicBezTo>
                  <a:pt x="4410305" y="3105560"/>
                  <a:pt x="4665579" y="2775834"/>
                  <a:pt x="4801198" y="2559509"/>
                </a:cubicBezTo>
                <a:cubicBezTo>
                  <a:pt x="5011267" y="2225059"/>
                  <a:pt x="5242534" y="1898782"/>
                  <a:pt x="5561787" y="1918576"/>
                </a:cubicBezTo>
                <a:cubicBezTo>
                  <a:pt x="5747464" y="1929941"/>
                  <a:pt x="5926502" y="2062750"/>
                  <a:pt x="6093790" y="2313045"/>
                </a:cubicBezTo>
                <a:cubicBezTo>
                  <a:pt x="6131846" y="2369873"/>
                  <a:pt x="6168368" y="2430020"/>
                  <a:pt x="6203614" y="2488124"/>
                </a:cubicBezTo>
                <a:cubicBezTo>
                  <a:pt x="6291473" y="2632810"/>
                  <a:pt x="6382395" y="2782347"/>
                  <a:pt x="6504734" y="2895746"/>
                </a:cubicBezTo>
                <a:cubicBezTo>
                  <a:pt x="6675088" y="3053585"/>
                  <a:pt x="6943516" y="3131611"/>
                  <a:pt x="7126895" y="2975561"/>
                </a:cubicBezTo>
                <a:cubicBezTo>
                  <a:pt x="7271517" y="2852489"/>
                  <a:pt x="7302573" y="2647456"/>
                  <a:pt x="7305614" y="2437341"/>
                </a:cubicBezTo>
                <a:lnTo>
                  <a:pt x="7304593" y="2369196"/>
                </a:lnTo>
                <a:lnTo>
                  <a:pt x="7306784" y="2204545"/>
                </a:lnTo>
                <a:lnTo>
                  <a:pt x="7308232" y="2164274"/>
                </a:lnTo>
                <a:lnTo>
                  <a:pt x="7309070" y="2136252"/>
                </a:lnTo>
                <a:lnTo>
                  <a:pt x="7309507" y="2128389"/>
                </a:lnTo>
                <a:cubicBezTo>
                  <a:pt x="7311552" y="2088930"/>
                  <a:pt x="7313594" y="2047938"/>
                  <a:pt x="7316148" y="2009628"/>
                </a:cubicBezTo>
                <a:lnTo>
                  <a:pt x="7322366" y="1946198"/>
                </a:lnTo>
                <a:lnTo>
                  <a:pt x="7323075" y="1941077"/>
                </a:lnTo>
                <a:lnTo>
                  <a:pt x="7367697" y="1768680"/>
                </a:lnTo>
                <a:lnTo>
                  <a:pt x="7371545" y="1757124"/>
                </a:lnTo>
                <a:cubicBezTo>
                  <a:pt x="7413378" y="1658145"/>
                  <a:pt x="7479510" y="1574676"/>
                  <a:pt x="7583427" y="1542496"/>
                </a:cubicBezTo>
                <a:cubicBezTo>
                  <a:pt x="7664773" y="1517210"/>
                  <a:pt x="7753526" y="1532790"/>
                  <a:pt x="7831934" y="1546582"/>
                </a:cubicBezTo>
                <a:lnTo>
                  <a:pt x="8965936" y="1745211"/>
                </a:lnTo>
                <a:lnTo>
                  <a:pt x="8965936" y="1667475"/>
                </a:lnTo>
                <a:lnTo>
                  <a:pt x="8826985" y="1629156"/>
                </a:lnTo>
                <a:cubicBezTo>
                  <a:pt x="8661154" y="1574701"/>
                  <a:pt x="8504824" y="1499397"/>
                  <a:pt x="8352445" y="1426033"/>
                </a:cubicBezTo>
                <a:cubicBezTo>
                  <a:pt x="8305579" y="1403429"/>
                  <a:pt x="8257179" y="1380188"/>
                  <a:pt x="8209547" y="1357967"/>
                </a:cubicBezTo>
                <a:cubicBezTo>
                  <a:pt x="8154636" y="1332427"/>
                  <a:pt x="8099724" y="1308165"/>
                  <a:pt x="8046344" y="1286073"/>
                </a:cubicBezTo>
                <a:cubicBezTo>
                  <a:pt x="7963211" y="1251338"/>
                  <a:pt x="7874970" y="1219157"/>
                  <a:pt x="7785579" y="1220179"/>
                </a:cubicBezTo>
                <a:cubicBezTo>
                  <a:pt x="7661581" y="1221582"/>
                  <a:pt x="7559930" y="1275857"/>
                  <a:pt x="7474626" y="1386190"/>
                </a:cubicBezTo>
                <a:cubicBezTo>
                  <a:pt x="7450650" y="1417254"/>
                  <a:pt x="7430026" y="1451222"/>
                  <a:pt x="7412286" y="1486598"/>
                </a:cubicBezTo>
                <a:lnTo>
                  <a:pt x="7376850" y="1572232"/>
                </a:lnTo>
                <a:lnTo>
                  <a:pt x="7390407" y="1529232"/>
                </a:lnTo>
                <a:cubicBezTo>
                  <a:pt x="7417607" y="1456969"/>
                  <a:pt x="7454832" y="1385042"/>
                  <a:pt x="7505912" y="1325915"/>
                </a:cubicBezTo>
                <a:cubicBezTo>
                  <a:pt x="7593389" y="1224136"/>
                  <a:pt x="7695805" y="1176760"/>
                  <a:pt x="7818527" y="1181485"/>
                </a:cubicBezTo>
                <a:cubicBezTo>
                  <a:pt x="7907405" y="1184677"/>
                  <a:pt x="7998457" y="1221200"/>
                  <a:pt x="8075078" y="1256446"/>
                </a:cubicBezTo>
                <a:cubicBezTo>
                  <a:pt x="8128329" y="1280581"/>
                  <a:pt x="8182729" y="1307143"/>
                  <a:pt x="8237003" y="1335110"/>
                </a:cubicBezTo>
                <a:cubicBezTo>
                  <a:pt x="8284252" y="1359373"/>
                  <a:pt x="8331630" y="1384785"/>
                  <a:pt x="8377475" y="1409304"/>
                </a:cubicBezTo>
                <a:cubicBezTo>
                  <a:pt x="8529951" y="1490906"/>
                  <a:pt x="8686233" y="1574518"/>
                  <a:pt x="8854187" y="1633851"/>
                </a:cubicBezTo>
                <a:lnTo>
                  <a:pt x="8965936" y="1666483"/>
                </a:lnTo>
                <a:lnTo>
                  <a:pt x="8965936" y="1652984"/>
                </a:lnTo>
                <a:lnTo>
                  <a:pt x="8858291" y="1621552"/>
                </a:lnTo>
                <a:cubicBezTo>
                  <a:pt x="8691348" y="1562530"/>
                  <a:pt x="8535665" y="1479157"/>
                  <a:pt x="8383859" y="1397939"/>
                </a:cubicBezTo>
                <a:cubicBezTo>
                  <a:pt x="8337632" y="1373292"/>
                  <a:pt x="8290254" y="1348007"/>
                  <a:pt x="8243388" y="1323745"/>
                </a:cubicBezTo>
                <a:cubicBezTo>
                  <a:pt x="8188860" y="1295778"/>
                  <a:pt x="8134203" y="1268960"/>
                  <a:pt x="8080824" y="1244698"/>
                </a:cubicBezTo>
                <a:cubicBezTo>
                  <a:pt x="8002544" y="1208558"/>
                  <a:pt x="7910344" y="1171525"/>
                  <a:pt x="7819165" y="1168077"/>
                </a:cubicBezTo>
                <a:cubicBezTo>
                  <a:pt x="7691974" y="1163352"/>
                  <a:pt x="7586238" y="1212261"/>
                  <a:pt x="7495825" y="1317359"/>
                </a:cubicBezTo>
                <a:cubicBezTo>
                  <a:pt x="7469966" y="1347464"/>
                  <a:pt x="7447555" y="1380796"/>
                  <a:pt x="7428136" y="1415777"/>
                </a:cubicBezTo>
                <a:lnTo>
                  <a:pt x="7390232" y="1498345"/>
                </a:lnTo>
                <a:lnTo>
                  <a:pt x="7403881" y="1459426"/>
                </a:lnTo>
                <a:cubicBezTo>
                  <a:pt x="7433987" y="1387083"/>
                  <a:pt x="7474500" y="1315827"/>
                  <a:pt x="7528900" y="1258360"/>
                </a:cubicBezTo>
                <a:cubicBezTo>
                  <a:pt x="7621100" y="1161563"/>
                  <a:pt x="7727220" y="1119549"/>
                  <a:pt x="7853645" y="1129894"/>
                </a:cubicBezTo>
                <a:cubicBezTo>
                  <a:pt x="7945334" y="1137427"/>
                  <a:pt x="8039705" y="1179313"/>
                  <a:pt x="8111345" y="1214942"/>
                </a:cubicBezTo>
                <a:cubicBezTo>
                  <a:pt x="8164342" y="1241249"/>
                  <a:pt x="8218614" y="1270109"/>
                  <a:pt x="8272505" y="1300757"/>
                </a:cubicBezTo>
                <a:cubicBezTo>
                  <a:pt x="8318476" y="1326936"/>
                  <a:pt x="8365088" y="1354392"/>
                  <a:pt x="8410166" y="1380954"/>
                </a:cubicBezTo>
                <a:cubicBezTo>
                  <a:pt x="8562354" y="1470983"/>
                  <a:pt x="8718206" y="1562594"/>
                  <a:pt x="8887419" y="1626368"/>
                </a:cubicBezTo>
                <a:lnTo>
                  <a:pt x="8965936" y="1650464"/>
                </a:lnTo>
                <a:lnTo>
                  <a:pt x="8965936" y="1636618"/>
                </a:lnTo>
                <a:lnTo>
                  <a:pt x="8892025" y="1613891"/>
                </a:lnTo>
                <a:cubicBezTo>
                  <a:pt x="8723968" y="1550350"/>
                  <a:pt x="8568930" y="1458884"/>
                  <a:pt x="8417701" y="1369716"/>
                </a:cubicBezTo>
                <a:cubicBezTo>
                  <a:pt x="8372621" y="1343154"/>
                  <a:pt x="8326011" y="1315698"/>
                  <a:pt x="8280038" y="1289520"/>
                </a:cubicBezTo>
                <a:cubicBezTo>
                  <a:pt x="8225766" y="1258617"/>
                  <a:pt x="8171238" y="1229628"/>
                  <a:pt x="8118113" y="1203321"/>
                </a:cubicBezTo>
                <a:cubicBezTo>
                  <a:pt x="8045324" y="1167054"/>
                  <a:pt x="7949804" y="1124530"/>
                  <a:pt x="7855432" y="1116867"/>
                </a:cubicBezTo>
                <a:cubicBezTo>
                  <a:pt x="7724284" y="1106013"/>
                  <a:pt x="7615099" y="1149559"/>
                  <a:pt x="7519962" y="1249422"/>
                </a:cubicBezTo>
                <a:cubicBezTo>
                  <a:pt x="7492059" y="1278570"/>
                  <a:pt x="7467732" y="1311262"/>
                  <a:pt x="7446537" y="1345853"/>
                </a:cubicBezTo>
                <a:lnTo>
                  <a:pt x="7397958" y="1441741"/>
                </a:lnTo>
                <a:lnTo>
                  <a:pt x="7386920" y="1467854"/>
                </a:lnTo>
                <a:lnTo>
                  <a:pt x="7368340" y="1520649"/>
                </a:lnTo>
                <a:lnTo>
                  <a:pt x="7375377" y="1495165"/>
                </a:lnTo>
                <a:lnTo>
                  <a:pt x="7386920" y="1467854"/>
                </a:lnTo>
                <a:lnTo>
                  <a:pt x="7391909" y="1453680"/>
                </a:lnTo>
                <a:lnTo>
                  <a:pt x="7397958" y="1441741"/>
                </a:lnTo>
                <a:lnTo>
                  <a:pt x="7443813" y="1333253"/>
                </a:lnTo>
                <a:cubicBezTo>
                  <a:pt x="7472757" y="1280297"/>
                  <a:pt x="7508308" y="1230266"/>
                  <a:pt x="7551886" y="1188891"/>
                </a:cubicBezTo>
                <a:cubicBezTo>
                  <a:pt x="7624485" y="1119837"/>
                  <a:pt x="7704625" y="1081885"/>
                  <a:pt x="7794948" y="1074121"/>
                </a:cubicBezTo>
                <a:cubicBezTo>
                  <a:pt x="7825056" y="1071533"/>
                  <a:pt x="7856295" y="1072299"/>
                  <a:pt x="7888763" y="1076385"/>
                </a:cubicBezTo>
                <a:cubicBezTo>
                  <a:pt x="7983389" y="1088262"/>
                  <a:pt x="8076738" y="1133341"/>
                  <a:pt x="8147613" y="1171651"/>
                </a:cubicBezTo>
                <a:cubicBezTo>
                  <a:pt x="8200481" y="1200640"/>
                  <a:pt x="8254498" y="1231160"/>
                  <a:pt x="8308133" y="1264490"/>
                </a:cubicBezTo>
                <a:cubicBezTo>
                  <a:pt x="8353723" y="1292585"/>
                  <a:pt x="8398929" y="1321955"/>
                  <a:pt x="8443114" y="1350560"/>
                </a:cubicBezTo>
                <a:cubicBezTo>
                  <a:pt x="8594440" y="1448061"/>
                  <a:pt x="8749501" y="1548147"/>
                  <a:pt x="8919934" y="1616717"/>
                </a:cubicBezTo>
                <a:lnTo>
                  <a:pt x="8965936" y="1631565"/>
                </a:lnTo>
                <a:lnTo>
                  <a:pt x="8965936" y="1617962"/>
                </a:lnTo>
                <a:lnTo>
                  <a:pt x="8924645" y="1604605"/>
                </a:lnTo>
                <a:cubicBezTo>
                  <a:pt x="8755535" y="1536454"/>
                  <a:pt x="8600953" y="1436823"/>
                  <a:pt x="8450393" y="1339706"/>
                </a:cubicBezTo>
                <a:cubicBezTo>
                  <a:pt x="8406207" y="1311228"/>
                  <a:pt x="8360363" y="1281729"/>
                  <a:pt x="8315156" y="1253636"/>
                </a:cubicBezTo>
                <a:cubicBezTo>
                  <a:pt x="8261395" y="1220178"/>
                  <a:pt x="8207122" y="1188762"/>
                  <a:pt x="8153997" y="1160286"/>
                </a:cubicBezTo>
                <a:cubicBezTo>
                  <a:pt x="8081975" y="1121592"/>
                  <a:pt x="7987220" y="1076258"/>
                  <a:pt x="7890423" y="1063488"/>
                </a:cubicBezTo>
                <a:cubicBezTo>
                  <a:pt x="7756336" y="1046631"/>
                  <a:pt x="7642553" y="1084558"/>
                  <a:pt x="7542563" y="1179568"/>
                </a:cubicBezTo>
                <a:cubicBezTo>
                  <a:pt x="7483182" y="1235885"/>
                  <a:pt x="7438520" y="1307685"/>
                  <a:pt x="7405014" y="1381225"/>
                </a:cubicBezTo>
                <a:lnTo>
                  <a:pt x="7367703" y="1478079"/>
                </a:lnTo>
                <a:lnTo>
                  <a:pt x="7383016" y="1427735"/>
                </a:lnTo>
                <a:cubicBezTo>
                  <a:pt x="7420872" y="1320687"/>
                  <a:pt x="7480565" y="1203385"/>
                  <a:pt x="7573084" y="1123508"/>
                </a:cubicBezTo>
                <a:cubicBezTo>
                  <a:pt x="7649226" y="1057902"/>
                  <a:pt x="7732479" y="1023757"/>
                  <a:pt x="7825646" y="1020268"/>
                </a:cubicBezTo>
                <a:cubicBezTo>
                  <a:pt x="7856702" y="1019104"/>
                  <a:pt x="7888858" y="1021347"/>
                  <a:pt x="7922220" y="1026966"/>
                </a:cubicBezTo>
                <a:cubicBezTo>
                  <a:pt x="7997052" y="1039736"/>
                  <a:pt x="8080059" y="1073193"/>
                  <a:pt x="8182220" y="1132575"/>
                </a:cubicBezTo>
                <a:cubicBezTo>
                  <a:pt x="8235216" y="1162967"/>
                  <a:pt x="8288977" y="1196680"/>
                  <a:pt x="8341973" y="1232437"/>
                </a:cubicBezTo>
                <a:cubicBezTo>
                  <a:pt x="8386286" y="1262320"/>
                  <a:pt x="8431109" y="1293862"/>
                  <a:pt x="8474528" y="1324254"/>
                </a:cubicBezTo>
                <a:cubicBezTo>
                  <a:pt x="8625280" y="1429896"/>
                  <a:pt x="8779838" y="1538195"/>
                  <a:pt x="8951403" y="1611386"/>
                </a:cubicBezTo>
                <a:lnTo>
                  <a:pt x="8965936" y="1616300"/>
                </a:lnTo>
                <a:lnTo>
                  <a:pt x="8965936" y="1603118"/>
                </a:lnTo>
                <a:lnTo>
                  <a:pt x="8956612" y="1599553"/>
                </a:lnTo>
                <a:cubicBezTo>
                  <a:pt x="8786358" y="1527116"/>
                  <a:pt x="8632590" y="1419392"/>
                  <a:pt x="8482701" y="1314038"/>
                </a:cubicBezTo>
                <a:cubicBezTo>
                  <a:pt x="8439282" y="1283645"/>
                  <a:pt x="8394331" y="1252103"/>
                  <a:pt x="8349891" y="1222221"/>
                </a:cubicBezTo>
                <a:cubicBezTo>
                  <a:pt x="8296511" y="1186210"/>
                  <a:pt x="8242493" y="1152368"/>
                  <a:pt x="8189242" y="1121719"/>
                </a:cubicBezTo>
                <a:cubicBezTo>
                  <a:pt x="8085294" y="1061573"/>
                  <a:pt x="8001395" y="1027476"/>
                  <a:pt x="7924774" y="1014706"/>
                </a:cubicBezTo>
                <a:cubicBezTo>
                  <a:pt x="7787239" y="991337"/>
                  <a:pt x="7669371" y="1023901"/>
                  <a:pt x="7564784" y="1114186"/>
                </a:cubicBezTo>
                <a:cubicBezTo>
                  <a:pt x="7470157" y="1195788"/>
                  <a:pt x="7409363" y="1315029"/>
                  <a:pt x="7370873" y="1423692"/>
                </a:cubicBezTo>
                <a:lnTo>
                  <a:pt x="7351959" y="1485787"/>
                </a:lnTo>
                <a:lnTo>
                  <a:pt x="7357269" y="1460895"/>
                </a:lnTo>
                <a:cubicBezTo>
                  <a:pt x="7409499" y="1277133"/>
                  <a:pt x="7491739" y="1137045"/>
                  <a:pt x="7595176" y="1055954"/>
                </a:cubicBezTo>
                <a:cubicBezTo>
                  <a:pt x="7674576" y="993604"/>
                  <a:pt x="7760942" y="963220"/>
                  <a:pt x="7857023" y="964099"/>
                </a:cubicBezTo>
                <a:cubicBezTo>
                  <a:pt x="7889050" y="964393"/>
                  <a:pt x="7922157" y="968160"/>
                  <a:pt x="7956444" y="975374"/>
                </a:cubicBezTo>
                <a:cubicBezTo>
                  <a:pt x="8033321" y="991720"/>
                  <a:pt x="8116326" y="1028371"/>
                  <a:pt x="8217593" y="1091072"/>
                </a:cubicBezTo>
                <a:cubicBezTo>
                  <a:pt x="8270334" y="1123637"/>
                  <a:pt x="8323840" y="1159775"/>
                  <a:pt x="8376709" y="1198085"/>
                </a:cubicBezTo>
                <a:cubicBezTo>
                  <a:pt x="8420128" y="1229755"/>
                  <a:pt x="8464184" y="1263214"/>
                  <a:pt x="8506708" y="1295395"/>
                </a:cubicBezTo>
                <a:cubicBezTo>
                  <a:pt x="8619269" y="1380732"/>
                  <a:pt x="8734012" y="1467482"/>
                  <a:pt x="8857255" y="1538419"/>
                </a:cubicBezTo>
                <a:lnTo>
                  <a:pt x="8965936" y="1594370"/>
                </a:lnTo>
                <a:lnTo>
                  <a:pt x="8965936" y="1579027"/>
                </a:lnTo>
                <a:lnTo>
                  <a:pt x="8822497" y="1502255"/>
                </a:lnTo>
                <a:cubicBezTo>
                  <a:pt x="8715372" y="1436632"/>
                  <a:pt x="8614168" y="1360012"/>
                  <a:pt x="8514625" y="1284540"/>
                </a:cubicBezTo>
                <a:cubicBezTo>
                  <a:pt x="8471974" y="1252231"/>
                  <a:pt x="8427917" y="1218901"/>
                  <a:pt x="8384371" y="1187104"/>
                </a:cubicBezTo>
                <a:cubicBezTo>
                  <a:pt x="8331248" y="1148410"/>
                  <a:pt x="8277486" y="1112143"/>
                  <a:pt x="8224360" y="1079579"/>
                </a:cubicBezTo>
                <a:cubicBezTo>
                  <a:pt x="8121690" y="1015984"/>
                  <a:pt x="8037406" y="978695"/>
                  <a:pt x="7958871" y="962093"/>
                </a:cubicBezTo>
                <a:cubicBezTo>
                  <a:pt x="7819676" y="932723"/>
                  <a:pt x="7694401" y="960690"/>
                  <a:pt x="7586621" y="1045227"/>
                </a:cubicBezTo>
                <a:cubicBezTo>
                  <a:pt x="7507224" y="1107386"/>
                  <a:pt x="7440179" y="1203018"/>
                  <a:pt x="7389316" y="1325659"/>
                </a:cubicBezTo>
                <a:lnTo>
                  <a:pt x="7352963" y="1431048"/>
                </a:lnTo>
                <a:lnTo>
                  <a:pt x="7361994" y="1391935"/>
                </a:lnTo>
                <a:cubicBezTo>
                  <a:pt x="7419970" y="1205108"/>
                  <a:pt x="7506040" y="1065149"/>
                  <a:pt x="7616630" y="986867"/>
                </a:cubicBezTo>
                <a:cubicBezTo>
                  <a:pt x="7699572" y="928156"/>
                  <a:pt x="7789193" y="901555"/>
                  <a:pt x="7888083" y="906954"/>
                </a:cubicBezTo>
                <a:cubicBezTo>
                  <a:pt x="7921046" y="908754"/>
                  <a:pt x="7955038" y="914110"/>
                  <a:pt x="7990156" y="923016"/>
                </a:cubicBezTo>
                <a:cubicBezTo>
                  <a:pt x="8067926" y="942683"/>
                  <a:pt x="8153742" y="983802"/>
                  <a:pt x="8252455" y="1048930"/>
                </a:cubicBezTo>
                <a:cubicBezTo>
                  <a:pt x="8305068" y="1083409"/>
                  <a:pt x="8358446" y="1121848"/>
                  <a:pt x="8410804" y="1162967"/>
                </a:cubicBezTo>
                <a:cubicBezTo>
                  <a:pt x="8453583" y="1196426"/>
                  <a:pt x="8496747" y="1231670"/>
                  <a:pt x="8538506" y="1265766"/>
                </a:cubicBezTo>
                <a:cubicBezTo>
                  <a:pt x="8650635" y="1356922"/>
                  <a:pt x="8764866" y="1449976"/>
                  <a:pt x="8888380" y="1525656"/>
                </a:cubicBezTo>
                <a:lnTo>
                  <a:pt x="8965936" y="1567940"/>
                </a:lnTo>
                <a:lnTo>
                  <a:pt x="8965936" y="1552969"/>
                </a:lnTo>
                <a:lnTo>
                  <a:pt x="8894584" y="1514075"/>
                </a:lnTo>
                <a:cubicBezTo>
                  <a:pt x="8772025" y="1439034"/>
                  <a:pt x="8658473" y="1346690"/>
                  <a:pt x="8547062" y="1255679"/>
                </a:cubicBezTo>
                <a:cubicBezTo>
                  <a:pt x="8505431" y="1221454"/>
                  <a:pt x="8462140" y="1186210"/>
                  <a:pt x="8419361" y="1152624"/>
                </a:cubicBezTo>
                <a:cubicBezTo>
                  <a:pt x="8366619" y="1110993"/>
                  <a:pt x="8313112" y="1072427"/>
                  <a:pt x="8260117" y="1037693"/>
                </a:cubicBezTo>
                <a:cubicBezTo>
                  <a:pt x="8159743" y="971799"/>
                  <a:pt x="8072906" y="930040"/>
                  <a:pt x="7993731" y="909991"/>
                </a:cubicBezTo>
                <a:cubicBezTo>
                  <a:pt x="7850962" y="874362"/>
                  <a:pt x="7720707" y="897476"/>
                  <a:pt x="7609095" y="976523"/>
                </a:cubicBezTo>
                <a:cubicBezTo>
                  <a:pt x="7525387" y="1035809"/>
                  <a:pt x="7453963" y="1130938"/>
                  <a:pt x="7398915" y="1254639"/>
                </a:cubicBezTo>
                <a:lnTo>
                  <a:pt x="7351472" y="1382234"/>
                </a:lnTo>
                <a:lnTo>
                  <a:pt x="7366591" y="1321317"/>
                </a:lnTo>
                <a:cubicBezTo>
                  <a:pt x="7429164" y="1132446"/>
                  <a:pt x="7522896" y="993253"/>
                  <a:pt x="7637956" y="918291"/>
                </a:cubicBezTo>
                <a:cubicBezTo>
                  <a:pt x="7702677" y="876127"/>
                  <a:pt x="7770913" y="852669"/>
                  <a:pt x="7843937" y="847760"/>
                </a:cubicBezTo>
                <a:cubicBezTo>
                  <a:pt x="7868278" y="846123"/>
                  <a:pt x="7893151" y="846548"/>
                  <a:pt x="7918604" y="849028"/>
                </a:cubicBezTo>
                <a:cubicBezTo>
                  <a:pt x="7952541" y="852335"/>
                  <a:pt x="7987507" y="859294"/>
                  <a:pt x="8023614" y="869892"/>
                </a:cubicBezTo>
                <a:cubicBezTo>
                  <a:pt x="8103427" y="893262"/>
                  <a:pt x="8189498" y="937702"/>
                  <a:pt x="8287062" y="1005895"/>
                </a:cubicBezTo>
                <a:cubicBezTo>
                  <a:pt x="8339675" y="1042546"/>
                  <a:pt x="8392798" y="1083282"/>
                  <a:pt x="8444772" y="1127083"/>
                </a:cubicBezTo>
                <a:cubicBezTo>
                  <a:pt x="8486658" y="1162202"/>
                  <a:pt x="8529055" y="1199362"/>
                  <a:pt x="8570047" y="1235247"/>
                </a:cubicBezTo>
                <a:cubicBezTo>
                  <a:pt x="8681675" y="1333010"/>
                  <a:pt x="8795443" y="1432551"/>
                  <a:pt x="8919262" y="1513074"/>
                </a:cubicBezTo>
                <a:lnTo>
                  <a:pt x="8965936" y="1539956"/>
                </a:lnTo>
                <a:lnTo>
                  <a:pt x="8965936" y="1527172"/>
                </a:lnTo>
                <a:lnTo>
                  <a:pt x="8884704" y="1474367"/>
                </a:lnTo>
                <a:cubicBezTo>
                  <a:pt x="8777371" y="1399790"/>
                  <a:pt x="8677061" y="1312059"/>
                  <a:pt x="8578476" y="1225796"/>
                </a:cubicBezTo>
                <a:cubicBezTo>
                  <a:pt x="8537355" y="1189913"/>
                  <a:pt x="8494959" y="1152751"/>
                  <a:pt x="8452945" y="1117506"/>
                </a:cubicBezTo>
                <a:cubicBezTo>
                  <a:pt x="8400588" y="1073576"/>
                  <a:pt x="8347208" y="1032585"/>
                  <a:pt x="8294213" y="995679"/>
                </a:cubicBezTo>
                <a:cubicBezTo>
                  <a:pt x="8195499" y="926592"/>
                  <a:pt x="8108024" y="881513"/>
                  <a:pt x="8026934" y="857762"/>
                </a:cubicBezTo>
                <a:cubicBezTo>
                  <a:pt x="7880589" y="814854"/>
                  <a:pt x="7747779" y="831327"/>
                  <a:pt x="7630167" y="907821"/>
                </a:cubicBezTo>
                <a:cubicBezTo>
                  <a:pt x="7541957" y="965190"/>
                  <a:pt x="7466247" y="1059411"/>
                  <a:pt x="7406968" y="1183745"/>
                </a:cubicBezTo>
                <a:lnTo>
                  <a:pt x="7360093" y="1300916"/>
                </a:lnTo>
                <a:lnTo>
                  <a:pt x="7372592" y="1254145"/>
                </a:lnTo>
                <a:cubicBezTo>
                  <a:pt x="7441295" y="1060168"/>
                  <a:pt x="7538221" y="924932"/>
                  <a:pt x="7660686" y="852141"/>
                </a:cubicBezTo>
                <a:cubicBezTo>
                  <a:pt x="7719685" y="817088"/>
                  <a:pt x="7782642" y="796847"/>
                  <a:pt x="7849111" y="791436"/>
                </a:cubicBezTo>
                <a:cubicBezTo>
                  <a:pt x="7915578" y="786025"/>
                  <a:pt x="7985559" y="795444"/>
                  <a:pt x="8058604" y="819706"/>
                </a:cubicBezTo>
                <a:cubicBezTo>
                  <a:pt x="8140205" y="846906"/>
                  <a:pt x="8226658" y="894795"/>
                  <a:pt x="8323072" y="966051"/>
                </a:cubicBezTo>
                <a:cubicBezTo>
                  <a:pt x="8374665" y="1003723"/>
                  <a:pt x="8427532" y="1046758"/>
                  <a:pt x="8480018" y="1093753"/>
                </a:cubicBezTo>
                <a:cubicBezTo>
                  <a:pt x="8520243" y="1129892"/>
                  <a:pt x="8560852" y="1167948"/>
                  <a:pt x="8600184" y="1204726"/>
                </a:cubicBezTo>
                <a:cubicBezTo>
                  <a:pt x="8686670" y="1285904"/>
                  <a:pt x="8774598" y="1368304"/>
                  <a:pt x="8868021" y="1441254"/>
                </a:cubicBezTo>
                <a:lnTo>
                  <a:pt x="8965936" y="1509571"/>
                </a:lnTo>
                <a:lnTo>
                  <a:pt x="8965936" y="1495480"/>
                </a:lnTo>
                <a:lnTo>
                  <a:pt x="8915447" y="1460798"/>
                </a:lnTo>
                <a:cubicBezTo>
                  <a:pt x="8807508" y="1381400"/>
                  <a:pt x="8707071" y="1287859"/>
                  <a:pt x="8608103" y="1196553"/>
                </a:cubicBezTo>
                <a:cubicBezTo>
                  <a:pt x="8568771" y="1159775"/>
                  <a:pt x="8528034" y="1121719"/>
                  <a:pt x="8487807" y="1085452"/>
                </a:cubicBezTo>
                <a:cubicBezTo>
                  <a:pt x="8434940" y="1038075"/>
                  <a:pt x="8381687" y="994785"/>
                  <a:pt x="8329841" y="956475"/>
                </a:cubicBezTo>
                <a:cubicBezTo>
                  <a:pt x="8232405" y="884833"/>
                  <a:pt x="8144674" y="835925"/>
                  <a:pt x="8061669" y="808212"/>
                </a:cubicBezTo>
                <a:cubicBezTo>
                  <a:pt x="7912130" y="758410"/>
                  <a:pt x="7774469" y="769647"/>
                  <a:pt x="7653024" y="841798"/>
                </a:cubicBezTo>
                <a:cubicBezTo>
                  <a:pt x="7528132" y="915737"/>
                  <a:pt x="7429163" y="1053399"/>
                  <a:pt x="7359311" y="1250442"/>
                </a:cubicBezTo>
                <a:cubicBezTo>
                  <a:pt x="7327066" y="1344699"/>
                  <a:pt x="7301462" y="1441088"/>
                  <a:pt x="7282690" y="1538920"/>
                </a:cubicBezTo>
                <a:cubicBezTo>
                  <a:pt x="7276561" y="1571101"/>
                  <a:pt x="7270048" y="1603536"/>
                  <a:pt x="7263791" y="1635973"/>
                </a:cubicBezTo>
                <a:cubicBezTo>
                  <a:pt x="7226885" y="1831101"/>
                  <a:pt x="7188319" y="2032741"/>
                  <a:pt x="7097779" y="2198753"/>
                </a:cubicBezTo>
                <a:cubicBezTo>
                  <a:pt x="7073221" y="2243434"/>
                  <a:pt x="7044540" y="2285717"/>
                  <a:pt x="7012091" y="2325049"/>
                </a:cubicBezTo>
                <a:cubicBezTo>
                  <a:pt x="6861149" y="2507407"/>
                  <a:pt x="6612387" y="2575982"/>
                  <a:pt x="6433605" y="2484548"/>
                </a:cubicBezTo>
                <a:cubicBezTo>
                  <a:pt x="6402037" y="2468470"/>
                  <a:pt x="6372921" y="2447950"/>
                  <a:pt x="6347150" y="2423635"/>
                </a:cubicBezTo>
                <a:lnTo>
                  <a:pt x="6331814" y="2404975"/>
                </a:lnTo>
                <a:lnTo>
                  <a:pt x="6421727" y="2466798"/>
                </a:lnTo>
                <a:cubicBezTo>
                  <a:pt x="6475248" y="2492568"/>
                  <a:pt x="6533965" y="2505671"/>
                  <a:pt x="6593358" y="2505109"/>
                </a:cubicBezTo>
                <a:cubicBezTo>
                  <a:pt x="6747110" y="2505109"/>
                  <a:pt x="6911846" y="2424018"/>
                  <a:pt x="7022691" y="2282270"/>
                </a:cubicBezTo>
                <a:cubicBezTo>
                  <a:pt x="7055101" y="2240614"/>
                  <a:pt x="7083694" y="2196123"/>
                  <a:pt x="7108122" y="2149334"/>
                </a:cubicBezTo>
                <a:cubicBezTo>
                  <a:pt x="7194449" y="1983193"/>
                  <a:pt x="7232759" y="1786151"/>
                  <a:pt x="7271069" y="1595492"/>
                </a:cubicBezTo>
                <a:cubicBezTo>
                  <a:pt x="7279115" y="1555266"/>
                  <a:pt x="7287033" y="1515041"/>
                  <a:pt x="7295333" y="1475198"/>
                </a:cubicBezTo>
                <a:cubicBezTo>
                  <a:pt x="7315216" y="1376689"/>
                  <a:pt x="7342545" y="1279828"/>
                  <a:pt x="7377062" y="1185444"/>
                </a:cubicBezTo>
                <a:cubicBezTo>
                  <a:pt x="7451129" y="988655"/>
                  <a:pt x="7554184" y="853803"/>
                  <a:pt x="7681886" y="784333"/>
                </a:cubicBezTo>
                <a:cubicBezTo>
                  <a:pt x="7743182" y="751068"/>
                  <a:pt x="7808309" y="733093"/>
                  <a:pt x="7876821" y="730380"/>
                </a:cubicBezTo>
                <a:cubicBezTo>
                  <a:pt x="7945332" y="727666"/>
                  <a:pt x="8017229" y="740212"/>
                  <a:pt x="8092062" y="767987"/>
                </a:cubicBezTo>
                <a:cubicBezTo>
                  <a:pt x="8174429" y="798636"/>
                  <a:pt x="8263820" y="851249"/>
                  <a:pt x="8357808" y="924550"/>
                </a:cubicBezTo>
                <a:cubicBezTo>
                  <a:pt x="8412093" y="966947"/>
                  <a:pt x="8464222" y="1012038"/>
                  <a:pt x="8513986" y="1059657"/>
                </a:cubicBezTo>
                <a:cubicBezTo>
                  <a:pt x="8553574" y="1097585"/>
                  <a:pt x="8594055" y="1137811"/>
                  <a:pt x="8632365" y="1176121"/>
                </a:cubicBezTo>
                <a:cubicBezTo>
                  <a:pt x="8718684" y="1261881"/>
                  <a:pt x="8806298" y="1349009"/>
                  <a:pt x="8899698" y="1426032"/>
                </a:cubicBezTo>
                <a:lnTo>
                  <a:pt x="8965936" y="1474691"/>
                </a:lnTo>
                <a:lnTo>
                  <a:pt x="8965936" y="1460164"/>
                </a:lnTo>
                <a:lnTo>
                  <a:pt x="8947612" y="1446880"/>
                </a:lnTo>
                <a:cubicBezTo>
                  <a:pt x="8839784" y="1362948"/>
                  <a:pt x="8740081" y="1263661"/>
                  <a:pt x="8642071" y="1166033"/>
                </a:cubicBezTo>
                <a:cubicBezTo>
                  <a:pt x="8603249" y="1127467"/>
                  <a:pt x="8563152" y="1087752"/>
                  <a:pt x="8523436" y="1049441"/>
                </a:cubicBezTo>
                <a:cubicBezTo>
                  <a:pt x="8471078" y="999638"/>
                  <a:pt x="8418210" y="953793"/>
                  <a:pt x="8366108" y="913312"/>
                </a:cubicBezTo>
                <a:cubicBezTo>
                  <a:pt x="8271099" y="839245"/>
                  <a:pt x="8180430" y="785994"/>
                  <a:pt x="8096914" y="754835"/>
                </a:cubicBezTo>
                <a:cubicBezTo>
                  <a:pt x="7943673" y="697880"/>
                  <a:pt x="7801541" y="703626"/>
                  <a:pt x="7675500" y="771947"/>
                </a:cubicBezTo>
                <a:cubicBezTo>
                  <a:pt x="7544350" y="843587"/>
                  <a:pt x="7439762" y="980993"/>
                  <a:pt x="7364419" y="1180591"/>
                </a:cubicBezTo>
                <a:cubicBezTo>
                  <a:pt x="7329749" y="1275665"/>
                  <a:pt x="7302254" y="1373203"/>
                  <a:pt x="7282180" y="1472388"/>
                </a:cubicBezTo>
                <a:cubicBezTo>
                  <a:pt x="7273917" y="1512397"/>
                  <a:pt x="7265834" y="1552584"/>
                  <a:pt x="7257916" y="1592938"/>
                </a:cubicBezTo>
                <a:cubicBezTo>
                  <a:pt x="7220372" y="1782575"/>
                  <a:pt x="7181551" y="1978725"/>
                  <a:pt x="7096119" y="2143075"/>
                </a:cubicBezTo>
                <a:cubicBezTo>
                  <a:pt x="7072137" y="2189163"/>
                  <a:pt x="7044004" y="2232977"/>
                  <a:pt x="7012091" y="2273970"/>
                </a:cubicBezTo>
                <a:cubicBezTo>
                  <a:pt x="6861914" y="2466798"/>
                  <a:pt x="6610471" y="2544441"/>
                  <a:pt x="6427730" y="2455050"/>
                </a:cubicBezTo>
                <a:cubicBezTo>
                  <a:pt x="6395461" y="2439227"/>
                  <a:pt x="6365680" y="2418745"/>
                  <a:pt x="6339360" y="2394264"/>
                </a:cubicBezTo>
                <a:lnTo>
                  <a:pt x="6325385" y="2377241"/>
                </a:lnTo>
                <a:lnTo>
                  <a:pt x="6378175" y="2417581"/>
                </a:lnTo>
                <a:cubicBezTo>
                  <a:pt x="6437139" y="2454232"/>
                  <a:pt x="6505852" y="2473455"/>
                  <a:pt x="6576248" y="2472161"/>
                </a:cubicBezTo>
                <a:cubicBezTo>
                  <a:pt x="6736514" y="2472161"/>
                  <a:pt x="6911591" y="2383025"/>
                  <a:pt x="7023074" y="2230678"/>
                </a:cubicBezTo>
                <a:cubicBezTo>
                  <a:pt x="7054912" y="2187361"/>
                  <a:pt x="7082891" y="2141338"/>
                  <a:pt x="7106719" y="2093144"/>
                </a:cubicBezTo>
                <a:cubicBezTo>
                  <a:pt x="7187937" y="1929175"/>
                  <a:pt x="7226247" y="1737751"/>
                  <a:pt x="7264558" y="1552584"/>
                </a:cubicBezTo>
                <a:cubicBezTo>
                  <a:pt x="7274136" y="1505207"/>
                  <a:pt x="7284096" y="1456169"/>
                  <a:pt x="7294695" y="1408537"/>
                </a:cubicBezTo>
                <a:cubicBezTo>
                  <a:pt x="7316059" y="1308739"/>
                  <a:pt x="7345265" y="1210791"/>
                  <a:pt x="7382043" y="1115590"/>
                </a:cubicBezTo>
                <a:cubicBezTo>
                  <a:pt x="7461857" y="916121"/>
                  <a:pt x="7570148" y="781523"/>
                  <a:pt x="7703595" y="715374"/>
                </a:cubicBezTo>
                <a:cubicBezTo>
                  <a:pt x="7767127" y="684023"/>
                  <a:pt x="7834425" y="668316"/>
                  <a:pt x="7904996" y="668301"/>
                </a:cubicBezTo>
                <a:cubicBezTo>
                  <a:pt x="7975568" y="668285"/>
                  <a:pt x="8049411" y="683960"/>
                  <a:pt x="8126031" y="715374"/>
                </a:cubicBezTo>
                <a:cubicBezTo>
                  <a:pt x="8210058" y="749726"/>
                  <a:pt x="8299832" y="805403"/>
                  <a:pt x="8392799" y="882024"/>
                </a:cubicBezTo>
                <a:cubicBezTo>
                  <a:pt x="8447110" y="926668"/>
                  <a:pt x="8499034" y="974161"/>
                  <a:pt x="8548338" y="1024283"/>
                </a:cubicBezTo>
                <a:cubicBezTo>
                  <a:pt x="8587416" y="1063998"/>
                  <a:pt x="8626875" y="1105757"/>
                  <a:pt x="8665185" y="1146111"/>
                </a:cubicBezTo>
                <a:cubicBezTo>
                  <a:pt x="8751000" y="1237011"/>
                  <a:pt x="8837989" y="1329181"/>
                  <a:pt x="8931155" y="1410464"/>
                </a:cubicBezTo>
                <a:lnTo>
                  <a:pt x="8965936" y="1437384"/>
                </a:lnTo>
                <a:lnTo>
                  <a:pt x="8965936" y="1421020"/>
                </a:lnTo>
                <a:lnTo>
                  <a:pt x="8823621" y="1290980"/>
                </a:lnTo>
                <a:cubicBezTo>
                  <a:pt x="8773181" y="1240865"/>
                  <a:pt x="8724024" y="1188923"/>
                  <a:pt x="8675274" y="1137427"/>
                </a:cubicBezTo>
                <a:cubicBezTo>
                  <a:pt x="8637091" y="1096946"/>
                  <a:pt x="8597504" y="1055187"/>
                  <a:pt x="8558300" y="1015345"/>
                </a:cubicBezTo>
                <a:cubicBezTo>
                  <a:pt x="8508650" y="964916"/>
                  <a:pt x="8456393" y="917143"/>
                  <a:pt x="8401739" y="872192"/>
                </a:cubicBezTo>
                <a:cubicBezTo>
                  <a:pt x="8307750" y="795188"/>
                  <a:pt x="8216827" y="738361"/>
                  <a:pt x="8131394" y="703370"/>
                </a:cubicBezTo>
                <a:cubicBezTo>
                  <a:pt x="7974577" y="638497"/>
                  <a:pt x="7828743" y="638625"/>
                  <a:pt x="7698104" y="703370"/>
                </a:cubicBezTo>
                <a:cubicBezTo>
                  <a:pt x="7561464" y="771052"/>
                  <a:pt x="7451002" y="907948"/>
                  <a:pt x="7369912" y="1110609"/>
                </a:cubicBezTo>
                <a:cubicBezTo>
                  <a:pt x="7332866" y="1206475"/>
                  <a:pt x="7303443" y="1305112"/>
                  <a:pt x="7281925" y="1405600"/>
                </a:cubicBezTo>
                <a:cubicBezTo>
                  <a:pt x="7271325" y="1453359"/>
                  <a:pt x="7261365" y="1502525"/>
                  <a:pt x="7251660" y="1549902"/>
                </a:cubicBezTo>
                <a:cubicBezTo>
                  <a:pt x="7214244" y="1734175"/>
                  <a:pt x="7175421" y="1924705"/>
                  <a:pt x="7095098" y="2087141"/>
                </a:cubicBezTo>
                <a:cubicBezTo>
                  <a:pt x="7071550" y="2134609"/>
                  <a:pt x="7043992" y="2179981"/>
                  <a:pt x="7012731" y="2222761"/>
                </a:cubicBezTo>
                <a:cubicBezTo>
                  <a:pt x="6865364" y="2422740"/>
                  <a:pt x="6606002" y="2511621"/>
                  <a:pt x="6422240" y="2425295"/>
                </a:cubicBezTo>
                <a:cubicBezTo>
                  <a:pt x="6389242" y="2409792"/>
                  <a:pt x="6358823" y="2389283"/>
                  <a:pt x="6332083" y="2364509"/>
                </a:cubicBezTo>
                <a:lnTo>
                  <a:pt x="6319225" y="2348844"/>
                </a:lnTo>
                <a:lnTo>
                  <a:pt x="6411131" y="2409461"/>
                </a:lnTo>
                <a:cubicBezTo>
                  <a:pt x="6459338" y="2430991"/>
                  <a:pt x="6511580" y="2441998"/>
                  <a:pt x="6564372" y="2441769"/>
                </a:cubicBezTo>
                <a:cubicBezTo>
                  <a:pt x="6741366" y="2441642"/>
                  <a:pt x="6922574" y="2326710"/>
                  <a:pt x="7024097" y="2180875"/>
                </a:cubicBezTo>
                <a:cubicBezTo>
                  <a:pt x="7055472" y="2135885"/>
                  <a:pt x="7083018" y="2088343"/>
                  <a:pt x="7106464" y="2038744"/>
                </a:cubicBezTo>
                <a:cubicBezTo>
                  <a:pt x="7182191" y="1877073"/>
                  <a:pt x="7221395" y="1691269"/>
                  <a:pt x="7258811" y="1511720"/>
                </a:cubicBezTo>
                <a:cubicBezTo>
                  <a:pt x="7270305" y="1456298"/>
                  <a:pt x="7282308" y="1399088"/>
                  <a:pt x="7295079" y="1343538"/>
                </a:cubicBezTo>
                <a:cubicBezTo>
                  <a:pt x="7317822" y="1242424"/>
                  <a:pt x="7348917" y="1143366"/>
                  <a:pt x="7388045" y="1047398"/>
                </a:cubicBezTo>
                <a:cubicBezTo>
                  <a:pt x="7473222" y="845119"/>
                  <a:pt x="7587132" y="710777"/>
                  <a:pt x="7726454" y="648204"/>
                </a:cubicBezTo>
                <a:cubicBezTo>
                  <a:pt x="7791965" y="618386"/>
                  <a:pt x="7861275" y="604818"/>
                  <a:pt x="7933825" y="607467"/>
                </a:cubicBezTo>
                <a:cubicBezTo>
                  <a:pt x="8006376" y="610116"/>
                  <a:pt x="8082166" y="628985"/>
                  <a:pt x="8160639" y="664039"/>
                </a:cubicBezTo>
                <a:cubicBezTo>
                  <a:pt x="8258036" y="709908"/>
                  <a:pt x="8348345" y="769520"/>
                  <a:pt x="8428811" y="841032"/>
                </a:cubicBezTo>
                <a:cubicBezTo>
                  <a:pt x="8482612" y="887516"/>
                  <a:pt x="8533820" y="936923"/>
                  <a:pt x="8582180" y="989039"/>
                </a:cubicBezTo>
                <a:cubicBezTo>
                  <a:pt x="8620491" y="1030925"/>
                  <a:pt x="8658801" y="1074598"/>
                  <a:pt x="8697111" y="1116740"/>
                </a:cubicBezTo>
                <a:cubicBezTo>
                  <a:pt x="8782480" y="1212277"/>
                  <a:pt x="8869095" y="1309231"/>
                  <a:pt x="8962207" y="1394621"/>
                </a:cubicBezTo>
                <a:lnTo>
                  <a:pt x="8965936" y="1397645"/>
                </a:lnTo>
                <a:lnTo>
                  <a:pt x="8965936" y="1377355"/>
                </a:lnTo>
                <a:lnTo>
                  <a:pt x="8854679" y="1270170"/>
                </a:lnTo>
                <a:cubicBezTo>
                  <a:pt x="8804476" y="1217425"/>
                  <a:pt x="8755631" y="1162713"/>
                  <a:pt x="8707200" y="1108440"/>
                </a:cubicBezTo>
                <a:cubicBezTo>
                  <a:pt x="8669911" y="1065914"/>
                  <a:pt x="8630579" y="1022241"/>
                  <a:pt x="8592269" y="980738"/>
                </a:cubicBezTo>
                <a:cubicBezTo>
                  <a:pt x="8543104" y="927805"/>
                  <a:pt x="8491040" y="877632"/>
                  <a:pt x="8436346" y="830433"/>
                </a:cubicBezTo>
                <a:cubicBezTo>
                  <a:pt x="8354948" y="758180"/>
                  <a:pt x="8263604" y="697968"/>
                  <a:pt x="8165107" y="651651"/>
                </a:cubicBezTo>
                <a:cubicBezTo>
                  <a:pt x="8004460" y="579884"/>
                  <a:pt x="7854539" y="574520"/>
                  <a:pt x="7719558" y="635816"/>
                </a:cubicBezTo>
                <a:cubicBezTo>
                  <a:pt x="7577554" y="699923"/>
                  <a:pt x="7461346" y="836563"/>
                  <a:pt x="7374764" y="1042035"/>
                </a:cubicBezTo>
                <a:cubicBezTo>
                  <a:pt x="7335228" y="1138705"/>
                  <a:pt x="7303915" y="1238541"/>
                  <a:pt x="7281159" y="1340473"/>
                </a:cubicBezTo>
                <a:cubicBezTo>
                  <a:pt x="7268262" y="1396023"/>
                  <a:pt x="7256257" y="1453361"/>
                  <a:pt x="7244765" y="1508782"/>
                </a:cubicBezTo>
                <a:cubicBezTo>
                  <a:pt x="7207476" y="1687564"/>
                  <a:pt x="7168910" y="1872094"/>
                  <a:pt x="7093438" y="2032358"/>
                </a:cubicBezTo>
                <a:cubicBezTo>
                  <a:pt x="7070516" y="2081358"/>
                  <a:pt x="7043520" y="2128352"/>
                  <a:pt x="7012731" y="2172829"/>
                </a:cubicBezTo>
                <a:cubicBezTo>
                  <a:pt x="6884647" y="2357359"/>
                  <a:pt x="6626562" y="2491572"/>
                  <a:pt x="6416366" y="2396945"/>
                </a:cubicBezTo>
                <a:cubicBezTo>
                  <a:pt x="6382653" y="2381686"/>
                  <a:pt x="6351570" y="2361176"/>
                  <a:pt x="6324294" y="2336160"/>
                </a:cubicBezTo>
                <a:lnTo>
                  <a:pt x="6310743" y="2319658"/>
                </a:lnTo>
                <a:lnTo>
                  <a:pt x="6405383" y="2380727"/>
                </a:lnTo>
                <a:cubicBezTo>
                  <a:pt x="6451764" y="2400662"/>
                  <a:pt x="6501759" y="2410788"/>
                  <a:pt x="6552239" y="2410482"/>
                </a:cubicBezTo>
                <a:cubicBezTo>
                  <a:pt x="6734852" y="2410482"/>
                  <a:pt x="6921935" y="2285846"/>
                  <a:pt x="7024096" y="2130305"/>
                </a:cubicBezTo>
                <a:cubicBezTo>
                  <a:pt x="7054732" y="2083873"/>
                  <a:pt x="7081510" y="2035015"/>
                  <a:pt x="7104165" y="1984215"/>
                </a:cubicBezTo>
                <a:cubicBezTo>
                  <a:pt x="7175550" y="1825227"/>
                  <a:pt x="7213732" y="1645169"/>
                  <a:pt x="7250766" y="1471112"/>
                </a:cubicBezTo>
                <a:cubicBezTo>
                  <a:pt x="7264174" y="1407643"/>
                  <a:pt x="7278222" y="1342389"/>
                  <a:pt x="7293419" y="1278538"/>
                </a:cubicBezTo>
                <a:cubicBezTo>
                  <a:pt x="7317541" y="1176095"/>
                  <a:pt x="7350526" y="1075940"/>
                  <a:pt x="7392003" y="979206"/>
                </a:cubicBezTo>
                <a:cubicBezTo>
                  <a:pt x="7482417" y="774628"/>
                  <a:pt x="7601944" y="640670"/>
                  <a:pt x="7747269" y="581033"/>
                </a:cubicBezTo>
                <a:cubicBezTo>
                  <a:pt x="7815589" y="552811"/>
                  <a:pt x="7887326" y="541382"/>
                  <a:pt x="7961982" y="546714"/>
                </a:cubicBezTo>
                <a:cubicBezTo>
                  <a:pt x="8036640" y="552045"/>
                  <a:pt x="8114219" y="574138"/>
                  <a:pt x="8194223" y="612959"/>
                </a:cubicBezTo>
                <a:cubicBezTo>
                  <a:pt x="8292196" y="662213"/>
                  <a:pt x="8382761" y="724978"/>
                  <a:pt x="8463290" y="799402"/>
                </a:cubicBezTo>
                <a:cubicBezTo>
                  <a:pt x="8517549" y="848542"/>
                  <a:pt x="8568923" y="900771"/>
                  <a:pt x="8617170" y="955836"/>
                </a:cubicBezTo>
                <a:cubicBezTo>
                  <a:pt x="8655224" y="998999"/>
                  <a:pt x="8693663" y="1044461"/>
                  <a:pt x="8730825" y="1088390"/>
                </a:cubicBezTo>
                <a:cubicBezTo>
                  <a:pt x="8773229" y="1138533"/>
                  <a:pt x="8815952" y="1189055"/>
                  <a:pt x="8859694" y="1238233"/>
                </a:cubicBezTo>
                <a:lnTo>
                  <a:pt x="8965936" y="1349827"/>
                </a:lnTo>
                <a:lnTo>
                  <a:pt x="8965936" y="1328338"/>
                </a:lnTo>
                <a:lnTo>
                  <a:pt x="8887776" y="1249141"/>
                </a:lnTo>
                <a:cubicBezTo>
                  <a:pt x="8837790" y="1193792"/>
                  <a:pt x="8789216" y="1136374"/>
                  <a:pt x="8741041" y="1079451"/>
                </a:cubicBezTo>
                <a:cubicBezTo>
                  <a:pt x="8703878" y="1035395"/>
                  <a:pt x="8665568" y="989933"/>
                  <a:pt x="8627257" y="946642"/>
                </a:cubicBezTo>
                <a:cubicBezTo>
                  <a:pt x="8578579" y="891207"/>
                  <a:pt x="8526732" y="838631"/>
                  <a:pt x="8471974" y="789187"/>
                </a:cubicBezTo>
                <a:cubicBezTo>
                  <a:pt x="8390601" y="713625"/>
                  <a:pt x="8299002" y="649915"/>
                  <a:pt x="8199842" y="599932"/>
                </a:cubicBezTo>
                <a:cubicBezTo>
                  <a:pt x="8035745" y="520630"/>
                  <a:pt x="7882503" y="509776"/>
                  <a:pt x="7742032" y="567624"/>
                </a:cubicBezTo>
                <a:cubicBezTo>
                  <a:pt x="7593389" y="628154"/>
                  <a:pt x="7471434" y="765050"/>
                  <a:pt x="7379616" y="972949"/>
                </a:cubicBezTo>
                <a:cubicBezTo>
                  <a:pt x="7337730" y="1070384"/>
                  <a:pt x="7304489" y="1171320"/>
                  <a:pt x="7280265" y="1274579"/>
                </a:cubicBezTo>
                <a:cubicBezTo>
                  <a:pt x="7264941" y="1338173"/>
                  <a:pt x="7251022" y="1403558"/>
                  <a:pt x="7237485" y="1467409"/>
                </a:cubicBezTo>
                <a:cubicBezTo>
                  <a:pt x="7200707" y="1641210"/>
                  <a:pt x="7162524" y="1820502"/>
                  <a:pt x="7091778" y="1978214"/>
                </a:cubicBezTo>
                <a:cubicBezTo>
                  <a:pt x="7069404" y="2028528"/>
                  <a:pt x="7043021" y="2076952"/>
                  <a:pt x="7012858" y="2123026"/>
                </a:cubicBezTo>
                <a:cubicBezTo>
                  <a:pt x="6885285" y="2316494"/>
                  <a:pt x="6625157" y="2461180"/>
                  <a:pt x="6410364" y="2368469"/>
                </a:cubicBezTo>
                <a:cubicBezTo>
                  <a:pt x="6375948" y="2353553"/>
                  <a:pt x="6344239" y="2333057"/>
                  <a:pt x="6316503" y="2307811"/>
                </a:cubicBezTo>
                <a:lnTo>
                  <a:pt x="6302786" y="2291155"/>
                </a:lnTo>
                <a:lnTo>
                  <a:pt x="6352513" y="2328152"/>
                </a:lnTo>
                <a:cubicBezTo>
                  <a:pt x="6407908" y="2361804"/>
                  <a:pt x="6472009" y="2379547"/>
                  <a:pt x="6537682" y="2378685"/>
                </a:cubicBezTo>
                <a:cubicBezTo>
                  <a:pt x="6557462" y="2378672"/>
                  <a:pt x="6577217" y="2377306"/>
                  <a:pt x="6596808" y="2374599"/>
                </a:cubicBezTo>
                <a:cubicBezTo>
                  <a:pt x="6758733" y="2351613"/>
                  <a:pt x="6926532" y="2235914"/>
                  <a:pt x="7024224" y="2079864"/>
                </a:cubicBezTo>
                <a:cubicBezTo>
                  <a:pt x="7144391" y="1887929"/>
                  <a:pt x="7194577" y="1655001"/>
                  <a:pt x="7243104" y="1429864"/>
                </a:cubicBezTo>
                <a:cubicBezTo>
                  <a:pt x="7258555" y="1358351"/>
                  <a:pt x="7274518" y="1284284"/>
                  <a:pt x="7292524" y="1212771"/>
                </a:cubicBezTo>
                <a:cubicBezTo>
                  <a:pt x="7358546" y="950217"/>
                  <a:pt x="7494675" y="615640"/>
                  <a:pt x="7768722" y="512841"/>
                </a:cubicBezTo>
                <a:cubicBezTo>
                  <a:pt x="7815222" y="495378"/>
                  <a:pt x="7861677" y="486017"/>
                  <a:pt x="7907649" y="483339"/>
                </a:cubicBezTo>
                <a:cubicBezTo>
                  <a:pt x="8229456" y="464586"/>
                  <a:pt x="8527603" y="773208"/>
                  <a:pt x="8651521" y="921485"/>
                </a:cubicBezTo>
                <a:cubicBezTo>
                  <a:pt x="8688937" y="966308"/>
                  <a:pt x="8726866" y="1013557"/>
                  <a:pt x="8763516" y="1059275"/>
                </a:cubicBezTo>
                <a:cubicBezTo>
                  <a:pt x="8805669" y="1111708"/>
                  <a:pt x="8848140" y="1164588"/>
                  <a:pt x="8891676" y="1216078"/>
                </a:cubicBezTo>
                <a:lnTo>
                  <a:pt x="8965936" y="1298018"/>
                </a:lnTo>
                <a:lnTo>
                  <a:pt x="8965936" y="1278101"/>
                </a:lnTo>
                <a:lnTo>
                  <a:pt x="8919907" y="1229152"/>
                </a:lnTo>
                <a:cubicBezTo>
                  <a:pt x="8870154" y="1171189"/>
                  <a:pt x="8821875" y="1111026"/>
                  <a:pt x="8773987" y="1051357"/>
                </a:cubicBezTo>
                <a:cubicBezTo>
                  <a:pt x="8737336" y="1005641"/>
                  <a:pt x="8700048" y="958263"/>
                  <a:pt x="8661737" y="913312"/>
                </a:cubicBezTo>
                <a:cubicBezTo>
                  <a:pt x="8518330" y="741809"/>
                  <a:pt x="8143653" y="358067"/>
                  <a:pt x="7763998" y="500454"/>
                </a:cubicBezTo>
                <a:cubicBezTo>
                  <a:pt x="7484459" y="605296"/>
                  <a:pt x="7346286" y="943961"/>
                  <a:pt x="7279498" y="1209707"/>
                </a:cubicBezTo>
                <a:cubicBezTo>
                  <a:pt x="7261493" y="1280837"/>
                  <a:pt x="7245403" y="1355031"/>
                  <a:pt x="7229950" y="1426799"/>
                </a:cubicBezTo>
                <a:cubicBezTo>
                  <a:pt x="7181680" y="1651171"/>
                  <a:pt x="7131748" y="1882693"/>
                  <a:pt x="7012858" y="2072584"/>
                </a:cubicBezTo>
                <a:cubicBezTo>
                  <a:pt x="6917210" y="2225444"/>
                  <a:pt x="6753114" y="2338715"/>
                  <a:pt x="6594892" y="2361189"/>
                </a:cubicBezTo>
                <a:cubicBezTo>
                  <a:pt x="6485069" y="2376642"/>
                  <a:pt x="6386100" y="2348292"/>
                  <a:pt x="6308713" y="2279078"/>
                </a:cubicBezTo>
                <a:cubicBezTo>
                  <a:pt x="6185226" y="2169126"/>
                  <a:pt x="6146916" y="1987152"/>
                  <a:pt x="6108605" y="1811563"/>
                </a:cubicBezTo>
                <a:cubicBezTo>
                  <a:pt x="6072465" y="1640955"/>
                  <a:pt x="6034155" y="1464471"/>
                  <a:pt x="5919224" y="1347880"/>
                </a:cubicBezTo>
                <a:cubicBezTo>
                  <a:pt x="5734568" y="1160159"/>
                  <a:pt x="5439705" y="1218263"/>
                  <a:pt x="5243812" y="1351710"/>
                </a:cubicBezTo>
                <a:cubicBezTo>
                  <a:pt x="5123516" y="1433439"/>
                  <a:pt x="5019823" y="1542113"/>
                  <a:pt x="4919194" y="1647339"/>
                </a:cubicBezTo>
                <a:cubicBezTo>
                  <a:pt x="4848794" y="1723410"/>
                  <a:pt x="4774585" y="1795856"/>
                  <a:pt x="4696867" y="1864432"/>
                </a:cubicBezTo>
                <a:cubicBezTo>
                  <a:pt x="4469175" y="2057900"/>
                  <a:pt x="4223095" y="2116897"/>
                  <a:pt x="4038439" y="2022143"/>
                </a:cubicBezTo>
                <a:cubicBezTo>
                  <a:pt x="4010633" y="2007873"/>
                  <a:pt x="3985059" y="1990717"/>
                  <a:pt x="3961539" y="1971292"/>
                </a:cubicBezTo>
                <a:lnTo>
                  <a:pt x="3954380" y="1964143"/>
                </a:lnTo>
                <a:lnTo>
                  <a:pt x="3929799" y="1932955"/>
                </a:lnTo>
                <a:lnTo>
                  <a:pt x="3900174" y="1878706"/>
                </a:lnTo>
                <a:lnTo>
                  <a:pt x="3868027" y="1808305"/>
                </a:lnTo>
                <a:lnTo>
                  <a:pt x="3843492" y="1748247"/>
                </a:lnTo>
                <a:lnTo>
                  <a:pt x="3787121" y="1577103"/>
                </a:lnTo>
                <a:lnTo>
                  <a:pt x="3780191" y="1556250"/>
                </a:lnTo>
                <a:lnTo>
                  <a:pt x="3762222" y="1489116"/>
                </a:lnTo>
                <a:lnTo>
                  <a:pt x="3730277" y="1371927"/>
                </a:lnTo>
                <a:lnTo>
                  <a:pt x="3681868" y="1152846"/>
                </a:lnTo>
                <a:lnTo>
                  <a:pt x="3657123" y="1011003"/>
                </a:lnTo>
                <a:lnTo>
                  <a:pt x="3655588" y="1005734"/>
                </a:lnTo>
                <a:lnTo>
                  <a:pt x="3650178" y="961136"/>
                </a:lnTo>
                <a:cubicBezTo>
                  <a:pt x="3637840" y="883207"/>
                  <a:pt x="3621238" y="806107"/>
                  <a:pt x="3596209" y="731976"/>
                </a:cubicBezTo>
                <a:cubicBezTo>
                  <a:pt x="3521631" y="508882"/>
                  <a:pt x="3330463" y="295621"/>
                  <a:pt x="3110948" y="319884"/>
                </a:cubicBezTo>
                <a:cubicBezTo>
                  <a:pt x="2923356" y="340699"/>
                  <a:pt x="2788628" y="519992"/>
                  <a:pt x="2708689" y="666721"/>
                </a:cubicBezTo>
                <a:cubicBezTo>
                  <a:pt x="2682255" y="715120"/>
                  <a:pt x="2656714" y="766200"/>
                  <a:pt x="2633601" y="816643"/>
                </a:cubicBezTo>
                <a:cubicBezTo>
                  <a:pt x="2576135" y="935022"/>
                  <a:pt x="2516752" y="1057359"/>
                  <a:pt x="2430555" y="1153263"/>
                </a:cubicBezTo>
                <a:cubicBezTo>
                  <a:pt x="2380830" y="1208592"/>
                  <a:pt x="2316058" y="1254489"/>
                  <a:pt x="2247094" y="1280540"/>
                </a:cubicBezTo>
                <a:lnTo>
                  <a:pt x="2211472" y="1290240"/>
                </a:lnTo>
                <a:lnTo>
                  <a:pt x="2189549" y="1257339"/>
                </a:lnTo>
                <a:lnTo>
                  <a:pt x="2178688" y="1246975"/>
                </a:lnTo>
                <a:lnTo>
                  <a:pt x="2167234" y="1226052"/>
                </a:lnTo>
                <a:cubicBezTo>
                  <a:pt x="2157057" y="1196361"/>
                  <a:pt x="2141809" y="1168664"/>
                  <a:pt x="2122156" y="1144196"/>
                </a:cubicBezTo>
                <a:lnTo>
                  <a:pt x="2116151" y="1140539"/>
                </a:lnTo>
                <a:lnTo>
                  <a:pt x="2083717" y="1058763"/>
                </a:lnTo>
                <a:lnTo>
                  <a:pt x="2063295" y="1039763"/>
                </a:lnTo>
                <a:lnTo>
                  <a:pt x="2042980" y="972309"/>
                </a:lnTo>
                <a:lnTo>
                  <a:pt x="2016966" y="940861"/>
                </a:lnTo>
                <a:lnTo>
                  <a:pt x="2003775" y="885217"/>
                </a:lnTo>
                <a:lnTo>
                  <a:pt x="1974245" y="841358"/>
                </a:lnTo>
                <a:lnTo>
                  <a:pt x="1963678" y="799274"/>
                </a:lnTo>
                <a:lnTo>
                  <a:pt x="1929377" y="739773"/>
                </a:lnTo>
                <a:lnTo>
                  <a:pt x="1923453" y="712053"/>
                </a:lnTo>
                <a:lnTo>
                  <a:pt x="1884893" y="636086"/>
                </a:lnTo>
                <a:lnTo>
                  <a:pt x="1882973" y="625600"/>
                </a:lnTo>
                <a:lnTo>
                  <a:pt x="1842218" y="536587"/>
                </a:lnTo>
                <a:lnTo>
                  <a:pt x="1789358" y="410240"/>
                </a:lnTo>
                <a:lnTo>
                  <a:pt x="1786700" y="406996"/>
                </a:lnTo>
                <a:lnTo>
                  <a:pt x="1758249" y="329039"/>
                </a:lnTo>
                <a:cubicBezTo>
                  <a:pt x="1699641" y="213101"/>
                  <a:pt x="1601328" y="120798"/>
                  <a:pt x="1472413" y="63332"/>
                </a:cubicBezTo>
                <a:cubicBezTo>
                  <a:pt x="1368796" y="17641"/>
                  <a:pt x="1257601" y="-3242"/>
                  <a:pt x="1147215" y="407"/>
                </a:cubicBezTo>
                <a:close/>
              </a:path>
            </a:pathLst>
          </a:custGeom>
          <a:gradFill>
            <a:gsLst>
              <a:gs pos="84000">
                <a:schemeClr val="accent1"/>
              </a:gs>
              <a:gs pos="18000">
                <a:schemeClr val="accent1">
                  <a:alpha val="0"/>
                </a:schemeClr>
              </a:gs>
            </a:gsLst>
            <a:lin ang="1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Text1"/>
          <p:cNvSpPr txBox="1"/>
          <p:nvPr>
            <p:custDataLst>
              <p:tags r:id="rId1"/>
            </p:custDataLst>
          </p:nvPr>
        </p:nvSpPr>
        <p:spPr>
          <a:xfrm>
            <a:off x="2700655" y="2982595"/>
            <a:ext cx="8469630" cy="135763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学习内容</a:t>
            </a:r>
            <a:endParaRPr lang="zh-CN" altLang="en-US" sz="6000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字体圈欣意冠黑体" panose="00000500000000000000" charset="-122"/>
              <a:sym typeface="+mn-lt"/>
            </a:endParaRPr>
          </a:p>
        </p:txBody>
      </p:sp>
      <p:sp>
        <p:nvSpPr>
          <p:cNvPr id="4" name="Text2"/>
          <p:cNvSpPr txBox="1"/>
          <p:nvPr>
            <p:custDataLst>
              <p:tags r:id="rId2"/>
            </p:custDataLst>
          </p:nvPr>
        </p:nvSpPr>
        <p:spPr>
          <a:xfrm>
            <a:off x="2700655" y="4409440"/>
            <a:ext cx="8469630" cy="10337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uFillTx/>
              <a:latin typeface="微软雅黑" panose="020B0503020204020204" charset="-122"/>
              <a:ea typeface="微软雅黑" panose="020B0503020204020204" charset="-122"/>
              <a:cs typeface="Open Sans" panose="020B0606030504020204" pitchFamily="34" charset="0"/>
            </a:endParaRPr>
          </a:p>
        </p:txBody>
      </p:sp>
      <p:sp>
        <p:nvSpPr>
          <p:cNvPr id="6" name="Text3"/>
          <p:cNvSpPr txBox="1"/>
          <p:nvPr>
            <p:custDataLst>
              <p:tags r:id="rId3"/>
            </p:custDataLst>
          </p:nvPr>
        </p:nvSpPr>
        <p:spPr>
          <a:xfrm>
            <a:off x="9828757" y="1430606"/>
            <a:ext cx="1722527" cy="139954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8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: 形状 11"/>
          <p:cNvSpPr/>
          <p:nvPr/>
        </p:nvSpPr>
        <p:spPr>
          <a:xfrm flipH="1">
            <a:off x="9278528" y="2722909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1"/>
          <p:cNvSpPr/>
          <p:nvPr>
            <p:custDataLst>
              <p:tags r:id="rId1"/>
            </p:custDataLst>
          </p:nvPr>
        </p:nvSpPr>
        <p:spPr>
          <a:xfrm>
            <a:off x="0" y="0"/>
            <a:ext cx="3826510" cy="3281680"/>
          </a:xfrm>
          <a:prstGeom prst="rect">
            <a:avLst/>
          </a:prstGeom>
          <a:blipFill>
            <a:blip r:embed="rId2"/>
            <a:stretch>
              <a:fillRect l="-120000" r="-12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2"/>
          <p:cNvSpPr/>
          <p:nvPr>
            <p:custDataLst>
              <p:tags r:id="rId3"/>
            </p:custDataLst>
          </p:nvPr>
        </p:nvSpPr>
        <p:spPr>
          <a:xfrm>
            <a:off x="0" y="3281680"/>
            <a:ext cx="3825875" cy="3576320"/>
          </a:xfrm>
          <a:prstGeom prst="rect">
            <a:avLst/>
          </a:prstGeom>
          <a:blipFill>
            <a:blip r:embed="rId4"/>
            <a:stretch>
              <a:fillRect l="-5718" r="-57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1"/>
          <p:cNvSpPr txBox="1"/>
          <p:nvPr>
            <p:custDataLst>
              <p:tags r:id="rId5"/>
            </p:custDataLst>
          </p:nvPr>
        </p:nvSpPr>
        <p:spPr>
          <a:xfrm>
            <a:off x="4696460" y="389890"/>
            <a:ext cx="7040245" cy="131699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阅读清单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7" name="Text2"/>
          <p:cNvSpPr txBox="1"/>
          <p:nvPr>
            <p:custDataLst>
              <p:tags r:id="rId6"/>
            </p:custDataLst>
          </p:nvPr>
        </p:nvSpPr>
        <p:spPr>
          <a:xfrm>
            <a:off x="4696460" y="1886585"/>
            <a:ext cx="7048500" cy="458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1.《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rust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语言圣经》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异步相关章节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2.《基于软硬协同的任务调度和中断响应研究》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 </a:t>
            </a:r>
            <a:r>
              <a:rPr lang="zh-CN" altLang="en-US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清华大学 赵方亮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3</a:t>
            </a:r>
            <a:r>
              <a:rPr lang="zh-CN" altLang="en-US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.《ReL4-高性能异步微内核设计与实现》</a:t>
            </a:r>
            <a:r>
              <a:rPr lang="en-US" altLang="zh-CN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 </a:t>
            </a:r>
            <a:r>
              <a:rPr lang="zh-CN" altLang="en-US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北京理工大学 廖东海</a:t>
            </a:r>
            <a:endParaRPr lang="en-US" altLang="zh-CN" sz="2400" b="1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4</a:t>
            </a:r>
            <a:r>
              <a:rPr lang="zh-CN" altLang="en-US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.《200行实现绿色线程》</a:t>
            </a:r>
            <a:endParaRPr lang="zh-CN" altLang="en-US" sz="2400" b="1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5</a:t>
            </a:r>
            <a:r>
              <a:rPr lang="zh-CN" altLang="en-US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.《A stack-less Rust coroutine library under 100 LoC》</a:t>
            </a:r>
            <a:endParaRPr lang="zh-CN" altLang="en-US" sz="2400" b="1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6</a:t>
            </a:r>
            <a:r>
              <a:rPr lang="zh-CN" altLang="en-US" sz="2400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.《Embassy Book》</a:t>
            </a:r>
            <a:endParaRPr lang="zh-CN" altLang="en-US" sz="2400" b="1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 flipH="1">
            <a:off x="1066065" y="2963436"/>
            <a:ext cx="5154861" cy="932252"/>
            <a:chOff x="5971074" y="2963436"/>
            <a:chExt cx="5154861" cy="932252"/>
          </a:xfrm>
          <a:noFill/>
        </p:grpSpPr>
        <p:sp>
          <p:nvSpPr>
            <p:cNvPr id="11" name="任意多边形: 形状 10"/>
            <p:cNvSpPr/>
            <p:nvPr/>
          </p:nvSpPr>
          <p:spPr>
            <a:xfrm>
              <a:off x="8439045" y="3750748"/>
              <a:ext cx="608671" cy="144940"/>
            </a:xfrm>
            <a:custGeom>
              <a:avLst/>
              <a:gdLst>
                <a:gd name="connsiteX0" fmla="*/ 568531 w 608671"/>
                <a:gd name="connsiteY0" fmla="*/ 144941 h 144940"/>
                <a:gd name="connsiteX1" fmla="*/ 0 w 608671"/>
                <a:gd name="connsiteY1" fmla="*/ 144941 h 144940"/>
                <a:gd name="connsiteX2" fmla="*/ 40140 w 608671"/>
                <a:gd name="connsiteY2" fmla="*/ 0 h 144940"/>
                <a:gd name="connsiteX3" fmla="*/ 608671 w 608671"/>
                <a:gd name="connsiteY3" fmla="*/ 0 h 144940"/>
                <a:gd name="connsiteX4" fmla="*/ 568531 w 608671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1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71074" y="3086047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517402" y="2963436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 flipH="1">
            <a:off x="7180306" y="2263059"/>
            <a:ext cx="4682775" cy="2948276"/>
            <a:chOff x="328919" y="-2038535"/>
            <a:chExt cx="4682775" cy="294827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4403161" y="-2038535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3 w 608533"/>
                <a:gd name="connsiteY2" fmla="*/ 0 h 144941"/>
                <a:gd name="connsiteX3" fmla="*/ 608534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534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408986" y="593557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140 w 608670"/>
                <a:gd name="connsiteY2" fmla="*/ 0 h 144940"/>
                <a:gd name="connsiteX3" fmla="*/ 608671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28919" y="764801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003 w 608670"/>
                <a:gd name="connsiteY2" fmla="*/ 0 h 144940"/>
                <a:gd name="connsiteX3" fmla="*/ 608670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 flipH="1">
            <a:off x="1370331" y="1738838"/>
            <a:ext cx="10715094" cy="2904438"/>
            <a:chOff x="106575" y="-2601860"/>
            <a:chExt cx="10715094" cy="2904438"/>
          </a:xfrm>
          <a:gradFill>
            <a:gsLst>
              <a:gs pos="100000">
                <a:schemeClr val="accent1">
                  <a:alpha val="26000"/>
                </a:schemeClr>
              </a:gs>
              <a:gs pos="18000">
                <a:schemeClr val="accent1">
                  <a:alpha val="0"/>
                </a:schemeClr>
              </a:gs>
            </a:gsLst>
            <a:lin ang="3256497" scaled="1"/>
          </a:gradFill>
        </p:grpSpPr>
        <p:sp>
          <p:nvSpPr>
            <p:cNvPr id="5" name="任意多边形: 形状 4"/>
            <p:cNvSpPr/>
            <p:nvPr/>
          </p:nvSpPr>
          <p:spPr>
            <a:xfrm>
              <a:off x="7319107" y="-1575019"/>
              <a:ext cx="907731" cy="150557"/>
            </a:xfrm>
            <a:custGeom>
              <a:avLst/>
              <a:gdLst>
                <a:gd name="connsiteX0" fmla="*/ 820740 w 907731"/>
                <a:gd name="connsiteY0" fmla="*/ 150558 h 150557"/>
                <a:gd name="connsiteX1" fmla="*/ 0 w 907731"/>
                <a:gd name="connsiteY1" fmla="*/ 150558 h 150557"/>
                <a:gd name="connsiteX2" fmla="*/ 86993 w 907731"/>
                <a:gd name="connsiteY2" fmla="*/ 0 h 150557"/>
                <a:gd name="connsiteX3" fmla="*/ 907731 w 907731"/>
                <a:gd name="connsiteY3" fmla="*/ 0 h 150557"/>
                <a:gd name="connsiteX4" fmla="*/ 820740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40" y="150558"/>
                  </a:moveTo>
                  <a:lnTo>
                    <a:pt x="0" y="150558"/>
                  </a:lnTo>
                  <a:lnTo>
                    <a:pt x="86993" y="0"/>
                  </a:lnTo>
                  <a:lnTo>
                    <a:pt x="907731" y="0"/>
                  </a:lnTo>
                  <a:lnTo>
                    <a:pt x="820740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4858260" y="-544814"/>
              <a:ext cx="907731" cy="150557"/>
            </a:xfrm>
            <a:custGeom>
              <a:avLst/>
              <a:gdLst>
                <a:gd name="connsiteX0" fmla="*/ 820739 w 907731"/>
                <a:gd name="connsiteY0" fmla="*/ 150558 h 150557"/>
                <a:gd name="connsiteX1" fmla="*/ 0 w 907731"/>
                <a:gd name="connsiteY1" fmla="*/ 150558 h 150557"/>
                <a:gd name="connsiteX2" fmla="*/ 86992 w 907731"/>
                <a:gd name="connsiteY2" fmla="*/ 0 h 150557"/>
                <a:gd name="connsiteX3" fmla="*/ 907731 w 907731"/>
                <a:gd name="connsiteY3" fmla="*/ 0 h 150557"/>
                <a:gd name="connsiteX4" fmla="*/ 820739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39" y="150558"/>
                  </a:moveTo>
                  <a:lnTo>
                    <a:pt x="0" y="150558"/>
                  </a:lnTo>
                  <a:lnTo>
                    <a:pt x="86992" y="0"/>
                  </a:lnTo>
                  <a:lnTo>
                    <a:pt x="907731" y="0"/>
                  </a:lnTo>
                  <a:lnTo>
                    <a:pt x="820739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7351302" y="-193756"/>
              <a:ext cx="984037" cy="165490"/>
            </a:xfrm>
            <a:custGeom>
              <a:avLst/>
              <a:gdLst>
                <a:gd name="connsiteX0" fmla="*/ 888415 w 984037"/>
                <a:gd name="connsiteY0" fmla="*/ 165490 h 165490"/>
                <a:gd name="connsiteX1" fmla="*/ 0 w 984037"/>
                <a:gd name="connsiteY1" fmla="*/ 165490 h 165490"/>
                <a:gd name="connsiteX2" fmla="*/ 95623 w 984037"/>
                <a:gd name="connsiteY2" fmla="*/ 0 h 165490"/>
                <a:gd name="connsiteX3" fmla="*/ 984038 w 984037"/>
                <a:gd name="connsiteY3" fmla="*/ 0 h 165490"/>
                <a:gd name="connsiteX4" fmla="*/ 888415 w 984037"/>
                <a:gd name="connsiteY4" fmla="*/ 165490 h 16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037" h="165490">
                  <a:moveTo>
                    <a:pt x="888415" y="165490"/>
                  </a:moveTo>
                  <a:lnTo>
                    <a:pt x="0" y="165490"/>
                  </a:lnTo>
                  <a:lnTo>
                    <a:pt x="95623" y="0"/>
                  </a:lnTo>
                  <a:lnTo>
                    <a:pt x="984038" y="0"/>
                  </a:lnTo>
                  <a:lnTo>
                    <a:pt x="888415" y="165490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340073" y="-1711801"/>
              <a:ext cx="608670" cy="144941"/>
            </a:xfrm>
            <a:custGeom>
              <a:avLst/>
              <a:gdLst>
                <a:gd name="connsiteX0" fmla="*/ 568531 w 608670"/>
                <a:gd name="connsiteY0" fmla="*/ 144941 h 144941"/>
                <a:gd name="connsiteX1" fmla="*/ 0 w 608670"/>
                <a:gd name="connsiteY1" fmla="*/ 144941 h 144941"/>
                <a:gd name="connsiteX2" fmla="*/ 40002 w 608670"/>
                <a:gd name="connsiteY2" fmla="*/ 0 h 144941"/>
                <a:gd name="connsiteX3" fmla="*/ 608670 w 608670"/>
                <a:gd name="connsiteY3" fmla="*/ 0 h 144941"/>
                <a:gd name="connsiteX4" fmla="*/ 568531 w 608670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20825" y="-461993"/>
              <a:ext cx="1005272" cy="196177"/>
            </a:xfrm>
            <a:custGeom>
              <a:avLst/>
              <a:gdLst>
                <a:gd name="connsiteX0" fmla="*/ 891977 w 1005272"/>
                <a:gd name="connsiteY0" fmla="*/ 196177 h 196177"/>
                <a:gd name="connsiteX1" fmla="*/ 0 w 1005272"/>
                <a:gd name="connsiteY1" fmla="*/ 196177 h 196177"/>
                <a:gd name="connsiteX2" fmla="*/ 113295 w 1005272"/>
                <a:gd name="connsiteY2" fmla="*/ 0 h 196177"/>
                <a:gd name="connsiteX3" fmla="*/ 1005272 w 1005272"/>
                <a:gd name="connsiteY3" fmla="*/ 0 h 196177"/>
                <a:gd name="connsiteX4" fmla="*/ 891977 w 1005272"/>
                <a:gd name="connsiteY4" fmla="*/ 196177 h 19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272" h="196177">
                  <a:moveTo>
                    <a:pt x="891977" y="196177"/>
                  </a:moveTo>
                  <a:lnTo>
                    <a:pt x="0" y="196177"/>
                  </a:lnTo>
                  <a:lnTo>
                    <a:pt x="113295" y="0"/>
                  </a:lnTo>
                  <a:lnTo>
                    <a:pt x="1005272" y="0"/>
                  </a:lnTo>
                  <a:lnTo>
                    <a:pt x="891977" y="19617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47475" y="-1636317"/>
              <a:ext cx="1274194" cy="166997"/>
            </a:xfrm>
            <a:custGeom>
              <a:avLst/>
              <a:gdLst>
                <a:gd name="connsiteX0" fmla="*/ 1177886 w 1274194"/>
                <a:gd name="connsiteY0" fmla="*/ 166997 h 166997"/>
                <a:gd name="connsiteX1" fmla="*/ 0 w 1274194"/>
                <a:gd name="connsiteY1" fmla="*/ 166997 h 166997"/>
                <a:gd name="connsiteX2" fmla="*/ 96307 w 1274194"/>
                <a:gd name="connsiteY2" fmla="*/ 0 h 166997"/>
                <a:gd name="connsiteX3" fmla="*/ 1274194 w 1274194"/>
                <a:gd name="connsiteY3" fmla="*/ 0 h 166997"/>
                <a:gd name="connsiteX4" fmla="*/ 1177886 w 1274194"/>
                <a:gd name="connsiteY4" fmla="*/ 166997 h 16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4194" h="166997">
                  <a:moveTo>
                    <a:pt x="1177886" y="166997"/>
                  </a:moveTo>
                  <a:lnTo>
                    <a:pt x="0" y="166997"/>
                  </a:lnTo>
                  <a:lnTo>
                    <a:pt x="96307" y="0"/>
                  </a:lnTo>
                  <a:lnTo>
                    <a:pt x="1274194" y="0"/>
                  </a:lnTo>
                  <a:lnTo>
                    <a:pt x="1177886" y="16699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6575" y="211564"/>
              <a:ext cx="820739" cy="91014"/>
            </a:xfrm>
            <a:custGeom>
              <a:avLst/>
              <a:gdLst>
                <a:gd name="connsiteX0" fmla="*/ 1080757 w 1164734"/>
                <a:gd name="connsiteY0" fmla="*/ 145489 h 145489"/>
                <a:gd name="connsiteX1" fmla="*/ 0 w 1164734"/>
                <a:gd name="connsiteY1" fmla="*/ 145489 h 145489"/>
                <a:gd name="connsiteX2" fmla="*/ 83978 w 1164734"/>
                <a:gd name="connsiteY2" fmla="*/ 0 h 145489"/>
                <a:gd name="connsiteX3" fmla="*/ 1164735 w 1164734"/>
                <a:gd name="connsiteY3" fmla="*/ 0 h 145489"/>
                <a:gd name="connsiteX4" fmla="*/ 1080757 w 1164734"/>
                <a:gd name="connsiteY4" fmla="*/ 145489 h 14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734" h="145489">
                  <a:moveTo>
                    <a:pt x="1080757" y="145489"/>
                  </a:moveTo>
                  <a:lnTo>
                    <a:pt x="0" y="145489"/>
                  </a:lnTo>
                  <a:lnTo>
                    <a:pt x="83978" y="0"/>
                  </a:lnTo>
                  <a:lnTo>
                    <a:pt x="1164735" y="0"/>
                  </a:lnTo>
                  <a:lnTo>
                    <a:pt x="1080757" y="145489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22885" y="-1097651"/>
              <a:ext cx="820739" cy="75347"/>
            </a:xfrm>
            <a:custGeom>
              <a:avLst/>
              <a:gdLst>
                <a:gd name="connsiteX0" fmla="*/ 0 w 820739"/>
                <a:gd name="connsiteY0" fmla="*/ 0 h 75347"/>
                <a:gd name="connsiteX1" fmla="*/ 820739 w 820739"/>
                <a:gd name="connsiteY1" fmla="*/ 0 h 75347"/>
                <a:gd name="connsiteX2" fmla="*/ 820739 w 820739"/>
                <a:gd name="connsiteY2" fmla="*/ 75347 h 75347"/>
                <a:gd name="connsiteX3" fmla="*/ 0 w 820739"/>
                <a:gd name="connsiteY3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738" h="75347">
                  <a:moveTo>
                    <a:pt x="0" y="0"/>
                  </a:moveTo>
                  <a:lnTo>
                    <a:pt x="820739" y="0"/>
                  </a:lnTo>
                  <a:lnTo>
                    <a:pt x="820739" y="75347"/>
                  </a:lnTo>
                  <a:lnTo>
                    <a:pt x="0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281169" y="-2601860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4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4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任意多边形: 形状 2"/>
          <p:cNvSpPr/>
          <p:nvPr/>
        </p:nvSpPr>
        <p:spPr>
          <a:xfrm flipH="1">
            <a:off x="-33" y="2077860"/>
            <a:ext cx="8965936" cy="3345776"/>
          </a:xfrm>
          <a:custGeom>
            <a:avLst/>
            <a:gdLst>
              <a:gd name="connsiteX0" fmla="*/ 7263937 w 8965936"/>
              <a:gd name="connsiteY0" fmla="*/ 2681044 h 3345776"/>
              <a:gd name="connsiteX1" fmla="*/ 7224122 w 8965936"/>
              <a:gd name="connsiteY1" fmla="*/ 2821258 h 3345776"/>
              <a:gd name="connsiteX2" fmla="*/ 7117062 w 8965936"/>
              <a:gd name="connsiteY2" fmla="*/ 2965854 h 3345776"/>
              <a:gd name="connsiteX3" fmla="*/ 6512780 w 8965936"/>
              <a:gd name="connsiteY3" fmla="*/ 2886424 h 3345776"/>
              <a:gd name="connsiteX4" fmla="*/ 6439675 w 8965936"/>
              <a:gd name="connsiteY4" fmla="*/ 2809169 h 3345776"/>
              <a:gd name="connsiteX5" fmla="*/ 6498989 w 8965936"/>
              <a:gd name="connsiteY5" fmla="*/ 2867653 h 3345776"/>
              <a:gd name="connsiteX6" fmla="*/ 7014902 w 8965936"/>
              <a:gd name="connsiteY6" fmla="*/ 2989736 h 3345776"/>
              <a:gd name="connsiteX7" fmla="*/ 7125491 w 8965936"/>
              <a:gd name="connsiteY7" fmla="*/ 2920904 h 3345776"/>
              <a:gd name="connsiteX8" fmla="*/ 7213765 w 8965936"/>
              <a:gd name="connsiteY8" fmla="*/ 2807677 h 3345776"/>
              <a:gd name="connsiteX9" fmla="*/ 6339956 w 8965936"/>
              <a:gd name="connsiteY9" fmla="*/ 2678993 h 3345776"/>
              <a:gd name="connsiteX10" fmla="*/ 6433922 w 8965936"/>
              <a:gd name="connsiteY10" fmla="*/ 2803089 h 3345776"/>
              <a:gd name="connsiteX11" fmla="*/ 6427318 w 8965936"/>
              <a:gd name="connsiteY11" fmla="*/ 2796110 h 3345776"/>
              <a:gd name="connsiteX12" fmla="*/ 6350775 w 8965936"/>
              <a:gd name="connsiteY12" fmla="*/ 2695941 h 3345776"/>
              <a:gd name="connsiteX13" fmla="*/ 7277482 w 8965936"/>
              <a:gd name="connsiteY13" fmla="*/ 2617686 h 3345776"/>
              <a:gd name="connsiteX14" fmla="*/ 7275907 w 8965936"/>
              <a:gd name="connsiteY14" fmla="*/ 2638892 h 3345776"/>
              <a:gd name="connsiteX15" fmla="*/ 7268439 w 8965936"/>
              <a:gd name="connsiteY15" fmla="*/ 2665189 h 3345776"/>
              <a:gd name="connsiteX16" fmla="*/ 7281492 w 8965936"/>
              <a:gd name="connsiteY16" fmla="*/ 2515472 h 3345776"/>
              <a:gd name="connsiteX17" fmla="*/ 7280488 w 8965936"/>
              <a:gd name="connsiteY17" fmla="*/ 2528816 h 3345776"/>
              <a:gd name="connsiteX18" fmla="*/ 7270699 w 8965936"/>
              <a:gd name="connsiteY18" fmla="*/ 2570625 h 3345776"/>
              <a:gd name="connsiteX19" fmla="*/ 7261525 w 8965936"/>
              <a:gd name="connsiteY19" fmla="*/ 2617502 h 3345776"/>
              <a:gd name="connsiteX20" fmla="*/ 7257052 w 8965936"/>
              <a:gd name="connsiteY20" fmla="*/ 2628907 h 3345776"/>
              <a:gd name="connsiteX21" fmla="*/ 7231908 w 8965936"/>
              <a:gd name="connsiteY21" fmla="*/ 2736305 h 3345776"/>
              <a:gd name="connsiteX22" fmla="*/ 7116297 w 8965936"/>
              <a:gd name="connsiteY22" fmla="*/ 2910944 h 3345776"/>
              <a:gd name="connsiteX23" fmla="*/ 7009794 w 8965936"/>
              <a:gd name="connsiteY23" fmla="*/ 2977220 h 3345776"/>
              <a:gd name="connsiteX24" fmla="*/ 6507800 w 8965936"/>
              <a:gd name="connsiteY24" fmla="*/ 2857565 h 3345776"/>
              <a:gd name="connsiteX25" fmla="*/ 6445098 w 8965936"/>
              <a:gd name="connsiteY25" fmla="*/ 2795630 h 3345776"/>
              <a:gd name="connsiteX26" fmla="*/ 6439135 w 8965936"/>
              <a:gd name="connsiteY26" fmla="*/ 2787741 h 3345776"/>
              <a:gd name="connsiteX27" fmla="*/ 6492731 w 8965936"/>
              <a:gd name="connsiteY27" fmla="*/ 2839048 h 3345776"/>
              <a:gd name="connsiteX28" fmla="*/ 7014774 w 8965936"/>
              <a:gd name="connsiteY28" fmla="*/ 2939293 h 3345776"/>
              <a:gd name="connsiteX29" fmla="*/ 7123575 w 8965936"/>
              <a:gd name="connsiteY29" fmla="*/ 2865737 h 3345776"/>
              <a:gd name="connsiteX30" fmla="*/ 7208975 w 8965936"/>
              <a:gd name="connsiteY30" fmla="*/ 2751538 h 3345776"/>
              <a:gd name="connsiteX31" fmla="*/ 7257052 w 8965936"/>
              <a:gd name="connsiteY31" fmla="*/ 2628907 h 3345776"/>
              <a:gd name="connsiteX32" fmla="*/ 7270699 w 8965936"/>
              <a:gd name="connsiteY32" fmla="*/ 2570625 h 3345776"/>
              <a:gd name="connsiteX33" fmla="*/ 7277962 w 8965936"/>
              <a:gd name="connsiteY33" fmla="*/ 2457910 h 3345776"/>
              <a:gd name="connsiteX34" fmla="*/ 7276860 w 8965936"/>
              <a:gd name="connsiteY34" fmla="*/ 2470713 h 3345776"/>
              <a:gd name="connsiteX35" fmla="*/ 7267593 w 8965936"/>
              <a:gd name="connsiteY35" fmla="*/ 2509671 h 3345776"/>
              <a:gd name="connsiteX36" fmla="*/ 7258204 w 8965936"/>
              <a:gd name="connsiteY36" fmla="*/ 2556541 h 3345776"/>
              <a:gd name="connsiteX37" fmla="*/ 7253573 w 8965936"/>
              <a:gd name="connsiteY37" fmla="*/ 2568616 h 3345776"/>
              <a:gd name="connsiteX38" fmla="*/ 7226911 w 8965936"/>
              <a:gd name="connsiteY38" fmla="*/ 2680709 h 3345776"/>
              <a:gd name="connsiteX39" fmla="*/ 7113997 w 8965936"/>
              <a:gd name="connsiteY39" fmla="*/ 2856416 h 3345776"/>
              <a:gd name="connsiteX40" fmla="*/ 7009028 w 8965936"/>
              <a:gd name="connsiteY40" fmla="*/ 2927289 h 3345776"/>
              <a:gd name="connsiteX41" fmla="*/ 6501160 w 8965936"/>
              <a:gd name="connsiteY41" fmla="*/ 2829087 h 3345776"/>
              <a:gd name="connsiteX42" fmla="*/ 6436670 w 8965936"/>
              <a:gd name="connsiteY42" fmla="*/ 2767279 h 3345776"/>
              <a:gd name="connsiteX43" fmla="*/ 6426189 w 8965936"/>
              <a:gd name="connsiteY43" fmla="*/ 2753179 h 3345776"/>
              <a:gd name="connsiteX44" fmla="*/ 6487750 w 8965936"/>
              <a:gd name="connsiteY44" fmla="*/ 2810442 h 3345776"/>
              <a:gd name="connsiteX45" fmla="*/ 6822966 w 8965936"/>
              <a:gd name="connsiteY45" fmla="*/ 2932908 h 3345776"/>
              <a:gd name="connsiteX46" fmla="*/ 7015156 w 8965936"/>
              <a:gd name="connsiteY46" fmla="*/ 2888724 h 3345776"/>
              <a:gd name="connsiteX47" fmla="*/ 7122170 w 8965936"/>
              <a:gd name="connsiteY47" fmla="*/ 2810698 h 3345776"/>
              <a:gd name="connsiteX48" fmla="*/ 7205702 w 8965936"/>
              <a:gd name="connsiteY48" fmla="*/ 2693436 h 3345776"/>
              <a:gd name="connsiteX49" fmla="*/ 7253573 w 8965936"/>
              <a:gd name="connsiteY49" fmla="*/ 2568616 h 3345776"/>
              <a:gd name="connsiteX50" fmla="*/ 7267593 w 8965936"/>
              <a:gd name="connsiteY50" fmla="*/ 2509671 h 3345776"/>
              <a:gd name="connsiteX51" fmla="*/ 7275225 w 8965936"/>
              <a:gd name="connsiteY51" fmla="*/ 2399563 h 3345776"/>
              <a:gd name="connsiteX52" fmla="*/ 7274429 w 8965936"/>
              <a:gd name="connsiteY52" fmla="*/ 2407709 h 3345776"/>
              <a:gd name="connsiteX53" fmla="*/ 7268330 w 8965936"/>
              <a:gd name="connsiteY53" fmla="*/ 2433201 h 3345776"/>
              <a:gd name="connsiteX54" fmla="*/ 7254438 w 8965936"/>
              <a:gd name="connsiteY54" fmla="*/ 2500974 h 3345776"/>
              <a:gd name="connsiteX55" fmla="*/ 7248157 w 8965936"/>
              <a:gd name="connsiteY55" fmla="*/ 2517513 h 3345776"/>
              <a:gd name="connsiteX56" fmla="*/ 7223196 w 8965936"/>
              <a:gd name="connsiteY56" fmla="*/ 2621835 h 3345776"/>
              <a:gd name="connsiteX57" fmla="*/ 7112592 w 8965936"/>
              <a:gd name="connsiteY57" fmla="*/ 2801887 h 3345776"/>
              <a:gd name="connsiteX58" fmla="*/ 7009155 w 8965936"/>
              <a:gd name="connsiteY58" fmla="*/ 2877357 h 3345776"/>
              <a:gd name="connsiteX59" fmla="*/ 6495540 w 8965936"/>
              <a:gd name="connsiteY59" fmla="*/ 2800736 h 3345776"/>
              <a:gd name="connsiteX60" fmla="*/ 6429135 w 8965936"/>
              <a:gd name="connsiteY60" fmla="*/ 2739056 h 3345776"/>
              <a:gd name="connsiteX61" fmla="*/ 6397026 w 8965936"/>
              <a:gd name="connsiteY61" fmla="*/ 2699770 h 3345776"/>
              <a:gd name="connsiteX62" fmla="*/ 6412662 w 8965936"/>
              <a:gd name="connsiteY62" fmla="*/ 2718753 h 3345776"/>
              <a:gd name="connsiteX63" fmla="*/ 6482386 w 8965936"/>
              <a:gd name="connsiteY63" fmla="*/ 2781837 h 3345776"/>
              <a:gd name="connsiteX64" fmla="*/ 6801639 w 8965936"/>
              <a:gd name="connsiteY64" fmla="*/ 2891788 h 3345776"/>
              <a:gd name="connsiteX65" fmla="*/ 6802150 w 8965936"/>
              <a:gd name="connsiteY65" fmla="*/ 2891916 h 3345776"/>
              <a:gd name="connsiteX66" fmla="*/ 7121403 w 8965936"/>
              <a:gd name="connsiteY66" fmla="*/ 2755658 h 3345776"/>
              <a:gd name="connsiteX67" fmla="*/ 7202395 w 8965936"/>
              <a:gd name="connsiteY67" fmla="*/ 2638008 h 3345776"/>
              <a:gd name="connsiteX68" fmla="*/ 7248157 w 8965936"/>
              <a:gd name="connsiteY68" fmla="*/ 2517513 h 3345776"/>
              <a:gd name="connsiteX69" fmla="*/ 7268330 w 8965936"/>
              <a:gd name="connsiteY69" fmla="*/ 2433201 h 3345776"/>
              <a:gd name="connsiteX70" fmla="*/ 7247646 w 8965936"/>
              <a:gd name="connsiteY70" fmla="*/ 2381192 h 3345776"/>
              <a:gd name="connsiteX71" fmla="*/ 7240374 w 8965936"/>
              <a:gd name="connsiteY71" fmla="*/ 2427323 h 3345776"/>
              <a:gd name="connsiteX72" fmla="*/ 7109529 w 8965936"/>
              <a:gd name="connsiteY72" fmla="*/ 2690787 h 3345776"/>
              <a:gd name="connsiteX73" fmla="*/ 7009284 w 8965936"/>
              <a:gd name="connsiteY73" fmla="*/ 2775452 h 3345776"/>
              <a:gd name="connsiteX74" fmla="*/ 6484047 w 8965936"/>
              <a:gd name="connsiteY74" fmla="*/ 2741739 h 3345776"/>
              <a:gd name="connsiteX75" fmla="*/ 6413939 w 8965936"/>
              <a:gd name="connsiteY75" fmla="*/ 2680188 h 3345776"/>
              <a:gd name="connsiteX76" fmla="*/ 6401486 w 8965936"/>
              <a:gd name="connsiteY76" fmla="*/ 2665089 h 3345776"/>
              <a:gd name="connsiteX77" fmla="*/ 6471021 w 8965936"/>
              <a:gd name="connsiteY77" fmla="*/ 2724500 h 3345776"/>
              <a:gd name="connsiteX78" fmla="*/ 6756817 w 8965936"/>
              <a:gd name="connsiteY78" fmla="*/ 2814786 h 3345776"/>
              <a:gd name="connsiteX79" fmla="*/ 7017710 w 8965936"/>
              <a:gd name="connsiteY79" fmla="*/ 2736887 h 3345776"/>
              <a:gd name="connsiteX80" fmla="*/ 7119105 w 8965936"/>
              <a:gd name="connsiteY80" fmla="*/ 2645070 h 3345776"/>
              <a:gd name="connsiteX81" fmla="*/ 7198158 w 8965936"/>
              <a:gd name="connsiteY81" fmla="*/ 2519193 h 3345776"/>
              <a:gd name="connsiteX82" fmla="*/ 7286737 w 8965936"/>
              <a:gd name="connsiteY82" fmla="*/ 2219445 h 3345776"/>
              <a:gd name="connsiteX83" fmla="*/ 7272792 w 8965936"/>
              <a:gd name="connsiteY83" fmla="*/ 2348497 h 3345776"/>
              <a:gd name="connsiteX84" fmla="*/ 7254087 w 8965936"/>
              <a:gd name="connsiteY84" fmla="*/ 2425640 h 3345776"/>
              <a:gd name="connsiteX85" fmla="*/ 7253162 w 8965936"/>
              <a:gd name="connsiteY85" fmla="*/ 2431489 h 3345776"/>
              <a:gd name="connsiteX86" fmla="*/ 7251680 w 8965936"/>
              <a:gd name="connsiteY86" fmla="*/ 2435567 h 3345776"/>
              <a:gd name="connsiteX87" fmla="*/ 7220181 w 8965936"/>
              <a:gd name="connsiteY87" fmla="*/ 2565480 h 3345776"/>
              <a:gd name="connsiteX88" fmla="*/ 7112336 w 8965936"/>
              <a:gd name="connsiteY88" fmla="*/ 2746464 h 3345776"/>
              <a:gd name="connsiteX89" fmla="*/ 7010175 w 8965936"/>
              <a:gd name="connsiteY89" fmla="*/ 2826533 h 3345776"/>
              <a:gd name="connsiteX90" fmla="*/ 6490688 w 8965936"/>
              <a:gd name="connsiteY90" fmla="*/ 2771238 h 3345776"/>
              <a:gd name="connsiteX91" fmla="*/ 6422494 w 8965936"/>
              <a:gd name="connsiteY91" fmla="*/ 2709686 h 3345776"/>
              <a:gd name="connsiteX92" fmla="*/ 6410840 w 8965936"/>
              <a:gd name="connsiteY92" fmla="*/ 2695505 h 3345776"/>
              <a:gd name="connsiteX93" fmla="*/ 6476512 w 8965936"/>
              <a:gd name="connsiteY93" fmla="*/ 2753233 h 3345776"/>
              <a:gd name="connsiteX94" fmla="*/ 6779038 w 8965936"/>
              <a:gd name="connsiteY94" fmla="*/ 2852713 h 3345776"/>
              <a:gd name="connsiteX95" fmla="*/ 7016561 w 8965936"/>
              <a:gd name="connsiteY95" fmla="*/ 2786435 h 3345776"/>
              <a:gd name="connsiteX96" fmla="*/ 7119745 w 8965936"/>
              <a:gd name="connsiteY96" fmla="*/ 2699215 h 3345776"/>
              <a:gd name="connsiteX97" fmla="*/ 7201358 w 8965936"/>
              <a:gd name="connsiteY97" fmla="*/ 2574163 h 3345776"/>
              <a:gd name="connsiteX98" fmla="*/ 7251680 w 8965936"/>
              <a:gd name="connsiteY98" fmla="*/ 2435567 h 3345776"/>
              <a:gd name="connsiteX99" fmla="*/ 7254087 w 8965936"/>
              <a:gd name="connsiteY99" fmla="*/ 2425640 h 3345776"/>
              <a:gd name="connsiteX100" fmla="*/ 7272680 w 8965936"/>
              <a:gd name="connsiteY100" fmla="*/ 2179430 h 3345776"/>
              <a:gd name="connsiteX101" fmla="*/ 7267541 w 8965936"/>
              <a:gd name="connsiteY101" fmla="*/ 2220240 h 3345776"/>
              <a:gd name="connsiteX102" fmla="*/ 7108379 w 8965936"/>
              <a:gd name="connsiteY102" fmla="*/ 2637280 h 3345776"/>
              <a:gd name="connsiteX103" fmla="*/ 7009793 w 8965936"/>
              <a:gd name="connsiteY103" fmla="*/ 2726671 h 3345776"/>
              <a:gd name="connsiteX104" fmla="*/ 6478556 w 8965936"/>
              <a:gd name="connsiteY104" fmla="*/ 2713901 h 3345776"/>
              <a:gd name="connsiteX105" fmla="*/ 6406659 w 8965936"/>
              <a:gd name="connsiteY105" fmla="*/ 2652349 h 3345776"/>
              <a:gd name="connsiteX106" fmla="*/ 6392370 w 8965936"/>
              <a:gd name="connsiteY106" fmla="*/ 2634969 h 3345776"/>
              <a:gd name="connsiteX107" fmla="*/ 6465531 w 8965936"/>
              <a:gd name="connsiteY107" fmla="*/ 2695895 h 3345776"/>
              <a:gd name="connsiteX108" fmla="*/ 6735491 w 8965936"/>
              <a:gd name="connsiteY108" fmla="*/ 2777879 h 3345776"/>
              <a:gd name="connsiteX109" fmla="*/ 7016561 w 8965936"/>
              <a:gd name="connsiteY109" fmla="*/ 2685807 h 3345776"/>
              <a:gd name="connsiteX110" fmla="*/ 7116169 w 8965936"/>
              <a:gd name="connsiteY110" fmla="*/ 2589392 h 3345776"/>
              <a:gd name="connsiteX111" fmla="*/ 7243344 w 8965936"/>
              <a:gd name="connsiteY111" fmla="*/ 2319256 h 3345776"/>
              <a:gd name="connsiteX112" fmla="*/ 7264179 w 8965936"/>
              <a:gd name="connsiteY112" fmla="*/ 2152149 h 3345776"/>
              <a:gd name="connsiteX113" fmla="*/ 7263009 w 8965936"/>
              <a:gd name="connsiteY113" fmla="*/ 2160705 h 3345776"/>
              <a:gd name="connsiteX114" fmla="*/ 7256977 w 8965936"/>
              <a:gd name="connsiteY114" fmla="*/ 2185807 h 3345776"/>
              <a:gd name="connsiteX115" fmla="*/ 7240008 w 8965936"/>
              <a:gd name="connsiteY115" fmla="*/ 2265111 h 3345776"/>
              <a:gd name="connsiteX116" fmla="*/ 7233293 w 8965936"/>
              <a:gd name="connsiteY116" fmla="*/ 2284371 h 3345776"/>
              <a:gd name="connsiteX117" fmla="*/ 7208435 w 8965936"/>
              <a:gd name="connsiteY117" fmla="*/ 2387817 h 3345776"/>
              <a:gd name="connsiteX118" fmla="*/ 7105697 w 8965936"/>
              <a:gd name="connsiteY118" fmla="*/ 2581730 h 3345776"/>
              <a:gd name="connsiteX119" fmla="*/ 7008644 w 8965936"/>
              <a:gd name="connsiteY119" fmla="*/ 2675590 h 3345776"/>
              <a:gd name="connsiteX120" fmla="*/ 6472299 w 8965936"/>
              <a:gd name="connsiteY120" fmla="*/ 2684785 h 3345776"/>
              <a:gd name="connsiteX121" fmla="*/ 6398488 w 8965936"/>
              <a:gd name="connsiteY121" fmla="*/ 2623361 h 3345776"/>
              <a:gd name="connsiteX122" fmla="*/ 6384436 w 8965936"/>
              <a:gd name="connsiteY122" fmla="*/ 2606274 h 3345776"/>
              <a:gd name="connsiteX123" fmla="*/ 6459656 w 8965936"/>
              <a:gd name="connsiteY123" fmla="*/ 2667289 h 3345776"/>
              <a:gd name="connsiteX124" fmla="*/ 6715058 w 8965936"/>
              <a:gd name="connsiteY124" fmla="*/ 2741866 h 3345776"/>
              <a:gd name="connsiteX125" fmla="*/ 7018349 w 8965936"/>
              <a:gd name="connsiteY125" fmla="*/ 2637024 h 3345776"/>
              <a:gd name="connsiteX126" fmla="*/ 7116042 w 8965936"/>
              <a:gd name="connsiteY126" fmla="*/ 2536141 h 3345776"/>
              <a:gd name="connsiteX127" fmla="*/ 7189818 w 8965936"/>
              <a:gd name="connsiteY127" fmla="*/ 2409072 h 3345776"/>
              <a:gd name="connsiteX128" fmla="*/ 7233293 w 8965936"/>
              <a:gd name="connsiteY128" fmla="*/ 2284371 h 3345776"/>
              <a:gd name="connsiteX129" fmla="*/ 7256977 w 8965936"/>
              <a:gd name="connsiteY129" fmla="*/ 2185807 h 3345776"/>
              <a:gd name="connsiteX130" fmla="*/ 4036141 w 8965936"/>
              <a:gd name="connsiteY130" fmla="*/ 2093597 h 3345776"/>
              <a:gd name="connsiteX131" fmla="*/ 4060276 w 8965936"/>
              <a:gd name="connsiteY131" fmla="*/ 2115642 h 3345776"/>
              <a:gd name="connsiteX132" fmla="*/ 4045685 w 8965936"/>
              <a:gd name="connsiteY132" fmla="*/ 2104845 h 3345776"/>
              <a:gd name="connsiteX133" fmla="*/ 7264415 w 8965936"/>
              <a:gd name="connsiteY133" fmla="*/ 2079097 h 3345776"/>
              <a:gd name="connsiteX134" fmla="*/ 7261050 w 8965936"/>
              <a:gd name="connsiteY134" fmla="*/ 2102112 h 3345776"/>
              <a:gd name="connsiteX135" fmla="*/ 7251078 w 8965936"/>
              <a:gd name="connsiteY135" fmla="*/ 2143181 h 3345776"/>
              <a:gd name="connsiteX136" fmla="*/ 7242211 w 8965936"/>
              <a:gd name="connsiteY136" fmla="*/ 2185791 h 3345776"/>
              <a:gd name="connsiteX137" fmla="*/ 7236552 w 8965936"/>
              <a:gd name="connsiteY137" fmla="*/ 2203004 h 3345776"/>
              <a:gd name="connsiteX138" fmla="*/ 7205116 w 8965936"/>
              <a:gd name="connsiteY138" fmla="*/ 2332471 h 3345776"/>
              <a:gd name="connsiteX139" fmla="*/ 7105570 w 8965936"/>
              <a:gd name="connsiteY139" fmla="*/ 2526817 h 3345776"/>
              <a:gd name="connsiteX140" fmla="*/ 7010177 w 8965936"/>
              <a:gd name="connsiteY140" fmla="*/ 2625403 h 3345776"/>
              <a:gd name="connsiteX141" fmla="*/ 6467190 w 8965936"/>
              <a:gd name="connsiteY141" fmla="*/ 2656051 h 3345776"/>
              <a:gd name="connsiteX142" fmla="*/ 6391720 w 8965936"/>
              <a:gd name="connsiteY142" fmla="*/ 2594755 h 3345776"/>
              <a:gd name="connsiteX143" fmla="*/ 6377856 w 8965936"/>
              <a:gd name="connsiteY143" fmla="*/ 2577868 h 3345776"/>
              <a:gd name="connsiteX144" fmla="*/ 6454676 w 8965936"/>
              <a:gd name="connsiteY144" fmla="*/ 2638684 h 3345776"/>
              <a:gd name="connsiteX145" fmla="*/ 6694371 w 8965936"/>
              <a:gd name="connsiteY145" fmla="*/ 2705216 h 3345776"/>
              <a:gd name="connsiteX146" fmla="*/ 7020138 w 8965936"/>
              <a:gd name="connsiteY146" fmla="*/ 2583517 h 3345776"/>
              <a:gd name="connsiteX147" fmla="*/ 7116169 w 8965936"/>
              <a:gd name="connsiteY147" fmla="*/ 2478035 h 3345776"/>
              <a:gd name="connsiteX148" fmla="*/ 7191676 w 8965936"/>
              <a:gd name="connsiteY148" fmla="*/ 2339527 h 3345776"/>
              <a:gd name="connsiteX149" fmla="*/ 7236552 w 8965936"/>
              <a:gd name="connsiteY149" fmla="*/ 2203004 h 3345776"/>
              <a:gd name="connsiteX150" fmla="*/ 7251078 w 8965936"/>
              <a:gd name="connsiteY150" fmla="*/ 2143181 h 3345776"/>
              <a:gd name="connsiteX151" fmla="*/ 4033273 w 8965936"/>
              <a:gd name="connsiteY151" fmla="*/ 2076022 h 3345776"/>
              <a:gd name="connsiteX152" fmla="*/ 4041286 w 8965936"/>
              <a:gd name="connsiteY152" fmla="*/ 2083019 h 3345776"/>
              <a:gd name="connsiteX153" fmla="*/ 4035309 w 8965936"/>
              <a:gd name="connsiteY153" fmla="*/ 2078522 h 3345776"/>
              <a:gd name="connsiteX154" fmla="*/ 3978487 w 8965936"/>
              <a:gd name="connsiteY154" fmla="*/ 2045172 h 3345776"/>
              <a:gd name="connsiteX155" fmla="*/ 4035480 w 8965936"/>
              <a:gd name="connsiteY155" fmla="*/ 2112218 h 3345776"/>
              <a:gd name="connsiteX156" fmla="*/ 4015568 w 8965936"/>
              <a:gd name="connsiteY156" fmla="*/ 2093149 h 3345776"/>
              <a:gd name="connsiteX157" fmla="*/ 3381665 w 8965936"/>
              <a:gd name="connsiteY157" fmla="*/ 1958660 h 3345776"/>
              <a:gd name="connsiteX158" fmla="*/ 3386395 w 8965936"/>
              <a:gd name="connsiteY158" fmla="*/ 1965570 h 3345776"/>
              <a:gd name="connsiteX159" fmla="*/ 3393124 w 8965936"/>
              <a:gd name="connsiteY159" fmla="*/ 1981757 h 3345776"/>
              <a:gd name="connsiteX160" fmla="*/ 3391865 w 8965936"/>
              <a:gd name="connsiteY160" fmla="*/ 1979450 h 3345776"/>
              <a:gd name="connsiteX161" fmla="*/ 3902656 w 8965936"/>
              <a:gd name="connsiteY161" fmla="*/ 1931181 h 3345776"/>
              <a:gd name="connsiteX162" fmla="*/ 3906070 w 8965936"/>
              <a:gd name="connsiteY162" fmla="*/ 1934576 h 3345776"/>
              <a:gd name="connsiteX163" fmla="*/ 3909971 w 8965936"/>
              <a:gd name="connsiteY163" fmla="*/ 1942073 h 3345776"/>
              <a:gd name="connsiteX164" fmla="*/ 3959142 w 8965936"/>
              <a:gd name="connsiteY164" fmla="*/ 2020143 h 3345776"/>
              <a:gd name="connsiteX165" fmla="*/ 3956837 w 8965936"/>
              <a:gd name="connsiteY165" fmla="*/ 2017161 h 3345776"/>
              <a:gd name="connsiteX166" fmla="*/ 5545187 w 8965936"/>
              <a:gd name="connsiteY166" fmla="*/ 1889843 h 3345776"/>
              <a:gd name="connsiteX167" fmla="*/ 6001719 w 8965936"/>
              <a:gd name="connsiteY167" fmla="*/ 2151759 h 3345776"/>
              <a:gd name="connsiteX168" fmla="*/ 6089196 w 8965936"/>
              <a:gd name="connsiteY168" fmla="*/ 2271671 h 3345776"/>
              <a:gd name="connsiteX169" fmla="*/ 6199657 w 8965936"/>
              <a:gd name="connsiteY169" fmla="*/ 2455815 h 3345776"/>
              <a:gd name="connsiteX170" fmla="*/ 6232821 w 8965936"/>
              <a:gd name="connsiteY170" fmla="*/ 2511158 h 3345776"/>
              <a:gd name="connsiteX171" fmla="*/ 6213958 w 8965936"/>
              <a:gd name="connsiteY171" fmla="*/ 2481610 h 3345776"/>
              <a:gd name="connsiteX172" fmla="*/ 6103879 w 8965936"/>
              <a:gd name="connsiteY172" fmla="*/ 2306149 h 3345776"/>
              <a:gd name="connsiteX173" fmla="*/ 5561533 w 8965936"/>
              <a:gd name="connsiteY173" fmla="*/ 1905678 h 3345776"/>
              <a:gd name="connsiteX174" fmla="*/ 4788683 w 8965936"/>
              <a:gd name="connsiteY174" fmla="*/ 2552868 h 3345776"/>
              <a:gd name="connsiteX175" fmla="*/ 3984165 w 8965936"/>
              <a:gd name="connsiteY175" fmla="*/ 3069803 h 3345776"/>
              <a:gd name="connsiteX176" fmla="*/ 3606169 w 8965936"/>
              <a:gd name="connsiteY176" fmla="*/ 2586965 h 3345776"/>
              <a:gd name="connsiteX177" fmla="*/ 3580283 w 8965936"/>
              <a:gd name="connsiteY177" fmla="*/ 2498601 h 3345776"/>
              <a:gd name="connsiteX178" fmla="*/ 3631087 w 8965936"/>
              <a:gd name="connsiteY178" fmla="*/ 2609734 h 3345776"/>
              <a:gd name="connsiteX179" fmla="*/ 3851485 w 8965936"/>
              <a:gd name="connsiteY179" fmla="*/ 2900600 h 3345776"/>
              <a:gd name="connsiteX180" fmla="*/ 3961308 w 8965936"/>
              <a:gd name="connsiteY180" fmla="*/ 2967644 h 3345776"/>
              <a:gd name="connsiteX181" fmla="*/ 4345816 w 8965936"/>
              <a:gd name="connsiteY181" fmla="*/ 2937761 h 3345776"/>
              <a:gd name="connsiteX182" fmla="*/ 4710404 w 8965936"/>
              <a:gd name="connsiteY182" fmla="*/ 2609186 h 3345776"/>
              <a:gd name="connsiteX183" fmla="*/ 4766976 w 8965936"/>
              <a:gd name="connsiteY183" fmla="*/ 2534736 h 3345776"/>
              <a:gd name="connsiteX184" fmla="*/ 4795070 w 8965936"/>
              <a:gd name="connsiteY184" fmla="*/ 2495658 h 3345776"/>
              <a:gd name="connsiteX185" fmla="*/ 5042171 w 8965936"/>
              <a:gd name="connsiteY185" fmla="*/ 2174107 h 3345776"/>
              <a:gd name="connsiteX186" fmla="*/ 5545187 w 8965936"/>
              <a:gd name="connsiteY186" fmla="*/ 1889843 h 3345776"/>
              <a:gd name="connsiteX187" fmla="*/ 7282735 w 8965936"/>
              <a:gd name="connsiteY187" fmla="*/ 1888637 h 3345776"/>
              <a:gd name="connsiteX188" fmla="*/ 7262407 w 8965936"/>
              <a:gd name="connsiteY188" fmla="*/ 2022759 h 3345776"/>
              <a:gd name="connsiteX189" fmla="*/ 7237435 w 8965936"/>
              <a:gd name="connsiteY189" fmla="*/ 2129447 h 3345776"/>
              <a:gd name="connsiteX190" fmla="*/ 7236096 w 8965936"/>
              <a:gd name="connsiteY190" fmla="*/ 2136562 h 3345776"/>
              <a:gd name="connsiteX191" fmla="*/ 7234942 w 8965936"/>
              <a:gd name="connsiteY191" fmla="*/ 2140100 h 3345776"/>
              <a:gd name="connsiteX192" fmla="*/ 7207020 w 8965936"/>
              <a:gd name="connsiteY192" fmla="*/ 2259383 h 3345776"/>
              <a:gd name="connsiteX193" fmla="*/ 7105059 w 8965936"/>
              <a:gd name="connsiteY193" fmla="*/ 2470756 h 3345776"/>
              <a:gd name="connsiteX194" fmla="*/ 7011198 w 8965936"/>
              <a:gd name="connsiteY194" fmla="*/ 2573811 h 3345776"/>
              <a:gd name="connsiteX195" fmla="*/ 6462082 w 8965936"/>
              <a:gd name="connsiteY195" fmla="*/ 2625914 h 3345776"/>
              <a:gd name="connsiteX196" fmla="*/ 6384696 w 8965936"/>
              <a:gd name="connsiteY196" fmla="*/ 2564744 h 3345776"/>
              <a:gd name="connsiteX197" fmla="*/ 6374921 w 8965936"/>
              <a:gd name="connsiteY197" fmla="*/ 2552879 h 3345776"/>
              <a:gd name="connsiteX198" fmla="*/ 6434039 w 8965936"/>
              <a:gd name="connsiteY198" fmla="*/ 2600493 h 3345776"/>
              <a:gd name="connsiteX199" fmla="*/ 6675599 w 8965936"/>
              <a:gd name="connsiteY199" fmla="*/ 2670737 h 3345776"/>
              <a:gd name="connsiteX200" fmla="*/ 7020138 w 8965936"/>
              <a:gd name="connsiteY200" fmla="*/ 2535885 h 3345776"/>
              <a:gd name="connsiteX201" fmla="*/ 7114381 w 8965936"/>
              <a:gd name="connsiteY201" fmla="*/ 2425805 h 3345776"/>
              <a:gd name="connsiteX202" fmla="*/ 7186534 w 8965936"/>
              <a:gd name="connsiteY202" fmla="*/ 2288367 h 3345776"/>
              <a:gd name="connsiteX203" fmla="*/ 7234942 w 8965936"/>
              <a:gd name="connsiteY203" fmla="*/ 2140100 h 3345776"/>
              <a:gd name="connsiteX204" fmla="*/ 7237435 w 8965936"/>
              <a:gd name="connsiteY204" fmla="*/ 2129447 h 3345776"/>
              <a:gd name="connsiteX205" fmla="*/ 7272763 w 8965936"/>
              <a:gd name="connsiteY205" fmla="*/ 1872023 h 3345776"/>
              <a:gd name="connsiteX206" fmla="*/ 7223741 w 8965936"/>
              <a:gd name="connsiteY206" fmla="*/ 2132986 h 3345776"/>
              <a:gd name="connsiteX207" fmla="*/ 7103527 w 8965936"/>
              <a:gd name="connsiteY207" fmla="*/ 2418654 h 3345776"/>
              <a:gd name="connsiteX208" fmla="*/ 7011326 w 8965936"/>
              <a:gd name="connsiteY208" fmla="*/ 2526434 h 3345776"/>
              <a:gd name="connsiteX209" fmla="*/ 6456591 w 8965936"/>
              <a:gd name="connsiteY209" fmla="*/ 2599991 h 3345776"/>
              <a:gd name="connsiteX210" fmla="*/ 6377416 w 8965936"/>
              <a:gd name="connsiteY210" fmla="*/ 2538822 h 3345776"/>
              <a:gd name="connsiteX211" fmla="*/ 6361393 w 8965936"/>
              <a:gd name="connsiteY211" fmla="*/ 2519332 h 3345776"/>
              <a:gd name="connsiteX212" fmla="*/ 6424574 w 8965936"/>
              <a:gd name="connsiteY212" fmla="*/ 2569698 h 3345776"/>
              <a:gd name="connsiteX213" fmla="*/ 6657977 w 8965936"/>
              <a:gd name="connsiteY213" fmla="*/ 2636769 h 3345776"/>
              <a:gd name="connsiteX214" fmla="*/ 7020903 w 8965936"/>
              <a:gd name="connsiteY214" fmla="*/ 2484677 h 3345776"/>
              <a:gd name="connsiteX215" fmla="*/ 7113359 w 8965936"/>
              <a:gd name="connsiteY215" fmla="*/ 2369745 h 3345776"/>
              <a:gd name="connsiteX216" fmla="*/ 7230814 w 8965936"/>
              <a:gd name="connsiteY216" fmla="*/ 2085403 h 3345776"/>
              <a:gd name="connsiteX217" fmla="*/ 5528330 w 8965936"/>
              <a:gd name="connsiteY217" fmla="*/ 1860983 h 3345776"/>
              <a:gd name="connsiteX218" fmla="*/ 5995973 w 8965936"/>
              <a:gd name="connsiteY218" fmla="*/ 2108084 h 3345776"/>
              <a:gd name="connsiteX219" fmla="*/ 6084343 w 8965936"/>
              <a:gd name="connsiteY219" fmla="*/ 2230296 h 3345776"/>
              <a:gd name="connsiteX220" fmla="*/ 6187524 w 8965936"/>
              <a:gd name="connsiteY220" fmla="*/ 2409429 h 3345776"/>
              <a:gd name="connsiteX221" fmla="*/ 6100561 w 8965936"/>
              <a:gd name="connsiteY221" fmla="*/ 2264392 h 3345776"/>
              <a:gd name="connsiteX222" fmla="*/ 6012063 w 8965936"/>
              <a:gd name="connsiteY222" fmla="*/ 2143203 h 3345776"/>
              <a:gd name="connsiteX223" fmla="*/ 5545443 w 8965936"/>
              <a:gd name="connsiteY223" fmla="*/ 1876435 h 3345776"/>
              <a:gd name="connsiteX224" fmla="*/ 5031956 w 8965936"/>
              <a:gd name="connsiteY224" fmla="*/ 2165296 h 3345776"/>
              <a:gd name="connsiteX225" fmla="*/ 4783449 w 8965936"/>
              <a:gd name="connsiteY225" fmla="*/ 2487614 h 3345776"/>
              <a:gd name="connsiteX226" fmla="*/ 4755482 w 8965936"/>
              <a:gd name="connsiteY226" fmla="*/ 2526563 h 3345776"/>
              <a:gd name="connsiteX227" fmla="*/ 4699166 w 8965936"/>
              <a:gd name="connsiteY227" fmla="*/ 2600629 h 3345776"/>
              <a:gd name="connsiteX228" fmla="*/ 4338794 w 8965936"/>
              <a:gd name="connsiteY228" fmla="*/ 2925629 h 3345776"/>
              <a:gd name="connsiteX229" fmla="*/ 3965904 w 8965936"/>
              <a:gd name="connsiteY229" fmla="*/ 2955001 h 3345776"/>
              <a:gd name="connsiteX230" fmla="*/ 3859275 w 8965936"/>
              <a:gd name="connsiteY230" fmla="*/ 2889873 h 3345776"/>
              <a:gd name="connsiteX231" fmla="*/ 3580119 w 8965936"/>
              <a:gd name="connsiteY231" fmla="*/ 2467182 h 3345776"/>
              <a:gd name="connsiteX232" fmla="*/ 3533018 w 8965936"/>
              <a:gd name="connsiteY232" fmla="*/ 2337235 h 3345776"/>
              <a:gd name="connsiteX233" fmla="*/ 3529547 w 8965936"/>
              <a:gd name="connsiteY233" fmla="*/ 2325376 h 3345776"/>
              <a:gd name="connsiteX234" fmla="*/ 3542192 w 8965936"/>
              <a:gd name="connsiteY234" fmla="*/ 2353783 h 3345776"/>
              <a:gd name="connsiteX235" fmla="*/ 3835905 w 8965936"/>
              <a:gd name="connsiteY235" fmla="*/ 2780177 h 3345776"/>
              <a:gd name="connsiteX236" fmla="*/ 3941898 w 8965936"/>
              <a:gd name="connsiteY236" fmla="*/ 2852711 h 3345776"/>
              <a:gd name="connsiteX237" fmla="*/ 4309165 w 8965936"/>
              <a:gd name="connsiteY237" fmla="*/ 2855138 h 3345776"/>
              <a:gd name="connsiteX238" fmla="*/ 4672221 w 8965936"/>
              <a:gd name="connsiteY238" fmla="*/ 2577387 h 3345776"/>
              <a:gd name="connsiteX239" fmla="*/ 4732496 w 8965936"/>
              <a:gd name="connsiteY239" fmla="*/ 2509195 h 3345776"/>
              <a:gd name="connsiteX240" fmla="*/ 4826100 w 8965936"/>
              <a:gd name="connsiteY240" fmla="*/ 2394264 h 3345776"/>
              <a:gd name="connsiteX241" fmla="*/ 5022889 w 8965936"/>
              <a:gd name="connsiteY241" fmla="*/ 2157889 h 3345776"/>
              <a:gd name="connsiteX242" fmla="*/ 5528330 w 8965936"/>
              <a:gd name="connsiteY242" fmla="*/ 1860983 h 3345776"/>
              <a:gd name="connsiteX243" fmla="*/ 5512495 w 8965936"/>
              <a:gd name="connsiteY243" fmla="*/ 1831357 h 3345776"/>
              <a:gd name="connsiteX244" fmla="*/ 5991247 w 8965936"/>
              <a:gd name="connsiteY244" fmla="*/ 2063517 h 3345776"/>
              <a:gd name="connsiteX245" fmla="*/ 6080638 w 8965936"/>
              <a:gd name="connsiteY245" fmla="*/ 2188026 h 3345776"/>
              <a:gd name="connsiteX246" fmla="*/ 6184824 w 8965936"/>
              <a:gd name="connsiteY246" fmla="*/ 2377454 h 3345776"/>
              <a:gd name="connsiteX247" fmla="*/ 6096091 w 8965936"/>
              <a:gd name="connsiteY247" fmla="*/ 2223016 h 3345776"/>
              <a:gd name="connsiteX248" fmla="*/ 6006700 w 8965936"/>
              <a:gd name="connsiteY248" fmla="*/ 2099401 h 3345776"/>
              <a:gd name="connsiteX249" fmla="*/ 5528459 w 8965936"/>
              <a:gd name="connsiteY249" fmla="*/ 1847574 h 3345776"/>
              <a:gd name="connsiteX250" fmla="*/ 5013184 w 8965936"/>
              <a:gd name="connsiteY250" fmla="*/ 2148950 h 3345776"/>
              <a:gd name="connsiteX251" fmla="*/ 4815884 w 8965936"/>
              <a:gd name="connsiteY251" fmla="*/ 2385835 h 3345776"/>
              <a:gd name="connsiteX252" fmla="*/ 4722536 w 8965936"/>
              <a:gd name="connsiteY252" fmla="*/ 2500766 h 3345776"/>
              <a:gd name="connsiteX253" fmla="*/ 4662771 w 8965936"/>
              <a:gd name="connsiteY253" fmla="*/ 2568449 h 3345776"/>
              <a:gd name="connsiteX254" fmla="*/ 4304186 w 8965936"/>
              <a:gd name="connsiteY254" fmla="*/ 2842879 h 3345776"/>
              <a:gd name="connsiteX255" fmla="*/ 3948282 w 8965936"/>
              <a:gd name="connsiteY255" fmla="*/ 2840835 h 3345776"/>
              <a:gd name="connsiteX256" fmla="*/ 3845227 w 8965936"/>
              <a:gd name="connsiteY256" fmla="*/ 2770217 h 3345776"/>
              <a:gd name="connsiteX257" fmla="*/ 3554579 w 8965936"/>
              <a:gd name="connsiteY257" fmla="*/ 2347908 h 3345776"/>
              <a:gd name="connsiteX258" fmla="*/ 3500689 w 8965936"/>
              <a:gd name="connsiteY258" fmla="*/ 2226795 h 3345776"/>
              <a:gd name="connsiteX259" fmla="*/ 3487195 w 8965936"/>
              <a:gd name="connsiteY259" fmla="*/ 2180695 h 3345776"/>
              <a:gd name="connsiteX260" fmla="*/ 3517161 w 8965936"/>
              <a:gd name="connsiteY260" fmla="*/ 2235402 h 3345776"/>
              <a:gd name="connsiteX261" fmla="*/ 3821346 w 8965936"/>
              <a:gd name="connsiteY261" fmla="*/ 2660265 h 3345776"/>
              <a:gd name="connsiteX262" fmla="*/ 3923508 w 8965936"/>
              <a:gd name="connsiteY262" fmla="*/ 2738036 h 3345776"/>
              <a:gd name="connsiteX263" fmla="*/ 4273409 w 8965936"/>
              <a:gd name="connsiteY263" fmla="*/ 2772771 h 3345776"/>
              <a:gd name="connsiteX264" fmla="*/ 4635059 w 8965936"/>
              <a:gd name="connsiteY264" fmla="*/ 2545973 h 3345776"/>
              <a:gd name="connsiteX265" fmla="*/ 4698910 w 8965936"/>
              <a:gd name="connsiteY265" fmla="*/ 2484037 h 3345776"/>
              <a:gd name="connsiteX266" fmla="*/ 4869135 w 8965936"/>
              <a:gd name="connsiteY266" fmla="*/ 2294146 h 3345776"/>
              <a:gd name="connsiteX267" fmla="*/ 5004499 w 8965936"/>
              <a:gd name="connsiteY267" fmla="*/ 2140905 h 3345776"/>
              <a:gd name="connsiteX268" fmla="*/ 5512495 w 8965936"/>
              <a:gd name="connsiteY268" fmla="*/ 1831357 h 3345776"/>
              <a:gd name="connsiteX269" fmla="*/ 3846720 w 8965936"/>
              <a:gd name="connsiteY269" fmla="*/ 1822981 h 3345776"/>
              <a:gd name="connsiteX270" fmla="*/ 3848490 w 8965936"/>
              <a:gd name="connsiteY270" fmla="*/ 1826655 h 3345776"/>
              <a:gd name="connsiteX271" fmla="*/ 3847973 w 8965936"/>
              <a:gd name="connsiteY271" fmla="*/ 1825930 h 3345776"/>
              <a:gd name="connsiteX272" fmla="*/ 5562802 w 8965936"/>
              <a:gd name="connsiteY272" fmla="*/ 1799831 h 3345776"/>
              <a:gd name="connsiteX273" fmla="*/ 5986394 w 8965936"/>
              <a:gd name="connsiteY273" fmla="*/ 2019333 h 3345776"/>
              <a:gd name="connsiteX274" fmla="*/ 6076552 w 8965936"/>
              <a:gd name="connsiteY274" fmla="*/ 2146140 h 3345776"/>
              <a:gd name="connsiteX275" fmla="*/ 6177457 w 8965936"/>
              <a:gd name="connsiteY275" fmla="*/ 2337861 h 3345776"/>
              <a:gd name="connsiteX276" fmla="*/ 6091365 w 8965936"/>
              <a:gd name="connsiteY276" fmla="*/ 2181258 h 3345776"/>
              <a:gd name="connsiteX277" fmla="*/ 6000953 w 8965936"/>
              <a:gd name="connsiteY277" fmla="*/ 2055217 h 3345776"/>
              <a:gd name="connsiteX278" fmla="*/ 5511090 w 8965936"/>
              <a:gd name="connsiteY278" fmla="*/ 1818330 h 3345776"/>
              <a:gd name="connsiteX279" fmla="*/ 4994027 w 8965936"/>
              <a:gd name="connsiteY279" fmla="*/ 2132221 h 3345776"/>
              <a:gd name="connsiteX280" fmla="*/ 4858281 w 8965936"/>
              <a:gd name="connsiteY280" fmla="*/ 2285463 h 3345776"/>
              <a:gd name="connsiteX281" fmla="*/ 4688565 w 8965936"/>
              <a:gd name="connsiteY281" fmla="*/ 2474971 h 3345776"/>
              <a:gd name="connsiteX282" fmla="*/ 4625354 w 8965936"/>
              <a:gd name="connsiteY282" fmla="*/ 2536267 h 3345776"/>
              <a:gd name="connsiteX283" fmla="*/ 4268683 w 8965936"/>
              <a:gd name="connsiteY283" fmla="*/ 2760128 h 3345776"/>
              <a:gd name="connsiteX284" fmla="*/ 3929637 w 8965936"/>
              <a:gd name="connsiteY284" fmla="*/ 2726542 h 3345776"/>
              <a:gd name="connsiteX285" fmla="*/ 3830030 w 8965936"/>
              <a:gd name="connsiteY285" fmla="*/ 2650688 h 3345776"/>
              <a:gd name="connsiteX286" fmla="*/ 3528016 w 8965936"/>
              <a:gd name="connsiteY286" fmla="*/ 2228634 h 3345776"/>
              <a:gd name="connsiteX287" fmla="*/ 3450291 w 8965936"/>
              <a:gd name="connsiteY287" fmla="*/ 2086494 h 3345776"/>
              <a:gd name="connsiteX288" fmla="*/ 3417000 w 8965936"/>
              <a:gd name="connsiteY288" fmla="*/ 2006606 h 3345776"/>
              <a:gd name="connsiteX289" fmla="*/ 3491494 w 8965936"/>
              <a:gd name="connsiteY289" fmla="*/ 2116641 h 3345776"/>
              <a:gd name="connsiteX290" fmla="*/ 3549853 w 8965936"/>
              <a:gd name="connsiteY290" fmla="*/ 2202073 h 3345776"/>
              <a:gd name="connsiteX291" fmla="*/ 3806277 w 8965936"/>
              <a:gd name="connsiteY291" fmla="*/ 2539844 h 3345776"/>
              <a:gd name="connsiteX292" fmla="*/ 3904479 w 8965936"/>
              <a:gd name="connsiteY292" fmla="*/ 2623105 h 3345776"/>
              <a:gd name="connsiteX293" fmla="*/ 4236502 w 8965936"/>
              <a:gd name="connsiteY293" fmla="*/ 2690148 h 3345776"/>
              <a:gd name="connsiteX294" fmla="*/ 4596876 w 8965936"/>
              <a:gd name="connsiteY294" fmla="*/ 2514175 h 3345776"/>
              <a:gd name="connsiteX295" fmla="*/ 4664302 w 8965936"/>
              <a:gd name="connsiteY295" fmla="*/ 2458626 h 3345776"/>
              <a:gd name="connsiteX296" fmla="*/ 4917024 w 8965936"/>
              <a:gd name="connsiteY296" fmla="*/ 2198115 h 3345776"/>
              <a:gd name="connsiteX297" fmla="*/ 4985599 w 8965936"/>
              <a:gd name="connsiteY297" fmla="*/ 2124430 h 3345776"/>
              <a:gd name="connsiteX298" fmla="*/ 5496404 w 8965936"/>
              <a:gd name="connsiteY298" fmla="*/ 1802241 h 3345776"/>
              <a:gd name="connsiteX299" fmla="*/ 5562802 w 8965936"/>
              <a:gd name="connsiteY299" fmla="*/ 1799831 h 3345776"/>
              <a:gd name="connsiteX300" fmla="*/ 7273405 w 8965936"/>
              <a:gd name="connsiteY300" fmla="*/ 1796984 h 3345776"/>
              <a:gd name="connsiteX301" fmla="*/ 7217628 w 8965936"/>
              <a:gd name="connsiteY301" fmla="*/ 2080997 h 3345776"/>
              <a:gd name="connsiteX302" fmla="*/ 7101612 w 8965936"/>
              <a:gd name="connsiteY302" fmla="*/ 2362850 h 3345776"/>
              <a:gd name="connsiteX303" fmla="*/ 7011071 w 8965936"/>
              <a:gd name="connsiteY303" fmla="*/ 2475355 h 3345776"/>
              <a:gd name="connsiteX304" fmla="*/ 6450463 w 8965936"/>
              <a:gd name="connsiteY304" fmla="*/ 2570365 h 3345776"/>
              <a:gd name="connsiteX305" fmla="*/ 6369372 w 8965936"/>
              <a:gd name="connsiteY305" fmla="*/ 2509195 h 3345776"/>
              <a:gd name="connsiteX306" fmla="*/ 6354525 w 8965936"/>
              <a:gd name="connsiteY306" fmla="*/ 2491136 h 3345776"/>
              <a:gd name="connsiteX307" fmla="*/ 6438202 w 8965936"/>
              <a:gd name="connsiteY307" fmla="*/ 2552741 h 3345776"/>
              <a:gd name="connsiteX308" fmla="*/ 6638565 w 8965936"/>
              <a:gd name="connsiteY308" fmla="*/ 2602161 h 3345776"/>
              <a:gd name="connsiteX309" fmla="*/ 7021158 w 8965936"/>
              <a:gd name="connsiteY309" fmla="*/ 2434872 h 3345776"/>
              <a:gd name="connsiteX310" fmla="*/ 7111827 w 8965936"/>
              <a:gd name="connsiteY310" fmla="*/ 2315599 h 3345776"/>
              <a:gd name="connsiteX311" fmla="*/ 7224810 w 8965936"/>
              <a:gd name="connsiteY311" fmla="*/ 2034896 h 3345776"/>
              <a:gd name="connsiteX312" fmla="*/ 3785864 w 8965936"/>
              <a:gd name="connsiteY312" fmla="*/ 1711293 h 3345776"/>
              <a:gd name="connsiteX313" fmla="*/ 3808749 w 8965936"/>
              <a:gd name="connsiteY313" fmla="*/ 1764990 h 3345776"/>
              <a:gd name="connsiteX314" fmla="*/ 3800564 w 8965936"/>
              <a:gd name="connsiteY314" fmla="*/ 1751831 h 3345776"/>
              <a:gd name="connsiteX315" fmla="*/ 8855255 w 8965936"/>
              <a:gd name="connsiteY315" fmla="*/ 1679877 h 3345776"/>
              <a:gd name="connsiteX316" fmla="*/ 8898248 w 8965936"/>
              <a:gd name="connsiteY316" fmla="*/ 1690285 h 3345776"/>
              <a:gd name="connsiteX317" fmla="*/ 8894664 w 8965936"/>
              <a:gd name="connsiteY317" fmla="*/ 1689735 h 3345776"/>
              <a:gd name="connsiteX318" fmla="*/ 7269908 w 8965936"/>
              <a:gd name="connsiteY318" fmla="*/ 1671357 h 3345776"/>
              <a:gd name="connsiteX319" fmla="*/ 7268388 w 8965936"/>
              <a:gd name="connsiteY319" fmla="*/ 1679647 h 3345776"/>
              <a:gd name="connsiteX320" fmla="*/ 7098035 w 8965936"/>
              <a:gd name="connsiteY320" fmla="*/ 2252515 h 3345776"/>
              <a:gd name="connsiteX321" fmla="*/ 7010687 w 8965936"/>
              <a:gd name="connsiteY321" fmla="*/ 2374215 h 3345776"/>
              <a:gd name="connsiteX322" fmla="*/ 6438075 w 8965936"/>
              <a:gd name="connsiteY322" fmla="*/ 2512133 h 3345776"/>
              <a:gd name="connsiteX323" fmla="*/ 6353408 w 8965936"/>
              <a:gd name="connsiteY323" fmla="*/ 2451218 h 3345776"/>
              <a:gd name="connsiteX324" fmla="*/ 6337965 w 8965936"/>
              <a:gd name="connsiteY324" fmla="*/ 2432415 h 3345776"/>
              <a:gd name="connsiteX325" fmla="*/ 6427219 w 8965936"/>
              <a:gd name="connsiteY325" fmla="*/ 2495402 h 3345776"/>
              <a:gd name="connsiteX326" fmla="*/ 6607533 w 8965936"/>
              <a:gd name="connsiteY326" fmla="*/ 2537161 h 3345776"/>
              <a:gd name="connsiteX327" fmla="*/ 7022180 w 8965936"/>
              <a:gd name="connsiteY327" fmla="*/ 2332201 h 3345776"/>
              <a:gd name="connsiteX328" fmla="*/ 7109271 w 8965936"/>
              <a:gd name="connsiteY328" fmla="*/ 2204499 h 3345776"/>
              <a:gd name="connsiteX329" fmla="*/ 7213397 w 8965936"/>
              <a:gd name="connsiteY329" fmla="*/ 1931760 h 3345776"/>
              <a:gd name="connsiteX330" fmla="*/ 3099006 w 8965936"/>
              <a:gd name="connsiteY330" fmla="*/ 1654709 h 3345776"/>
              <a:gd name="connsiteX331" fmla="*/ 3163672 w 8965936"/>
              <a:gd name="connsiteY331" fmla="*/ 1684170 h 3345776"/>
              <a:gd name="connsiteX332" fmla="*/ 3268017 w 8965936"/>
              <a:gd name="connsiteY332" fmla="*/ 1768911 h 3345776"/>
              <a:gd name="connsiteX333" fmla="*/ 3456121 w 8965936"/>
              <a:gd name="connsiteY333" fmla="*/ 1986003 h 3345776"/>
              <a:gd name="connsiteX334" fmla="*/ 3465955 w 8965936"/>
              <a:gd name="connsiteY334" fmla="*/ 1998007 h 3345776"/>
              <a:gd name="connsiteX335" fmla="*/ 3594549 w 8965936"/>
              <a:gd name="connsiteY335" fmla="*/ 2167467 h 3345776"/>
              <a:gd name="connsiteX336" fmla="*/ 3791209 w 8965936"/>
              <a:gd name="connsiteY336" fmla="*/ 2419550 h 3345776"/>
              <a:gd name="connsiteX337" fmla="*/ 3885708 w 8965936"/>
              <a:gd name="connsiteY337" fmla="*/ 2508174 h 3345776"/>
              <a:gd name="connsiteX338" fmla="*/ 4200364 w 8965936"/>
              <a:gd name="connsiteY338" fmla="*/ 2607526 h 3345776"/>
              <a:gd name="connsiteX339" fmla="*/ 4559461 w 8965936"/>
              <a:gd name="connsiteY339" fmla="*/ 2482506 h 3345776"/>
              <a:gd name="connsiteX340" fmla="*/ 4630719 w 8965936"/>
              <a:gd name="connsiteY340" fmla="*/ 2433213 h 3345776"/>
              <a:gd name="connsiteX341" fmla="*/ 4964785 w 8965936"/>
              <a:gd name="connsiteY341" fmla="*/ 2109873 h 3345776"/>
              <a:gd name="connsiteX342" fmla="*/ 4966955 w 8965936"/>
              <a:gd name="connsiteY342" fmla="*/ 2107575 h 3345776"/>
              <a:gd name="connsiteX343" fmla="*/ 5479804 w 8965936"/>
              <a:gd name="connsiteY343" fmla="*/ 1772997 h 3345776"/>
              <a:gd name="connsiteX344" fmla="*/ 5980904 w 8965936"/>
              <a:gd name="connsiteY344" fmla="*/ 1975276 h 3345776"/>
              <a:gd name="connsiteX345" fmla="*/ 6071955 w 8965936"/>
              <a:gd name="connsiteY345" fmla="*/ 2104254 h 3345776"/>
              <a:gd name="connsiteX346" fmla="*/ 6122054 w 8965936"/>
              <a:gd name="connsiteY346" fmla="*/ 2203558 h 3345776"/>
              <a:gd name="connsiteX347" fmla="*/ 6088173 w 8965936"/>
              <a:gd name="connsiteY347" fmla="*/ 2139244 h 3345776"/>
              <a:gd name="connsiteX348" fmla="*/ 5996737 w 8965936"/>
              <a:gd name="connsiteY348" fmla="*/ 2010777 h 3345776"/>
              <a:gd name="connsiteX349" fmla="*/ 5495128 w 8965936"/>
              <a:gd name="connsiteY349" fmla="*/ 1788960 h 3345776"/>
              <a:gd name="connsiteX350" fmla="*/ 4976277 w 8965936"/>
              <a:gd name="connsiteY350" fmla="*/ 2115237 h 3345776"/>
              <a:gd name="connsiteX351" fmla="*/ 4908084 w 8965936"/>
              <a:gd name="connsiteY351" fmla="*/ 2189175 h 3345776"/>
              <a:gd name="connsiteX352" fmla="*/ 4656257 w 8965936"/>
              <a:gd name="connsiteY352" fmla="*/ 2448664 h 3345776"/>
              <a:gd name="connsiteX353" fmla="*/ 4589598 w 8965936"/>
              <a:gd name="connsiteY353" fmla="*/ 2503704 h 3345776"/>
              <a:gd name="connsiteX354" fmla="*/ 4234843 w 8965936"/>
              <a:gd name="connsiteY354" fmla="*/ 2676994 h 3345776"/>
              <a:gd name="connsiteX355" fmla="*/ 3912524 w 8965936"/>
              <a:gd name="connsiteY355" fmla="*/ 2611995 h 3345776"/>
              <a:gd name="connsiteX356" fmla="*/ 3816366 w 8965936"/>
              <a:gd name="connsiteY356" fmla="*/ 2530649 h 3345776"/>
              <a:gd name="connsiteX357" fmla="*/ 3560963 w 8965936"/>
              <a:gd name="connsiteY357" fmla="*/ 2194667 h 3345776"/>
              <a:gd name="connsiteX358" fmla="*/ 3502475 w 8965936"/>
              <a:gd name="connsiteY358" fmla="*/ 2108979 h 3345776"/>
              <a:gd name="connsiteX359" fmla="*/ 3416278 w 8965936"/>
              <a:gd name="connsiteY359" fmla="*/ 1981277 h 3345776"/>
              <a:gd name="connsiteX360" fmla="*/ 3318203 w 8965936"/>
              <a:gd name="connsiteY360" fmla="*/ 1838890 h 3345776"/>
              <a:gd name="connsiteX361" fmla="*/ 3226898 w 8965936"/>
              <a:gd name="connsiteY361" fmla="*/ 1737623 h 3345776"/>
              <a:gd name="connsiteX362" fmla="*/ 3161458 w 8965936"/>
              <a:gd name="connsiteY362" fmla="*/ 1688375 h 3345776"/>
              <a:gd name="connsiteX363" fmla="*/ 2941014 w 8965936"/>
              <a:gd name="connsiteY363" fmla="*/ 1643000 h 3345776"/>
              <a:gd name="connsiteX364" fmla="*/ 2967470 w 8965936"/>
              <a:gd name="connsiteY364" fmla="*/ 1647980 h 3345776"/>
              <a:gd name="connsiteX365" fmla="*/ 2895639 w 8965936"/>
              <a:gd name="connsiteY365" fmla="*/ 1656789 h 3345776"/>
              <a:gd name="connsiteX366" fmla="*/ 2554804 w 8965936"/>
              <a:gd name="connsiteY366" fmla="*/ 2105020 h 3345776"/>
              <a:gd name="connsiteX367" fmla="*/ 2517261 w 8965936"/>
              <a:gd name="connsiteY367" fmla="*/ 2440875 h 3345776"/>
              <a:gd name="connsiteX368" fmla="*/ 2491720 w 8965936"/>
              <a:gd name="connsiteY368" fmla="*/ 2711602 h 3345776"/>
              <a:gd name="connsiteX369" fmla="*/ 2258154 w 8965936"/>
              <a:gd name="connsiteY369" fmla="*/ 3208615 h 3345776"/>
              <a:gd name="connsiteX370" fmla="*/ 1781956 w 8965936"/>
              <a:gd name="connsiteY370" fmla="*/ 3284469 h 3345776"/>
              <a:gd name="connsiteX371" fmla="*/ 1556134 w 8965936"/>
              <a:gd name="connsiteY371" fmla="*/ 2962644 h 3345776"/>
              <a:gd name="connsiteX372" fmla="*/ 1551837 w 8965936"/>
              <a:gd name="connsiteY372" fmla="*/ 2950558 h 3345776"/>
              <a:gd name="connsiteX373" fmla="*/ 1621803 w 8965936"/>
              <a:gd name="connsiteY373" fmla="*/ 3052227 h 3345776"/>
              <a:gd name="connsiteX374" fmla="*/ 1717851 w 8965936"/>
              <a:gd name="connsiteY374" fmla="*/ 3132250 h 3345776"/>
              <a:gd name="connsiteX375" fmla="*/ 1889737 w 8965936"/>
              <a:gd name="connsiteY375" fmla="*/ 3177201 h 3345776"/>
              <a:gd name="connsiteX376" fmla="*/ 2192517 w 8965936"/>
              <a:gd name="connsiteY376" fmla="*/ 3054097 h 3345776"/>
              <a:gd name="connsiteX377" fmla="*/ 2446898 w 8965936"/>
              <a:gd name="connsiteY377" fmla="*/ 2573173 h 3345776"/>
              <a:gd name="connsiteX378" fmla="*/ 2485209 w 8965936"/>
              <a:gd name="connsiteY378" fmla="*/ 2304362 h 3345776"/>
              <a:gd name="connsiteX379" fmla="*/ 2527990 w 8965936"/>
              <a:gd name="connsiteY379" fmla="*/ 2020993 h 3345776"/>
              <a:gd name="connsiteX380" fmla="*/ 2849796 w 8965936"/>
              <a:gd name="connsiteY380" fmla="*/ 1648361 h 3345776"/>
              <a:gd name="connsiteX381" fmla="*/ 2941014 w 8965936"/>
              <a:gd name="connsiteY381" fmla="*/ 1643000 h 3345776"/>
              <a:gd name="connsiteX382" fmla="*/ 7307461 w 8965936"/>
              <a:gd name="connsiteY382" fmla="*/ 1628102 h 3345776"/>
              <a:gd name="connsiteX383" fmla="*/ 7293724 w 8965936"/>
              <a:gd name="connsiteY383" fmla="*/ 1692427 h 3345776"/>
              <a:gd name="connsiteX384" fmla="*/ 7297122 w 8965936"/>
              <a:gd name="connsiteY384" fmla="*/ 1672878 h 3345776"/>
              <a:gd name="connsiteX385" fmla="*/ 3755422 w 8965936"/>
              <a:gd name="connsiteY385" fmla="*/ 1627342 h 3345776"/>
              <a:gd name="connsiteX386" fmla="*/ 3762301 w 8965936"/>
              <a:gd name="connsiteY386" fmla="*/ 1641856 h 3345776"/>
              <a:gd name="connsiteX387" fmla="*/ 3766606 w 8965936"/>
              <a:gd name="connsiteY387" fmla="*/ 1658186 h 3345776"/>
              <a:gd name="connsiteX388" fmla="*/ 2893031 w 8965936"/>
              <a:gd name="connsiteY388" fmla="*/ 1624796 h 3345776"/>
              <a:gd name="connsiteX389" fmla="*/ 2923872 w 8965936"/>
              <a:gd name="connsiteY389" fmla="*/ 1630231 h 3345776"/>
              <a:gd name="connsiteX390" fmla="*/ 2846603 w 8965936"/>
              <a:gd name="connsiteY390" fmla="*/ 1634824 h 3345776"/>
              <a:gd name="connsiteX391" fmla="*/ 2514579 w 8965936"/>
              <a:gd name="connsiteY391" fmla="*/ 2017928 h 3345776"/>
              <a:gd name="connsiteX392" fmla="*/ 2471417 w 8965936"/>
              <a:gd name="connsiteY392" fmla="*/ 2303085 h 3345776"/>
              <a:gd name="connsiteX393" fmla="*/ 2433106 w 8965936"/>
              <a:gd name="connsiteY393" fmla="*/ 2570492 h 3345776"/>
              <a:gd name="connsiteX394" fmla="*/ 2182812 w 8965936"/>
              <a:gd name="connsiteY394" fmla="*/ 3044392 h 3345776"/>
              <a:gd name="connsiteX395" fmla="*/ 1724619 w 8965936"/>
              <a:gd name="connsiteY395" fmla="*/ 3121013 h 3345776"/>
              <a:gd name="connsiteX396" fmla="*/ 1545698 w 8965936"/>
              <a:gd name="connsiteY396" fmla="*/ 2910918 h 3345776"/>
              <a:gd name="connsiteX397" fmla="*/ 1505891 w 8965936"/>
              <a:gd name="connsiteY397" fmla="*/ 2821237 h 3345776"/>
              <a:gd name="connsiteX398" fmla="*/ 1496173 w 8965936"/>
              <a:gd name="connsiteY398" fmla="*/ 2793589 h 3345776"/>
              <a:gd name="connsiteX399" fmla="*/ 1497757 w 8965936"/>
              <a:gd name="connsiteY399" fmla="*/ 2796842 h 3345776"/>
              <a:gd name="connsiteX400" fmla="*/ 1660641 w 8965936"/>
              <a:gd name="connsiteY400" fmla="*/ 2968664 h 3345776"/>
              <a:gd name="connsiteX401" fmla="*/ 2116152 w 8965936"/>
              <a:gd name="connsiteY401" fmla="*/ 2889745 h 3345776"/>
              <a:gd name="connsiteX402" fmla="*/ 2387135 w 8965936"/>
              <a:gd name="connsiteY402" fmla="*/ 2432829 h 3345776"/>
              <a:gd name="connsiteX403" fmla="*/ 2439619 w 8965936"/>
              <a:gd name="connsiteY403" fmla="*/ 2170915 h 3345776"/>
              <a:gd name="connsiteX404" fmla="*/ 2486997 w 8965936"/>
              <a:gd name="connsiteY404" fmla="*/ 1934156 h 3345776"/>
              <a:gd name="connsiteX405" fmla="*/ 2799610 w 8965936"/>
              <a:gd name="connsiteY405" fmla="*/ 1626778 h 3345776"/>
              <a:gd name="connsiteX406" fmla="*/ 2893031 w 8965936"/>
              <a:gd name="connsiteY406" fmla="*/ 1624796 h 3345776"/>
              <a:gd name="connsiteX407" fmla="*/ 2965640 w 8965936"/>
              <a:gd name="connsiteY407" fmla="*/ 1610093 h 3345776"/>
              <a:gd name="connsiteX408" fmla="*/ 3041348 w 8965936"/>
              <a:gd name="connsiteY408" fmla="*/ 1628440 h 3345776"/>
              <a:gd name="connsiteX409" fmla="*/ 3083486 w 8965936"/>
              <a:gd name="connsiteY409" fmla="*/ 1647638 h 3345776"/>
              <a:gd name="connsiteX410" fmla="*/ 2750060 w 8965936"/>
              <a:gd name="connsiteY410" fmla="*/ 1605325 h 3345776"/>
              <a:gd name="connsiteX411" fmla="*/ 2848409 w 8965936"/>
              <a:gd name="connsiteY411" fmla="*/ 1607078 h 3345776"/>
              <a:gd name="connsiteX412" fmla="*/ 2877515 w 8965936"/>
              <a:gd name="connsiteY412" fmla="*/ 1611815 h 3345776"/>
              <a:gd name="connsiteX413" fmla="*/ 2798203 w 8965936"/>
              <a:gd name="connsiteY413" fmla="*/ 1613498 h 3345776"/>
              <a:gd name="connsiteX414" fmla="*/ 2474483 w 8965936"/>
              <a:gd name="connsiteY414" fmla="*/ 1930580 h 3345776"/>
              <a:gd name="connsiteX415" fmla="*/ 2426848 w 8965936"/>
              <a:gd name="connsiteY415" fmla="*/ 2168872 h 3345776"/>
              <a:gd name="connsiteX416" fmla="*/ 2374236 w 8965936"/>
              <a:gd name="connsiteY416" fmla="*/ 2429126 h 3345776"/>
              <a:gd name="connsiteX417" fmla="*/ 2107213 w 8965936"/>
              <a:gd name="connsiteY417" fmla="*/ 2879784 h 3345776"/>
              <a:gd name="connsiteX418" fmla="*/ 1667153 w 8965936"/>
              <a:gd name="connsiteY418" fmla="*/ 2956405 h 3345776"/>
              <a:gd name="connsiteX419" fmla="*/ 1454890 w 8965936"/>
              <a:gd name="connsiteY419" fmla="*/ 2677823 h 3345776"/>
              <a:gd name="connsiteX420" fmla="*/ 1431347 w 8965936"/>
              <a:gd name="connsiteY420" fmla="*/ 2617892 h 3345776"/>
              <a:gd name="connsiteX421" fmla="*/ 1445734 w 8965936"/>
              <a:gd name="connsiteY421" fmla="*/ 2645932 h 3345776"/>
              <a:gd name="connsiteX422" fmla="*/ 1603813 w 8965936"/>
              <a:gd name="connsiteY422" fmla="*/ 2805334 h 3345776"/>
              <a:gd name="connsiteX423" fmla="*/ 2041063 w 8965936"/>
              <a:gd name="connsiteY423" fmla="*/ 2725648 h 3345776"/>
              <a:gd name="connsiteX424" fmla="*/ 2328646 w 8965936"/>
              <a:gd name="connsiteY424" fmla="*/ 2292614 h 3345776"/>
              <a:gd name="connsiteX425" fmla="*/ 2395562 w 8965936"/>
              <a:gd name="connsiteY425" fmla="*/ 2044106 h 3345776"/>
              <a:gd name="connsiteX426" fmla="*/ 2446642 w 8965936"/>
              <a:gd name="connsiteY426" fmla="*/ 1847957 h 3345776"/>
              <a:gd name="connsiteX427" fmla="*/ 2750060 w 8965936"/>
              <a:gd name="connsiteY427" fmla="*/ 1605325 h 3345776"/>
              <a:gd name="connsiteX428" fmla="*/ 2700768 w 8965936"/>
              <a:gd name="connsiteY428" fmla="*/ 1584127 h 3345776"/>
              <a:gd name="connsiteX429" fmla="*/ 2799175 w 8965936"/>
              <a:gd name="connsiteY429" fmla="*/ 1588648 h 3345776"/>
              <a:gd name="connsiteX430" fmla="*/ 2830514 w 8965936"/>
              <a:gd name="connsiteY430" fmla="*/ 1593348 h 3345776"/>
              <a:gd name="connsiteX431" fmla="*/ 2749806 w 8965936"/>
              <a:gd name="connsiteY431" fmla="*/ 1591916 h 3345776"/>
              <a:gd name="connsiteX432" fmla="*/ 2434639 w 8965936"/>
              <a:gd name="connsiteY432" fmla="*/ 1843233 h 3345776"/>
              <a:gd name="connsiteX433" fmla="*/ 2382791 w 8965936"/>
              <a:gd name="connsiteY433" fmla="*/ 2040914 h 3345776"/>
              <a:gd name="connsiteX434" fmla="*/ 2316387 w 8965936"/>
              <a:gd name="connsiteY434" fmla="*/ 2287888 h 3345776"/>
              <a:gd name="connsiteX435" fmla="*/ 2032506 w 8965936"/>
              <a:gd name="connsiteY435" fmla="*/ 2715305 h 3345776"/>
              <a:gd name="connsiteX436" fmla="*/ 1610454 w 8965936"/>
              <a:gd name="connsiteY436" fmla="*/ 2793203 h 3345776"/>
              <a:gd name="connsiteX437" fmla="*/ 1404332 w 8965936"/>
              <a:gd name="connsiteY437" fmla="*/ 2534518 h 3345776"/>
              <a:gd name="connsiteX438" fmla="*/ 1367525 w 8965936"/>
              <a:gd name="connsiteY438" fmla="*/ 2445918 h 3345776"/>
              <a:gd name="connsiteX439" fmla="*/ 1394272 w 8965936"/>
              <a:gd name="connsiteY439" fmla="*/ 2495084 h 3345776"/>
              <a:gd name="connsiteX440" fmla="*/ 1546732 w 8965936"/>
              <a:gd name="connsiteY440" fmla="*/ 2641238 h 3345776"/>
              <a:gd name="connsiteX441" fmla="*/ 1965592 w 8965936"/>
              <a:gd name="connsiteY441" fmla="*/ 2560914 h 3345776"/>
              <a:gd name="connsiteX442" fmla="*/ 2269649 w 8965936"/>
              <a:gd name="connsiteY442" fmla="*/ 2152270 h 3345776"/>
              <a:gd name="connsiteX443" fmla="*/ 2350994 w 8965936"/>
              <a:gd name="connsiteY443" fmla="*/ 1923046 h 3345776"/>
              <a:gd name="connsiteX444" fmla="*/ 2406417 w 8965936"/>
              <a:gd name="connsiteY444" fmla="*/ 1761376 h 3345776"/>
              <a:gd name="connsiteX445" fmla="*/ 2700768 w 8965936"/>
              <a:gd name="connsiteY445" fmla="*/ 1584127 h 3345776"/>
              <a:gd name="connsiteX446" fmla="*/ 2894149 w 8965936"/>
              <a:gd name="connsiteY446" fmla="*/ 1578983 h 3345776"/>
              <a:gd name="connsiteX447" fmla="*/ 2998695 w 8965936"/>
              <a:gd name="connsiteY447" fmla="*/ 1596259 h 3345776"/>
              <a:gd name="connsiteX448" fmla="*/ 3136358 w 8965936"/>
              <a:gd name="connsiteY448" fmla="*/ 1638528 h 3345776"/>
              <a:gd name="connsiteX449" fmla="*/ 3229579 w 8965936"/>
              <a:gd name="connsiteY449" fmla="*/ 1692034 h 3345776"/>
              <a:gd name="connsiteX450" fmla="*/ 3441180 w 8965936"/>
              <a:gd name="connsiteY450" fmla="*/ 1879245 h 3345776"/>
              <a:gd name="connsiteX451" fmla="*/ 3640776 w 8965936"/>
              <a:gd name="connsiteY451" fmla="*/ 2124559 h 3345776"/>
              <a:gd name="connsiteX452" fmla="*/ 3776779 w 8965936"/>
              <a:gd name="connsiteY452" fmla="*/ 2299382 h 3345776"/>
              <a:gd name="connsiteX453" fmla="*/ 3867446 w 8965936"/>
              <a:gd name="connsiteY453" fmla="*/ 2393242 h 3345776"/>
              <a:gd name="connsiteX454" fmla="*/ 4164351 w 8965936"/>
              <a:gd name="connsiteY454" fmla="*/ 2524776 h 3345776"/>
              <a:gd name="connsiteX455" fmla="*/ 4521916 w 8965936"/>
              <a:gd name="connsiteY455" fmla="*/ 2450836 h 3345776"/>
              <a:gd name="connsiteX456" fmla="*/ 4596749 w 8965936"/>
              <a:gd name="connsiteY456" fmla="*/ 2407801 h 3345776"/>
              <a:gd name="connsiteX457" fmla="*/ 4948310 w 8965936"/>
              <a:gd name="connsiteY457" fmla="*/ 2090973 h 3345776"/>
              <a:gd name="connsiteX458" fmla="*/ 5463585 w 8965936"/>
              <a:gd name="connsiteY458" fmla="*/ 1743626 h 3345776"/>
              <a:gd name="connsiteX459" fmla="*/ 5975923 w 8965936"/>
              <a:gd name="connsiteY459" fmla="*/ 1931091 h 3345776"/>
              <a:gd name="connsiteX460" fmla="*/ 6067741 w 8965936"/>
              <a:gd name="connsiteY460" fmla="*/ 2062368 h 3345776"/>
              <a:gd name="connsiteX461" fmla="*/ 6115207 w 8965936"/>
              <a:gd name="connsiteY461" fmla="*/ 2160559 h 3345776"/>
              <a:gd name="connsiteX462" fmla="*/ 6083065 w 8965936"/>
              <a:gd name="connsiteY462" fmla="*/ 2096848 h 3345776"/>
              <a:gd name="connsiteX463" fmla="*/ 5990609 w 8965936"/>
              <a:gd name="connsiteY463" fmla="*/ 1965826 h 3345776"/>
              <a:gd name="connsiteX464" fmla="*/ 5477379 w 8965936"/>
              <a:gd name="connsiteY464" fmla="*/ 1758950 h 3345776"/>
              <a:gd name="connsiteX465" fmla="*/ 4956739 w 8965936"/>
              <a:gd name="connsiteY465" fmla="*/ 2097741 h 3345776"/>
              <a:gd name="connsiteX466" fmla="*/ 4954569 w 8965936"/>
              <a:gd name="connsiteY466" fmla="*/ 2100040 h 3345776"/>
              <a:gd name="connsiteX467" fmla="*/ 4622545 w 8965936"/>
              <a:gd name="connsiteY467" fmla="*/ 2421975 h 3345776"/>
              <a:gd name="connsiteX468" fmla="*/ 4552437 w 8965936"/>
              <a:gd name="connsiteY468" fmla="*/ 2470501 h 3345776"/>
              <a:gd name="connsiteX469" fmla="*/ 4199599 w 8965936"/>
              <a:gd name="connsiteY469" fmla="*/ 2593478 h 3345776"/>
              <a:gd name="connsiteX470" fmla="*/ 3894009 w 8965936"/>
              <a:gd name="connsiteY470" fmla="*/ 2496809 h 3345776"/>
              <a:gd name="connsiteX471" fmla="*/ 3801425 w 8965936"/>
              <a:gd name="connsiteY471" fmla="*/ 2409972 h 3345776"/>
              <a:gd name="connsiteX472" fmla="*/ 3605532 w 8965936"/>
              <a:gd name="connsiteY472" fmla="*/ 2158910 h 3345776"/>
              <a:gd name="connsiteX473" fmla="*/ 3476426 w 8965936"/>
              <a:gd name="connsiteY473" fmla="*/ 1988812 h 3345776"/>
              <a:gd name="connsiteX474" fmla="*/ 3466593 w 8965936"/>
              <a:gd name="connsiteY474" fmla="*/ 1976809 h 3345776"/>
              <a:gd name="connsiteX475" fmla="*/ 3277722 w 8965936"/>
              <a:gd name="connsiteY475" fmla="*/ 1759717 h 3345776"/>
              <a:gd name="connsiteX476" fmla="*/ 3184630 w 8965936"/>
              <a:gd name="connsiteY476" fmla="*/ 1681691 h 3345776"/>
              <a:gd name="connsiteX477" fmla="*/ 3045691 w 8965936"/>
              <a:gd name="connsiteY477" fmla="*/ 1615669 h 3345776"/>
              <a:gd name="connsiteX478" fmla="*/ 2588989 w 8965936"/>
              <a:gd name="connsiteY478" fmla="*/ 1561186 h 3345776"/>
              <a:gd name="connsiteX479" fmla="*/ 2650964 w 8965936"/>
              <a:gd name="connsiteY479" fmla="*/ 1562035 h 3345776"/>
              <a:gd name="connsiteX480" fmla="*/ 2747842 w 8965936"/>
              <a:gd name="connsiteY480" fmla="*/ 1572510 h 3345776"/>
              <a:gd name="connsiteX481" fmla="*/ 2708430 w 8965936"/>
              <a:gd name="connsiteY481" fmla="*/ 1570335 h 3345776"/>
              <a:gd name="connsiteX482" fmla="*/ 2700001 w 8965936"/>
              <a:gd name="connsiteY482" fmla="*/ 1570335 h 3345776"/>
              <a:gd name="connsiteX483" fmla="*/ 2393517 w 8965936"/>
              <a:gd name="connsiteY483" fmla="*/ 1755757 h 3345776"/>
              <a:gd name="connsiteX484" fmla="*/ 2337458 w 8965936"/>
              <a:gd name="connsiteY484" fmla="*/ 1918832 h 3345776"/>
              <a:gd name="connsiteX485" fmla="*/ 2257773 w 8965936"/>
              <a:gd name="connsiteY485" fmla="*/ 2146524 h 3345776"/>
              <a:gd name="connsiteX486" fmla="*/ 1957163 w 8965936"/>
              <a:gd name="connsiteY486" fmla="*/ 2550954 h 3345776"/>
              <a:gd name="connsiteX487" fmla="*/ 1553116 w 8965936"/>
              <a:gd name="connsiteY487" fmla="*/ 2629362 h 3345776"/>
              <a:gd name="connsiteX488" fmla="*/ 1309079 w 8965936"/>
              <a:gd name="connsiteY488" fmla="*/ 2291081 h 3345776"/>
              <a:gd name="connsiteX489" fmla="*/ 1299215 w 8965936"/>
              <a:gd name="connsiteY489" fmla="*/ 2269999 h 3345776"/>
              <a:gd name="connsiteX490" fmla="*/ 1342202 w 8965936"/>
              <a:gd name="connsiteY490" fmla="*/ 2344286 h 3345776"/>
              <a:gd name="connsiteX491" fmla="*/ 1489522 w 8965936"/>
              <a:gd name="connsiteY491" fmla="*/ 2477398 h 3345776"/>
              <a:gd name="connsiteX492" fmla="*/ 1890504 w 8965936"/>
              <a:gd name="connsiteY492" fmla="*/ 2396691 h 3345776"/>
              <a:gd name="connsiteX493" fmla="*/ 2210524 w 8965936"/>
              <a:gd name="connsiteY493" fmla="*/ 2011544 h 3345776"/>
              <a:gd name="connsiteX494" fmla="*/ 2303617 w 8965936"/>
              <a:gd name="connsiteY494" fmla="*/ 1810286 h 3345776"/>
              <a:gd name="connsiteX495" fmla="*/ 2365681 w 8965936"/>
              <a:gd name="connsiteY495" fmla="*/ 1674539 h 3345776"/>
              <a:gd name="connsiteX496" fmla="*/ 2588989 w 8965936"/>
              <a:gd name="connsiteY496" fmla="*/ 1561186 h 3345776"/>
              <a:gd name="connsiteX497" fmla="*/ 3754013 w 8965936"/>
              <a:gd name="connsiteY497" fmla="*/ 1561082 h 3345776"/>
              <a:gd name="connsiteX498" fmla="*/ 3761547 w 8965936"/>
              <a:gd name="connsiteY498" fmla="*/ 1579937 h 3345776"/>
              <a:gd name="connsiteX499" fmla="*/ 3767713 w 8965936"/>
              <a:gd name="connsiteY499" fmla="*/ 1609029 h 3345776"/>
              <a:gd name="connsiteX500" fmla="*/ 3781088 w 8965936"/>
              <a:gd name="connsiteY500" fmla="*/ 1652096 h 3345776"/>
              <a:gd name="connsiteX501" fmla="*/ 3773803 w 8965936"/>
              <a:gd name="connsiteY501" fmla="*/ 1636745 h 3345776"/>
              <a:gd name="connsiteX502" fmla="*/ 7352073 w 8965936"/>
              <a:gd name="connsiteY502" fmla="*/ 1529467 h 3345776"/>
              <a:gd name="connsiteX503" fmla="*/ 7352019 w 8965936"/>
              <a:gd name="connsiteY503" fmla="*/ 1529662 h 3345776"/>
              <a:gd name="connsiteX504" fmla="*/ 7352033 w 8965936"/>
              <a:gd name="connsiteY504" fmla="*/ 1529598 h 3345776"/>
              <a:gd name="connsiteX505" fmla="*/ 2707954 w 8965936"/>
              <a:gd name="connsiteY505" fmla="*/ 1523172 h 3345776"/>
              <a:gd name="connsiteX506" fmla="*/ 2913266 w 8965936"/>
              <a:gd name="connsiteY506" fmla="*/ 1529471 h 3345776"/>
              <a:gd name="connsiteX507" fmla="*/ 2957577 w 8965936"/>
              <a:gd name="connsiteY507" fmla="*/ 1529471 h 3345776"/>
              <a:gd name="connsiteX508" fmla="*/ 3054374 w 8965936"/>
              <a:gd name="connsiteY508" fmla="*/ 1529471 h 3345776"/>
              <a:gd name="connsiteX509" fmla="*/ 3152196 w 8965936"/>
              <a:gd name="connsiteY509" fmla="*/ 1537260 h 3345776"/>
              <a:gd name="connsiteX510" fmla="*/ 3390356 w 8965936"/>
              <a:gd name="connsiteY510" fmla="*/ 1642486 h 3345776"/>
              <a:gd name="connsiteX511" fmla="*/ 3736425 w 8965936"/>
              <a:gd name="connsiteY511" fmla="*/ 2045001 h 3345776"/>
              <a:gd name="connsiteX512" fmla="*/ 3746769 w 8965936"/>
              <a:gd name="connsiteY512" fmla="*/ 2059303 h 3345776"/>
              <a:gd name="connsiteX513" fmla="*/ 3829775 w 8965936"/>
              <a:gd name="connsiteY513" fmla="*/ 2163764 h 3345776"/>
              <a:gd name="connsiteX514" fmla="*/ 4090797 w 8965936"/>
              <a:gd name="connsiteY514" fmla="*/ 2359146 h 3345776"/>
              <a:gd name="connsiteX515" fmla="*/ 4446318 w 8965936"/>
              <a:gd name="connsiteY515" fmla="*/ 2387624 h 3345776"/>
              <a:gd name="connsiteX516" fmla="*/ 4528684 w 8965936"/>
              <a:gd name="connsiteY516" fmla="*/ 2357359 h 3345776"/>
              <a:gd name="connsiteX517" fmla="*/ 4911023 w 8965936"/>
              <a:gd name="connsiteY517" fmla="*/ 2058282 h 3345776"/>
              <a:gd name="connsiteX518" fmla="*/ 5431150 w 8965936"/>
              <a:gd name="connsiteY518" fmla="*/ 1685650 h 3345776"/>
              <a:gd name="connsiteX519" fmla="*/ 5965196 w 8965936"/>
              <a:gd name="connsiteY519" fmla="*/ 1842849 h 3345776"/>
              <a:gd name="connsiteX520" fmla="*/ 6058802 w 8965936"/>
              <a:gd name="connsiteY520" fmla="*/ 1978596 h 3345776"/>
              <a:gd name="connsiteX521" fmla="*/ 6077451 w 8965936"/>
              <a:gd name="connsiteY521" fmla="*/ 2020589 h 3345776"/>
              <a:gd name="connsiteX522" fmla="*/ 6074381 w 8965936"/>
              <a:gd name="connsiteY522" fmla="*/ 2013970 h 3345776"/>
              <a:gd name="connsiteX523" fmla="*/ 5980010 w 8965936"/>
              <a:gd name="connsiteY523" fmla="*/ 1878096 h 3345776"/>
              <a:gd name="connsiteX524" fmla="*/ 5443664 w 8965936"/>
              <a:gd name="connsiteY524" fmla="*/ 1701229 h 3345776"/>
              <a:gd name="connsiteX525" fmla="*/ 4919323 w 8965936"/>
              <a:gd name="connsiteY525" fmla="*/ 2064923 h 3345776"/>
              <a:gd name="connsiteX526" fmla="*/ 4555374 w 8965936"/>
              <a:gd name="connsiteY526" fmla="*/ 2370512 h 3345776"/>
              <a:gd name="connsiteX527" fmla="*/ 4478753 w 8965936"/>
              <a:gd name="connsiteY527" fmla="*/ 2406523 h 3345776"/>
              <a:gd name="connsiteX528" fmla="*/ 4130129 w 8965936"/>
              <a:gd name="connsiteY528" fmla="*/ 2428744 h 3345776"/>
              <a:gd name="connsiteX529" fmla="*/ 3857359 w 8965936"/>
              <a:gd name="connsiteY529" fmla="*/ 2268606 h 3345776"/>
              <a:gd name="connsiteX530" fmla="*/ 3771798 w 8965936"/>
              <a:gd name="connsiteY530" fmla="*/ 2170787 h 3345776"/>
              <a:gd name="connsiteX531" fmla="*/ 3697348 w 8965936"/>
              <a:gd name="connsiteY531" fmla="*/ 2072713 h 3345776"/>
              <a:gd name="connsiteX532" fmla="*/ 3423813 w 8965936"/>
              <a:gd name="connsiteY532" fmla="*/ 1750395 h 3345776"/>
              <a:gd name="connsiteX533" fmla="*/ 3195357 w 8965936"/>
              <a:gd name="connsiteY533" fmla="*/ 1602134 h 3345776"/>
              <a:gd name="connsiteX534" fmla="*/ 3097664 w 8965936"/>
              <a:gd name="connsiteY534" fmla="*/ 1570846 h 3345776"/>
              <a:gd name="connsiteX535" fmla="*/ 2957193 w 8965936"/>
              <a:gd name="connsiteY535" fmla="*/ 1549265 h 3345776"/>
              <a:gd name="connsiteX536" fmla="*/ 2845582 w 8965936"/>
              <a:gd name="connsiteY536" fmla="*/ 1538665 h 3345776"/>
              <a:gd name="connsiteX537" fmla="*/ 2518149 w 8965936"/>
              <a:gd name="connsiteY537" fmla="*/ 1499719 h 3345776"/>
              <a:gd name="connsiteX538" fmla="*/ 2598735 w 8965936"/>
              <a:gd name="connsiteY538" fmla="*/ 1510878 h 3345776"/>
              <a:gd name="connsiteX539" fmla="*/ 2554041 w 8965936"/>
              <a:gd name="connsiteY539" fmla="*/ 1505846 h 3345776"/>
              <a:gd name="connsiteX540" fmla="*/ 5642767 w 8965936"/>
              <a:gd name="connsiteY540" fmla="*/ 1482923 h 3345776"/>
              <a:gd name="connsiteX541" fmla="*/ 5940423 w 8965936"/>
              <a:gd name="connsiteY541" fmla="*/ 1621799 h 3345776"/>
              <a:gd name="connsiteX542" fmla="*/ 6038369 w 8965936"/>
              <a:gd name="connsiteY542" fmla="*/ 1769293 h 3345776"/>
              <a:gd name="connsiteX543" fmla="*/ 6050235 w 8965936"/>
              <a:gd name="connsiteY543" fmla="*/ 1798633 h 3345776"/>
              <a:gd name="connsiteX544" fmla="*/ 5955364 w 8965936"/>
              <a:gd name="connsiteY544" fmla="*/ 1657299 h 3345776"/>
              <a:gd name="connsiteX545" fmla="*/ 5360914 w 8965936"/>
              <a:gd name="connsiteY545" fmla="*/ 1555138 h 3345776"/>
              <a:gd name="connsiteX546" fmla="*/ 4919450 w 8965936"/>
              <a:gd name="connsiteY546" fmla="*/ 1892270 h 3345776"/>
              <a:gd name="connsiteX547" fmla="*/ 4827249 w 8965936"/>
              <a:gd name="connsiteY547" fmla="*/ 1980894 h 3345776"/>
              <a:gd name="connsiteX548" fmla="*/ 4390257 w 8965936"/>
              <a:gd name="connsiteY548" fmla="*/ 2240639 h 3345776"/>
              <a:gd name="connsiteX549" fmla="*/ 4296396 w 8965936"/>
              <a:gd name="connsiteY549" fmla="*/ 2245236 h 3345776"/>
              <a:gd name="connsiteX550" fmla="*/ 4089551 w 8965936"/>
              <a:gd name="connsiteY550" fmla="*/ 2164002 h 3345776"/>
              <a:gd name="connsiteX551" fmla="*/ 4040853 w 8965936"/>
              <a:gd name="connsiteY551" fmla="*/ 2117363 h 3345776"/>
              <a:gd name="connsiteX552" fmla="*/ 4134249 w 8965936"/>
              <a:gd name="connsiteY552" fmla="*/ 2186357 h 3345776"/>
              <a:gd name="connsiteX553" fmla="*/ 4256680 w 8965936"/>
              <a:gd name="connsiteY553" fmla="*/ 2226720 h 3345776"/>
              <a:gd name="connsiteX554" fmla="*/ 4357565 w 8965936"/>
              <a:gd name="connsiteY554" fmla="*/ 2228380 h 3345776"/>
              <a:gd name="connsiteX555" fmla="*/ 4817290 w 8965936"/>
              <a:gd name="connsiteY555" fmla="*/ 1974126 h 3345776"/>
              <a:gd name="connsiteX556" fmla="*/ 4932221 w 8965936"/>
              <a:gd name="connsiteY556" fmla="*/ 1864686 h 3345776"/>
              <a:gd name="connsiteX557" fmla="*/ 5349803 w 8965936"/>
              <a:gd name="connsiteY557" fmla="*/ 1538282 h 3345776"/>
              <a:gd name="connsiteX558" fmla="*/ 5642767 w 8965936"/>
              <a:gd name="connsiteY558" fmla="*/ 1482923 h 3345776"/>
              <a:gd name="connsiteX559" fmla="*/ 7676284 w 8965936"/>
              <a:gd name="connsiteY559" fmla="*/ 1482607 h 3345776"/>
              <a:gd name="connsiteX560" fmla="*/ 7866926 w 8965936"/>
              <a:gd name="connsiteY560" fmla="*/ 1505718 h 3345776"/>
              <a:gd name="connsiteX561" fmla="*/ 8032937 w 8965936"/>
              <a:gd name="connsiteY561" fmla="*/ 1541985 h 3345776"/>
              <a:gd name="connsiteX562" fmla="*/ 8176473 w 8965936"/>
              <a:gd name="connsiteY562" fmla="*/ 1573911 h 3345776"/>
              <a:gd name="connsiteX563" fmla="*/ 8497451 w 8965936"/>
              <a:gd name="connsiteY563" fmla="*/ 1644737 h 3345776"/>
              <a:gd name="connsiteX564" fmla="*/ 8703048 w 8965936"/>
              <a:gd name="connsiteY564" fmla="*/ 1685992 h 3345776"/>
              <a:gd name="connsiteX565" fmla="*/ 7834233 w 8965936"/>
              <a:gd name="connsiteY565" fmla="*/ 1533812 h 3345776"/>
              <a:gd name="connsiteX566" fmla="*/ 7578830 w 8965936"/>
              <a:gd name="connsiteY566" fmla="*/ 1530109 h 3345776"/>
              <a:gd name="connsiteX567" fmla="*/ 7484035 w 8965936"/>
              <a:gd name="connsiteY567" fmla="*/ 1579359 h 3345776"/>
              <a:gd name="connsiteX568" fmla="*/ 7420706 w 8965936"/>
              <a:gd name="connsiteY568" fmla="*/ 1646189 h 3345776"/>
              <a:gd name="connsiteX569" fmla="*/ 7422677 w 8965936"/>
              <a:gd name="connsiteY569" fmla="*/ 1642301 h 3345776"/>
              <a:gd name="connsiteX570" fmla="*/ 7617269 w 8965936"/>
              <a:gd name="connsiteY570" fmla="*/ 1491544 h 3345776"/>
              <a:gd name="connsiteX571" fmla="*/ 7676284 w 8965936"/>
              <a:gd name="connsiteY571" fmla="*/ 1482607 h 3345776"/>
              <a:gd name="connsiteX572" fmla="*/ 3733863 w 8965936"/>
              <a:gd name="connsiteY572" fmla="*/ 1460330 h 3345776"/>
              <a:gd name="connsiteX573" fmla="*/ 3740308 w 8965936"/>
              <a:gd name="connsiteY573" fmla="*/ 1479730 h 3345776"/>
              <a:gd name="connsiteX574" fmla="*/ 3745888 w 8965936"/>
              <a:gd name="connsiteY574" fmla="*/ 1506057 h 3345776"/>
              <a:gd name="connsiteX575" fmla="*/ 3738225 w 8965936"/>
              <a:gd name="connsiteY575" fmla="*/ 1486873 h 3345776"/>
              <a:gd name="connsiteX576" fmla="*/ 3164848 w 8965936"/>
              <a:gd name="connsiteY576" fmla="*/ 1457595 h 3345776"/>
              <a:gd name="connsiteX577" fmla="*/ 3365581 w 8965936"/>
              <a:gd name="connsiteY577" fmla="*/ 1523212 h 3345776"/>
              <a:gd name="connsiteX578" fmla="*/ 3732466 w 8965936"/>
              <a:gd name="connsiteY578" fmla="*/ 1938626 h 3345776"/>
              <a:gd name="connsiteX579" fmla="*/ 3811641 w 8965936"/>
              <a:gd name="connsiteY579" fmla="*/ 2048320 h 3345776"/>
              <a:gd name="connsiteX580" fmla="*/ 4054274 w 8965936"/>
              <a:gd name="connsiteY580" fmla="*/ 2275374 h 3345776"/>
              <a:gd name="connsiteX581" fmla="*/ 4408645 w 8965936"/>
              <a:gd name="connsiteY581" fmla="*/ 2355187 h 3345776"/>
              <a:gd name="connsiteX582" fmla="*/ 4494716 w 8965936"/>
              <a:gd name="connsiteY582" fmla="*/ 2331306 h 3345776"/>
              <a:gd name="connsiteX583" fmla="*/ 4892378 w 8965936"/>
              <a:gd name="connsiteY583" fmla="*/ 2041042 h 3345776"/>
              <a:gd name="connsiteX584" fmla="*/ 4911534 w 8965936"/>
              <a:gd name="connsiteY584" fmla="*/ 2022269 h 3345776"/>
              <a:gd name="connsiteX585" fmla="*/ 5414932 w 8965936"/>
              <a:gd name="connsiteY585" fmla="*/ 1655894 h 3345776"/>
              <a:gd name="connsiteX586" fmla="*/ 5960728 w 8965936"/>
              <a:gd name="connsiteY586" fmla="*/ 1798665 h 3345776"/>
              <a:gd name="connsiteX587" fmla="*/ 6055099 w 8965936"/>
              <a:gd name="connsiteY587" fmla="*/ 1936710 h 3345776"/>
              <a:gd name="connsiteX588" fmla="*/ 6068840 w 8965936"/>
              <a:gd name="connsiteY588" fmla="*/ 1968990 h 3345776"/>
              <a:gd name="connsiteX589" fmla="*/ 5975668 w 8965936"/>
              <a:gd name="connsiteY589" fmla="*/ 1833911 h 3345776"/>
              <a:gd name="connsiteX590" fmla="*/ 5427574 w 8965936"/>
              <a:gd name="connsiteY590" fmla="*/ 1672113 h 3345776"/>
              <a:gd name="connsiteX591" fmla="*/ 4901445 w 8965936"/>
              <a:gd name="connsiteY591" fmla="*/ 2048194 h 3345776"/>
              <a:gd name="connsiteX592" fmla="*/ 4522811 w 8965936"/>
              <a:gd name="connsiteY592" fmla="*/ 2344589 h 3345776"/>
              <a:gd name="connsiteX593" fmla="*/ 4442614 w 8965936"/>
              <a:gd name="connsiteY593" fmla="*/ 2374215 h 3345776"/>
              <a:gd name="connsiteX594" fmla="*/ 4096032 w 8965936"/>
              <a:gd name="connsiteY594" fmla="*/ 2346376 h 3345776"/>
              <a:gd name="connsiteX595" fmla="*/ 3839608 w 8965936"/>
              <a:gd name="connsiteY595" fmla="*/ 2154824 h 3345776"/>
              <a:gd name="connsiteX596" fmla="*/ 3757497 w 8965936"/>
              <a:gd name="connsiteY596" fmla="*/ 2051514 h 3345776"/>
              <a:gd name="connsiteX597" fmla="*/ 3747152 w 8965936"/>
              <a:gd name="connsiteY597" fmla="*/ 2037084 h 3345776"/>
              <a:gd name="connsiteX598" fmla="*/ 3398018 w 8965936"/>
              <a:gd name="connsiteY598" fmla="*/ 1631504 h 3345776"/>
              <a:gd name="connsiteX599" fmla="*/ 3154366 w 8965936"/>
              <a:gd name="connsiteY599" fmla="*/ 1523979 h 3345776"/>
              <a:gd name="connsiteX600" fmla="*/ 3054503 w 8965936"/>
              <a:gd name="connsiteY600" fmla="*/ 1516062 h 3345776"/>
              <a:gd name="connsiteX601" fmla="*/ 2957321 w 8965936"/>
              <a:gd name="connsiteY601" fmla="*/ 1516062 h 3345776"/>
              <a:gd name="connsiteX602" fmla="*/ 2913010 w 8965936"/>
              <a:gd name="connsiteY602" fmla="*/ 1516062 h 3345776"/>
              <a:gd name="connsiteX603" fmla="*/ 2682987 w 8965936"/>
              <a:gd name="connsiteY603" fmla="*/ 1509151 h 3345776"/>
              <a:gd name="connsiteX604" fmla="*/ 2625432 w 8965936"/>
              <a:gd name="connsiteY604" fmla="*/ 1501174 h 3345776"/>
              <a:gd name="connsiteX605" fmla="*/ 2702877 w 8965936"/>
              <a:gd name="connsiteY605" fmla="*/ 1505207 h 3345776"/>
              <a:gd name="connsiteX606" fmla="*/ 2870997 w 8965936"/>
              <a:gd name="connsiteY606" fmla="*/ 1496012 h 3345776"/>
              <a:gd name="connsiteX607" fmla="*/ 3010189 w 8965936"/>
              <a:gd name="connsiteY607" fmla="*/ 1474431 h 3345776"/>
              <a:gd name="connsiteX608" fmla="*/ 3026536 w 8965936"/>
              <a:gd name="connsiteY608" fmla="*/ 1471366 h 3345776"/>
              <a:gd name="connsiteX609" fmla="*/ 3114395 w 8965936"/>
              <a:gd name="connsiteY609" fmla="*/ 1458596 h 3345776"/>
              <a:gd name="connsiteX610" fmla="*/ 3164848 w 8965936"/>
              <a:gd name="connsiteY610" fmla="*/ 1457595 h 3345776"/>
              <a:gd name="connsiteX611" fmla="*/ 3711789 w 8965936"/>
              <a:gd name="connsiteY611" fmla="*/ 1456683 h 3345776"/>
              <a:gd name="connsiteX612" fmla="*/ 3718675 w 8965936"/>
              <a:gd name="connsiteY612" fmla="*/ 1472643 h 3345776"/>
              <a:gd name="connsiteX613" fmla="*/ 3726047 w 8965936"/>
              <a:gd name="connsiteY613" fmla="*/ 1491091 h 3345776"/>
              <a:gd name="connsiteX614" fmla="*/ 3731828 w 8965936"/>
              <a:gd name="connsiteY614" fmla="*/ 1526279 h 3345776"/>
              <a:gd name="connsiteX615" fmla="*/ 3744925 w 8965936"/>
              <a:gd name="connsiteY615" fmla="*/ 1575953 h 3345776"/>
              <a:gd name="connsiteX616" fmla="*/ 3731201 w 8965936"/>
              <a:gd name="connsiteY616" fmla="*/ 1547991 h 3345776"/>
              <a:gd name="connsiteX617" fmla="*/ 3721800 w 8965936"/>
              <a:gd name="connsiteY617" fmla="*/ 1509636 h 3345776"/>
              <a:gd name="connsiteX618" fmla="*/ 5632454 w 8965936"/>
              <a:gd name="connsiteY618" fmla="*/ 1442410 h 3345776"/>
              <a:gd name="connsiteX619" fmla="*/ 5935697 w 8965936"/>
              <a:gd name="connsiteY619" fmla="*/ 1577358 h 3345776"/>
              <a:gd name="connsiteX620" fmla="*/ 6034410 w 8965936"/>
              <a:gd name="connsiteY620" fmla="*/ 1726769 h 3345776"/>
              <a:gd name="connsiteX621" fmla="*/ 6047459 w 8965936"/>
              <a:gd name="connsiteY621" fmla="*/ 1760197 h 3345776"/>
              <a:gd name="connsiteX622" fmla="*/ 5949361 w 8965936"/>
              <a:gd name="connsiteY622" fmla="*/ 1612987 h 3345776"/>
              <a:gd name="connsiteX623" fmla="*/ 5343290 w 8965936"/>
              <a:gd name="connsiteY623" fmla="*/ 1526406 h 3345776"/>
              <a:gd name="connsiteX624" fmla="*/ 4921876 w 8965936"/>
              <a:gd name="connsiteY624" fmla="*/ 1855492 h 3345776"/>
              <a:gd name="connsiteX625" fmla="*/ 4807839 w 8965936"/>
              <a:gd name="connsiteY625" fmla="*/ 1964677 h 3345776"/>
              <a:gd name="connsiteX626" fmla="*/ 4356160 w 8965936"/>
              <a:gd name="connsiteY626" fmla="*/ 2215355 h 3345776"/>
              <a:gd name="connsiteX627" fmla="*/ 4258850 w 8965936"/>
              <a:gd name="connsiteY627" fmla="*/ 2213821 h 3345776"/>
              <a:gd name="connsiteX628" fmla="*/ 4139483 w 8965936"/>
              <a:gd name="connsiteY628" fmla="*/ 2174256 h 3345776"/>
              <a:gd name="connsiteX629" fmla="*/ 4084426 w 8965936"/>
              <a:gd name="connsiteY629" fmla="*/ 2133513 h 3345776"/>
              <a:gd name="connsiteX630" fmla="*/ 4142662 w 8965936"/>
              <a:gd name="connsiteY630" fmla="*/ 2168346 h 3345776"/>
              <a:gd name="connsiteX631" fmla="*/ 4220413 w 8965936"/>
              <a:gd name="connsiteY631" fmla="*/ 2194283 h 3345776"/>
              <a:gd name="connsiteX632" fmla="*/ 4325000 w 8965936"/>
              <a:gd name="connsiteY632" fmla="*/ 2202456 h 3345776"/>
              <a:gd name="connsiteX633" fmla="*/ 4799410 w 8965936"/>
              <a:gd name="connsiteY633" fmla="*/ 1957270 h 3345776"/>
              <a:gd name="connsiteX634" fmla="*/ 4934646 w 8965936"/>
              <a:gd name="connsiteY634" fmla="*/ 1828036 h 3345776"/>
              <a:gd name="connsiteX635" fmla="*/ 5333712 w 8965936"/>
              <a:gd name="connsiteY635" fmla="*/ 1508782 h 3345776"/>
              <a:gd name="connsiteX636" fmla="*/ 5632454 w 8965936"/>
              <a:gd name="connsiteY636" fmla="*/ 1442410 h 3345776"/>
              <a:gd name="connsiteX637" fmla="*/ 7323413 w 8965936"/>
              <a:gd name="connsiteY637" fmla="*/ 1438157 h 3345776"/>
              <a:gd name="connsiteX638" fmla="*/ 7289187 w 8965936"/>
              <a:gd name="connsiteY638" fmla="*/ 1575861 h 3345776"/>
              <a:gd name="connsiteX639" fmla="*/ 7295971 w 8965936"/>
              <a:gd name="connsiteY639" fmla="*/ 1540836 h 3345776"/>
              <a:gd name="connsiteX640" fmla="*/ 7710753 w 8965936"/>
              <a:gd name="connsiteY640" fmla="*/ 1433615 h 3345776"/>
              <a:gd name="connsiteX641" fmla="*/ 7900766 w 8965936"/>
              <a:gd name="connsiteY641" fmla="*/ 1464215 h 3345776"/>
              <a:gd name="connsiteX642" fmla="*/ 8066778 w 8965936"/>
              <a:gd name="connsiteY642" fmla="*/ 1507633 h 3345776"/>
              <a:gd name="connsiteX643" fmla="*/ 8209292 w 8965936"/>
              <a:gd name="connsiteY643" fmla="*/ 1546582 h 3345776"/>
              <a:gd name="connsiteX644" fmla="*/ 8529440 w 8965936"/>
              <a:gd name="connsiteY644" fmla="*/ 1632206 h 3345776"/>
              <a:gd name="connsiteX645" fmla="*/ 8761705 w 8965936"/>
              <a:gd name="connsiteY645" fmla="*/ 1684546 h 3345776"/>
              <a:gd name="connsiteX646" fmla="*/ 8500627 w 8965936"/>
              <a:gd name="connsiteY646" fmla="*/ 1632334 h 3345776"/>
              <a:gd name="connsiteX647" fmla="*/ 8179666 w 8965936"/>
              <a:gd name="connsiteY647" fmla="*/ 1561268 h 3345776"/>
              <a:gd name="connsiteX648" fmla="*/ 8035235 w 8965936"/>
              <a:gd name="connsiteY648" fmla="*/ 1528833 h 3345776"/>
              <a:gd name="connsiteX649" fmla="*/ 7869224 w 8965936"/>
              <a:gd name="connsiteY649" fmla="*/ 1492565 h 3345776"/>
              <a:gd name="connsiteX650" fmla="*/ 7613821 w 8965936"/>
              <a:gd name="connsiteY650" fmla="*/ 1478518 h 3345776"/>
              <a:gd name="connsiteX651" fmla="*/ 7468992 w 8965936"/>
              <a:gd name="connsiteY651" fmla="*/ 1562003 h 3345776"/>
              <a:gd name="connsiteX652" fmla="*/ 7425515 w 8965936"/>
              <a:gd name="connsiteY652" fmla="*/ 1616908 h 3345776"/>
              <a:gd name="connsiteX653" fmla="*/ 7447736 w 8965936"/>
              <a:gd name="connsiteY653" fmla="*/ 1578783 h 3345776"/>
              <a:gd name="connsiteX654" fmla="*/ 7649961 w 8965936"/>
              <a:gd name="connsiteY654" fmla="*/ 1439824 h 3345776"/>
              <a:gd name="connsiteX655" fmla="*/ 7710753 w 8965936"/>
              <a:gd name="connsiteY655" fmla="*/ 1433615 h 3345776"/>
              <a:gd name="connsiteX656" fmla="*/ 7340533 w 8965936"/>
              <a:gd name="connsiteY656" fmla="*/ 1426304 h 3345776"/>
              <a:gd name="connsiteX657" fmla="*/ 7284352 w 8965936"/>
              <a:gd name="connsiteY657" fmla="*/ 1669431 h 3345776"/>
              <a:gd name="connsiteX658" fmla="*/ 7274901 w 8965936"/>
              <a:gd name="connsiteY658" fmla="*/ 1723065 h 3345776"/>
              <a:gd name="connsiteX659" fmla="*/ 7100716 w 8965936"/>
              <a:gd name="connsiteY659" fmla="*/ 2307555 h 3345776"/>
              <a:gd name="connsiteX660" fmla="*/ 7011326 w 8965936"/>
              <a:gd name="connsiteY660" fmla="*/ 2424529 h 3345776"/>
              <a:gd name="connsiteX661" fmla="*/ 6444715 w 8965936"/>
              <a:gd name="connsiteY661" fmla="*/ 2540993 h 3345776"/>
              <a:gd name="connsiteX662" fmla="*/ 6361837 w 8965936"/>
              <a:gd name="connsiteY662" fmla="*/ 2480078 h 3345776"/>
              <a:gd name="connsiteX663" fmla="*/ 6347531 w 8965936"/>
              <a:gd name="connsiteY663" fmla="*/ 2462668 h 3345776"/>
              <a:gd name="connsiteX664" fmla="*/ 6432710 w 8965936"/>
              <a:gd name="connsiteY664" fmla="*/ 2524009 h 3345776"/>
              <a:gd name="connsiteX665" fmla="*/ 6622603 w 8965936"/>
              <a:gd name="connsiteY665" fmla="*/ 2569470 h 3345776"/>
              <a:gd name="connsiteX666" fmla="*/ 7020775 w 8965936"/>
              <a:gd name="connsiteY666" fmla="*/ 2381749 h 3345776"/>
              <a:gd name="connsiteX667" fmla="*/ 7110166 w 8965936"/>
              <a:gd name="connsiteY667" fmla="*/ 2257879 h 3345776"/>
              <a:gd name="connsiteX668" fmla="*/ 7282180 w 8965936"/>
              <a:gd name="connsiteY668" fmla="*/ 1680796 h 3345776"/>
              <a:gd name="connsiteX669" fmla="*/ 7296227 w 8965936"/>
              <a:gd name="connsiteY669" fmla="*/ 1604814 h 3345776"/>
              <a:gd name="connsiteX670" fmla="*/ 5631034 w 8965936"/>
              <a:gd name="connsiteY670" fmla="*/ 1404293 h 3345776"/>
              <a:gd name="connsiteX671" fmla="*/ 5930334 w 8965936"/>
              <a:gd name="connsiteY671" fmla="*/ 1533941 h 3345776"/>
              <a:gd name="connsiteX672" fmla="*/ 6030069 w 8965936"/>
              <a:gd name="connsiteY672" fmla="*/ 1685777 h 3345776"/>
              <a:gd name="connsiteX673" fmla="*/ 6040639 w 8965936"/>
              <a:gd name="connsiteY673" fmla="*/ 1713811 h 3345776"/>
              <a:gd name="connsiteX674" fmla="*/ 5945402 w 8965936"/>
              <a:gd name="connsiteY674" fmla="*/ 1569696 h 3345776"/>
              <a:gd name="connsiteX675" fmla="*/ 5327711 w 8965936"/>
              <a:gd name="connsiteY675" fmla="*/ 1498183 h 3345776"/>
              <a:gd name="connsiteX676" fmla="*/ 4925197 w 8965936"/>
              <a:gd name="connsiteY676" fmla="*/ 1819863 h 3345776"/>
              <a:gd name="connsiteX677" fmla="*/ 4790471 w 8965936"/>
              <a:gd name="connsiteY677" fmla="*/ 1948841 h 3345776"/>
              <a:gd name="connsiteX678" fmla="*/ 4324107 w 8965936"/>
              <a:gd name="connsiteY678" fmla="*/ 2190580 h 3345776"/>
              <a:gd name="connsiteX679" fmla="*/ 4223351 w 8965936"/>
              <a:gd name="connsiteY679" fmla="*/ 2182662 h 3345776"/>
              <a:gd name="connsiteX680" fmla="*/ 4124098 w 8965936"/>
              <a:gd name="connsiteY680" fmla="*/ 2145330 h 3345776"/>
              <a:gd name="connsiteX681" fmla="*/ 4092820 w 8965936"/>
              <a:gd name="connsiteY681" fmla="*/ 2121794 h 3345776"/>
              <a:gd name="connsiteX682" fmla="*/ 4182740 w 8965936"/>
              <a:gd name="connsiteY682" fmla="*/ 2162997 h 3345776"/>
              <a:gd name="connsiteX683" fmla="*/ 4290904 w 8965936"/>
              <a:gd name="connsiteY683" fmla="*/ 2177555 h 3345776"/>
              <a:gd name="connsiteX684" fmla="*/ 4780766 w 8965936"/>
              <a:gd name="connsiteY684" fmla="*/ 1941307 h 3345776"/>
              <a:gd name="connsiteX685" fmla="*/ 4935667 w 8965936"/>
              <a:gd name="connsiteY685" fmla="*/ 1793046 h 3345776"/>
              <a:gd name="connsiteX686" fmla="*/ 5317366 w 8965936"/>
              <a:gd name="connsiteY686" fmla="*/ 1480179 h 3345776"/>
              <a:gd name="connsiteX687" fmla="*/ 5631034 w 8965936"/>
              <a:gd name="connsiteY687" fmla="*/ 1404293 h 3345776"/>
              <a:gd name="connsiteX688" fmla="*/ 7747045 w 8965936"/>
              <a:gd name="connsiteY688" fmla="*/ 1384856 h 3345776"/>
              <a:gd name="connsiteX689" fmla="*/ 7936394 w 8965936"/>
              <a:gd name="connsiteY689" fmla="*/ 1422712 h 3345776"/>
              <a:gd name="connsiteX690" fmla="*/ 8101255 w 8965936"/>
              <a:gd name="connsiteY690" fmla="*/ 1473793 h 3345776"/>
              <a:gd name="connsiteX691" fmla="*/ 8241727 w 8965936"/>
              <a:gd name="connsiteY691" fmla="*/ 1519255 h 3345776"/>
              <a:gd name="connsiteX692" fmla="*/ 8561060 w 8965936"/>
              <a:gd name="connsiteY692" fmla="*/ 1619803 h 3345776"/>
              <a:gd name="connsiteX693" fmla="*/ 8811595 w 8965936"/>
              <a:gd name="connsiteY693" fmla="*/ 1682440 h 3345776"/>
              <a:gd name="connsiteX694" fmla="*/ 8532600 w 8965936"/>
              <a:gd name="connsiteY694" fmla="*/ 1619548 h 3345776"/>
              <a:gd name="connsiteX695" fmla="*/ 8212868 w 8965936"/>
              <a:gd name="connsiteY695" fmla="*/ 1533939 h 3345776"/>
              <a:gd name="connsiteX696" fmla="*/ 8070354 w 8965936"/>
              <a:gd name="connsiteY696" fmla="*/ 1494991 h 3345776"/>
              <a:gd name="connsiteX697" fmla="*/ 7904342 w 8965936"/>
              <a:gd name="connsiteY697" fmla="*/ 1451572 h 3345776"/>
              <a:gd name="connsiteX698" fmla="*/ 7647534 w 8965936"/>
              <a:gd name="connsiteY698" fmla="*/ 1427054 h 3345776"/>
              <a:gd name="connsiteX699" fmla="*/ 7437246 w 8965936"/>
              <a:gd name="connsiteY699" fmla="*/ 1570664 h 3345776"/>
              <a:gd name="connsiteX700" fmla="*/ 7412839 w 8965936"/>
              <a:gd name="connsiteY700" fmla="*/ 1612615 h 3345776"/>
              <a:gd name="connsiteX701" fmla="*/ 7419970 w 8965936"/>
              <a:gd name="connsiteY701" fmla="*/ 1596258 h 3345776"/>
              <a:gd name="connsiteX702" fmla="*/ 7684440 w 8965936"/>
              <a:gd name="connsiteY702" fmla="*/ 1388232 h 3345776"/>
              <a:gd name="connsiteX703" fmla="*/ 7747045 w 8965936"/>
              <a:gd name="connsiteY703" fmla="*/ 1384856 h 3345776"/>
              <a:gd name="connsiteX704" fmla="*/ 5620834 w 8965936"/>
              <a:gd name="connsiteY704" fmla="*/ 1363665 h 3345776"/>
              <a:gd name="connsiteX705" fmla="*/ 5925864 w 8965936"/>
              <a:gd name="connsiteY705" fmla="*/ 1489755 h 3345776"/>
              <a:gd name="connsiteX706" fmla="*/ 6025855 w 8965936"/>
              <a:gd name="connsiteY706" fmla="*/ 1644018 h 3345776"/>
              <a:gd name="connsiteX707" fmla="*/ 6032821 w 8965936"/>
              <a:gd name="connsiteY707" fmla="*/ 1663141 h 3345776"/>
              <a:gd name="connsiteX708" fmla="*/ 5997671 w 8965936"/>
              <a:gd name="connsiteY708" fmla="*/ 1598403 h 3345776"/>
              <a:gd name="connsiteX709" fmla="*/ 5940038 w 8965936"/>
              <a:gd name="connsiteY709" fmla="*/ 1525001 h 3345776"/>
              <a:gd name="connsiteX710" fmla="*/ 5310855 w 8965936"/>
              <a:gd name="connsiteY710" fmla="*/ 1468558 h 3345776"/>
              <a:gd name="connsiteX711" fmla="*/ 4925962 w 8965936"/>
              <a:gd name="connsiteY711" fmla="*/ 1783468 h 3345776"/>
              <a:gd name="connsiteX712" fmla="*/ 4771445 w 8965936"/>
              <a:gd name="connsiteY712" fmla="*/ 1931347 h 3345776"/>
              <a:gd name="connsiteX713" fmla="*/ 4290520 w 8965936"/>
              <a:gd name="connsiteY713" fmla="*/ 2164018 h 3345776"/>
              <a:gd name="connsiteX714" fmla="*/ 4186189 w 8965936"/>
              <a:gd name="connsiteY714" fmla="*/ 2149972 h 3345776"/>
              <a:gd name="connsiteX715" fmla="*/ 4083511 w 8965936"/>
              <a:gd name="connsiteY715" fmla="*/ 2103338 h 3345776"/>
              <a:gd name="connsiteX716" fmla="*/ 4068413 w 8965936"/>
              <a:gd name="connsiteY716" fmla="*/ 2090162 h 3345776"/>
              <a:gd name="connsiteX717" fmla="*/ 4145835 w 8965936"/>
              <a:gd name="connsiteY717" fmla="*/ 2131327 h 3345776"/>
              <a:gd name="connsiteX718" fmla="*/ 4257447 w 8965936"/>
              <a:gd name="connsiteY718" fmla="*/ 2152270 h 3345776"/>
              <a:gd name="connsiteX719" fmla="*/ 4762633 w 8965936"/>
              <a:gd name="connsiteY719" fmla="*/ 1925216 h 3345776"/>
              <a:gd name="connsiteX720" fmla="*/ 4934520 w 8965936"/>
              <a:gd name="connsiteY720" fmla="*/ 1759971 h 3345776"/>
              <a:gd name="connsiteX721" fmla="*/ 5301533 w 8965936"/>
              <a:gd name="connsiteY721" fmla="*/ 1451445 h 3345776"/>
              <a:gd name="connsiteX722" fmla="*/ 5620834 w 8965936"/>
              <a:gd name="connsiteY722" fmla="*/ 1363665 h 3345776"/>
              <a:gd name="connsiteX723" fmla="*/ 3187440 w 8965936"/>
              <a:gd name="connsiteY723" fmla="*/ 1363443 h 3345776"/>
              <a:gd name="connsiteX724" fmla="*/ 3340168 w 8965936"/>
              <a:gd name="connsiteY724" fmla="*/ 1403813 h 3345776"/>
              <a:gd name="connsiteX725" fmla="*/ 3717398 w 8965936"/>
              <a:gd name="connsiteY725" fmla="*/ 1817820 h 3345776"/>
              <a:gd name="connsiteX726" fmla="*/ 3792741 w 8965936"/>
              <a:gd name="connsiteY726" fmla="*/ 1932751 h 3345776"/>
              <a:gd name="connsiteX727" fmla="*/ 4018262 w 8965936"/>
              <a:gd name="connsiteY727" fmla="*/ 2191602 h 3345776"/>
              <a:gd name="connsiteX728" fmla="*/ 4371100 w 8965936"/>
              <a:gd name="connsiteY728" fmla="*/ 2322751 h 3345776"/>
              <a:gd name="connsiteX729" fmla="*/ 4460491 w 8965936"/>
              <a:gd name="connsiteY729" fmla="*/ 2305128 h 3345776"/>
              <a:gd name="connsiteX730" fmla="*/ 4873605 w 8965936"/>
              <a:gd name="connsiteY730" fmla="*/ 2024185 h 3345776"/>
              <a:gd name="connsiteX731" fmla="*/ 4918429 w 8965936"/>
              <a:gd name="connsiteY731" fmla="*/ 1980639 h 3345776"/>
              <a:gd name="connsiteX732" fmla="*/ 5398458 w 8965936"/>
              <a:gd name="connsiteY732" fmla="*/ 1626268 h 3345776"/>
              <a:gd name="connsiteX733" fmla="*/ 5955491 w 8965936"/>
              <a:gd name="connsiteY733" fmla="*/ 1753969 h 3345776"/>
              <a:gd name="connsiteX734" fmla="*/ 6050884 w 8965936"/>
              <a:gd name="connsiteY734" fmla="*/ 1894440 h 3345776"/>
              <a:gd name="connsiteX735" fmla="*/ 6062310 w 8965936"/>
              <a:gd name="connsiteY735" fmla="*/ 1922438 h 3345776"/>
              <a:gd name="connsiteX736" fmla="*/ 5970815 w 8965936"/>
              <a:gd name="connsiteY736" fmla="*/ 1788960 h 3345776"/>
              <a:gd name="connsiteX737" fmla="*/ 5411101 w 8965936"/>
              <a:gd name="connsiteY737" fmla="*/ 1642230 h 3345776"/>
              <a:gd name="connsiteX738" fmla="*/ 4902211 w 8965936"/>
              <a:gd name="connsiteY738" fmla="*/ 2012564 h 3345776"/>
              <a:gd name="connsiteX739" fmla="*/ 4883056 w 8965936"/>
              <a:gd name="connsiteY739" fmla="*/ 2031336 h 3345776"/>
              <a:gd name="connsiteX740" fmla="*/ 4489991 w 8965936"/>
              <a:gd name="connsiteY740" fmla="*/ 2318536 h 3345776"/>
              <a:gd name="connsiteX741" fmla="*/ 4406347 w 8965936"/>
              <a:gd name="connsiteY741" fmla="*/ 2341906 h 3345776"/>
              <a:gd name="connsiteX742" fmla="*/ 4061554 w 8965936"/>
              <a:gd name="connsiteY742" fmla="*/ 2264009 h 3345776"/>
              <a:gd name="connsiteX743" fmla="*/ 3821730 w 8965936"/>
              <a:gd name="connsiteY743" fmla="*/ 2039765 h 3345776"/>
              <a:gd name="connsiteX744" fmla="*/ 3743066 w 8965936"/>
              <a:gd name="connsiteY744" fmla="*/ 1930962 h 3345776"/>
              <a:gd name="connsiteX745" fmla="*/ 3371967 w 8965936"/>
              <a:gd name="connsiteY745" fmla="*/ 1511464 h 3345776"/>
              <a:gd name="connsiteX746" fmla="*/ 3112990 w 8965936"/>
              <a:gd name="connsiteY746" fmla="*/ 1445059 h 3345776"/>
              <a:gd name="connsiteX747" fmla="*/ 3023600 w 8965936"/>
              <a:gd name="connsiteY747" fmla="*/ 1457829 h 3345776"/>
              <a:gd name="connsiteX748" fmla="*/ 3007382 w 8965936"/>
              <a:gd name="connsiteY748" fmla="*/ 1460767 h 3345776"/>
              <a:gd name="connsiteX749" fmla="*/ 2868953 w 8965936"/>
              <a:gd name="connsiteY749" fmla="*/ 1482348 h 3345776"/>
              <a:gd name="connsiteX750" fmla="*/ 2581320 w 8965936"/>
              <a:gd name="connsiteY750" fmla="*/ 1485204 h 3345776"/>
              <a:gd name="connsiteX751" fmla="*/ 2557090 w 8965936"/>
              <a:gd name="connsiteY751" fmla="*/ 1480778 h 3345776"/>
              <a:gd name="connsiteX752" fmla="*/ 2624996 w 8965936"/>
              <a:gd name="connsiteY752" fmla="*/ 1484870 h 3345776"/>
              <a:gd name="connsiteX753" fmla="*/ 2827960 w 8965936"/>
              <a:gd name="connsiteY753" fmla="*/ 1462427 h 3345776"/>
              <a:gd name="connsiteX754" fmla="*/ 2972900 w 8965936"/>
              <a:gd name="connsiteY754" fmla="*/ 1417986 h 3345776"/>
              <a:gd name="connsiteX755" fmla="*/ 3005081 w 8965936"/>
              <a:gd name="connsiteY755" fmla="*/ 1405216 h 3345776"/>
              <a:gd name="connsiteX756" fmla="*/ 3075701 w 8965936"/>
              <a:gd name="connsiteY756" fmla="*/ 1379676 h 3345776"/>
              <a:gd name="connsiteX757" fmla="*/ 3187440 w 8965936"/>
              <a:gd name="connsiteY757" fmla="*/ 1363443 h 3345776"/>
              <a:gd name="connsiteX758" fmla="*/ 3698032 w 8965936"/>
              <a:gd name="connsiteY758" fmla="*/ 1353295 h 3345776"/>
              <a:gd name="connsiteX759" fmla="*/ 3700030 w 8965936"/>
              <a:gd name="connsiteY759" fmla="*/ 1358478 h 3345776"/>
              <a:gd name="connsiteX760" fmla="*/ 3708391 w 8965936"/>
              <a:gd name="connsiteY760" fmla="*/ 1383650 h 3345776"/>
              <a:gd name="connsiteX761" fmla="*/ 3717095 w 8965936"/>
              <a:gd name="connsiteY761" fmla="*/ 1436618 h 3345776"/>
              <a:gd name="connsiteX762" fmla="*/ 3704782 w 8965936"/>
              <a:gd name="connsiteY762" fmla="*/ 1408120 h 3345776"/>
              <a:gd name="connsiteX763" fmla="*/ 7782881 w 8965936"/>
              <a:gd name="connsiteY763" fmla="*/ 1336260 h 3345776"/>
              <a:gd name="connsiteX764" fmla="*/ 7971512 w 8965936"/>
              <a:gd name="connsiteY764" fmla="*/ 1381208 h 3345776"/>
              <a:gd name="connsiteX765" fmla="*/ 8135608 w 8965936"/>
              <a:gd name="connsiteY765" fmla="*/ 1438802 h 3345776"/>
              <a:gd name="connsiteX766" fmla="*/ 8283741 w 8965936"/>
              <a:gd name="connsiteY766" fmla="*/ 1494096 h 3345776"/>
              <a:gd name="connsiteX767" fmla="*/ 8597664 w 8965936"/>
              <a:gd name="connsiteY767" fmla="*/ 1607128 h 3345776"/>
              <a:gd name="connsiteX768" fmla="*/ 8746425 w 8965936"/>
              <a:gd name="connsiteY768" fmla="*/ 1652655 h 3345776"/>
              <a:gd name="connsiteX769" fmla="*/ 8564157 w 8965936"/>
              <a:gd name="connsiteY769" fmla="*/ 1607065 h 3345776"/>
              <a:gd name="connsiteX770" fmla="*/ 8245431 w 8965936"/>
              <a:gd name="connsiteY770" fmla="*/ 1506867 h 3345776"/>
              <a:gd name="connsiteX771" fmla="*/ 8104960 w 8965936"/>
              <a:gd name="connsiteY771" fmla="*/ 1461405 h 3345776"/>
              <a:gd name="connsiteX772" fmla="*/ 7939842 w 8965936"/>
              <a:gd name="connsiteY772" fmla="*/ 1410324 h 3345776"/>
              <a:gd name="connsiteX773" fmla="*/ 7682013 w 8965936"/>
              <a:gd name="connsiteY773" fmla="*/ 1375590 h 3345776"/>
              <a:gd name="connsiteX774" fmla="*/ 7463536 w 8965936"/>
              <a:gd name="connsiteY774" fmla="*/ 1506881 h 3345776"/>
              <a:gd name="connsiteX775" fmla="*/ 7422320 w 8965936"/>
              <a:gd name="connsiteY775" fmla="*/ 1569339 h 3345776"/>
              <a:gd name="connsiteX776" fmla="*/ 7442189 w 8965936"/>
              <a:gd name="connsiteY776" fmla="*/ 1529215 h 3345776"/>
              <a:gd name="connsiteX777" fmla="*/ 7718407 w 8965936"/>
              <a:gd name="connsiteY777" fmla="*/ 1336768 h 3345776"/>
              <a:gd name="connsiteX778" fmla="*/ 7782881 w 8965936"/>
              <a:gd name="connsiteY778" fmla="*/ 1336260 h 3345776"/>
              <a:gd name="connsiteX779" fmla="*/ 2225520 w 8965936"/>
              <a:gd name="connsiteY779" fmla="*/ 1328528 h 3345776"/>
              <a:gd name="connsiteX780" fmla="*/ 2228155 w 8965936"/>
              <a:gd name="connsiteY780" fmla="*/ 1331883 h 3345776"/>
              <a:gd name="connsiteX781" fmla="*/ 2223541 w 8965936"/>
              <a:gd name="connsiteY781" fmla="*/ 1328772 h 3345776"/>
              <a:gd name="connsiteX782" fmla="*/ 5609693 w 8965936"/>
              <a:gd name="connsiteY782" fmla="*/ 1322835 h 3345776"/>
              <a:gd name="connsiteX783" fmla="*/ 5920501 w 8965936"/>
              <a:gd name="connsiteY783" fmla="*/ 1445571 h 3345776"/>
              <a:gd name="connsiteX784" fmla="*/ 6021897 w 8965936"/>
              <a:gd name="connsiteY784" fmla="*/ 1601878 h 3345776"/>
              <a:gd name="connsiteX785" fmla="*/ 6027375 w 8965936"/>
              <a:gd name="connsiteY785" fmla="*/ 1617407 h 3345776"/>
              <a:gd name="connsiteX786" fmla="*/ 5993608 w 8965936"/>
              <a:gd name="connsiteY786" fmla="*/ 1554506 h 3345776"/>
              <a:gd name="connsiteX787" fmla="*/ 5935187 w 8965936"/>
              <a:gd name="connsiteY787" fmla="*/ 1480050 h 3345776"/>
              <a:gd name="connsiteX788" fmla="*/ 5294382 w 8965936"/>
              <a:gd name="connsiteY788" fmla="*/ 1438675 h 3345776"/>
              <a:gd name="connsiteX789" fmla="*/ 4924048 w 8965936"/>
              <a:gd name="connsiteY789" fmla="*/ 1749499 h 3345776"/>
              <a:gd name="connsiteX790" fmla="*/ 4752801 w 8965936"/>
              <a:gd name="connsiteY790" fmla="*/ 1914106 h 3345776"/>
              <a:gd name="connsiteX791" fmla="*/ 4257063 w 8965936"/>
              <a:gd name="connsiteY791" fmla="*/ 2137838 h 3345776"/>
              <a:gd name="connsiteX792" fmla="*/ 4149283 w 8965936"/>
              <a:gd name="connsiteY792" fmla="*/ 2117535 h 3345776"/>
              <a:gd name="connsiteX793" fmla="*/ 4117924 w 8965936"/>
              <a:gd name="connsiteY793" fmla="*/ 2100808 h 3345776"/>
              <a:gd name="connsiteX794" fmla="*/ 4223223 w 8965936"/>
              <a:gd name="connsiteY794" fmla="*/ 2125964 h 3345776"/>
              <a:gd name="connsiteX795" fmla="*/ 4743606 w 8965936"/>
              <a:gd name="connsiteY795" fmla="*/ 1907977 h 3345776"/>
              <a:gd name="connsiteX796" fmla="*/ 4933626 w 8965936"/>
              <a:gd name="connsiteY796" fmla="*/ 1724598 h 3345776"/>
              <a:gd name="connsiteX797" fmla="*/ 5284804 w 8965936"/>
              <a:gd name="connsiteY797" fmla="*/ 1421435 h 3345776"/>
              <a:gd name="connsiteX798" fmla="*/ 5609693 w 8965936"/>
              <a:gd name="connsiteY798" fmla="*/ 1322835 h 3345776"/>
              <a:gd name="connsiteX799" fmla="*/ 2176220 w 8965936"/>
              <a:gd name="connsiteY799" fmla="*/ 1311298 h 3345776"/>
              <a:gd name="connsiteX800" fmla="*/ 2182046 w 8965936"/>
              <a:gd name="connsiteY800" fmla="*/ 1317885 h 3345776"/>
              <a:gd name="connsiteX801" fmla="*/ 2176753 w 8965936"/>
              <a:gd name="connsiteY801" fmla="*/ 1317889 h 3345776"/>
              <a:gd name="connsiteX802" fmla="*/ 2172388 w 8965936"/>
              <a:gd name="connsiteY802" fmla="*/ 1312003 h 3345776"/>
              <a:gd name="connsiteX803" fmla="*/ 2196907 w 8965936"/>
              <a:gd name="connsiteY803" fmla="*/ 1307492 h 3345776"/>
              <a:gd name="connsiteX804" fmla="*/ 2202204 w 8965936"/>
              <a:gd name="connsiteY804" fmla="*/ 1317129 h 3345776"/>
              <a:gd name="connsiteX805" fmla="*/ 2201842 w 8965936"/>
              <a:gd name="connsiteY805" fmla="*/ 1316847 h 3345776"/>
              <a:gd name="connsiteX806" fmla="*/ 2200308 w 8965936"/>
              <a:gd name="connsiteY806" fmla="*/ 1316847 h 3345776"/>
              <a:gd name="connsiteX807" fmla="*/ 2200044 w 8965936"/>
              <a:gd name="connsiteY807" fmla="*/ 1316847 h 3345776"/>
              <a:gd name="connsiteX808" fmla="*/ 2192513 w 8965936"/>
              <a:gd name="connsiteY808" fmla="*/ 1308300 h 3345776"/>
              <a:gd name="connsiteX809" fmla="*/ 7751993 w 8965936"/>
              <a:gd name="connsiteY809" fmla="*/ 1283773 h 3345776"/>
              <a:gd name="connsiteX810" fmla="*/ 8006120 w 8965936"/>
              <a:gd name="connsiteY810" fmla="*/ 1338430 h 3345776"/>
              <a:gd name="connsiteX811" fmla="*/ 8169577 w 8965936"/>
              <a:gd name="connsiteY811" fmla="*/ 1403047 h 3345776"/>
              <a:gd name="connsiteX812" fmla="*/ 8314902 w 8965936"/>
              <a:gd name="connsiteY812" fmla="*/ 1464726 h 3345776"/>
              <a:gd name="connsiteX813" fmla="*/ 8791273 w 8965936"/>
              <a:gd name="connsiteY813" fmla="*/ 1648168 h 3345776"/>
              <a:gd name="connsiteX814" fmla="*/ 8932894 w 8965936"/>
              <a:gd name="connsiteY814" fmla="*/ 1684953 h 3345776"/>
              <a:gd name="connsiteX815" fmla="*/ 8929781 w 8965936"/>
              <a:gd name="connsiteY815" fmla="*/ 1684499 h 3345776"/>
              <a:gd name="connsiteX816" fmla="*/ 8289360 w 8965936"/>
              <a:gd name="connsiteY816" fmla="*/ 1481455 h 3345776"/>
              <a:gd name="connsiteX817" fmla="*/ 8141098 w 8965936"/>
              <a:gd name="connsiteY817" fmla="*/ 1426159 h 3345776"/>
              <a:gd name="connsiteX818" fmla="*/ 7976620 w 8965936"/>
              <a:gd name="connsiteY818" fmla="*/ 1368567 h 3345776"/>
              <a:gd name="connsiteX819" fmla="*/ 7717897 w 8965936"/>
              <a:gd name="connsiteY819" fmla="*/ 1323360 h 3345776"/>
              <a:gd name="connsiteX820" fmla="*/ 7431590 w 8965936"/>
              <a:gd name="connsiteY820" fmla="*/ 1522191 h 3345776"/>
              <a:gd name="connsiteX821" fmla="*/ 7393681 w 8965936"/>
              <a:gd name="connsiteY821" fmla="*/ 1598739 h 3345776"/>
              <a:gd name="connsiteX822" fmla="*/ 7407606 w 8965936"/>
              <a:gd name="connsiteY822" fmla="*/ 1560961 h 3345776"/>
              <a:gd name="connsiteX823" fmla="*/ 7463644 w 8965936"/>
              <a:gd name="connsiteY823" fmla="*/ 1460257 h 3345776"/>
              <a:gd name="connsiteX824" fmla="*/ 7751993 w 8965936"/>
              <a:gd name="connsiteY824" fmla="*/ 1283773 h 3345776"/>
              <a:gd name="connsiteX825" fmla="*/ 5596491 w 8965936"/>
              <a:gd name="connsiteY825" fmla="*/ 1283486 h 3345776"/>
              <a:gd name="connsiteX826" fmla="*/ 5915266 w 8965936"/>
              <a:gd name="connsiteY826" fmla="*/ 1401386 h 3345776"/>
              <a:gd name="connsiteX827" fmla="*/ 6017427 w 8965936"/>
              <a:gd name="connsiteY827" fmla="*/ 1559992 h 3345776"/>
              <a:gd name="connsiteX828" fmla="*/ 6022201 w 8965936"/>
              <a:gd name="connsiteY828" fmla="*/ 1573985 h 3345776"/>
              <a:gd name="connsiteX829" fmla="*/ 5988991 w 8965936"/>
              <a:gd name="connsiteY829" fmla="*/ 1511437 h 3345776"/>
              <a:gd name="connsiteX830" fmla="*/ 5929569 w 8965936"/>
              <a:gd name="connsiteY830" fmla="*/ 1435993 h 3345776"/>
              <a:gd name="connsiteX831" fmla="*/ 5277270 w 8965936"/>
              <a:gd name="connsiteY831" fmla="*/ 1409686 h 3345776"/>
              <a:gd name="connsiteX832" fmla="*/ 4923537 w 8965936"/>
              <a:gd name="connsiteY832" fmla="*/ 1714893 h 3345776"/>
              <a:gd name="connsiteX833" fmla="*/ 4734157 w 8965936"/>
              <a:gd name="connsiteY833" fmla="*/ 1897505 h 3345776"/>
              <a:gd name="connsiteX834" fmla="*/ 4223351 w 8965936"/>
              <a:gd name="connsiteY834" fmla="*/ 2112300 h 3345776"/>
              <a:gd name="connsiteX835" fmla="*/ 4112123 w 8965936"/>
              <a:gd name="connsiteY835" fmla="*/ 2085738 h 3345776"/>
              <a:gd name="connsiteX836" fmla="*/ 4081258 w 8965936"/>
              <a:gd name="connsiteY836" fmla="*/ 2069431 h 3345776"/>
              <a:gd name="connsiteX837" fmla="*/ 4189126 w 8965936"/>
              <a:gd name="connsiteY837" fmla="*/ 2100168 h 3345776"/>
              <a:gd name="connsiteX838" fmla="*/ 4724834 w 8965936"/>
              <a:gd name="connsiteY838" fmla="*/ 1891248 h 3345776"/>
              <a:gd name="connsiteX839" fmla="*/ 4931837 w 8965936"/>
              <a:gd name="connsiteY839" fmla="*/ 1690374 h 3345776"/>
              <a:gd name="connsiteX840" fmla="*/ 5268330 w 8965936"/>
              <a:gd name="connsiteY840" fmla="*/ 1392191 h 3345776"/>
              <a:gd name="connsiteX841" fmla="*/ 5596491 w 8965936"/>
              <a:gd name="connsiteY841" fmla="*/ 1283486 h 3345776"/>
              <a:gd name="connsiteX842" fmla="*/ 2080509 w 8965936"/>
              <a:gd name="connsiteY842" fmla="*/ 1280058 h 3345776"/>
              <a:gd name="connsiteX843" fmla="*/ 2103892 w 8965936"/>
              <a:gd name="connsiteY843" fmla="*/ 1300233 h 3345776"/>
              <a:gd name="connsiteX844" fmla="*/ 2101581 w 8965936"/>
              <a:gd name="connsiteY844" fmla="*/ 1300253 h 3345776"/>
              <a:gd name="connsiteX845" fmla="*/ 3170829 w 8965936"/>
              <a:gd name="connsiteY845" fmla="*/ 1261184 h 3345776"/>
              <a:gd name="connsiteX846" fmla="*/ 3227934 w 8965936"/>
              <a:gd name="connsiteY846" fmla="*/ 1262842 h 3345776"/>
              <a:gd name="connsiteX847" fmla="*/ 3314756 w 8965936"/>
              <a:gd name="connsiteY847" fmla="*/ 1285433 h 3345776"/>
              <a:gd name="connsiteX848" fmla="*/ 3702330 w 8965936"/>
              <a:gd name="connsiteY848" fmla="*/ 1698036 h 3345776"/>
              <a:gd name="connsiteX849" fmla="*/ 3773970 w 8965936"/>
              <a:gd name="connsiteY849" fmla="*/ 1818332 h 3345776"/>
              <a:gd name="connsiteX850" fmla="*/ 3981868 w 8965936"/>
              <a:gd name="connsiteY850" fmla="*/ 2108724 h 3345776"/>
              <a:gd name="connsiteX851" fmla="*/ 4332919 w 8965936"/>
              <a:gd name="connsiteY851" fmla="*/ 2291209 h 3345776"/>
              <a:gd name="connsiteX852" fmla="*/ 4426652 w 8965936"/>
              <a:gd name="connsiteY852" fmla="*/ 2280098 h 3345776"/>
              <a:gd name="connsiteX853" fmla="*/ 4855089 w 8965936"/>
              <a:gd name="connsiteY853" fmla="*/ 2007841 h 3345776"/>
              <a:gd name="connsiteX854" fmla="*/ 4924176 w 8965936"/>
              <a:gd name="connsiteY854" fmla="*/ 1941052 h 3345776"/>
              <a:gd name="connsiteX855" fmla="*/ 5382369 w 8965936"/>
              <a:gd name="connsiteY855" fmla="*/ 1597280 h 3345776"/>
              <a:gd name="connsiteX856" fmla="*/ 5950639 w 8965936"/>
              <a:gd name="connsiteY856" fmla="*/ 1710423 h 3345776"/>
              <a:gd name="connsiteX857" fmla="*/ 6046798 w 8965936"/>
              <a:gd name="connsiteY857" fmla="*/ 1853065 h 3345776"/>
              <a:gd name="connsiteX858" fmla="*/ 6058531 w 8965936"/>
              <a:gd name="connsiteY858" fmla="*/ 1883067 h 3345776"/>
              <a:gd name="connsiteX859" fmla="*/ 5966090 w 8965936"/>
              <a:gd name="connsiteY859" fmla="*/ 1747074 h 3345776"/>
              <a:gd name="connsiteX860" fmla="*/ 5394754 w 8965936"/>
              <a:gd name="connsiteY860" fmla="*/ 1615413 h 3345776"/>
              <a:gd name="connsiteX861" fmla="*/ 4909490 w 8965936"/>
              <a:gd name="connsiteY861" fmla="*/ 1972977 h 3345776"/>
              <a:gd name="connsiteX862" fmla="*/ 4864795 w 8965936"/>
              <a:gd name="connsiteY862" fmla="*/ 2016523 h 3345776"/>
              <a:gd name="connsiteX863" fmla="*/ 4457045 w 8965936"/>
              <a:gd name="connsiteY863" fmla="*/ 2294657 h 3345776"/>
              <a:gd name="connsiteX864" fmla="*/ 4370080 w 8965936"/>
              <a:gd name="connsiteY864" fmla="*/ 2311641 h 3345776"/>
              <a:gd name="connsiteX865" fmla="*/ 4027201 w 8965936"/>
              <a:gd name="connsiteY865" fmla="*/ 2183940 h 3345776"/>
              <a:gd name="connsiteX866" fmla="*/ 3803979 w 8965936"/>
              <a:gd name="connsiteY866" fmla="*/ 1927643 h 3345776"/>
              <a:gd name="connsiteX867" fmla="*/ 3728891 w 8965936"/>
              <a:gd name="connsiteY867" fmla="*/ 1812712 h 3345776"/>
              <a:gd name="connsiteX868" fmla="*/ 3345786 w 8965936"/>
              <a:gd name="connsiteY868" fmla="*/ 1393724 h 3345776"/>
              <a:gd name="connsiteX869" fmla="*/ 3071614 w 8965936"/>
              <a:gd name="connsiteY869" fmla="*/ 1368184 h 3345776"/>
              <a:gd name="connsiteX870" fmla="*/ 2999847 w 8965936"/>
              <a:gd name="connsiteY870" fmla="*/ 1393724 h 3345776"/>
              <a:gd name="connsiteX871" fmla="*/ 2967921 w 8965936"/>
              <a:gd name="connsiteY871" fmla="*/ 1406494 h 3345776"/>
              <a:gd name="connsiteX872" fmla="*/ 2824768 w 8965936"/>
              <a:gd name="connsiteY872" fmla="*/ 1450296 h 3345776"/>
              <a:gd name="connsiteX873" fmla="*/ 2514418 w 8965936"/>
              <a:gd name="connsiteY873" fmla="*/ 1465883 h 3345776"/>
              <a:gd name="connsiteX874" fmla="*/ 2495725 w 8965936"/>
              <a:gd name="connsiteY874" fmla="*/ 1461721 h 3345776"/>
              <a:gd name="connsiteX875" fmla="*/ 2582345 w 8965936"/>
              <a:gd name="connsiteY875" fmla="*/ 1465301 h 3345776"/>
              <a:gd name="connsiteX876" fmla="*/ 2784415 w 8965936"/>
              <a:gd name="connsiteY876" fmla="*/ 1429480 h 3345776"/>
              <a:gd name="connsiteX877" fmla="*/ 2931398 w 8965936"/>
              <a:gd name="connsiteY877" fmla="*/ 1362821 h 3345776"/>
              <a:gd name="connsiteX878" fmla="*/ 2972903 w 8965936"/>
              <a:gd name="connsiteY878" fmla="*/ 1338173 h 3345776"/>
              <a:gd name="connsiteX879" fmla="*/ 3036754 w 8965936"/>
              <a:gd name="connsiteY879" fmla="*/ 1301524 h 3345776"/>
              <a:gd name="connsiteX880" fmla="*/ 3170829 w 8965936"/>
              <a:gd name="connsiteY880" fmla="*/ 1261184 h 3345776"/>
              <a:gd name="connsiteX881" fmla="*/ 3686682 w 8965936"/>
              <a:gd name="connsiteY881" fmla="*/ 1261110 h 3345776"/>
              <a:gd name="connsiteX882" fmla="*/ 3689949 w 8965936"/>
              <a:gd name="connsiteY882" fmla="*/ 1273076 h 3345776"/>
              <a:gd name="connsiteX883" fmla="*/ 3694539 w 8965936"/>
              <a:gd name="connsiteY883" fmla="*/ 1299352 h 3345776"/>
              <a:gd name="connsiteX884" fmla="*/ 3696463 w 8965936"/>
              <a:gd name="connsiteY884" fmla="*/ 1311061 h 3345776"/>
              <a:gd name="connsiteX885" fmla="*/ 3691121 w 8965936"/>
              <a:gd name="connsiteY885" fmla="*/ 1297166 h 3345776"/>
              <a:gd name="connsiteX886" fmla="*/ 2017159 w 8965936"/>
              <a:gd name="connsiteY886" fmla="*/ 1259770 h 3345776"/>
              <a:gd name="connsiteX887" fmla="*/ 2039973 w 8965936"/>
              <a:gd name="connsiteY887" fmla="*/ 1283493 h 3345776"/>
              <a:gd name="connsiteX888" fmla="*/ 2016421 w 8965936"/>
              <a:gd name="connsiteY888" fmla="*/ 1270109 h 3345776"/>
              <a:gd name="connsiteX889" fmla="*/ 2009980 w 8965936"/>
              <a:gd name="connsiteY889" fmla="*/ 1262489 h 3345776"/>
              <a:gd name="connsiteX890" fmla="*/ 2033410 w 8965936"/>
              <a:gd name="connsiteY890" fmla="*/ 1253614 h 3345776"/>
              <a:gd name="connsiteX891" fmla="*/ 2082149 w 8965936"/>
              <a:gd name="connsiteY891" fmla="*/ 1299964 h 3345776"/>
              <a:gd name="connsiteX892" fmla="*/ 2079258 w 8965936"/>
              <a:gd name="connsiteY892" fmla="*/ 1299118 h 3345776"/>
              <a:gd name="connsiteX893" fmla="*/ 2065073 w 8965936"/>
              <a:gd name="connsiteY893" fmla="*/ 1291563 h 3345776"/>
              <a:gd name="connsiteX894" fmla="*/ 2027213 w 8965936"/>
              <a:gd name="connsiteY894" fmla="*/ 1255961 h 3345776"/>
              <a:gd name="connsiteX895" fmla="*/ 2158679 w 8965936"/>
              <a:gd name="connsiteY895" fmla="*/ 1245829 h 3345776"/>
              <a:gd name="connsiteX896" fmla="*/ 2171726 w 8965936"/>
              <a:gd name="connsiteY896" fmla="*/ 1261695 h 3345776"/>
              <a:gd name="connsiteX897" fmla="*/ 2190552 w 8965936"/>
              <a:gd name="connsiteY897" fmla="*/ 1295936 h 3345776"/>
              <a:gd name="connsiteX898" fmla="*/ 2183349 w 8965936"/>
              <a:gd name="connsiteY898" fmla="*/ 1297898 h 3345776"/>
              <a:gd name="connsiteX899" fmla="*/ 2176811 w 8965936"/>
              <a:gd name="connsiteY899" fmla="*/ 1290477 h 3345776"/>
              <a:gd name="connsiteX900" fmla="*/ 2056995 w 8965936"/>
              <a:gd name="connsiteY900" fmla="*/ 1244681 h 3345776"/>
              <a:gd name="connsiteX901" fmla="*/ 2072080 w 8965936"/>
              <a:gd name="connsiteY901" fmla="*/ 1271979 h 3345776"/>
              <a:gd name="connsiteX902" fmla="*/ 2047389 w 8965936"/>
              <a:gd name="connsiteY902" fmla="*/ 1248320 h 3345776"/>
              <a:gd name="connsiteX903" fmla="*/ 5585684 w 8965936"/>
              <a:gd name="connsiteY903" fmla="*/ 1243054 h 3345776"/>
              <a:gd name="connsiteX904" fmla="*/ 5910029 w 8965936"/>
              <a:gd name="connsiteY904" fmla="*/ 1357585 h 3345776"/>
              <a:gd name="connsiteX905" fmla="*/ 5981211 w 8965936"/>
              <a:gd name="connsiteY905" fmla="*/ 1453280 h 3345776"/>
              <a:gd name="connsiteX906" fmla="*/ 6010127 w 8965936"/>
              <a:gd name="connsiteY906" fmla="*/ 1518023 h 3345776"/>
              <a:gd name="connsiteX907" fmla="*/ 5984587 w 8965936"/>
              <a:gd name="connsiteY907" fmla="*/ 1469070 h 3345776"/>
              <a:gd name="connsiteX908" fmla="*/ 5924588 w 8965936"/>
              <a:gd name="connsiteY908" fmla="*/ 1392575 h 3345776"/>
              <a:gd name="connsiteX909" fmla="*/ 5260541 w 8965936"/>
              <a:gd name="connsiteY909" fmla="*/ 1381337 h 3345776"/>
              <a:gd name="connsiteX910" fmla="*/ 4921621 w 8965936"/>
              <a:gd name="connsiteY910" fmla="*/ 1681563 h 3345776"/>
              <a:gd name="connsiteX911" fmla="*/ 4715512 w 8965936"/>
              <a:gd name="connsiteY911" fmla="*/ 1881672 h 3345776"/>
              <a:gd name="connsiteX912" fmla="*/ 4190275 w 8965936"/>
              <a:gd name="connsiteY912" fmla="*/ 2087270 h 3345776"/>
              <a:gd name="connsiteX913" fmla="*/ 4075344 w 8965936"/>
              <a:gd name="connsiteY913" fmla="*/ 2054579 h 3345776"/>
              <a:gd name="connsiteX914" fmla="*/ 4057085 w 8965936"/>
              <a:gd name="connsiteY914" fmla="*/ 2043857 h 3345776"/>
              <a:gd name="connsiteX915" fmla="*/ 4106683 w 8965936"/>
              <a:gd name="connsiteY915" fmla="*/ 2063446 h 3345776"/>
              <a:gd name="connsiteX916" fmla="*/ 4706061 w 8965936"/>
              <a:gd name="connsiteY916" fmla="*/ 1874775 h 3345776"/>
              <a:gd name="connsiteX917" fmla="*/ 4929410 w 8965936"/>
              <a:gd name="connsiteY917" fmla="*/ 1656790 h 3345776"/>
              <a:gd name="connsiteX918" fmla="*/ 5251857 w 8965936"/>
              <a:gd name="connsiteY918" fmla="*/ 1363077 h 3345776"/>
              <a:gd name="connsiteX919" fmla="*/ 5585684 w 8965936"/>
              <a:gd name="connsiteY919" fmla="*/ 1243054 h 3345776"/>
              <a:gd name="connsiteX920" fmla="*/ 2081651 w 8965936"/>
              <a:gd name="connsiteY920" fmla="*/ 1238184 h 3345776"/>
              <a:gd name="connsiteX921" fmla="*/ 2117850 w 8965936"/>
              <a:gd name="connsiteY921" fmla="*/ 1294975 h 3345776"/>
              <a:gd name="connsiteX922" fmla="*/ 2083455 w 8965936"/>
              <a:gd name="connsiteY922" fmla="*/ 1265072 h 3345776"/>
              <a:gd name="connsiteX923" fmla="*/ 2071748 w 8965936"/>
              <a:gd name="connsiteY923" fmla="*/ 1239738 h 3345776"/>
              <a:gd name="connsiteX924" fmla="*/ 2109320 w 8965936"/>
              <a:gd name="connsiteY924" fmla="*/ 1233845 h 3345776"/>
              <a:gd name="connsiteX925" fmla="*/ 2117415 w 8965936"/>
              <a:gd name="connsiteY925" fmla="*/ 1259670 h 3345776"/>
              <a:gd name="connsiteX926" fmla="*/ 2147066 w 8965936"/>
              <a:gd name="connsiteY926" fmla="*/ 1299854 h 3345776"/>
              <a:gd name="connsiteX927" fmla="*/ 2141475 w 8965936"/>
              <a:gd name="connsiteY927" fmla="*/ 1299903 h 3345776"/>
              <a:gd name="connsiteX928" fmla="*/ 2131647 w 8965936"/>
              <a:gd name="connsiteY928" fmla="*/ 1292222 h 3345776"/>
              <a:gd name="connsiteX929" fmla="*/ 2100909 w 8965936"/>
              <a:gd name="connsiteY929" fmla="*/ 1235164 h 3345776"/>
              <a:gd name="connsiteX930" fmla="*/ 7785834 w 8965936"/>
              <a:gd name="connsiteY930" fmla="*/ 1233076 h 3345776"/>
              <a:gd name="connsiteX931" fmla="*/ 8041236 w 8965936"/>
              <a:gd name="connsiteY931" fmla="*/ 1297949 h 3345776"/>
              <a:gd name="connsiteX932" fmla="*/ 8203928 w 8965936"/>
              <a:gd name="connsiteY932" fmla="*/ 1369589 h 3345776"/>
              <a:gd name="connsiteX933" fmla="*/ 8346698 w 8965936"/>
              <a:gd name="connsiteY933" fmla="*/ 1437653 h 3345776"/>
              <a:gd name="connsiteX934" fmla="*/ 8823177 w 8965936"/>
              <a:gd name="connsiteY934" fmla="*/ 1641530 h 3345776"/>
              <a:gd name="connsiteX935" fmla="*/ 8922635 w 8965936"/>
              <a:gd name="connsiteY935" fmla="*/ 1668953 h 3345776"/>
              <a:gd name="connsiteX936" fmla="*/ 8794839 w 8965936"/>
              <a:gd name="connsiteY936" fmla="*/ 1635772 h 3345776"/>
              <a:gd name="connsiteX937" fmla="*/ 8320137 w 8965936"/>
              <a:gd name="connsiteY937" fmla="*/ 1452977 h 3345776"/>
              <a:gd name="connsiteX938" fmla="*/ 8174685 w 8965936"/>
              <a:gd name="connsiteY938" fmla="*/ 1391170 h 3345776"/>
              <a:gd name="connsiteX939" fmla="*/ 8010717 w 8965936"/>
              <a:gd name="connsiteY939" fmla="*/ 1326426 h 3345776"/>
              <a:gd name="connsiteX940" fmla="*/ 7751100 w 8965936"/>
              <a:gd name="connsiteY940" fmla="*/ 1270876 h 3345776"/>
              <a:gd name="connsiteX941" fmla="*/ 7452407 w 8965936"/>
              <a:gd name="connsiteY941" fmla="*/ 1453105 h 3345776"/>
              <a:gd name="connsiteX942" fmla="*/ 7406102 w 8965936"/>
              <a:gd name="connsiteY942" fmla="*/ 1536121 h 3345776"/>
              <a:gd name="connsiteX943" fmla="*/ 7424206 w 8965936"/>
              <a:gd name="connsiteY943" fmla="*/ 1492292 h 3345776"/>
              <a:gd name="connsiteX944" fmla="*/ 7485480 w 8965936"/>
              <a:gd name="connsiteY944" fmla="*/ 1393596 h 3345776"/>
              <a:gd name="connsiteX945" fmla="*/ 7785834 w 8965936"/>
              <a:gd name="connsiteY945" fmla="*/ 1233076 h 3345776"/>
              <a:gd name="connsiteX946" fmla="*/ 2122787 w 8965936"/>
              <a:gd name="connsiteY946" fmla="*/ 1232929 h 3345776"/>
              <a:gd name="connsiteX947" fmla="*/ 2140851 w 8965936"/>
              <a:gd name="connsiteY947" fmla="*/ 1237774 h 3345776"/>
              <a:gd name="connsiteX948" fmla="*/ 2165908 w 8965936"/>
              <a:gd name="connsiteY948" fmla="*/ 1299639 h 3345776"/>
              <a:gd name="connsiteX949" fmla="*/ 2165951 w 8965936"/>
              <a:gd name="connsiteY949" fmla="*/ 1299687 h 3345776"/>
              <a:gd name="connsiteX950" fmla="*/ 2163275 w 8965936"/>
              <a:gd name="connsiteY950" fmla="*/ 1299712 h 3345776"/>
              <a:gd name="connsiteX951" fmla="*/ 2129322 w 8965936"/>
              <a:gd name="connsiteY951" fmla="*/ 1253923 h 3345776"/>
              <a:gd name="connsiteX952" fmla="*/ 2146290 w 8965936"/>
              <a:gd name="connsiteY952" fmla="*/ 1215315 h 3345776"/>
              <a:gd name="connsiteX953" fmla="*/ 2153665 w 8965936"/>
              <a:gd name="connsiteY953" fmla="*/ 1228824 h 3345776"/>
              <a:gd name="connsiteX954" fmla="*/ 2151514 w 8965936"/>
              <a:gd name="connsiteY954" fmla="*/ 1228186 h 3345776"/>
              <a:gd name="connsiteX955" fmla="*/ 3196022 w 8965936"/>
              <a:gd name="connsiteY955" fmla="*/ 1152927 h 3345776"/>
              <a:gd name="connsiteX956" fmla="*/ 3289471 w 8965936"/>
              <a:gd name="connsiteY956" fmla="*/ 1167437 h 3345776"/>
              <a:gd name="connsiteX957" fmla="*/ 3687515 w 8965936"/>
              <a:gd name="connsiteY957" fmla="*/ 1578763 h 3345776"/>
              <a:gd name="connsiteX958" fmla="*/ 3720462 w 8965936"/>
              <a:gd name="connsiteY958" fmla="*/ 1639676 h 3345776"/>
              <a:gd name="connsiteX959" fmla="*/ 3755453 w 8965936"/>
              <a:gd name="connsiteY959" fmla="*/ 1703527 h 3345776"/>
              <a:gd name="connsiteX960" fmla="*/ 3945856 w 8965936"/>
              <a:gd name="connsiteY960" fmla="*/ 2025590 h 3345776"/>
              <a:gd name="connsiteX961" fmla="*/ 4295501 w 8965936"/>
              <a:gd name="connsiteY961" fmla="*/ 2259410 h 3345776"/>
              <a:gd name="connsiteX962" fmla="*/ 4392681 w 8965936"/>
              <a:gd name="connsiteY962" fmla="*/ 2254686 h 3345776"/>
              <a:gd name="connsiteX963" fmla="*/ 4836444 w 8965936"/>
              <a:gd name="connsiteY963" fmla="*/ 1991366 h 3345776"/>
              <a:gd name="connsiteX964" fmla="*/ 4928900 w 8965936"/>
              <a:gd name="connsiteY964" fmla="*/ 1902741 h 3345776"/>
              <a:gd name="connsiteX965" fmla="*/ 5366022 w 8965936"/>
              <a:gd name="connsiteY965" fmla="*/ 1568292 h 3345776"/>
              <a:gd name="connsiteX966" fmla="*/ 5945531 w 8965936"/>
              <a:gd name="connsiteY966" fmla="*/ 1666494 h 3345776"/>
              <a:gd name="connsiteX967" fmla="*/ 6042584 w 8965936"/>
              <a:gd name="connsiteY967" fmla="*/ 1811435 h 3345776"/>
              <a:gd name="connsiteX968" fmla="*/ 6055914 w 8965936"/>
              <a:gd name="connsiteY968" fmla="*/ 1843300 h 3345776"/>
              <a:gd name="connsiteX969" fmla="*/ 5960472 w 8965936"/>
              <a:gd name="connsiteY969" fmla="*/ 1701996 h 3345776"/>
              <a:gd name="connsiteX970" fmla="*/ 5377515 w 8965936"/>
              <a:gd name="connsiteY970" fmla="*/ 1585403 h 3345776"/>
              <a:gd name="connsiteX971" fmla="*/ 4914853 w 8965936"/>
              <a:gd name="connsiteY971" fmla="*/ 1932113 h 3345776"/>
              <a:gd name="connsiteX972" fmla="*/ 4845894 w 8965936"/>
              <a:gd name="connsiteY972" fmla="*/ 1998773 h 3345776"/>
              <a:gd name="connsiteX973" fmla="*/ 4423458 w 8965936"/>
              <a:gd name="connsiteY973" fmla="*/ 2266946 h 3345776"/>
              <a:gd name="connsiteX974" fmla="*/ 4333302 w 8965936"/>
              <a:gd name="connsiteY974" fmla="*/ 2277800 h 3345776"/>
              <a:gd name="connsiteX975" fmla="*/ 3991957 w 8965936"/>
              <a:gd name="connsiteY975" fmla="*/ 2099785 h 3345776"/>
              <a:gd name="connsiteX976" fmla="*/ 3785335 w 8965936"/>
              <a:gd name="connsiteY976" fmla="*/ 1811179 h 3345776"/>
              <a:gd name="connsiteX977" fmla="*/ 3713950 w 8965936"/>
              <a:gd name="connsiteY977" fmla="*/ 1691269 h 3345776"/>
              <a:gd name="connsiteX978" fmla="*/ 3319608 w 8965936"/>
              <a:gd name="connsiteY978" fmla="*/ 1272919 h 3345776"/>
              <a:gd name="connsiteX979" fmla="*/ 3030623 w 8965936"/>
              <a:gd name="connsiteY979" fmla="*/ 1289520 h 3345776"/>
              <a:gd name="connsiteX980" fmla="*/ 2966006 w 8965936"/>
              <a:gd name="connsiteY980" fmla="*/ 1326681 h 3345776"/>
              <a:gd name="connsiteX981" fmla="*/ 2924886 w 8965936"/>
              <a:gd name="connsiteY981" fmla="*/ 1351200 h 3345776"/>
              <a:gd name="connsiteX982" fmla="*/ 2779179 w 8965936"/>
              <a:gd name="connsiteY982" fmla="*/ 1415945 h 3345776"/>
              <a:gd name="connsiteX983" fmla="*/ 2463045 w 8965936"/>
              <a:gd name="connsiteY983" fmla="*/ 1445503 h 3345776"/>
              <a:gd name="connsiteX984" fmla="*/ 2456028 w 8965936"/>
              <a:gd name="connsiteY984" fmla="*/ 1443755 h 3345776"/>
              <a:gd name="connsiteX985" fmla="*/ 2531326 w 8965936"/>
              <a:gd name="connsiteY985" fmla="*/ 1446337 h 3345776"/>
              <a:gd name="connsiteX986" fmla="*/ 2742018 w 8965936"/>
              <a:gd name="connsiteY986" fmla="*/ 1396916 h 3345776"/>
              <a:gd name="connsiteX987" fmla="*/ 2890151 w 8965936"/>
              <a:gd name="connsiteY987" fmla="*/ 1308163 h 3345776"/>
              <a:gd name="connsiteX988" fmla="*/ 2936634 w 8965936"/>
              <a:gd name="connsiteY988" fmla="*/ 1271258 h 3345776"/>
              <a:gd name="connsiteX989" fmla="*/ 2997675 w 8965936"/>
              <a:gd name="connsiteY989" fmla="*/ 1223753 h 3345776"/>
              <a:gd name="connsiteX990" fmla="*/ 3196022 w 8965936"/>
              <a:gd name="connsiteY990" fmla="*/ 1152927 h 3345776"/>
              <a:gd name="connsiteX991" fmla="*/ 1911040 w 8965936"/>
              <a:gd name="connsiteY991" fmla="*/ 1150186 h 3345776"/>
              <a:gd name="connsiteX992" fmla="*/ 1928065 w 8965936"/>
              <a:gd name="connsiteY992" fmla="*/ 1190026 h 3345776"/>
              <a:gd name="connsiteX993" fmla="*/ 1988444 w 8965936"/>
              <a:gd name="connsiteY993" fmla="*/ 1258193 h 3345776"/>
              <a:gd name="connsiteX994" fmla="*/ 1985488 w 8965936"/>
              <a:gd name="connsiteY994" fmla="*/ 1259690 h 3345776"/>
              <a:gd name="connsiteX995" fmla="*/ 1967893 w 8965936"/>
              <a:gd name="connsiteY995" fmla="*/ 1249039 h 3345776"/>
              <a:gd name="connsiteX996" fmla="*/ 1906490 w 8965936"/>
              <a:gd name="connsiteY996" fmla="*/ 1182090 h 3345776"/>
              <a:gd name="connsiteX997" fmla="*/ 1893881 w 8965936"/>
              <a:gd name="connsiteY997" fmla="*/ 1156106 h 3345776"/>
              <a:gd name="connsiteX998" fmla="*/ 2094871 w 8965936"/>
              <a:gd name="connsiteY998" fmla="*/ 1143259 h 3345776"/>
              <a:gd name="connsiteX999" fmla="*/ 2105334 w 8965936"/>
              <a:gd name="connsiteY999" fmla="*/ 1149532 h 3345776"/>
              <a:gd name="connsiteX1000" fmla="*/ 2113088 w 8965936"/>
              <a:gd name="connsiteY1000" fmla="*/ 1169224 h 3345776"/>
              <a:gd name="connsiteX1001" fmla="*/ 2134977 w 8965936"/>
              <a:gd name="connsiteY1001" fmla="*/ 1223269 h 3345776"/>
              <a:gd name="connsiteX1002" fmla="*/ 2123652 w 8965936"/>
              <a:gd name="connsiteY1002" fmla="*/ 1219903 h 3345776"/>
              <a:gd name="connsiteX1003" fmla="*/ 2118925 w 8965936"/>
              <a:gd name="connsiteY1003" fmla="*/ 1220526 h 3345776"/>
              <a:gd name="connsiteX1004" fmla="*/ 1939801 w 8965936"/>
              <a:gd name="connsiteY1004" fmla="*/ 1140265 h 3345776"/>
              <a:gd name="connsiteX1005" fmla="*/ 1939844 w 8965936"/>
              <a:gd name="connsiteY1005" fmla="*/ 1140430 h 3345776"/>
              <a:gd name="connsiteX1006" fmla="*/ 1976498 w 8965936"/>
              <a:gd name="connsiteY1006" fmla="*/ 1217480 h 3345776"/>
              <a:gd name="connsiteX1007" fmla="*/ 2007581 w 8965936"/>
              <a:gd name="connsiteY1007" fmla="*/ 1249808 h 3345776"/>
              <a:gd name="connsiteX1008" fmla="*/ 2001233 w 8965936"/>
              <a:gd name="connsiteY1008" fmla="*/ 1252144 h 3345776"/>
              <a:gd name="connsiteX1009" fmla="*/ 1932411 w 8965936"/>
              <a:gd name="connsiteY1009" fmla="*/ 1170724 h 3345776"/>
              <a:gd name="connsiteX1010" fmla="*/ 1924155 w 8965936"/>
              <a:gd name="connsiteY1010" fmla="*/ 1145663 h 3345776"/>
              <a:gd name="connsiteX1011" fmla="*/ 1975811 w 8965936"/>
              <a:gd name="connsiteY1011" fmla="*/ 1133198 h 3345776"/>
              <a:gd name="connsiteX1012" fmla="*/ 1988195 w 8965936"/>
              <a:gd name="connsiteY1012" fmla="*/ 1175645 h 3345776"/>
              <a:gd name="connsiteX1013" fmla="*/ 2024435 w 8965936"/>
              <a:gd name="connsiteY1013" fmla="*/ 1243611 h 3345776"/>
              <a:gd name="connsiteX1014" fmla="*/ 2016992 w 8965936"/>
              <a:gd name="connsiteY1014" fmla="*/ 1246349 h 3345776"/>
              <a:gd name="connsiteX1015" fmla="*/ 2002685 w 8965936"/>
              <a:gd name="connsiteY1015" fmla="*/ 1232895 h 3345776"/>
              <a:gd name="connsiteX1016" fmla="*/ 1961504 w 8965936"/>
              <a:gd name="connsiteY1016" fmla="*/ 1162544 h 3345776"/>
              <a:gd name="connsiteX1017" fmla="*/ 1955568 w 8965936"/>
              <a:gd name="connsiteY1017" fmla="*/ 1136763 h 3345776"/>
              <a:gd name="connsiteX1018" fmla="*/ 2058934 w 8965936"/>
              <a:gd name="connsiteY1018" fmla="*/ 1129521 h 3345776"/>
              <a:gd name="connsiteX1019" fmla="*/ 2074244 w 8965936"/>
              <a:gd name="connsiteY1019" fmla="*/ 1130893 h 3345776"/>
              <a:gd name="connsiteX1020" fmla="*/ 2077694 w 8965936"/>
              <a:gd name="connsiteY1020" fmla="*/ 1132962 h 3345776"/>
              <a:gd name="connsiteX1021" fmla="*/ 2105691 w 8965936"/>
              <a:gd name="connsiteY1021" fmla="*/ 1222270 h 3345776"/>
              <a:gd name="connsiteX1022" fmla="*/ 2094741 w 8965936"/>
              <a:gd name="connsiteY1022" fmla="*/ 1223713 h 3345776"/>
              <a:gd name="connsiteX1023" fmla="*/ 2068123 w 8965936"/>
              <a:gd name="connsiteY1023" fmla="*/ 1174299 h 3345776"/>
              <a:gd name="connsiteX1024" fmla="*/ 2013113 w 8965936"/>
              <a:gd name="connsiteY1024" fmla="*/ 1126630 h 3345776"/>
              <a:gd name="connsiteX1025" fmla="*/ 2024510 w 8965936"/>
              <a:gd name="connsiteY1025" fmla="*/ 1185891 h 3345776"/>
              <a:gd name="connsiteX1026" fmla="*/ 2051007 w 8965936"/>
              <a:gd name="connsiteY1026" fmla="*/ 1233841 h 3345776"/>
              <a:gd name="connsiteX1027" fmla="*/ 2037473 w 8965936"/>
              <a:gd name="connsiteY1027" fmla="*/ 1238817 h 3345776"/>
              <a:gd name="connsiteX1028" fmla="*/ 2035317 w 8965936"/>
              <a:gd name="connsiteY1028" fmla="*/ 1236749 h 3345776"/>
              <a:gd name="connsiteX1029" fmla="*/ 1998942 w 8965936"/>
              <a:gd name="connsiteY1029" fmla="*/ 1167760 h 3345776"/>
              <a:gd name="connsiteX1030" fmla="*/ 1988331 w 8965936"/>
              <a:gd name="connsiteY1030" fmla="*/ 1130993 h 3345776"/>
              <a:gd name="connsiteX1031" fmla="*/ 2021416 w 8965936"/>
              <a:gd name="connsiteY1031" fmla="*/ 1126156 h 3345776"/>
              <a:gd name="connsiteX1032" fmla="*/ 2048947 w 8965936"/>
              <a:gd name="connsiteY1032" fmla="*/ 1128625 h 3345776"/>
              <a:gd name="connsiteX1033" fmla="*/ 2072240 w 8965936"/>
              <a:gd name="connsiteY1033" fmla="*/ 1223418 h 3345776"/>
              <a:gd name="connsiteX1034" fmla="*/ 2074157 w 8965936"/>
              <a:gd name="connsiteY1034" fmla="*/ 1226427 h 3345776"/>
              <a:gd name="connsiteX1035" fmla="*/ 2069495 w 8965936"/>
              <a:gd name="connsiteY1035" fmla="*/ 1227042 h 3345776"/>
              <a:gd name="connsiteX1036" fmla="*/ 2066408 w 8965936"/>
              <a:gd name="connsiteY1036" fmla="*/ 1228177 h 3345776"/>
              <a:gd name="connsiteX1037" fmla="*/ 2022534 w 8965936"/>
              <a:gd name="connsiteY1037" fmla="*/ 1133231 h 3345776"/>
              <a:gd name="connsiteX1038" fmla="*/ 2071005 w 8965936"/>
              <a:gd name="connsiteY1038" fmla="*/ 1065366 h 3345776"/>
              <a:gd name="connsiteX1039" fmla="*/ 2072863 w 8965936"/>
              <a:gd name="connsiteY1039" fmla="*/ 1067063 h 3345776"/>
              <a:gd name="connsiteX1040" fmla="*/ 2097265 w 8965936"/>
              <a:gd name="connsiteY1040" fmla="*/ 1129037 h 3345776"/>
              <a:gd name="connsiteX1041" fmla="*/ 2088848 w 8965936"/>
              <a:gd name="connsiteY1041" fmla="*/ 1123912 h 3345776"/>
              <a:gd name="connsiteX1042" fmla="*/ 2082441 w 8965936"/>
              <a:gd name="connsiteY1042" fmla="*/ 1103330 h 3345776"/>
              <a:gd name="connsiteX1043" fmla="*/ 3185071 w 8965936"/>
              <a:gd name="connsiteY1043" fmla="*/ 1039875 h 3345776"/>
              <a:gd name="connsiteX1044" fmla="*/ 3264062 w 8965936"/>
              <a:gd name="connsiteY1044" fmla="*/ 1047653 h 3345776"/>
              <a:gd name="connsiteX1045" fmla="*/ 3672702 w 8965936"/>
              <a:gd name="connsiteY1045" fmla="*/ 1457575 h 3345776"/>
              <a:gd name="connsiteX1046" fmla="*/ 3717547 w 8965936"/>
              <a:gd name="connsiteY1046" fmla="*/ 1548943 h 3345776"/>
              <a:gd name="connsiteX1047" fmla="*/ 3718011 w 8965936"/>
              <a:gd name="connsiteY1047" fmla="*/ 1551224 h 3345776"/>
              <a:gd name="connsiteX1048" fmla="*/ 3764663 w 8965936"/>
              <a:gd name="connsiteY1048" fmla="*/ 1691727 h 3345776"/>
              <a:gd name="connsiteX1049" fmla="*/ 3732339 w 8965936"/>
              <a:gd name="connsiteY1049" fmla="*/ 1632525 h 3345776"/>
              <a:gd name="connsiteX1050" fmla="*/ 3699264 w 8965936"/>
              <a:gd name="connsiteY1050" fmla="*/ 1571357 h 3345776"/>
              <a:gd name="connsiteX1051" fmla="*/ 3293429 w 8965936"/>
              <a:gd name="connsiteY1051" fmla="*/ 1153773 h 3345776"/>
              <a:gd name="connsiteX1052" fmla="*/ 2989885 w 8965936"/>
              <a:gd name="connsiteY1052" fmla="*/ 1211877 h 3345776"/>
              <a:gd name="connsiteX1053" fmla="*/ 2928077 w 8965936"/>
              <a:gd name="connsiteY1053" fmla="*/ 1259893 h 3345776"/>
              <a:gd name="connsiteX1054" fmla="*/ 2881978 w 8965936"/>
              <a:gd name="connsiteY1054" fmla="*/ 1296543 h 3345776"/>
              <a:gd name="connsiteX1055" fmla="*/ 2736653 w 8965936"/>
              <a:gd name="connsiteY1055" fmla="*/ 1383635 h 3345776"/>
              <a:gd name="connsiteX1056" fmla="*/ 2417629 w 8965936"/>
              <a:gd name="connsiteY1056" fmla="*/ 1428296 h 3345776"/>
              <a:gd name="connsiteX1057" fmla="*/ 2400952 w 8965936"/>
              <a:gd name="connsiteY1057" fmla="*/ 1423691 h 3345776"/>
              <a:gd name="connsiteX1058" fmla="*/ 2486278 w 8965936"/>
              <a:gd name="connsiteY1058" fmla="*/ 1425139 h 3345776"/>
              <a:gd name="connsiteX1059" fmla="*/ 2698216 w 8965936"/>
              <a:gd name="connsiteY1059" fmla="*/ 1362565 h 3345776"/>
              <a:gd name="connsiteX1060" fmla="*/ 2847754 w 8965936"/>
              <a:gd name="connsiteY1060" fmla="*/ 1251720 h 3345776"/>
              <a:gd name="connsiteX1061" fmla="*/ 2896792 w 8965936"/>
              <a:gd name="connsiteY1061" fmla="*/ 1203193 h 3345776"/>
              <a:gd name="connsiteX1062" fmla="*/ 2957577 w 8965936"/>
              <a:gd name="connsiteY1062" fmla="*/ 1144067 h 3345776"/>
              <a:gd name="connsiteX1063" fmla="*/ 3185071 w 8965936"/>
              <a:gd name="connsiteY1063" fmla="*/ 1039875 h 3345776"/>
              <a:gd name="connsiteX1064" fmla="*/ 2039691 w 8965936"/>
              <a:gd name="connsiteY1064" fmla="*/ 1036722 h 3345776"/>
              <a:gd name="connsiteX1065" fmla="*/ 2051779 w 8965936"/>
              <a:gd name="connsiteY1065" fmla="*/ 1047777 h 3345776"/>
              <a:gd name="connsiteX1066" fmla="*/ 2069288 w 8965936"/>
              <a:gd name="connsiteY1066" fmla="*/ 1106141 h 3345776"/>
              <a:gd name="connsiteX1067" fmla="*/ 2072947 w 8965936"/>
              <a:gd name="connsiteY1067" fmla="*/ 1117814 h 3345776"/>
              <a:gd name="connsiteX1068" fmla="*/ 2056167 w 8965936"/>
              <a:gd name="connsiteY1068" fmla="*/ 1116030 h 3345776"/>
              <a:gd name="connsiteX1069" fmla="*/ 2041193 w 8965936"/>
              <a:gd name="connsiteY1069" fmla="*/ 1043055 h 3345776"/>
              <a:gd name="connsiteX1070" fmla="*/ 2004789 w 8965936"/>
              <a:gd name="connsiteY1070" fmla="*/ 1021052 h 3345776"/>
              <a:gd name="connsiteX1071" fmla="*/ 2024167 w 8965936"/>
              <a:gd name="connsiteY1071" fmla="*/ 1027050 h 3345776"/>
              <a:gd name="connsiteX1072" fmla="*/ 2028551 w 8965936"/>
              <a:gd name="connsiteY1072" fmla="*/ 1045609 h 3345776"/>
              <a:gd name="connsiteX1073" fmla="*/ 2045578 w 8965936"/>
              <a:gd name="connsiteY1073" fmla="*/ 1114903 h 3345776"/>
              <a:gd name="connsiteX1074" fmla="*/ 2019916 w 8965936"/>
              <a:gd name="connsiteY1074" fmla="*/ 1112175 h 3345776"/>
              <a:gd name="connsiteX1075" fmla="*/ 2019221 w 8965936"/>
              <a:gd name="connsiteY1075" fmla="*/ 1112289 h 3345776"/>
              <a:gd name="connsiteX1076" fmla="*/ 1872644 w 8965936"/>
              <a:gd name="connsiteY1076" fmla="*/ 1014443 h 3345776"/>
              <a:gd name="connsiteX1077" fmla="*/ 1872688 w 8965936"/>
              <a:gd name="connsiteY1077" fmla="*/ 1015064 h 3345776"/>
              <a:gd name="connsiteX1078" fmla="*/ 1892596 w 8965936"/>
              <a:gd name="connsiteY1078" fmla="*/ 1107028 h 3345776"/>
              <a:gd name="connsiteX1079" fmla="*/ 1905635 w 8965936"/>
              <a:gd name="connsiteY1079" fmla="*/ 1137538 h 3345776"/>
              <a:gd name="connsiteX1080" fmla="*/ 1887817 w 8965936"/>
              <a:gd name="connsiteY1080" fmla="*/ 1143610 h 3345776"/>
              <a:gd name="connsiteX1081" fmla="*/ 1867142 w 8965936"/>
              <a:gd name="connsiteY1081" fmla="*/ 1101008 h 3345776"/>
              <a:gd name="connsiteX1082" fmla="*/ 1847427 w 8965936"/>
              <a:gd name="connsiteY1082" fmla="*/ 1019564 h 3345776"/>
              <a:gd name="connsiteX1083" fmla="*/ 1914293 w 8965936"/>
              <a:gd name="connsiteY1083" fmla="*/ 1010580 h 3345776"/>
              <a:gd name="connsiteX1084" fmla="*/ 1918483 w 8965936"/>
              <a:gd name="connsiteY1084" fmla="*/ 1055230 h 3345776"/>
              <a:gd name="connsiteX1085" fmla="*/ 1936483 w 8965936"/>
              <a:gd name="connsiteY1085" fmla="*/ 1127026 h 3345776"/>
              <a:gd name="connsiteX1086" fmla="*/ 1919881 w 8965936"/>
              <a:gd name="connsiteY1086" fmla="*/ 1132684 h 3345776"/>
              <a:gd name="connsiteX1087" fmla="*/ 1891040 w 8965936"/>
              <a:gd name="connsiteY1087" fmla="*/ 1045144 h 3345776"/>
              <a:gd name="connsiteX1088" fmla="*/ 1886724 w 8965936"/>
              <a:gd name="connsiteY1088" fmla="*/ 1011585 h 3345776"/>
              <a:gd name="connsiteX1089" fmla="*/ 1891469 w 8965936"/>
              <a:gd name="connsiteY1089" fmla="*/ 1010622 h 3345776"/>
              <a:gd name="connsiteX1090" fmla="*/ 1954668 w 8965936"/>
              <a:gd name="connsiteY1090" fmla="*/ 1010506 h 3345776"/>
              <a:gd name="connsiteX1091" fmla="*/ 1965360 w 8965936"/>
              <a:gd name="connsiteY1091" fmla="*/ 1097375 h 3345776"/>
              <a:gd name="connsiteX1092" fmla="*/ 1971990 w 8965936"/>
              <a:gd name="connsiteY1092" fmla="*/ 1120101 h 3345776"/>
              <a:gd name="connsiteX1093" fmla="*/ 1952476 w 8965936"/>
              <a:gd name="connsiteY1093" fmla="*/ 1123330 h 3345776"/>
              <a:gd name="connsiteX1094" fmla="*/ 1926505 w 8965936"/>
              <a:gd name="connsiteY1094" fmla="*/ 1010557 h 3345776"/>
              <a:gd name="connsiteX1095" fmla="*/ 1970621 w 8965936"/>
              <a:gd name="connsiteY1095" fmla="*/ 1010476 h 3345776"/>
              <a:gd name="connsiteX1096" fmla="*/ 1992048 w 8965936"/>
              <a:gd name="connsiteY1096" fmla="*/ 1017107 h 3345776"/>
              <a:gd name="connsiteX1097" fmla="*/ 2010629 w 8965936"/>
              <a:gd name="connsiteY1097" fmla="*/ 1113711 h 3345776"/>
              <a:gd name="connsiteX1098" fmla="*/ 1984588 w 8965936"/>
              <a:gd name="connsiteY1098" fmla="*/ 1118018 h 3345776"/>
              <a:gd name="connsiteX1099" fmla="*/ 1976921 w 8965936"/>
              <a:gd name="connsiteY1099" fmla="*/ 1091444 h 3345776"/>
              <a:gd name="connsiteX1100" fmla="*/ 1967009 w 8965936"/>
              <a:gd name="connsiteY1100" fmla="*/ 1010483 h 3345776"/>
              <a:gd name="connsiteX1101" fmla="*/ 2023845 w 8965936"/>
              <a:gd name="connsiteY1101" fmla="*/ 969879 h 3345776"/>
              <a:gd name="connsiteX1102" fmla="*/ 2030977 w 8965936"/>
              <a:gd name="connsiteY1102" fmla="*/ 978439 h 3345776"/>
              <a:gd name="connsiteX1103" fmla="*/ 2043984 w 8965936"/>
              <a:gd name="connsiteY1103" fmla="*/ 1021793 h 3345776"/>
              <a:gd name="connsiteX1104" fmla="*/ 2039574 w 8965936"/>
              <a:gd name="connsiteY1104" fmla="*/ 1017694 h 3345776"/>
              <a:gd name="connsiteX1105" fmla="*/ 2034814 w 8965936"/>
              <a:gd name="connsiteY1105" fmla="*/ 1016149 h 3345776"/>
              <a:gd name="connsiteX1106" fmla="*/ 1992001 w 8965936"/>
              <a:gd name="connsiteY1106" fmla="*/ 931652 h 3345776"/>
              <a:gd name="connsiteX1107" fmla="*/ 2005448 w 8965936"/>
              <a:gd name="connsiteY1107" fmla="*/ 947795 h 3345776"/>
              <a:gd name="connsiteX1108" fmla="*/ 2020495 w 8965936"/>
              <a:gd name="connsiteY1108" fmla="*/ 1011503 h 3345776"/>
              <a:gd name="connsiteX1109" fmla="*/ 2002346 w 8965936"/>
              <a:gd name="connsiteY1109" fmla="*/ 1005617 h 3345776"/>
              <a:gd name="connsiteX1110" fmla="*/ 1999178 w 8965936"/>
              <a:gd name="connsiteY1110" fmla="*/ 985591 h 3345776"/>
              <a:gd name="connsiteX1111" fmla="*/ 3155701 w 8965936"/>
              <a:gd name="connsiteY1111" fmla="*/ 926365 h 3345776"/>
              <a:gd name="connsiteX1112" fmla="*/ 3239287 w 8965936"/>
              <a:gd name="connsiteY1112" fmla="*/ 927997 h 3345776"/>
              <a:gd name="connsiteX1113" fmla="*/ 3658144 w 8965936"/>
              <a:gd name="connsiteY1113" fmla="*/ 1336641 h 3345776"/>
              <a:gd name="connsiteX1114" fmla="*/ 3691378 w 8965936"/>
              <a:gd name="connsiteY1114" fmla="*/ 1409382 h 3345776"/>
              <a:gd name="connsiteX1115" fmla="*/ 3692083 w 8965936"/>
              <a:gd name="connsiteY1115" fmla="*/ 1411015 h 3345776"/>
              <a:gd name="connsiteX1116" fmla="*/ 3696072 w 8965936"/>
              <a:gd name="connsiteY1116" fmla="*/ 1443401 h 3345776"/>
              <a:gd name="connsiteX1117" fmla="*/ 3707548 w 8965936"/>
              <a:gd name="connsiteY1117" fmla="*/ 1499804 h 3345776"/>
              <a:gd name="connsiteX1118" fmla="*/ 3683812 w 8965936"/>
              <a:gd name="connsiteY1118" fmla="*/ 1451445 h 3345776"/>
              <a:gd name="connsiteX1119" fmla="*/ 3266356 w 8965936"/>
              <a:gd name="connsiteY1119" fmla="*/ 1034500 h 3345776"/>
              <a:gd name="connsiteX1120" fmla="*/ 2948510 w 8965936"/>
              <a:gd name="connsiteY1120" fmla="*/ 1134107 h 3345776"/>
              <a:gd name="connsiteX1121" fmla="*/ 2887213 w 8965936"/>
              <a:gd name="connsiteY1121" fmla="*/ 1193743 h 3345776"/>
              <a:gd name="connsiteX1122" fmla="*/ 2838432 w 8965936"/>
              <a:gd name="connsiteY1122" fmla="*/ 1242015 h 3345776"/>
              <a:gd name="connsiteX1123" fmla="*/ 2691831 w 8965936"/>
              <a:gd name="connsiteY1123" fmla="*/ 1350689 h 3345776"/>
              <a:gd name="connsiteX1124" fmla="*/ 2369915 w 8965936"/>
              <a:gd name="connsiteY1124" fmla="*/ 1409932 h 3345776"/>
              <a:gd name="connsiteX1125" fmla="*/ 2367072 w 8965936"/>
              <a:gd name="connsiteY1125" fmla="*/ 1409082 h 3345776"/>
              <a:gd name="connsiteX1126" fmla="*/ 2472614 w 8965936"/>
              <a:gd name="connsiteY1126" fmla="*/ 1400738 h 3345776"/>
              <a:gd name="connsiteX1127" fmla="*/ 2656713 w 8965936"/>
              <a:gd name="connsiteY1127" fmla="*/ 1329106 h 3345776"/>
              <a:gd name="connsiteX1128" fmla="*/ 2807146 w 8965936"/>
              <a:gd name="connsiteY1128" fmla="*/ 1195531 h 3345776"/>
              <a:gd name="connsiteX1129" fmla="*/ 2857458 w 8965936"/>
              <a:gd name="connsiteY1129" fmla="*/ 1136533 h 3345776"/>
              <a:gd name="connsiteX1130" fmla="*/ 2919267 w 8965936"/>
              <a:gd name="connsiteY1130" fmla="*/ 1064893 h 3345776"/>
              <a:gd name="connsiteX1131" fmla="*/ 3155701 w 8965936"/>
              <a:gd name="connsiteY1131" fmla="*/ 926365 h 3345776"/>
              <a:gd name="connsiteX1132" fmla="*/ 1955130 w 8965936"/>
              <a:gd name="connsiteY1132" fmla="*/ 910009 h 3345776"/>
              <a:gd name="connsiteX1133" fmla="*/ 1973401 w 8965936"/>
              <a:gd name="connsiteY1133" fmla="*/ 919171 h 3345776"/>
              <a:gd name="connsiteX1134" fmla="*/ 1986280 w 8965936"/>
              <a:gd name="connsiteY1134" fmla="*/ 987123 h 3345776"/>
              <a:gd name="connsiteX1135" fmla="*/ 1989005 w 8965936"/>
              <a:gd name="connsiteY1135" fmla="*/ 1001289 h 3345776"/>
              <a:gd name="connsiteX1136" fmla="*/ 1975010 w 8965936"/>
              <a:gd name="connsiteY1136" fmla="*/ 996748 h 3345776"/>
              <a:gd name="connsiteX1137" fmla="*/ 1965320 w 8965936"/>
              <a:gd name="connsiteY1137" fmla="*/ 996682 h 3345776"/>
              <a:gd name="connsiteX1138" fmla="*/ 1956911 w 8965936"/>
              <a:gd name="connsiteY1138" fmla="*/ 927997 h 3345776"/>
              <a:gd name="connsiteX1139" fmla="*/ 1915693 w 8965936"/>
              <a:gd name="connsiteY1139" fmla="*/ 892437 h 3345776"/>
              <a:gd name="connsiteX1140" fmla="*/ 1921967 w 8965936"/>
              <a:gd name="connsiteY1140" fmla="*/ 893375 h 3345776"/>
              <a:gd name="connsiteX1141" fmla="*/ 1942143 w 8965936"/>
              <a:gd name="connsiteY1141" fmla="*/ 903494 h 3345776"/>
              <a:gd name="connsiteX1142" fmla="*/ 1944781 w 8965936"/>
              <a:gd name="connsiteY1142" fmla="*/ 930167 h 3345776"/>
              <a:gd name="connsiteX1143" fmla="*/ 1952957 w 8965936"/>
              <a:gd name="connsiteY1143" fmla="*/ 996598 h 3345776"/>
              <a:gd name="connsiteX1144" fmla="*/ 1923244 w 8965936"/>
              <a:gd name="connsiteY1144" fmla="*/ 996394 h 3345776"/>
              <a:gd name="connsiteX1145" fmla="*/ 1923097 w 8965936"/>
              <a:gd name="connsiteY1145" fmla="*/ 995760 h 3345776"/>
              <a:gd name="connsiteX1146" fmla="*/ 1875702 w 8965936"/>
              <a:gd name="connsiteY1146" fmla="*/ 886471 h 3345776"/>
              <a:gd name="connsiteX1147" fmla="*/ 1903026 w 8965936"/>
              <a:gd name="connsiteY1147" fmla="*/ 890549 h 3345776"/>
              <a:gd name="connsiteX1148" fmla="*/ 1912954 w 8965936"/>
              <a:gd name="connsiteY1148" fmla="*/ 996324 h 3345776"/>
              <a:gd name="connsiteX1149" fmla="*/ 1891818 w 8965936"/>
              <a:gd name="connsiteY1149" fmla="*/ 996179 h 3345776"/>
              <a:gd name="connsiteX1150" fmla="*/ 1884922 w 8965936"/>
              <a:gd name="connsiteY1150" fmla="*/ 997563 h 3345776"/>
              <a:gd name="connsiteX1151" fmla="*/ 1878934 w 8965936"/>
              <a:gd name="connsiteY1151" fmla="*/ 950996 h 3345776"/>
              <a:gd name="connsiteX1152" fmla="*/ 1819715 w 8965936"/>
              <a:gd name="connsiteY1152" fmla="*/ 882109 h 3345776"/>
              <a:gd name="connsiteX1153" fmla="*/ 1820590 w 8965936"/>
              <a:gd name="connsiteY1153" fmla="*/ 910289 h 3345776"/>
              <a:gd name="connsiteX1154" fmla="*/ 1830961 w 8965936"/>
              <a:gd name="connsiteY1154" fmla="*/ 1008384 h 3345776"/>
              <a:gd name="connsiteX1155" fmla="*/ 1791791 w 8965936"/>
              <a:gd name="connsiteY1155" fmla="*/ 1016239 h 3345776"/>
              <a:gd name="connsiteX1156" fmla="*/ 1353776 w 8965936"/>
              <a:gd name="connsiteY1156" fmla="*/ 1235374 h 3345776"/>
              <a:gd name="connsiteX1157" fmla="*/ 1092881 w 8965936"/>
              <a:gd name="connsiteY1157" fmla="*/ 1319146 h 3345776"/>
              <a:gd name="connsiteX1158" fmla="*/ 908355 w 8965936"/>
              <a:gd name="connsiteY1158" fmla="*/ 1221966 h 3345776"/>
              <a:gd name="connsiteX1159" fmla="*/ 849358 w 8965936"/>
              <a:gd name="connsiteY1159" fmla="*/ 1175483 h 3345776"/>
              <a:gd name="connsiteX1160" fmla="*/ 296409 w 8965936"/>
              <a:gd name="connsiteY1160" fmla="*/ 1207535 h 3345776"/>
              <a:gd name="connsiteX1161" fmla="*/ 57974 w 8965936"/>
              <a:gd name="connsiteY1161" fmla="*/ 1489212 h 3345776"/>
              <a:gd name="connsiteX1162" fmla="*/ 8776 w 8965936"/>
              <a:gd name="connsiteY1162" fmla="*/ 1613636 h 3345776"/>
              <a:gd name="connsiteX1163" fmla="*/ 16990 w 8965936"/>
              <a:gd name="connsiteY1163" fmla="*/ 1569415 h 3345776"/>
              <a:gd name="connsiteX1164" fmla="*/ 300368 w 8965936"/>
              <a:gd name="connsiteY1164" fmla="*/ 1141386 h 3345776"/>
              <a:gd name="connsiteX1165" fmla="*/ 794955 w 8965936"/>
              <a:gd name="connsiteY1165" fmla="*/ 1067957 h 3345776"/>
              <a:gd name="connsiteX1166" fmla="*/ 851654 w 8965936"/>
              <a:gd name="connsiteY1166" fmla="*/ 1100649 h 3345776"/>
              <a:gd name="connsiteX1167" fmla="*/ 1034141 w 8965936"/>
              <a:gd name="connsiteY1167" fmla="*/ 1168715 h 3345776"/>
              <a:gd name="connsiteX1168" fmla="*/ 1286095 w 8965936"/>
              <a:gd name="connsiteY1168" fmla="*/ 1082005 h 3345776"/>
              <a:gd name="connsiteX1169" fmla="*/ 1735093 w 8965936"/>
              <a:gd name="connsiteY1169" fmla="*/ 889048 h 3345776"/>
              <a:gd name="connsiteX1170" fmla="*/ 1836975 w 8965936"/>
              <a:gd name="connsiteY1170" fmla="*/ 880694 h 3345776"/>
              <a:gd name="connsiteX1171" fmla="*/ 1863525 w 8965936"/>
              <a:gd name="connsiteY1171" fmla="*/ 884655 h 3345776"/>
              <a:gd name="connsiteX1172" fmla="*/ 1871645 w 8965936"/>
              <a:gd name="connsiteY1172" fmla="*/ 1000224 h 3345776"/>
              <a:gd name="connsiteX1173" fmla="*/ 1844459 w 8965936"/>
              <a:gd name="connsiteY1173" fmla="*/ 1005677 h 3345776"/>
              <a:gd name="connsiteX1174" fmla="*/ 1834232 w 8965936"/>
              <a:gd name="connsiteY1174" fmla="*/ 907388 h 3345776"/>
              <a:gd name="connsiteX1175" fmla="*/ 1833426 w 8965936"/>
              <a:gd name="connsiteY1175" fmla="*/ 880985 h 3345776"/>
              <a:gd name="connsiteX1176" fmla="*/ 1983571 w 8965936"/>
              <a:gd name="connsiteY1176" fmla="*/ 878497 h 3345776"/>
              <a:gd name="connsiteX1177" fmla="*/ 1992027 w 8965936"/>
              <a:gd name="connsiteY1177" fmla="*/ 890963 h 3345776"/>
              <a:gd name="connsiteX1178" fmla="*/ 1998554 w 8965936"/>
              <a:gd name="connsiteY1178" fmla="*/ 918601 h 3345776"/>
              <a:gd name="connsiteX1179" fmla="*/ 1996940 w 8965936"/>
              <a:gd name="connsiteY1179" fmla="*/ 916651 h 3345776"/>
              <a:gd name="connsiteX1180" fmla="*/ 1989497 w 8965936"/>
              <a:gd name="connsiteY1180" fmla="*/ 912840 h 3345776"/>
              <a:gd name="connsiteX1181" fmla="*/ 1986456 w 8965936"/>
              <a:gd name="connsiteY1181" fmla="*/ 889991 h 3345776"/>
              <a:gd name="connsiteX1182" fmla="*/ 1946629 w 8965936"/>
              <a:gd name="connsiteY1182" fmla="*/ 824042 h 3345776"/>
              <a:gd name="connsiteX1183" fmla="*/ 1958757 w 8965936"/>
              <a:gd name="connsiteY1183" fmla="*/ 841921 h 3345776"/>
              <a:gd name="connsiteX1184" fmla="*/ 1970342 w 8965936"/>
              <a:gd name="connsiteY1184" fmla="*/ 903036 h 3345776"/>
              <a:gd name="connsiteX1185" fmla="*/ 1953594 w 8965936"/>
              <a:gd name="connsiteY1185" fmla="*/ 894462 h 3345776"/>
              <a:gd name="connsiteX1186" fmla="*/ 3213872 w 8965936"/>
              <a:gd name="connsiteY1186" fmla="*/ 809746 h 3345776"/>
              <a:gd name="connsiteX1187" fmla="*/ 3643203 w 8965936"/>
              <a:gd name="connsiteY1187" fmla="*/ 1217241 h 3345776"/>
              <a:gd name="connsiteX1188" fmla="*/ 3671089 w 8965936"/>
              <a:gd name="connsiteY1188" fmla="*/ 1283406 h 3345776"/>
              <a:gd name="connsiteX1189" fmla="*/ 3678839 w 8965936"/>
              <a:gd name="connsiteY1189" fmla="*/ 1303508 h 3345776"/>
              <a:gd name="connsiteX1190" fmla="*/ 3686880 w 8965936"/>
              <a:gd name="connsiteY1190" fmla="*/ 1368782 h 3345776"/>
              <a:gd name="connsiteX1191" fmla="*/ 3670275 w 8965936"/>
              <a:gd name="connsiteY1191" fmla="*/ 1332427 h 3345776"/>
              <a:gd name="connsiteX1192" fmla="*/ 3241458 w 8965936"/>
              <a:gd name="connsiteY1192" fmla="*/ 916248 h 3345776"/>
              <a:gd name="connsiteX1193" fmla="*/ 2909433 w 8965936"/>
              <a:gd name="connsiteY1193" fmla="*/ 1056720 h 3345776"/>
              <a:gd name="connsiteX1194" fmla="*/ 2847245 w 8965936"/>
              <a:gd name="connsiteY1194" fmla="*/ 1128998 h 3345776"/>
              <a:gd name="connsiteX1195" fmla="*/ 2797186 w 8965936"/>
              <a:gd name="connsiteY1195" fmla="*/ 1187613 h 3345776"/>
              <a:gd name="connsiteX1196" fmla="*/ 2648795 w 8965936"/>
              <a:gd name="connsiteY1196" fmla="*/ 1316847 h 3345776"/>
              <a:gd name="connsiteX1197" fmla="*/ 2323900 w 8965936"/>
              <a:gd name="connsiteY1197" fmla="*/ 1391607 h 3345776"/>
              <a:gd name="connsiteX1198" fmla="*/ 2317215 w 8965936"/>
              <a:gd name="connsiteY1198" fmla="*/ 1390070 h 3345776"/>
              <a:gd name="connsiteX1199" fmla="*/ 2423368 w 8965936"/>
              <a:gd name="connsiteY1199" fmla="*/ 1380082 h 3345776"/>
              <a:gd name="connsiteX1200" fmla="*/ 2613423 w 8965936"/>
              <a:gd name="connsiteY1200" fmla="*/ 1295778 h 3345776"/>
              <a:gd name="connsiteX1201" fmla="*/ 2765643 w 8965936"/>
              <a:gd name="connsiteY1201" fmla="*/ 1140875 h 3345776"/>
              <a:gd name="connsiteX1202" fmla="*/ 2816722 w 8965936"/>
              <a:gd name="connsiteY1202" fmla="*/ 1071151 h 3345776"/>
              <a:gd name="connsiteX1203" fmla="*/ 2879552 w 8965936"/>
              <a:gd name="connsiteY1203" fmla="*/ 987123 h 3345776"/>
              <a:gd name="connsiteX1204" fmla="*/ 3213872 w 8965936"/>
              <a:gd name="connsiteY1204" fmla="*/ 809746 h 3345776"/>
              <a:gd name="connsiteX1205" fmla="*/ 1908867 w 8965936"/>
              <a:gd name="connsiteY1205" fmla="*/ 798382 h 3345776"/>
              <a:gd name="connsiteX1206" fmla="*/ 1932623 w 8965936"/>
              <a:gd name="connsiteY1206" fmla="*/ 814479 h 3345776"/>
              <a:gd name="connsiteX1207" fmla="*/ 1933973 w 8965936"/>
              <a:gd name="connsiteY1207" fmla="*/ 820840 h 3345776"/>
              <a:gd name="connsiteX1208" fmla="*/ 1940592 w 8965936"/>
              <a:gd name="connsiteY1208" fmla="*/ 887807 h 3345776"/>
              <a:gd name="connsiteX1209" fmla="*/ 1928079 w 8965936"/>
              <a:gd name="connsiteY1209" fmla="*/ 881402 h 3345776"/>
              <a:gd name="connsiteX1210" fmla="*/ 1914750 w 8965936"/>
              <a:gd name="connsiteY1210" fmla="*/ 879295 h 3345776"/>
              <a:gd name="connsiteX1211" fmla="*/ 1914258 w 8965936"/>
              <a:gd name="connsiteY1211" fmla="*/ 872448 h 3345776"/>
              <a:gd name="connsiteX1212" fmla="*/ 1938117 w 8965936"/>
              <a:gd name="connsiteY1212" fmla="*/ 780658 h 3345776"/>
              <a:gd name="connsiteX1213" fmla="*/ 1951545 w 8965936"/>
              <a:gd name="connsiteY1213" fmla="*/ 803871 h 3345776"/>
              <a:gd name="connsiteX1214" fmla="*/ 1953165 w 8965936"/>
              <a:gd name="connsiteY1214" fmla="*/ 812414 h 3345776"/>
              <a:gd name="connsiteX1215" fmla="*/ 1943481 w 8965936"/>
              <a:gd name="connsiteY1215" fmla="*/ 805767 h 3345776"/>
              <a:gd name="connsiteX1216" fmla="*/ 1870006 w 8965936"/>
              <a:gd name="connsiteY1216" fmla="*/ 774817 h 3345776"/>
              <a:gd name="connsiteX1217" fmla="*/ 1877063 w 8965936"/>
              <a:gd name="connsiteY1217" fmla="*/ 776831 h 3345776"/>
              <a:gd name="connsiteX1218" fmla="*/ 1895244 w 8965936"/>
              <a:gd name="connsiteY1218" fmla="*/ 789150 h 3345776"/>
              <a:gd name="connsiteX1219" fmla="*/ 1901362 w 8965936"/>
              <a:gd name="connsiteY1219" fmla="*/ 872830 h 3345776"/>
              <a:gd name="connsiteX1220" fmla="*/ 1901776 w 8965936"/>
              <a:gd name="connsiteY1220" fmla="*/ 877245 h 3345776"/>
              <a:gd name="connsiteX1221" fmla="*/ 1875028 w 8965936"/>
              <a:gd name="connsiteY1221" fmla="*/ 873016 h 3345776"/>
              <a:gd name="connsiteX1222" fmla="*/ 1872245 w 8965936"/>
              <a:gd name="connsiteY1222" fmla="*/ 817408 h 3345776"/>
              <a:gd name="connsiteX1223" fmla="*/ 1829833 w 8965936"/>
              <a:gd name="connsiteY1223" fmla="*/ 763359 h 3345776"/>
              <a:gd name="connsiteX1224" fmla="*/ 1856433 w 8965936"/>
              <a:gd name="connsiteY1224" fmla="*/ 770945 h 3345776"/>
              <a:gd name="connsiteX1225" fmla="*/ 1858835 w 8965936"/>
              <a:gd name="connsiteY1225" fmla="*/ 817919 h 3345776"/>
              <a:gd name="connsiteX1226" fmla="*/ 1862569 w 8965936"/>
              <a:gd name="connsiteY1226" fmla="*/ 871047 h 3345776"/>
              <a:gd name="connsiteX1227" fmla="*/ 1839156 w 8965936"/>
              <a:gd name="connsiteY1227" fmla="*/ 867345 h 3345776"/>
              <a:gd name="connsiteX1228" fmla="*/ 1833024 w 8965936"/>
              <a:gd name="connsiteY1228" fmla="*/ 867802 h 3345776"/>
              <a:gd name="connsiteX1229" fmla="*/ 1829848 w 8965936"/>
              <a:gd name="connsiteY1229" fmla="*/ 763773 h 3345776"/>
              <a:gd name="connsiteX1230" fmla="*/ 1677243 w 8965936"/>
              <a:gd name="connsiteY1230" fmla="*/ 747555 h 3345776"/>
              <a:gd name="connsiteX1231" fmla="*/ 1786373 w 8965936"/>
              <a:gd name="connsiteY1231" fmla="*/ 750963 h 3345776"/>
              <a:gd name="connsiteX1232" fmla="*/ 1815894 w 8965936"/>
              <a:gd name="connsiteY1232" fmla="*/ 759383 h 3345776"/>
              <a:gd name="connsiteX1233" fmla="*/ 1816056 w 8965936"/>
              <a:gd name="connsiteY1233" fmla="*/ 764284 h 3345776"/>
              <a:gd name="connsiteX1234" fmla="*/ 1819303 w 8965936"/>
              <a:gd name="connsiteY1234" fmla="*/ 868824 h 3345776"/>
              <a:gd name="connsiteX1235" fmla="*/ 1732921 w 8965936"/>
              <a:gd name="connsiteY1235" fmla="*/ 875257 h 3345776"/>
              <a:gd name="connsiteX1236" fmla="*/ 1277539 w 8965936"/>
              <a:gd name="connsiteY1236" fmla="*/ 1070895 h 3345776"/>
              <a:gd name="connsiteX1237" fmla="*/ 1034906 w 8965936"/>
              <a:gd name="connsiteY1237" fmla="*/ 1155305 h 3345776"/>
              <a:gd name="connsiteX1238" fmla="*/ 858806 w 8965936"/>
              <a:gd name="connsiteY1238" fmla="*/ 1089157 h 3345776"/>
              <a:gd name="connsiteX1239" fmla="*/ 800830 w 8965936"/>
              <a:gd name="connsiteY1239" fmla="*/ 1055954 h 3345776"/>
              <a:gd name="connsiteX1240" fmla="*/ 292322 w 8965936"/>
              <a:gd name="connsiteY1240" fmla="*/ 1130659 h 3345776"/>
              <a:gd name="connsiteX1241" fmla="*/ 72628 w 8965936"/>
              <a:gd name="connsiteY1241" fmla="*/ 1397491 h 3345776"/>
              <a:gd name="connsiteX1242" fmla="*/ 21920 w 8965936"/>
              <a:gd name="connsiteY1242" fmla="*/ 1522071 h 3345776"/>
              <a:gd name="connsiteX1243" fmla="*/ 34383 w 8965936"/>
              <a:gd name="connsiteY1243" fmla="*/ 1465324 h 3345776"/>
              <a:gd name="connsiteX1244" fmla="*/ 296409 w 8965936"/>
              <a:gd name="connsiteY1244" fmla="*/ 1063998 h 3345776"/>
              <a:gd name="connsiteX1245" fmla="*/ 747961 w 8965936"/>
              <a:gd name="connsiteY1245" fmla="*/ 949067 h 3345776"/>
              <a:gd name="connsiteX1246" fmla="*/ 805042 w 8965936"/>
              <a:gd name="connsiteY1246" fmla="*/ 968861 h 3345776"/>
              <a:gd name="connsiteX1247" fmla="*/ 971054 w 8965936"/>
              <a:gd name="connsiteY1247" fmla="*/ 1004872 h 3345776"/>
              <a:gd name="connsiteX1248" fmla="*/ 978207 w 8965936"/>
              <a:gd name="connsiteY1248" fmla="*/ 1004872 h 3345776"/>
              <a:gd name="connsiteX1249" fmla="*/ 1211261 w 8965936"/>
              <a:gd name="connsiteY1249" fmla="*/ 917525 h 3345776"/>
              <a:gd name="connsiteX1250" fmla="*/ 1677243 w 8965936"/>
              <a:gd name="connsiteY1250" fmla="*/ 747555 h 3345776"/>
              <a:gd name="connsiteX1251" fmla="*/ 1899995 w 8965936"/>
              <a:gd name="connsiteY1251" fmla="*/ 718561 h 3345776"/>
              <a:gd name="connsiteX1252" fmla="*/ 1904239 w 8965936"/>
              <a:gd name="connsiteY1252" fmla="*/ 722105 h 3345776"/>
              <a:gd name="connsiteX1253" fmla="*/ 1918094 w 8965936"/>
              <a:gd name="connsiteY1253" fmla="*/ 746051 h 3345776"/>
              <a:gd name="connsiteX1254" fmla="*/ 1928604 w 8965936"/>
              <a:gd name="connsiteY1254" fmla="*/ 795553 h 3345776"/>
              <a:gd name="connsiteX1255" fmla="*/ 1907613 w 8965936"/>
              <a:gd name="connsiteY1255" fmla="*/ 781144 h 3345776"/>
              <a:gd name="connsiteX1256" fmla="*/ 1905081 w 8965936"/>
              <a:gd name="connsiteY1256" fmla="*/ 746342 h 3345776"/>
              <a:gd name="connsiteX1257" fmla="*/ 3189102 w 8965936"/>
              <a:gd name="connsiteY1257" fmla="*/ 691238 h 3345776"/>
              <a:gd name="connsiteX1258" fmla="*/ 3628902 w 8965936"/>
              <a:gd name="connsiteY1258" fmla="*/ 1097457 h 3345776"/>
              <a:gd name="connsiteX1259" fmla="*/ 3666102 w 8965936"/>
              <a:gd name="connsiteY1259" fmla="*/ 1200113 h 3345776"/>
              <a:gd name="connsiteX1260" fmla="*/ 3672392 w 8965936"/>
              <a:gd name="connsiteY1260" fmla="*/ 1251174 h 3345776"/>
              <a:gd name="connsiteX1261" fmla="*/ 3655717 w 8965936"/>
              <a:gd name="connsiteY1261" fmla="*/ 1211750 h 3345776"/>
              <a:gd name="connsiteX1262" fmla="*/ 3215405 w 8965936"/>
              <a:gd name="connsiteY1262" fmla="*/ 796338 h 3345776"/>
              <a:gd name="connsiteX1263" fmla="*/ 2869335 w 8965936"/>
              <a:gd name="connsiteY1263" fmla="*/ 978695 h 3345776"/>
              <a:gd name="connsiteX1264" fmla="*/ 2805485 w 8965936"/>
              <a:gd name="connsiteY1264" fmla="*/ 1063233 h 3345776"/>
              <a:gd name="connsiteX1265" fmla="*/ 2754404 w 8965936"/>
              <a:gd name="connsiteY1265" fmla="*/ 1132702 h 3345776"/>
              <a:gd name="connsiteX1266" fmla="*/ 2604994 w 8965936"/>
              <a:gd name="connsiteY1266" fmla="*/ 1284922 h 3345776"/>
              <a:gd name="connsiteX1267" fmla="*/ 2361761 w 8965936"/>
              <a:gd name="connsiteY1267" fmla="*/ 1375700 h 3345776"/>
              <a:gd name="connsiteX1268" fmla="*/ 2289858 w 8965936"/>
              <a:gd name="connsiteY1268" fmla="*/ 1373482 h 3345776"/>
              <a:gd name="connsiteX1269" fmla="*/ 2285753 w 8965936"/>
              <a:gd name="connsiteY1269" fmla="*/ 1370715 h 3345776"/>
              <a:gd name="connsiteX1270" fmla="*/ 2378742 w 8965936"/>
              <a:gd name="connsiteY1270" fmla="*/ 1359873 h 3345776"/>
              <a:gd name="connsiteX1271" fmla="*/ 2571154 w 8965936"/>
              <a:gd name="connsiteY1271" fmla="*/ 1262829 h 3345776"/>
              <a:gd name="connsiteX1272" fmla="*/ 2724397 w 8965936"/>
              <a:gd name="connsiteY1272" fmla="*/ 1085963 h 3345776"/>
              <a:gd name="connsiteX1273" fmla="*/ 2775476 w 8965936"/>
              <a:gd name="connsiteY1273" fmla="*/ 1007044 h 3345776"/>
              <a:gd name="connsiteX1274" fmla="*/ 2840350 w 8965936"/>
              <a:gd name="connsiteY1274" fmla="*/ 909097 h 3345776"/>
              <a:gd name="connsiteX1275" fmla="*/ 3189102 w 8965936"/>
              <a:gd name="connsiteY1275" fmla="*/ 691238 h 3345776"/>
              <a:gd name="connsiteX1276" fmla="*/ 1865541 w 8965936"/>
              <a:gd name="connsiteY1276" fmla="*/ 689799 h 3345776"/>
              <a:gd name="connsiteX1277" fmla="*/ 1884493 w 8965936"/>
              <a:gd name="connsiteY1277" fmla="*/ 705621 h 3345776"/>
              <a:gd name="connsiteX1278" fmla="*/ 1892230 w 8965936"/>
              <a:gd name="connsiteY1278" fmla="*/ 747906 h 3345776"/>
              <a:gd name="connsiteX1279" fmla="*/ 1893975 w 8965936"/>
              <a:gd name="connsiteY1279" fmla="*/ 771781 h 3345776"/>
              <a:gd name="connsiteX1280" fmla="*/ 1883657 w 8965936"/>
              <a:gd name="connsiteY1280" fmla="*/ 764699 h 3345776"/>
              <a:gd name="connsiteX1281" fmla="*/ 1869255 w 8965936"/>
              <a:gd name="connsiteY1281" fmla="*/ 760522 h 3345776"/>
              <a:gd name="connsiteX1282" fmla="*/ 1892999 w 8965936"/>
              <a:gd name="connsiteY1282" fmla="*/ 680357 h 3345776"/>
              <a:gd name="connsiteX1283" fmla="*/ 1907017 w 8965936"/>
              <a:gd name="connsiteY1283" fmla="*/ 707570 h 3345776"/>
              <a:gd name="connsiteX1284" fmla="*/ 1896338 w 8965936"/>
              <a:gd name="connsiteY1284" fmla="*/ 698594 h 3345776"/>
              <a:gd name="connsiteX1285" fmla="*/ 1826552 w 8965936"/>
              <a:gd name="connsiteY1285" fmla="*/ 659134 h 3345776"/>
              <a:gd name="connsiteX1286" fmla="*/ 1830916 w 8965936"/>
              <a:gd name="connsiteY1286" fmla="*/ 660894 h 3345776"/>
              <a:gd name="connsiteX1287" fmla="*/ 1851688 w 8965936"/>
              <a:gd name="connsiteY1287" fmla="*/ 678234 h 3345776"/>
              <a:gd name="connsiteX1288" fmla="*/ 1855698 w 8965936"/>
              <a:gd name="connsiteY1288" fmla="*/ 756590 h 3345776"/>
              <a:gd name="connsiteX1289" fmla="*/ 1829381 w 8965936"/>
              <a:gd name="connsiteY1289" fmla="*/ 748959 h 3345776"/>
              <a:gd name="connsiteX1290" fmla="*/ 1854962 w 8965936"/>
              <a:gd name="connsiteY1290" fmla="*/ 613361 h 3345776"/>
              <a:gd name="connsiteX1291" fmla="*/ 1862043 w 8965936"/>
              <a:gd name="connsiteY1291" fmla="*/ 620271 h 3345776"/>
              <a:gd name="connsiteX1292" fmla="*/ 1872635 w 8965936"/>
              <a:gd name="connsiteY1292" fmla="*/ 640830 h 3345776"/>
              <a:gd name="connsiteX1293" fmla="*/ 1880819 w 8965936"/>
              <a:gd name="connsiteY1293" fmla="*/ 685552 h 3345776"/>
              <a:gd name="connsiteX1294" fmla="*/ 1864199 w 8965936"/>
              <a:gd name="connsiteY1294" fmla="*/ 671582 h 3345776"/>
              <a:gd name="connsiteX1295" fmla="*/ 1617864 w 8965936"/>
              <a:gd name="connsiteY1295" fmla="*/ 607084 h 3345776"/>
              <a:gd name="connsiteX1296" fmla="*/ 1734488 w 8965936"/>
              <a:gd name="connsiteY1296" fmla="*/ 621975 h 3345776"/>
              <a:gd name="connsiteX1297" fmla="*/ 1812393 w 8965936"/>
              <a:gd name="connsiteY1297" fmla="*/ 653418 h 3345776"/>
              <a:gd name="connsiteX1298" fmla="*/ 1815417 w 8965936"/>
              <a:gd name="connsiteY1298" fmla="*/ 744909 h 3345776"/>
              <a:gd name="connsiteX1299" fmla="*/ 1789233 w 8965936"/>
              <a:gd name="connsiteY1299" fmla="*/ 737315 h 3345776"/>
              <a:gd name="connsiteX1300" fmla="*/ 1675712 w 8965936"/>
              <a:gd name="connsiteY1300" fmla="*/ 733635 h 3345776"/>
              <a:gd name="connsiteX1301" fmla="*/ 1203216 w 8965936"/>
              <a:gd name="connsiteY1301" fmla="*/ 905776 h 3345776"/>
              <a:gd name="connsiteX1302" fmla="*/ 977440 w 8965936"/>
              <a:gd name="connsiteY1302" fmla="*/ 990953 h 3345776"/>
              <a:gd name="connsiteX1303" fmla="*/ 810279 w 8965936"/>
              <a:gd name="connsiteY1303" fmla="*/ 955964 h 3345776"/>
              <a:gd name="connsiteX1304" fmla="*/ 752176 w 8965936"/>
              <a:gd name="connsiteY1304" fmla="*/ 935786 h 3345776"/>
              <a:gd name="connsiteX1305" fmla="*/ 288491 w 8965936"/>
              <a:gd name="connsiteY1305" fmla="*/ 1053144 h 3345776"/>
              <a:gd name="connsiteX1306" fmla="*/ 87760 w 8965936"/>
              <a:gd name="connsiteY1306" fmla="*/ 1305115 h 3345776"/>
              <a:gd name="connsiteX1307" fmla="*/ 37428 w 8965936"/>
              <a:gd name="connsiteY1307" fmla="*/ 1424664 h 3345776"/>
              <a:gd name="connsiteX1308" fmla="*/ 53400 w 8965936"/>
              <a:gd name="connsiteY1308" fmla="*/ 1363523 h 3345776"/>
              <a:gd name="connsiteX1309" fmla="*/ 293982 w 8965936"/>
              <a:gd name="connsiteY1309" fmla="*/ 987123 h 3345776"/>
              <a:gd name="connsiteX1310" fmla="*/ 702627 w 8965936"/>
              <a:gd name="connsiteY1310" fmla="*/ 830689 h 3345776"/>
              <a:gd name="connsiteX1311" fmla="*/ 763413 w 8965936"/>
              <a:gd name="connsiteY1311" fmla="*/ 837075 h 3345776"/>
              <a:gd name="connsiteX1312" fmla="*/ 921507 w 8965936"/>
              <a:gd name="connsiteY1312" fmla="*/ 841416 h 3345776"/>
              <a:gd name="connsiteX1313" fmla="*/ 1135536 w 8965936"/>
              <a:gd name="connsiteY1313" fmla="*/ 753430 h 3345776"/>
              <a:gd name="connsiteX1314" fmla="*/ 1617864 w 8965936"/>
              <a:gd name="connsiteY1314" fmla="*/ 607084 h 3345776"/>
              <a:gd name="connsiteX1315" fmla="*/ 1850521 w 8965936"/>
              <a:gd name="connsiteY1315" fmla="*/ 585375 h 3345776"/>
              <a:gd name="connsiteX1316" fmla="*/ 1854610 w 8965936"/>
              <a:gd name="connsiteY1316" fmla="*/ 594308 h 3345776"/>
              <a:gd name="connsiteX1317" fmla="*/ 1851449 w 8965936"/>
              <a:gd name="connsiteY1317" fmla="*/ 591206 h 3345776"/>
              <a:gd name="connsiteX1318" fmla="*/ 1821388 w 8965936"/>
              <a:gd name="connsiteY1318" fmla="*/ 580601 h 3345776"/>
              <a:gd name="connsiteX1319" fmla="*/ 1839078 w 8965936"/>
              <a:gd name="connsiteY1319" fmla="*/ 597862 h 3345776"/>
              <a:gd name="connsiteX1320" fmla="*/ 1848706 w 8965936"/>
              <a:gd name="connsiteY1320" fmla="*/ 658563 h 3345776"/>
              <a:gd name="connsiteX1321" fmla="*/ 1838242 w 8965936"/>
              <a:gd name="connsiteY1321" fmla="*/ 649769 h 3345776"/>
              <a:gd name="connsiteX1322" fmla="*/ 1826103 w 8965936"/>
              <a:gd name="connsiteY1322" fmla="*/ 644828 h 3345776"/>
              <a:gd name="connsiteX1323" fmla="*/ 1824852 w 8965936"/>
              <a:gd name="connsiteY1323" fmla="*/ 605137 h 3345776"/>
              <a:gd name="connsiteX1324" fmla="*/ 3163689 w 8965936"/>
              <a:gd name="connsiteY1324" fmla="*/ 571073 h 3345776"/>
              <a:gd name="connsiteX1325" fmla="*/ 3614088 w 8965936"/>
              <a:gd name="connsiteY1325" fmla="*/ 976268 h 3345776"/>
              <a:gd name="connsiteX1326" fmla="*/ 3653729 w 8965936"/>
              <a:gd name="connsiteY1326" fmla="*/ 1098055 h 3345776"/>
              <a:gd name="connsiteX1327" fmla="*/ 3659136 w 8965936"/>
              <a:gd name="connsiteY1327" fmla="*/ 1142681 h 3345776"/>
              <a:gd name="connsiteX1328" fmla="*/ 3640521 w 8965936"/>
              <a:gd name="connsiteY1328" fmla="*/ 1091327 h 3345776"/>
              <a:gd name="connsiteX1329" fmla="*/ 3188719 w 8965936"/>
              <a:gd name="connsiteY1329" fmla="*/ 676681 h 3345776"/>
              <a:gd name="connsiteX1330" fmla="*/ 2828474 w 8965936"/>
              <a:gd name="connsiteY1330" fmla="*/ 900286 h 3345776"/>
              <a:gd name="connsiteX1331" fmla="*/ 2763345 w 8965936"/>
              <a:gd name="connsiteY1331" fmla="*/ 998743 h 3345776"/>
              <a:gd name="connsiteX1332" fmla="*/ 2712265 w 8965936"/>
              <a:gd name="connsiteY1332" fmla="*/ 1077407 h 3345776"/>
              <a:gd name="connsiteX1333" fmla="*/ 2561321 w 8965936"/>
              <a:gd name="connsiteY1333" fmla="*/ 1251464 h 3345776"/>
              <a:gd name="connsiteX1334" fmla="*/ 2315311 w 8965936"/>
              <a:gd name="connsiteY1334" fmla="*/ 1356355 h 3345776"/>
              <a:gd name="connsiteX1335" fmla="*/ 2262767 w 8965936"/>
              <a:gd name="connsiteY1335" fmla="*/ 1355218 h 3345776"/>
              <a:gd name="connsiteX1336" fmla="*/ 2261808 w 8965936"/>
              <a:gd name="connsiteY1336" fmla="*/ 1354571 h 3345776"/>
              <a:gd name="connsiteX1337" fmla="*/ 2257235 w 8965936"/>
              <a:gd name="connsiteY1337" fmla="*/ 1348737 h 3345776"/>
              <a:gd name="connsiteX1338" fmla="*/ 2305412 w 8965936"/>
              <a:gd name="connsiteY1338" fmla="*/ 1343688 h 3345776"/>
              <a:gd name="connsiteX1339" fmla="*/ 2526715 w 8965936"/>
              <a:gd name="connsiteY1339" fmla="*/ 1228350 h 3345776"/>
              <a:gd name="connsiteX1340" fmla="*/ 2681362 w 8965936"/>
              <a:gd name="connsiteY1340" fmla="*/ 1029647 h 3345776"/>
              <a:gd name="connsiteX1341" fmla="*/ 2732442 w 8965936"/>
              <a:gd name="connsiteY1341" fmla="*/ 943705 h 3345776"/>
              <a:gd name="connsiteX1342" fmla="*/ 2800507 w 8965936"/>
              <a:gd name="connsiteY1342" fmla="*/ 829540 h 3345776"/>
              <a:gd name="connsiteX1343" fmla="*/ 3163689 w 8965936"/>
              <a:gd name="connsiteY1343" fmla="*/ 571073 h 3345776"/>
              <a:gd name="connsiteX1344" fmla="*/ 1811252 w 8965936"/>
              <a:gd name="connsiteY1344" fmla="*/ 508844 h 3345776"/>
              <a:gd name="connsiteX1345" fmla="*/ 1819811 w 8965936"/>
              <a:gd name="connsiteY1345" fmla="*/ 518288 h 3345776"/>
              <a:gd name="connsiteX1346" fmla="*/ 1825092 w 8965936"/>
              <a:gd name="connsiteY1346" fmla="*/ 529822 h 3345776"/>
              <a:gd name="connsiteX1347" fmla="*/ 1830231 w 8965936"/>
              <a:gd name="connsiteY1347" fmla="*/ 542084 h 3345776"/>
              <a:gd name="connsiteX1348" fmla="*/ 1835551 w 8965936"/>
              <a:gd name="connsiteY1348" fmla="*/ 575626 h 3345776"/>
              <a:gd name="connsiteX1349" fmla="*/ 1818294 w 8965936"/>
              <a:gd name="connsiteY1349" fmla="*/ 558711 h 3345776"/>
              <a:gd name="connsiteX1350" fmla="*/ 3138020 w 8965936"/>
              <a:gd name="connsiteY1350" fmla="*/ 452437 h 3345776"/>
              <a:gd name="connsiteX1351" fmla="*/ 3598891 w 8965936"/>
              <a:gd name="connsiteY1351" fmla="*/ 856485 h 3345776"/>
              <a:gd name="connsiteX1352" fmla="*/ 3642692 w 8965936"/>
              <a:gd name="connsiteY1352" fmla="*/ 1006974 h 3345776"/>
              <a:gd name="connsiteX1353" fmla="*/ 3645843 w 8965936"/>
              <a:gd name="connsiteY1353" fmla="*/ 1032971 h 3345776"/>
              <a:gd name="connsiteX1354" fmla="*/ 3625837 w 8965936"/>
              <a:gd name="connsiteY1354" fmla="*/ 971415 h 3345776"/>
              <a:gd name="connsiteX1355" fmla="*/ 3167521 w 8965936"/>
              <a:gd name="connsiteY1355" fmla="*/ 557663 h 3345776"/>
              <a:gd name="connsiteX1356" fmla="*/ 3162668 w 8965936"/>
              <a:gd name="connsiteY1356" fmla="*/ 557663 h 3345776"/>
              <a:gd name="connsiteX1357" fmla="*/ 2788503 w 8965936"/>
              <a:gd name="connsiteY1357" fmla="*/ 822389 h 3345776"/>
              <a:gd name="connsiteX1358" fmla="*/ 2719927 w 8965936"/>
              <a:gd name="connsiteY1358" fmla="*/ 937320 h 3345776"/>
              <a:gd name="connsiteX1359" fmla="*/ 2669486 w 8965936"/>
              <a:gd name="connsiteY1359" fmla="*/ 1023007 h 3345776"/>
              <a:gd name="connsiteX1360" fmla="*/ 2517137 w 8965936"/>
              <a:gd name="connsiteY1360" fmla="*/ 1218901 h 3345776"/>
              <a:gd name="connsiteX1361" fmla="*/ 2268927 w 8965936"/>
              <a:gd name="connsiteY1361" fmla="*/ 1336696 h 3345776"/>
              <a:gd name="connsiteX1362" fmla="*/ 2247666 w 8965936"/>
              <a:gd name="connsiteY1362" fmla="*/ 1336526 h 3345776"/>
              <a:gd name="connsiteX1363" fmla="*/ 2240002 w 8965936"/>
              <a:gd name="connsiteY1363" fmla="*/ 1326747 h 3345776"/>
              <a:gd name="connsiteX1364" fmla="*/ 2259745 w 8965936"/>
              <a:gd name="connsiteY1364" fmla="*/ 1324317 h 3345776"/>
              <a:gd name="connsiteX1365" fmla="*/ 2483550 w 8965936"/>
              <a:gd name="connsiteY1365" fmla="*/ 1195277 h 3345776"/>
              <a:gd name="connsiteX1366" fmla="*/ 2639476 w 8965936"/>
              <a:gd name="connsiteY1366" fmla="*/ 974736 h 3345776"/>
              <a:gd name="connsiteX1367" fmla="*/ 2688768 w 8965936"/>
              <a:gd name="connsiteY1367" fmla="*/ 882664 h 3345776"/>
              <a:gd name="connsiteX1368" fmla="*/ 2760407 w 8965936"/>
              <a:gd name="connsiteY1368" fmla="*/ 751514 h 3345776"/>
              <a:gd name="connsiteX1369" fmla="*/ 3138020 w 8965936"/>
              <a:gd name="connsiteY1369" fmla="*/ 452437 h 3345776"/>
              <a:gd name="connsiteX1370" fmla="*/ 3112480 w 8965936"/>
              <a:gd name="connsiteY1370" fmla="*/ 334059 h 3345776"/>
              <a:gd name="connsiteX1371" fmla="*/ 3584078 w 8965936"/>
              <a:gd name="connsiteY1371" fmla="*/ 736957 h 3345776"/>
              <a:gd name="connsiteX1372" fmla="*/ 3612681 w 8965936"/>
              <a:gd name="connsiteY1372" fmla="*/ 858522 h 3345776"/>
              <a:gd name="connsiteX1373" fmla="*/ 3610895 w 8965936"/>
              <a:gd name="connsiteY1373" fmla="*/ 852398 h 3345776"/>
              <a:gd name="connsiteX1374" fmla="*/ 3136489 w 8965936"/>
              <a:gd name="connsiteY1374" fmla="*/ 439539 h 3345776"/>
              <a:gd name="connsiteX1375" fmla="*/ 2748149 w 8965936"/>
              <a:gd name="connsiteY1375" fmla="*/ 745257 h 3345776"/>
              <a:gd name="connsiteX1376" fmla="*/ 2676251 w 8965936"/>
              <a:gd name="connsiteY1376" fmla="*/ 876916 h 3345776"/>
              <a:gd name="connsiteX1377" fmla="*/ 2627086 w 8965936"/>
              <a:gd name="connsiteY1377" fmla="*/ 968734 h 3345776"/>
              <a:gd name="connsiteX1378" fmla="*/ 2473846 w 8965936"/>
              <a:gd name="connsiteY1378" fmla="*/ 1185826 h 3345776"/>
              <a:gd name="connsiteX1379" fmla="*/ 2292234 w 8965936"/>
              <a:gd name="connsiteY1379" fmla="*/ 1300934 h 3345776"/>
              <a:gd name="connsiteX1380" fmla="*/ 2231427 w 8965936"/>
              <a:gd name="connsiteY1380" fmla="*/ 1315807 h 3345776"/>
              <a:gd name="connsiteX1381" fmla="*/ 2221381 w 8965936"/>
              <a:gd name="connsiteY1381" fmla="*/ 1302987 h 3345776"/>
              <a:gd name="connsiteX1382" fmla="*/ 2225861 w 8965936"/>
              <a:gd name="connsiteY1382" fmla="*/ 1302162 h 3345776"/>
              <a:gd name="connsiteX1383" fmla="*/ 2440133 w 8965936"/>
              <a:gd name="connsiteY1383" fmla="*/ 1162585 h 3345776"/>
              <a:gd name="connsiteX1384" fmla="*/ 2645349 w 8965936"/>
              <a:gd name="connsiteY1384" fmla="*/ 822900 h 3345776"/>
              <a:gd name="connsiteX1385" fmla="*/ 2720565 w 8965936"/>
              <a:gd name="connsiteY1385" fmla="*/ 673872 h 3345776"/>
              <a:gd name="connsiteX1386" fmla="*/ 3112480 w 8965936"/>
              <a:gd name="connsiteY1386" fmla="*/ 334059 h 3345776"/>
              <a:gd name="connsiteX1387" fmla="*/ 1147215 w 8965936"/>
              <a:gd name="connsiteY1387" fmla="*/ 407 h 3345776"/>
              <a:gd name="connsiteX1388" fmla="*/ 826882 w 8965936"/>
              <a:gd name="connsiteY1388" fmla="*/ 84659 h 3345776"/>
              <a:gd name="connsiteX1389" fmla="*/ 60674 w 8965936"/>
              <a:gd name="connsiteY1389" fmla="*/ 1040886 h 3345776"/>
              <a:gd name="connsiteX1390" fmla="*/ 72550 w 8965936"/>
              <a:gd name="connsiteY1390" fmla="*/ 1047143 h 3345776"/>
              <a:gd name="connsiteX1391" fmla="*/ 832885 w 8965936"/>
              <a:gd name="connsiteY1391" fmla="*/ 96023 h 3345776"/>
              <a:gd name="connsiteX1392" fmla="*/ 1466537 w 8965936"/>
              <a:gd name="connsiteY1392" fmla="*/ 75081 h 3345776"/>
              <a:gd name="connsiteX1393" fmla="*/ 1746199 w 8965936"/>
              <a:gd name="connsiteY1393" fmla="*/ 334933 h 3345776"/>
              <a:gd name="connsiteX1394" fmla="*/ 1760742 w 8965936"/>
              <a:gd name="connsiteY1394" fmla="*/ 375280 h 3345776"/>
              <a:gd name="connsiteX1395" fmla="*/ 1702385 w 8965936"/>
              <a:gd name="connsiteY1395" fmla="*/ 303985 h 3345776"/>
              <a:gd name="connsiteX1396" fmla="*/ 1442786 w 8965936"/>
              <a:gd name="connsiteY1396" fmla="*/ 171112 h 3345776"/>
              <a:gd name="connsiteX1397" fmla="*/ 901843 w 8965936"/>
              <a:gd name="connsiteY1397" fmla="*/ 248626 h 3345776"/>
              <a:gd name="connsiteX1398" fmla="*/ 861361 w 8965936"/>
              <a:gd name="connsiteY1398" fmla="*/ 271868 h 3345776"/>
              <a:gd name="connsiteX1399" fmla="*/ 745408 w 8965936"/>
              <a:gd name="connsiteY1399" fmla="*/ 337635 h 3345776"/>
              <a:gd name="connsiteX1400" fmla="*/ 555134 w 8965936"/>
              <a:gd name="connsiteY1400" fmla="*/ 461377 h 3345776"/>
              <a:gd name="connsiteX1401" fmla="*/ 271892 w 8965936"/>
              <a:gd name="connsiteY1401" fmla="*/ 747044 h 3345776"/>
              <a:gd name="connsiteX1402" fmla="*/ 45350 w 8965936"/>
              <a:gd name="connsiteY1402" fmla="*/ 1157094 h 3345776"/>
              <a:gd name="connsiteX1403" fmla="*/ 58120 w 8965936"/>
              <a:gd name="connsiteY1403" fmla="*/ 1162074 h 3345776"/>
              <a:gd name="connsiteX1404" fmla="*/ 282491 w 8965936"/>
              <a:gd name="connsiteY1404" fmla="*/ 755473 h 3345776"/>
              <a:gd name="connsiteX1405" fmla="*/ 563434 w 8965936"/>
              <a:gd name="connsiteY1405" fmla="*/ 472487 h 3345776"/>
              <a:gd name="connsiteX1406" fmla="*/ 751921 w 8965936"/>
              <a:gd name="connsiteY1406" fmla="*/ 349638 h 3345776"/>
              <a:gd name="connsiteX1407" fmla="*/ 868129 w 8965936"/>
              <a:gd name="connsiteY1407" fmla="*/ 283744 h 3345776"/>
              <a:gd name="connsiteX1408" fmla="*/ 908612 w 8965936"/>
              <a:gd name="connsiteY1408" fmla="*/ 260503 h 3345776"/>
              <a:gd name="connsiteX1409" fmla="*/ 1439849 w 8965936"/>
              <a:gd name="connsiteY1409" fmla="*/ 184520 h 3345776"/>
              <a:gd name="connsiteX1410" fmla="*/ 1693031 w 8965936"/>
              <a:gd name="connsiteY1410" fmla="*/ 313691 h 3345776"/>
              <a:gd name="connsiteX1411" fmla="*/ 1774216 w 8965936"/>
              <a:gd name="connsiteY1411" fmla="*/ 412664 h 3345776"/>
              <a:gd name="connsiteX1412" fmla="*/ 1789752 w 8965936"/>
              <a:gd name="connsiteY1412" fmla="*/ 455758 h 3345776"/>
              <a:gd name="connsiteX1413" fmla="*/ 1791466 w 8965936"/>
              <a:gd name="connsiteY1413" fmla="*/ 468032 h 3345776"/>
              <a:gd name="connsiteX1414" fmla="*/ 1747371 w 8965936"/>
              <a:gd name="connsiteY1414" fmla="*/ 419251 h 3345776"/>
              <a:gd name="connsiteX1415" fmla="*/ 1500763 w 8965936"/>
              <a:gd name="connsiteY1415" fmla="*/ 311838 h 3345776"/>
              <a:gd name="connsiteX1416" fmla="*/ 977185 w 8965936"/>
              <a:gd name="connsiteY1416" fmla="*/ 413105 h 3345776"/>
              <a:gd name="connsiteX1417" fmla="*/ 803513 w 8965936"/>
              <a:gd name="connsiteY1417" fmla="*/ 500964 h 3345776"/>
              <a:gd name="connsiteX1418" fmla="*/ 760732 w 8965936"/>
              <a:gd name="connsiteY1418" fmla="*/ 516798 h 3345776"/>
              <a:gd name="connsiteX1419" fmla="*/ 604299 w 8965936"/>
              <a:gd name="connsiteY1419" fmla="*/ 579627 h 3345776"/>
              <a:gd name="connsiteX1420" fmla="*/ 276105 w 8965936"/>
              <a:gd name="connsiteY1420" fmla="*/ 823665 h 3345776"/>
              <a:gd name="connsiteX1421" fmla="*/ 30792 w 8965936"/>
              <a:gd name="connsiteY1421" fmla="*/ 1274451 h 3345776"/>
              <a:gd name="connsiteX1422" fmla="*/ 43562 w 8965936"/>
              <a:gd name="connsiteY1422" fmla="*/ 1278409 h 3345776"/>
              <a:gd name="connsiteX1423" fmla="*/ 286195 w 8965936"/>
              <a:gd name="connsiteY1423" fmla="*/ 832476 h 3345776"/>
              <a:gd name="connsiteX1424" fmla="*/ 609790 w 8965936"/>
              <a:gd name="connsiteY1424" fmla="*/ 592398 h 3345776"/>
              <a:gd name="connsiteX1425" fmla="*/ 765202 w 8965936"/>
              <a:gd name="connsiteY1425" fmla="*/ 529952 h 3345776"/>
              <a:gd name="connsiteX1426" fmla="*/ 807982 w 8965936"/>
              <a:gd name="connsiteY1426" fmla="*/ 513990 h 3345776"/>
              <a:gd name="connsiteX1427" fmla="*/ 983826 w 8965936"/>
              <a:gd name="connsiteY1427" fmla="*/ 424599 h 3345776"/>
              <a:gd name="connsiteX1428" fmla="*/ 1498973 w 8965936"/>
              <a:gd name="connsiteY1428" fmla="*/ 324736 h 3345776"/>
              <a:gd name="connsiteX1429" fmla="*/ 1738829 w 8965936"/>
              <a:gd name="connsiteY1429" fmla="*/ 428941 h 3345776"/>
              <a:gd name="connsiteX1430" fmla="*/ 1794601 w 8965936"/>
              <a:gd name="connsiteY1430" fmla="*/ 490474 h 3345776"/>
              <a:gd name="connsiteX1431" fmla="*/ 1801890 w 8965936"/>
              <a:gd name="connsiteY1431" fmla="*/ 542632 h 3345776"/>
              <a:gd name="connsiteX1432" fmla="*/ 1792941 w 8965936"/>
              <a:gd name="connsiteY1432" fmla="*/ 533863 h 3345776"/>
              <a:gd name="connsiteX1433" fmla="*/ 1559377 w 8965936"/>
              <a:gd name="connsiteY1433" fmla="*/ 452310 h 3345776"/>
              <a:gd name="connsiteX1434" fmla="*/ 1052401 w 8965936"/>
              <a:gd name="connsiteY1434" fmla="*/ 577201 h 3345776"/>
              <a:gd name="connsiteX1435" fmla="*/ 861488 w 8965936"/>
              <a:gd name="connsiteY1435" fmla="*/ 664038 h 3345776"/>
              <a:gd name="connsiteX1436" fmla="*/ 730340 w 8965936"/>
              <a:gd name="connsiteY1436" fmla="*/ 686641 h 3345776"/>
              <a:gd name="connsiteX1437" fmla="*/ 653719 w 8965936"/>
              <a:gd name="connsiteY1437" fmla="*/ 698262 h 3345776"/>
              <a:gd name="connsiteX1438" fmla="*/ 280447 w 8965936"/>
              <a:gd name="connsiteY1438" fmla="*/ 900286 h 3345776"/>
              <a:gd name="connsiteX1439" fmla="*/ 16106 w 8965936"/>
              <a:gd name="connsiteY1439" fmla="*/ 1391297 h 3345776"/>
              <a:gd name="connsiteX1440" fmla="*/ 28876 w 8965936"/>
              <a:gd name="connsiteY1440" fmla="*/ 1394362 h 3345776"/>
              <a:gd name="connsiteX1441" fmla="*/ 289641 w 8965936"/>
              <a:gd name="connsiteY1441" fmla="*/ 909735 h 3345776"/>
              <a:gd name="connsiteX1442" fmla="*/ 656528 w 8965936"/>
              <a:gd name="connsiteY1442" fmla="*/ 711415 h 3345776"/>
              <a:gd name="connsiteX1443" fmla="*/ 733150 w 8965936"/>
              <a:gd name="connsiteY1443" fmla="*/ 699922 h 3345776"/>
              <a:gd name="connsiteX1444" fmla="*/ 865447 w 8965936"/>
              <a:gd name="connsiteY1444" fmla="*/ 677446 h 3345776"/>
              <a:gd name="connsiteX1445" fmla="*/ 1060446 w 8965936"/>
              <a:gd name="connsiteY1445" fmla="*/ 588950 h 3345776"/>
              <a:gd name="connsiteX1446" fmla="*/ 1558483 w 8965936"/>
              <a:gd name="connsiteY1446" fmla="*/ 466102 h 3345776"/>
              <a:gd name="connsiteX1447" fmla="*/ 1784641 w 8965936"/>
              <a:gd name="connsiteY1447" fmla="*/ 544749 h 3345776"/>
              <a:gd name="connsiteX1448" fmla="*/ 1804955 w 8965936"/>
              <a:gd name="connsiteY1448" fmla="*/ 564570 h 3345776"/>
              <a:gd name="connsiteX1449" fmla="*/ 1810853 w 8965936"/>
              <a:gd name="connsiteY1449" fmla="*/ 606766 h 3345776"/>
              <a:gd name="connsiteX1450" fmla="*/ 1811919 w 8965936"/>
              <a:gd name="connsiteY1450" fmla="*/ 639057 h 3345776"/>
              <a:gd name="connsiteX1451" fmla="*/ 1738305 w 8965936"/>
              <a:gd name="connsiteY1451" fmla="*/ 609100 h 3345776"/>
              <a:gd name="connsiteX1452" fmla="*/ 1617606 w 8965936"/>
              <a:gd name="connsiteY1452" fmla="*/ 593548 h 3345776"/>
              <a:gd name="connsiteX1453" fmla="*/ 1127745 w 8965936"/>
              <a:gd name="connsiteY1453" fmla="*/ 742192 h 3345776"/>
              <a:gd name="connsiteX1454" fmla="*/ 919464 w 8965936"/>
              <a:gd name="connsiteY1454" fmla="*/ 828008 h 3345776"/>
              <a:gd name="connsiteX1455" fmla="*/ 764690 w 8965936"/>
              <a:gd name="connsiteY1455" fmla="*/ 823792 h 3345776"/>
              <a:gd name="connsiteX1456" fmla="*/ 702881 w 8965936"/>
              <a:gd name="connsiteY1456" fmla="*/ 817281 h 3345776"/>
              <a:gd name="connsiteX1457" fmla="*/ 285426 w 8965936"/>
              <a:gd name="connsiteY1457" fmla="*/ 977290 h 3345776"/>
              <a:gd name="connsiteX1458" fmla="*/ 2185 w 8965936"/>
              <a:gd name="connsiteY1458" fmla="*/ 1508400 h 3345776"/>
              <a:gd name="connsiteX1459" fmla="*/ 11374 w 8965936"/>
              <a:gd name="connsiteY1459" fmla="*/ 1510053 h 3345776"/>
              <a:gd name="connsiteX1460" fmla="*/ 0 w 8965936"/>
              <a:gd name="connsiteY1460" fmla="*/ 1561947 h 3345776"/>
              <a:gd name="connsiteX1461" fmla="*/ 0 w 8965936"/>
              <a:gd name="connsiteY1461" fmla="*/ 1671412 h 3345776"/>
              <a:gd name="connsiteX1462" fmla="*/ 48514 w 8965936"/>
              <a:gd name="connsiteY1462" fmla="*/ 1538362 h 3345776"/>
              <a:gd name="connsiteX1463" fmla="*/ 303815 w 8965936"/>
              <a:gd name="connsiteY1463" fmla="*/ 1219539 h 3345776"/>
              <a:gd name="connsiteX1464" fmla="*/ 841564 w 8965936"/>
              <a:gd name="connsiteY1464" fmla="*/ 1187359 h 3345776"/>
              <a:gd name="connsiteX1465" fmla="*/ 899415 w 8965936"/>
              <a:gd name="connsiteY1465" fmla="*/ 1233075 h 3345776"/>
              <a:gd name="connsiteX1466" fmla="*/ 1090965 w 8965936"/>
              <a:gd name="connsiteY1466" fmla="*/ 1333321 h 3345776"/>
              <a:gd name="connsiteX1467" fmla="*/ 1361693 w 8965936"/>
              <a:gd name="connsiteY1467" fmla="*/ 1247123 h 3345776"/>
              <a:gd name="connsiteX1468" fmla="*/ 1795877 w 8965936"/>
              <a:gd name="connsiteY1468" fmla="*/ 1030031 h 3345776"/>
              <a:gd name="connsiteX1469" fmla="*/ 1833705 w 8965936"/>
              <a:gd name="connsiteY1469" fmla="*/ 1022350 h 3345776"/>
              <a:gd name="connsiteX1470" fmla="*/ 1854656 w 8965936"/>
              <a:gd name="connsiteY1470" fmla="*/ 1107667 h 3345776"/>
              <a:gd name="connsiteX1471" fmla="*/ 1874505 w 8965936"/>
              <a:gd name="connsiteY1471" fmla="*/ 1148146 h 3345776"/>
              <a:gd name="connsiteX1472" fmla="*/ 1848619 w 8965936"/>
              <a:gd name="connsiteY1472" fmla="*/ 1156966 h 3345776"/>
              <a:gd name="connsiteX1473" fmla="*/ 1427970 w 8965936"/>
              <a:gd name="connsiteY1473" fmla="*/ 1399599 h 3345776"/>
              <a:gd name="connsiteX1474" fmla="*/ 1149325 w 8965936"/>
              <a:gd name="connsiteY1474" fmla="*/ 1482604 h 3345776"/>
              <a:gd name="connsiteX1475" fmla="*/ 957774 w 8965936"/>
              <a:gd name="connsiteY1475" fmla="*/ 1354903 h 3345776"/>
              <a:gd name="connsiteX1476" fmla="*/ 897245 w 8965936"/>
              <a:gd name="connsiteY1476" fmla="*/ 1294884 h 3345776"/>
              <a:gd name="connsiteX1477" fmla="*/ 299857 w 8965936"/>
              <a:gd name="connsiteY1477" fmla="*/ 1284412 h 3345776"/>
              <a:gd name="connsiteX1478" fmla="*/ 41614 w 8965936"/>
              <a:gd name="connsiteY1478" fmla="*/ 1579530 h 3345776"/>
              <a:gd name="connsiteX1479" fmla="*/ 0 w 8965936"/>
              <a:gd name="connsiteY1479" fmla="*/ 1688171 h 3345776"/>
              <a:gd name="connsiteX1480" fmla="*/ 0 w 8965936"/>
              <a:gd name="connsiteY1480" fmla="*/ 1728239 h 3345776"/>
              <a:gd name="connsiteX1481" fmla="*/ 54447 w 8965936"/>
              <a:gd name="connsiteY1481" fmla="*/ 1586681 h 3345776"/>
              <a:gd name="connsiteX1482" fmla="*/ 307137 w 8965936"/>
              <a:gd name="connsiteY1482" fmla="*/ 1295649 h 3345776"/>
              <a:gd name="connsiteX1483" fmla="*/ 888434 w 8965936"/>
              <a:gd name="connsiteY1483" fmla="*/ 1305100 h 3345776"/>
              <a:gd name="connsiteX1484" fmla="*/ 947942 w 8965936"/>
              <a:gd name="connsiteY1484" fmla="*/ 1364226 h 3345776"/>
              <a:gd name="connsiteX1485" fmla="*/ 1147156 w 8965936"/>
              <a:gd name="connsiteY1485" fmla="*/ 1496012 h 3345776"/>
              <a:gd name="connsiteX1486" fmla="*/ 1436526 w 8965936"/>
              <a:gd name="connsiteY1486" fmla="*/ 1410580 h 3345776"/>
              <a:gd name="connsiteX1487" fmla="*/ 1854366 w 8965936"/>
              <a:gd name="connsiteY1487" fmla="*/ 1169737 h 3345776"/>
              <a:gd name="connsiteX1488" fmla="*/ 1880648 w 8965936"/>
              <a:gd name="connsiteY1488" fmla="*/ 1160671 h 3345776"/>
              <a:gd name="connsiteX1489" fmla="*/ 1895427 w 8965936"/>
              <a:gd name="connsiteY1489" fmla="*/ 1190814 h 3345776"/>
              <a:gd name="connsiteX1490" fmla="*/ 1959081 w 8965936"/>
              <a:gd name="connsiteY1490" fmla="*/ 1260022 h 3345776"/>
              <a:gd name="connsiteX1491" fmla="*/ 1970807 w 8965936"/>
              <a:gd name="connsiteY1491" fmla="*/ 1267133 h 3345776"/>
              <a:gd name="connsiteX1492" fmla="*/ 1907744 w 8965936"/>
              <a:gd name="connsiteY1492" fmla="*/ 1299098 h 3345776"/>
              <a:gd name="connsiteX1493" fmla="*/ 1504462 w 8965936"/>
              <a:gd name="connsiteY1493" fmla="*/ 1564844 h 3345776"/>
              <a:gd name="connsiteX1494" fmla="*/ 1208069 w 8965936"/>
              <a:gd name="connsiteY1494" fmla="*/ 1647338 h 3345776"/>
              <a:gd name="connsiteX1495" fmla="*/ 1008854 w 8965936"/>
              <a:gd name="connsiteY1495" fmla="*/ 1487712 h 3345776"/>
              <a:gd name="connsiteX1496" fmla="*/ 946408 w 8965936"/>
              <a:gd name="connsiteY1496" fmla="*/ 1413900 h 3345776"/>
              <a:gd name="connsiteX1497" fmla="*/ 304965 w 8965936"/>
              <a:gd name="connsiteY1497" fmla="*/ 1360776 h 3345776"/>
              <a:gd name="connsiteX1498" fmla="*/ 28315 w 8965936"/>
              <a:gd name="connsiteY1498" fmla="*/ 1670437 h 3345776"/>
              <a:gd name="connsiteX1499" fmla="*/ 0 w 8965936"/>
              <a:gd name="connsiteY1499" fmla="*/ 1746016 h 3345776"/>
              <a:gd name="connsiteX1500" fmla="*/ 0 w 8965936"/>
              <a:gd name="connsiteY1500" fmla="*/ 1783074 h 3345776"/>
              <a:gd name="connsiteX1501" fmla="*/ 39554 w 8965936"/>
              <a:gd name="connsiteY1501" fmla="*/ 1677189 h 3345776"/>
              <a:gd name="connsiteX1502" fmla="*/ 311351 w 8965936"/>
              <a:gd name="connsiteY1502" fmla="*/ 1372653 h 3345776"/>
              <a:gd name="connsiteX1503" fmla="*/ 936192 w 8965936"/>
              <a:gd name="connsiteY1503" fmla="*/ 1423734 h 3345776"/>
              <a:gd name="connsiteX1504" fmla="*/ 997743 w 8965936"/>
              <a:gd name="connsiteY1504" fmla="*/ 1496523 h 3345776"/>
              <a:gd name="connsiteX1505" fmla="*/ 1204494 w 8965936"/>
              <a:gd name="connsiteY1505" fmla="*/ 1659599 h 3345776"/>
              <a:gd name="connsiteX1506" fmla="*/ 1512509 w 8965936"/>
              <a:gd name="connsiteY1506" fmla="*/ 1574932 h 3345776"/>
              <a:gd name="connsiteX1507" fmla="*/ 1914640 w 8965936"/>
              <a:gd name="connsiteY1507" fmla="*/ 1309825 h 3345776"/>
              <a:gd name="connsiteX1508" fmla="*/ 1983446 w 8965936"/>
              <a:gd name="connsiteY1508" fmla="*/ 1274795 h 3345776"/>
              <a:gd name="connsiteX1509" fmla="*/ 2017532 w 8965936"/>
              <a:gd name="connsiteY1509" fmla="*/ 1295464 h 3345776"/>
              <a:gd name="connsiteX1510" fmla="*/ 2052206 w 8965936"/>
              <a:gd name="connsiteY1510" fmla="*/ 1305726 h 3345776"/>
              <a:gd name="connsiteX1511" fmla="*/ 2066085 w 8965936"/>
              <a:gd name="connsiteY1511" fmla="*/ 1313631 h 3345776"/>
              <a:gd name="connsiteX1512" fmla="*/ 2096050 w 8965936"/>
              <a:gd name="connsiteY1512" fmla="*/ 1322529 h 3345776"/>
              <a:gd name="connsiteX1513" fmla="*/ 2114515 w 8965936"/>
              <a:gd name="connsiteY1513" fmla="*/ 1332392 h 3345776"/>
              <a:gd name="connsiteX1514" fmla="*/ 2131277 w 8965936"/>
              <a:gd name="connsiteY1514" fmla="*/ 1337121 h 3345776"/>
              <a:gd name="connsiteX1515" fmla="*/ 2109225 w 8965936"/>
              <a:gd name="connsiteY1515" fmla="*/ 1346873 h 3345776"/>
              <a:gd name="connsiteX1516" fmla="*/ 1965849 w 8965936"/>
              <a:gd name="connsiteY1516" fmla="*/ 1439824 h 3345776"/>
              <a:gd name="connsiteX1517" fmla="*/ 1579808 w 8965936"/>
              <a:gd name="connsiteY1517" fmla="*/ 1728812 h 3345776"/>
              <a:gd name="connsiteX1518" fmla="*/ 1265534 w 8965936"/>
              <a:gd name="connsiteY1518" fmla="*/ 1810541 h 3345776"/>
              <a:gd name="connsiteX1519" fmla="*/ 1058402 w 8965936"/>
              <a:gd name="connsiteY1519" fmla="*/ 1621798 h 3345776"/>
              <a:gd name="connsiteX1520" fmla="*/ 994425 w 8965936"/>
              <a:gd name="connsiteY1520" fmla="*/ 1533685 h 3345776"/>
              <a:gd name="connsiteX1521" fmla="*/ 308923 w 8965936"/>
              <a:gd name="connsiteY1521" fmla="*/ 1438164 h 3345776"/>
              <a:gd name="connsiteX1522" fmla="*/ 14301 w 8965936"/>
              <a:gd name="connsiteY1522" fmla="*/ 1762525 h 3345776"/>
              <a:gd name="connsiteX1523" fmla="*/ 0 w 8965936"/>
              <a:gd name="connsiteY1523" fmla="*/ 1801440 h 3345776"/>
              <a:gd name="connsiteX1524" fmla="*/ 0 w 8965936"/>
              <a:gd name="connsiteY1524" fmla="*/ 1837855 h 3345776"/>
              <a:gd name="connsiteX1525" fmla="*/ 25331 w 8965936"/>
              <a:gd name="connsiteY1525" fmla="*/ 1768863 h 3345776"/>
              <a:gd name="connsiteX1526" fmla="*/ 315436 w 8965936"/>
              <a:gd name="connsiteY1526" fmla="*/ 1449785 h 3345776"/>
              <a:gd name="connsiteX1527" fmla="*/ 983954 w 8965936"/>
              <a:gd name="connsiteY1527" fmla="*/ 1542368 h 3345776"/>
              <a:gd name="connsiteX1528" fmla="*/ 1047805 w 8965936"/>
              <a:gd name="connsiteY1528" fmla="*/ 1629078 h 3345776"/>
              <a:gd name="connsiteX1529" fmla="*/ 1261958 w 8965936"/>
              <a:gd name="connsiteY1529" fmla="*/ 1823182 h 3345776"/>
              <a:gd name="connsiteX1530" fmla="*/ 1588490 w 8965936"/>
              <a:gd name="connsiteY1530" fmla="*/ 1739156 h 3345776"/>
              <a:gd name="connsiteX1531" fmla="*/ 1974276 w 8965936"/>
              <a:gd name="connsiteY1531" fmla="*/ 1450551 h 3345776"/>
              <a:gd name="connsiteX1532" fmla="*/ 2112291 w 8965936"/>
              <a:gd name="connsiteY1532" fmla="*/ 1360554 h 3345776"/>
              <a:gd name="connsiteX1533" fmla="*/ 2147494 w 8965936"/>
              <a:gd name="connsiteY1533" fmla="*/ 1344457 h 3345776"/>
              <a:gd name="connsiteX1534" fmla="*/ 2164470 w 8965936"/>
              <a:gd name="connsiteY1534" fmla="*/ 1352945 h 3345776"/>
              <a:gd name="connsiteX1535" fmla="*/ 2176885 w 8965936"/>
              <a:gd name="connsiteY1535" fmla="*/ 1355242 h 3345776"/>
              <a:gd name="connsiteX1536" fmla="*/ 2212055 w 8965936"/>
              <a:gd name="connsiteY1536" fmla="*/ 1371562 h 3345776"/>
              <a:gd name="connsiteX1537" fmla="*/ 2219086 w 8965936"/>
              <a:gd name="connsiteY1537" fmla="*/ 1372817 h 3345776"/>
              <a:gd name="connsiteX1538" fmla="*/ 2249145 w 8965936"/>
              <a:gd name="connsiteY1538" fmla="*/ 1385649 h 3345776"/>
              <a:gd name="connsiteX1539" fmla="*/ 2254326 w 8965936"/>
              <a:gd name="connsiteY1539" fmla="*/ 1389254 h 3345776"/>
              <a:gd name="connsiteX1540" fmla="*/ 2280103 w 8965936"/>
              <a:gd name="connsiteY1540" fmla="*/ 1396983 h 3345776"/>
              <a:gd name="connsiteX1541" fmla="*/ 2290091 w 8965936"/>
              <a:gd name="connsiteY1541" fmla="*/ 1403038 h 3345776"/>
              <a:gd name="connsiteX1542" fmla="*/ 2307466 w 8965936"/>
              <a:gd name="connsiteY1542" fmla="*/ 1416805 h 3345776"/>
              <a:gd name="connsiteX1543" fmla="*/ 2424117 w 8965936"/>
              <a:gd name="connsiteY1543" fmla="*/ 1463844 h 3345776"/>
              <a:gd name="connsiteX1544" fmla="*/ 2404435 w 8965936"/>
              <a:gd name="connsiteY1544" fmla="*/ 1458828 h 3345776"/>
              <a:gd name="connsiteX1545" fmla="*/ 2306811 w 8965936"/>
              <a:gd name="connsiteY1545" fmla="*/ 1422840 h 3345776"/>
              <a:gd name="connsiteX1546" fmla="*/ 2239129 w 8965936"/>
              <a:gd name="connsiteY1546" fmla="*/ 1403813 h 3345776"/>
              <a:gd name="connsiteX1547" fmla="*/ 2237471 w 8965936"/>
              <a:gd name="connsiteY1547" fmla="*/ 1403813 h 3345776"/>
              <a:gd name="connsiteX1548" fmla="*/ 2236064 w 8965936"/>
              <a:gd name="connsiteY1548" fmla="*/ 1404578 h 3345776"/>
              <a:gd name="connsiteX1549" fmla="*/ 2037872 w 8965936"/>
              <a:gd name="connsiteY1549" fmla="*/ 1568165 h 3345776"/>
              <a:gd name="connsiteX1550" fmla="*/ 2023824 w 8965936"/>
              <a:gd name="connsiteY1550" fmla="*/ 1580935 h 3345776"/>
              <a:gd name="connsiteX1551" fmla="*/ 1655024 w 8965936"/>
              <a:gd name="connsiteY1551" fmla="*/ 1893037 h 3345776"/>
              <a:gd name="connsiteX1552" fmla="*/ 1322999 w 8965936"/>
              <a:gd name="connsiteY1552" fmla="*/ 1974126 h 3345776"/>
              <a:gd name="connsiteX1553" fmla="*/ 1108461 w 8965936"/>
              <a:gd name="connsiteY1553" fmla="*/ 1755247 h 3345776"/>
              <a:gd name="connsiteX1554" fmla="*/ 1041803 w 8965936"/>
              <a:gd name="connsiteY1554" fmla="*/ 1653086 h 3345776"/>
              <a:gd name="connsiteX1555" fmla="*/ 312371 w 8965936"/>
              <a:gd name="connsiteY1555" fmla="*/ 1515168 h 3345776"/>
              <a:gd name="connsiteX1556" fmla="*/ 60014 w 8965936"/>
              <a:gd name="connsiteY1556" fmla="*/ 1749248 h 3345776"/>
              <a:gd name="connsiteX1557" fmla="*/ 0 w 8965936"/>
              <a:gd name="connsiteY1557" fmla="*/ 1849699 h 3345776"/>
              <a:gd name="connsiteX1558" fmla="*/ 0 w 8965936"/>
              <a:gd name="connsiteY1558" fmla="*/ 1886744 h 3345776"/>
              <a:gd name="connsiteX1559" fmla="*/ 9735 w 8965936"/>
              <a:gd name="connsiteY1559" fmla="*/ 1859562 h 3345776"/>
              <a:gd name="connsiteX1560" fmla="*/ 318756 w 8965936"/>
              <a:gd name="connsiteY1560" fmla="*/ 1527044 h 3345776"/>
              <a:gd name="connsiteX1561" fmla="*/ 1031074 w 8965936"/>
              <a:gd name="connsiteY1561" fmla="*/ 1661131 h 3345776"/>
              <a:gd name="connsiteX1562" fmla="*/ 1096968 w 8965936"/>
              <a:gd name="connsiteY1562" fmla="*/ 1762271 h 3345776"/>
              <a:gd name="connsiteX1563" fmla="*/ 1318785 w 8965936"/>
              <a:gd name="connsiteY1563" fmla="*/ 1986769 h 3345776"/>
              <a:gd name="connsiteX1564" fmla="*/ 1663579 w 8965936"/>
              <a:gd name="connsiteY1564" fmla="*/ 1903508 h 3345776"/>
              <a:gd name="connsiteX1565" fmla="*/ 2033147 w 8965936"/>
              <a:gd name="connsiteY1565" fmla="*/ 1590767 h 3345776"/>
              <a:gd name="connsiteX1566" fmla="*/ 2047194 w 8965936"/>
              <a:gd name="connsiteY1566" fmla="*/ 1577997 h 3345776"/>
              <a:gd name="connsiteX1567" fmla="*/ 2240661 w 8965936"/>
              <a:gd name="connsiteY1567" fmla="*/ 1417221 h 3345776"/>
              <a:gd name="connsiteX1568" fmla="*/ 2301703 w 8965936"/>
              <a:gd name="connsiteY1568" fmla="*/ 1435099 h 3345776"/>
              <a:gd name="connsiteX1569" fmla="*/ 2400467 w 8965936"/>
              <a:gd name="connsiteY1569" fmla="*/ 1471499 h 3345776"/>
              <a:gd name="connsiteX1570" fmla="*/ 2496468 w 8965936"/>
              <a:gd name="connsiteY1570" fmla="*/ 1496018 h 3345776"/>
              <a:gd name="connsiteX1571" fmla="*/ 2459798 w 8965936"/>
              <a:gd name="connsiteY1571" fmla="*/ 1489757 h 3345776"/>
              <a:gd name="connsiteX1572" fmla="*/ 2275396 w 8965936"/>
              <a:gd name="connsiteY1572" fmla="*/ 1491927 h 3345776"/>
              <a:gd name="connsiteX1573" fmla="*/ 2175791 w 8965936"/>
              <a:gd name="connsiteY1573" fmla="*/ 1604304 h 3345776"/>
              <a:gd name="connsiteX1574" fmla="*/ 2082056 w 8965936"/>
              <a:gd name="connsiteY1574" fmla="*/ 1722428 h 3345776"/>
              <a:gd name="connsiteX1575" fmla="*/ 1730494 w 8965936"/>
              <a:gd name="connsiteY1575" fmla="*/ 2057643 h 3345776"/>
              <a:gd name="connsiteX1576" fmla="*/ 1380467 w 8965936"/>
              <a:gd name="connsiteY1576" fmla="*/ 2138096 h 3345776"/>
              <a:gd name="connsiteX1577" fmla="*/ 1158520 w 8965936"/>
              <a:gd name="connsiteY1577" fmla="*/ 1889078 h 3345776"/>
              <a:gd name="connsiteX1578" fmla="*/ 1089690 w 8965936"/>
              <a:gd name="connsiteY1578" fmla="*/ 1772359 h 3345776"/>
              <a:gd name="connsiteX1579" fmla="*/ 316329 w 8965936"/>
              <a:gd name="connsiteY1579" fmla="*/ 1592045 h 3345776"/>
              <a:gd name="connsiteX1580" fmla="*/ 47382 w 8965936"/>
              <a:gd name="connsiteY1580" fmla="*/ 1834866 h 3345776"/>
              <a:gd name="connsiteX1581" fmla="*/ 0 w 8965936"/>
              <a:gd name="connsiteY1581" fmla="*/ 1913969 h 3345776"/>
              <a:gd name="connsiteX1582" fmla="*/ 0 w 8965936"/>
              <a:gd name="connsiteY1582" fmla="*/ 1939996 h 3345776"/>
              <a:gd name="connsiteX1583" fmla="*/ 58082 w 8965936"/>
              <a:gd name="connsiteY1583" fmla="*/ 1842948 h 3345776"/>
              <a:gd name="connsiteX1584" fmla="*/ 322459 w 8965936"/>
              <a:gd name="connsiteY1584" fmla="*/ 1604048 h 3345776"/>
              <a:gd name="connsiteX1585" fmla="*/ 1078579 w 8965936"/>
              <a:gd name="connsiteY1585" fmla="*/ 1780276 h 3345776"/>
              <a:gd name="connsiteX1586" fmla="*/ 1146516 w 8965936"/>
              <a:gd name="connsiteY1586" fmla="*/ 1895207 h 3345776"/>
              <a:gd name="connsiteX1587" fmla="*/ 1375229 w 8965936"/>
              <a:gd name="connsiteY1587" fmla="*/ 2150610 h 3345776"/>
              <a:gd name="connsiteX1588" fmla="*/ 1738922 w 8965936"/>
              <a:gd name="connsiteY1588" fmla="*/ 2068116 h 3345776"/>
              <a:gd name="connsiteX1589" fmla="*/ 2092272 w 8965936"/>
              <a:gd name="connsiteY1589" fmla="*/ 1731366 h 3345776"/>
              <a:gd name="connsiteX1590" fmla="*/ 2186517 w 8965936"/>
              <a:gd name="connsiteY1590" fmla="*/ 1612605 h 3345776"/>
              <a:gd name="connsiteX1591" fmla="*/ 2283186 w 8965936"/>
              <a:gd name="connsiteY1591" fmla="*/ 1503036 h 3345776"/>
              <a:gd name="connsiteX1592" fmla="*/ 2342072 w 8965936"/>
              <a:gd name="connsiteY1592" fmla="*/ 1486611 h 3345776"/>
              <a:gd name="connsiteX1593" fmla="*/ 2457370 w 8965936"/>
              <a:gd name="connsiteY1593" fmla="*/ 1503036 h 3345776"/>
              <a:gd name="connsiteX1594" fmla="*/ 2551868 w 8965936"/>
              <a:gd name="connsiteY1594" fmla="*/ 1519127 h 3345776"/>
              <a:gd name="connsiteX1595" fmla="*/ 2844433 w 8965936"/>
              <a:gd name="connsiteY1595" fmla="*/ 1552074 h 3345776"/>
              <a:gd name="connsiteX1596" fmla="*/ 2955790 w 8965936"/>
              <a:gd name="connsiteY1596" fmla="*/ 1562673 h 3345776"/>
              <a:gd name="connsiteX1597" fmla="*/ 3094983 w 8965936"/>
              <a:gd name="connsiteY1597" fmla="*/ 1583872 h 3345776"/>
              <a:gd name="connsiteX1598" fmla="*/ 3190376 w 8965936"/>
              <a:gd name="connsiteY1598" fmla="*/ 1614520 h 3345776"/>
              <a:gd name="connsiteX1599" fmla="*/ 3415384 w 8965936"/>
              <a:gd name="connsiteY1599" fmla="*/ 1760611 h 3345776"/>
              <a:gd name="connsiteX1600" fmla="*/ 3687005 w 8965936"/>
              <a:gd name="connsiteY1600" fmla="*/ 2080758 h 3345776"/>
              <a:gd name="connsiteX1601" fmla="*/ 3761455 w 8965936"/>
              <a:gd name="connsiteY1601" fmla="*/ 2179088 h 3345776"/>
              <a:gd name="connsiteX1602" fmla="*/ 3848292 w 8965936"/>
              <a:gd name="connsiteY1602" fmla="*/ 2278184 h 3345776"/>
              <a:gd name="connsiteX1603" fmla="*/ 4127191 w 8965936"/>
              <a:gd name="connsiteY1603" fmla="*/ 2441769 h 3345776"/>
              <a:gd name="connsiteX1604" fmla="*/ 4483988 w 8965936"/>
              <a:gd name="connsiteY1604" fmla="*/ 2419039 h 3345776"/>
              <a:gd name="connsiteX1605" fmla="*/ 4562652 w 8965936"/>
              <a:gd name="connsiteY1605" fmla="*/ 2382261 h 3345776"/>
              <a:gd name="connsiteX1606" fmla="*/ 4929539 w 8965936"/>
              <a:gd name="connsiteY1606" fmla="*/ 2074373 h 3345776"/>
              <a:gd name="connsiteX1607" fmla="*/ 5447240 w 8965936"/>
              <a:gd name="connsiteY1607" fmla="*/ 1714382 h 3345776"/>
              <a:gd name="connsiteX1608" fmla="*/ 5970815 w 8965936"/>
              <a:gd name="connsiteY1608" fmla="*/ 1887034 h 3345776"/>
              <a:gd name="connsiteX1609" fmla="*/ 6063527 w 8965936"/>
              <a:gd name="connsiteY1609" fmla="*/ 2020483 h 3345776"/>
              <a:gd name="connsiteX1610" fmla="*/ 6099211 w 8965936"/>
              <a:gd name="connsiteY1610" fmla="*/ 2097565 h 3345776"/>
              <a:gd name="connsiteX1611" fmla="*/ 6079106 w 8965936"/>
              <a:gd name="connsiteY1611" fmla="*/ 2055984 h 3345776"/>
              <a:gd name="connsiteX1612" fmla="*/ 5987033 w 8965936"/>
              <a:gd name="connsiteY1612" fmla="*/ 1922663 h 3345776"/>
              <a:gd name="connsiteX1613" fmla="*/ 5462180 w 8965936"/>
              <a:gd name="connsiteY1613" fmla="*/ 1731111 h 3345776"/>
              <a:gd name="connsiteX1614" fmla="*/ 4939754 w 8965936"/>
              <a:gd name="connsiteY1614" fmla="*/ 2082289 h 3345776"/>
              <a:gd name="connsiteX1615" fmla="*/ 4590363 w 8965936"/>
              <a:gd name="connsiteY1615" fmla="*/ 2397202 h 3345776"/>
              <a:gd name="connsiteX1616" fmla="*/ 4516807 w 8965936"/>
              <a:gd name="connsiteY1616" fmla="*/ 2439342 h 3345776"/>
              <a:gd name="connsiteX1617" fmla="*/ 4166140 w 8965936"/>
              <a:gd name="connsiteY1617" fmla="*/ 2512005 h 3345776"/>
              <a:gd name="connsiteX1618" fmla="*/ 3876897 w 8965936"/>
              <a:gd name="connsiteY1618" fmla="*/ 2383665 h 3345776"/>
              <a:gd name="connsiteX1619" fmla="*/ 3787506 w 8965936"/>
              <a:gd name="connsiteY1619" fmla="*/ 2291337 h 3345776"/>
              <a:gd name="connsiteX1620" fmla="*/ 3651759 w 8965936"/>
              <a:gd name="connsiteY1620" fmla="*/ 2117024 h 3345776"/>
              <a:gd name="connsiteX1621" fmla="*/ 3451012 w 8965936"/>
              <a:gd name="connsiteY1621" fmla="*/ 1870561 h 3345776"/>
              <a:gd name="connsiteX1622" fmla="*/ 3237625 w 8965936"/>
              <a:gd name="connsiteY1622" fmla="*/ 1681691 h 3345776"/>
              <a:gd name="connsiteX1623" fmla="*/ 3142105 w 8965936"/>
              <a:gd name="connsiteY1623" fmla="*/ 1626907 h 3345776"/>
              <a:gd name="connsiteX1624" fmla="*/ 3001633 w 8965936"/>
              <a:gd name="connsiteY1624" fmla="*/ 1583233 h 3345776"/>
              <a:gd name="connsiteX1625" fmla="*/ 2602948 w 8965936"/>
              <a:gd name="connsiteY1625" fmla="*/ 1527938 h 3345776"/>
              <a:gd name="connsiteX1626" fmla="*/ 2314474 w 8965936"/>
              <a:gd name="connsiteY1626" fmla="*/ 1580807 h 3345776"/>
              <a:gd name="connsiteX1627" fmla="*/ 2238746 w 8965936"/>
              <a:gd name="connsiteY1627" fmla="*/ 1702123 h 3345776"/>
              <a:gd name="connsiteX1628" fmla="*/ 2140415 w 8965936"/>
              <a:gd name="connsiteY1628" fmla="*/ 1864432 h 3345776"/>
              <a:gd name="connsiteX1629" fmla="*/ 1805839 w 8965936"/>
              <a:gd name="connsiteY1629" fmla="*/ 2221995 h 3345776"/>
              <a:gd name="connsiteX1630" fmla="*/ 1437930 w 8965936"/>
              <a:gd name="connsiteY1630" fmla="*/ 2301808 h 3345776"/>
              <a:gd name="connsiteX1631" fmla="*/ 1208068 w 8965936"/>
              <a:gd name="connsiteY1631" fmla="*/ 2023037 h 3345776"/>
              <a:gd name="connsiteX1632" fmla="*/ 1137066 w 8965936"/>
              <a:gd name="connsiteY1632" fmla="*/ 1891632 h 3345776"/>
              <a:gd name="connsiteX1633" fmla="*/ 319777 w 8965936"/>
              <a:gd name="connsiteY1633" fmla="*/ 1669048 h 3345776"/>
              <a:gd name="connsiteX1634" fmla="*/ 37116 w 8965936"/>
              <a:gd name="connsiteY1634" fmla="*/ 1920984 h 3345776"/>
              <a:gd name="connsiteX1635" fmla="*/ 0 w 8965936"/>
              <a:gd name="connsiteY1635" fmla="*/ 1983062 h 3345776"/>
              <a:gd name="connsiteX1636" fmla="*/ 0 w 8965936"/>
              <a:gd name="connsiteY1636" fmla="*/ 2008583 h 3345776"/>
              <a:gd name="connsiteX1637" fmla="*/ 47597 w 8965936"/>
              <a:gd name="connsiteY1637" fmla="*/ 1929075 h 3345776"/>
              <a:gd name="connsiteX1638" fmla="*/ 326162 w 8965936"/>
              <a:gd name="connsiteY1638" fmla="*/ 1681053 h 3345776"/>
              <a:gd name="connsiteX1639" fmla="*/ 1126211 w 8965936"/>
              <a:gd name="connsiteY1639" fmla="*/ 1899294 h 3345776"/>
              <a:gd name="connsiteX1640" fmla="*/ 1196447 w 8965936"/>
              <a:gd name="connsiteY1640" fmla="*/ 2029549 h 3345776"/>
              <a:gd name="connsiteX1641" fmla="*/ 1432439 w 8965936"/>
              <a:gd name="connsiteY1641" fmla="*/ 2314707 h 3345776"/>
              <a:gd name="connsiteX1642" fmla="*/ 1814522 w 8965936"/>
              <a:gd name="connsiteY1642" fmla="*/ 2232850 h 3345776"/>
              <a:gd name="connsiteX1643" fmla="*/ 2151525 w 8965936"/>
              <a:gd name="connsiteY1643" fmla="*/ 1871966 h 3345776"/>
              <a:gd name="connsiteX1644" fmla="*/ 2250494 w 8965936"/>
              <a:gd name="connsiteY1644" fmla="*/ 1708509 h 3345776"/>
              <a:gd name="connsiteX1645" fmla="*/ 2324815 w 8965936"/>
              <a:gd name="connsiteY1645" fmla="*/ 1589235 h 3345776"/>
              <a:gd name="connsiteX1646" fmla="*/ 2486403 w 8965936"/>
              <a:gd name="connsiteY1646" fmla="*/ 1533045 h 3345776"/>
              <a:gd name="connsiteX1647" fmla="*/ 2601545 w 8965936"/>
              <a:gd name="connsiteY1647" fmla="*/ 1541219 h 3345776"/>
              <a:gd name="connsiteX1648" fmla="*/ 2803185 w 8965936"/>
              <a:gd name="connsiteY1648" fmla="*/ 1563951 h 3345776"/>
              <a:gd name="connsiteX1649" fmla="*/ 2822159 w 8965936"/>
              <a:gd name="connsiteY1649" fmla="*/ 1567085 h 3345776"/>
              <a:gd name="connsiteX1650" fmla="*/ 2651732 w 8965936"/>
              <a:gd name="connsiteY1650" fmla="*/ 1548627 h 3345776"/>
              <a:gd name="connsiteX1651" fmla="*/ 2354060 w 8965936"/>
              <a:gd name="connsiteY1651" fmla="*/ 1667772 h 3345776"/>
              <a:gd name="connsiteX1652" fmla="*/ 2291359 w 8965936"/>
              <a:gd name="connsiteY1652" fmla="*/ 1805178 h 3345776"/>
              <a:gd name="connsiteX1653" fmla="*/ 2198903 w 8965936"/>
              <a:gd name="connsiteY1653" fmla="*/ 2004903 h 3345776"/>
              <a:gd name="connsiteX1654" fmla="*/ 1881820 w 8965936"/>
              <a:gd name="connsiteY1654" fmla="*/ 2386475 h 3345776"/>
              <a:gd name="connsiteX1655" fmla="*/ 1495779 w 8965936"/>
              <a:gd name="connsiteY1655" fmla="*/ 2465649 h 3345776"/>
              <a:gd name="connsiteX1656" fmla="*/ 1259021 w 8965936"/>
              <a:gd name="connsiteY1656" fmla="*/ 2156996 h 3345776"/>
              <a:gd name="connsiteX1657" fmla="*/ 1185848 w 8965936"/>
              <a:gd name="connsiteY1657" fmla="*/ 2010777 h 3345776"/>
              <a:gd name="connsiteX1658" fmla="*/ 324758 w 8965936"/>
              <a:gd name="connsiteY1658" fmla="*/ 1745925 h 3345776"/>
              <a:gd name="connsiteX1659" fmla="*/ 25216 w 8965936"/>
              <a:gd name="connsiteY1659" fmla="*/ 2006599 h 3345776"/>
              <a:gd name="connsiteX1660" fmla="*/ 0 w 8965936"/>
              <a:gd name="connsiteY1660" fmla="*/ 2048591 h 3345776"/>
              <a:gd name="connsiteX1661" fmla="*/ 0 w 8965936"/>
              <a:gd name="connsiteY1661" fmla="*/ 2073509 h 3345776"/>
              <a:gd name="connsiteX1662" fmla="*/ 35226 w 8965936"/>
              <a:gd name="connsiteY1662" fmla="*/ 2014795 h 3345776"/>
              <a:gd name="connsiteX1663" fmla="*/ 329993 w 8965936"/>
              <a:gd name="connsiteY1663" fmla="*/ 1758184 h 3345776"/>
              <a:gd name="connsiteX1664" fmla="*/ 563847 w 8965936"/>
              <a:gd name="connsiteY1664" fmla="*/ 1699673 h 3345776"/>
              <a:gd name="connsiteX1665" fmla="*/ 1173844 w 8965936"/>
              <a:gd name="connsiteY1665" fmla="*/ 2017673 h 3345776"/>
              <a:gd name="connsiteX1666" fmla="*/ 1222205 w 8965936"/>
              <a:gd name="connsiteY1666" fmla="*/ 2113380 h 3345776"/>
              <a:gd name="connsiteX1667" fmla="*/ 1157701 w 8965936"/>
              <a:gd name="connsiteY1667" fmla="*/ 2020132 h 3345776"/>
              <a:gd name="connsiteX1668" fmla="*/ 328588 w 8965936"/>
              <a:gd name="connsiteY1668" fmla="*/ 1822928 h 3345776"/>
              <a:gd name="connsiteX1669" fmla="*/ 12626 w 8965936"/>
              <a:gd name="connsiteY1669" fmla="*/ 2092244 h 3345776"/>
              <a:gd name="connsiteX1670" fmla="*/ 0 w 8965936"/>
              <a:gd name="connsiteY1670" fmla="*/ 2113221 h 3345776"/>
              <a:gd name="connsiteX1671" fmla="*/ 0 w 8965936"/>
              <a:gd name="connsiteY1671" fmla="*/ 2138078 h 3345776"/>
              <a:gd name="connsiteX1672" fmla="*/ 22638 w 8965936"/>
              <a:gd name="connsiteY1672" fmla="*/ 2100428 h 3345776"/>
              <a:gd name="connsiteX1673" fmla="*/ 333696 w 8965936"/>
              <a:gd name="connsiteY1673" fmla="*/ 1835187 h 3345776"/>
              <a:gd name="connsiteX1674" fmla="*/ 582064 w 8965936"/>
              <a:gd name="connsiteY1674" fmla="*/ 1777959 h 3345776"/>
              <a:gd name="connsiteX1675" fmla="*/ 1221603 w 8965936"/>
              <a:gd name="connsiteY1675" fmla="*/ 2136562 h 3345776"/>
              <a:gd name="connsiteX1676" fmla="*/ 1256259 w 8965936"/>
              <a:gd name="connsiteY1676" fmla="*/ 2210733 h 3345776"/>
              <a:gd name="connsiteX1677" fmla="*/ 1203097 w 8965936"/>
              <a:gd name="connsiteY1677" fmla="*/ 2129706 h 3345776"/>
              <a:gd name="connsiteX1678" fmla="*/ 332546 w 8965936"/>
              <a:gd name="connsiteY1678" fmla="*/ 1899932 h 3345776"/>
              <a:gd name="connsiteX1679" fmla="*/ 2572 w 8965936"/>
              <a:gd name="connsiteY1679" fmla="*/ 2178456 h 3345776"/>
              <a:gd name="connsiteX1680" fmla="*/ 0 w 8965936"/>
              <a:gd name="connsiteY1680" fmla="*/ 2182732 h 3345776"/>
              <a:gd name="connsiteX1681" fmla="*/ 0 w 8965936"/>
              <a:gd name="connsiteY1681" fmla="*/ 2207706 h 3345776"/>
              <a:gd name="connsiteX1682" fmla="*/ 12584 w 8965936"/>
              <a:gd name="connsiteY1682" fmla="*/ 2186745 h 3345776"/>
              <a:gd name="connsiteX1683" fmla="*/ 337143 w 8965936"/>
              <a:gd name="connsiteY1683" fmla="*/ 1912191 h 3345776"/>
              <a:gd name="connsiteX1684" fmla="*/ 600266 w 8965936"/>
              <a:gd name="connsiteY1684" fmla="*/ 1856515 h 3345776"/>
              <a:gd name="connsiteX1685" fmla="*/ 1269364 w 8965936"/>
              <a:gd name="connsiteY1685" fmla="*/ 2255452 h 3345776"/>
              <a:gd name="connsiteX1686" fmla="*/ 1295675 w 8965936"/>
              <a:gd name="connsiteY1686" fmla="*/ 2315532 h 3345776"/>
              <a:gd name="connsiteX1687" fmla="*/ 1248090 w 8965936"/>
              <a:gd name="connsiteY1687" fmla="*/ 2239246 h 3345776"/>
              <a:gd name="connsiteX1688" fmla="*/ 335740 w 8965936"/>
              <a:gd name="connsiteY1688" fmla="*/ 1977064 h 3345776"/>
              <a:gd name="connsiteX1689" fmla="*/ 89494 w 8965936"/>
              <a:gd name="connsiteY1689" fmla="*/ 2145745 h 3345776"/>
              <a:gd name="connsiteX1690" fmla="*/ 0 w 8965936"/>
              <a:gd name="connsiteY1690" fmla="*/ 2251780 h 3345776"/>
              <a:gd name="connsiteX1691" fmla="*/ 0 w 8965936"/>
              <a:gd name="connsiteY1691" fmla="*/ 2273803 h 3345776"/>
              <a:gd name="connsiteX1692" fmla="*/ 1120 w 8965936"/>
              <a:gd name="connsiteY1692" fmla="*/ 2271944 h 3345776"/>
              <a:gd name="connsiteX1693" fmla="*/ 341230 w 8965936"/>
              <a:gd name="connsiteY1693" fmla="*/ 1989323 h 3345776"/>
              <a:gd name="connsiteX1694" fmla="*/ 618783 w 8965936"/>
              <a:gd name="connsiteY1694" fmla="*/ 1934982 h 3345776"/>
              <a:gd name="connsiteX1695" fmla="*/ 1316613 w 8965936"/>
              <a:gd name="connsiteY1695" fmla="*/ 2374343 h 3345776"/>
              <a:gd name="connsiteX1696" fmla="*/ 1334073 w 8965936"/>
              <a:gd name="connsiteY1696" fmla="*/ 2416241 h 3345776"/>
              <a:gd name="connsiteX1697" fmla="*/ 1295705 w 8965936"/>
              <a:gd name="connsiteY1697" fmla="*/ 2352280 h 3345776"/>
              <a:gd name="connsiteX1698" fmla="*/ 931467 w 8965936"/>
              <a:gd name="connsiteY1698" fmla="*/ 2065560 h 3345776"/>
              <a:gd name="connsiteX1699" fmla="*/ 339826 w 8965936"/>
              <a:gd name="connsiteY1699" fmla="*/ 2053812 h 3345776"/>
              <a:gd name="connsiteX1700" fmla="*/ 81630 w 8965936"/>
              <a:gd name="connsiteY1700" fmla="*/ 2227406 h 3345776"/>
              <a:gd name="connsiteX1701" fmla="*/ 0 w 8965936"/>
              <a:gd name="connsiteY1701" fmla="*/ 2323298 h 3345776"/>
              <a:gd name="connsiteX1702" fmla="*/ 0 w 8965936"/>
              <a:gd name="connsiteY1702" fmla="*/ 2344677 h 3345776"/>
              <a:gd name="connsiteX1703" fmla="*/ 91437 w 8965936"/>
              <a:gd name="connsiteY1703" fmla="*/ 2237192 h 3345776"/>
              <a:gd name="connsiteX1704" fmla="*/ 345316 w 8965936"/>
              <a:gd name="connsiteY1704" fmla="*/ 2066327 h 3345776"/>
              <a:gd name="connsiteX1705" fmla="*/ 636948 w 8965936"/>
              <a:gd name="connsiteY1705" fmla="*/ 2013522 h 3345776"/>
              <a:gd name="connsiteX1706" fmla="*/ 1364374 w 8965936"/>
              <a:gd name="connsiteY1706" fmla="*/ 2493360 h 3345776"/>
              <a:gd name="connsiteX1707" fmla="*/ 1376408 w 8965936"/>
              <a:gd name="connsiteY1707" fmla="*/ 2523661 h 3345776"/>
              <a:gd name="connsiteX1708" fmla="*/ 1341286 w 8965936"/>
              <a:gd name="connsiteY1708" fmla="*/ 2462770 h 3345776"/>
              <a:gd name="connsiteX1709" fmla="*/ 961602 w 8965936"/>
              <a:gd name="connsiteY1709" fmla="*/ 2152781 h 3345776"/>
              <a:gd name="connsiteX1710" fmla="*/ 343784 w 8965936"/>
              <a:gd name="connsiteY1710" fmla="*/ 2130816 h 3345776"/>
              <a:gd name="connsiteX1711" fmla="*/ 79489 w 8965936"/>
              <a:gd name="connsiteY1711" fmla="*/ 2304346 h 3345776"/>
              <a:gd name="connsiteX1712" fmla="*/ 0 w 8965936"/>
              <a:gd name="connsiteY1712" fmla="*/ 2396547 h 3345776"/>
              <a:gd name="connsiteX1713" fmla="*/ 0 w 8965936"/>
              <a:gd name="connsiteY1713" fmla="*/ 2420186 h 3345776"/>
              <a:gd name="connsiteX1714" fmla="*/ 86037 w 8965936"/>
              <a:gd name="connsiteY1714" fmla="*/ 2318954 h 3345776"/>
              <a:gd name="connsiteX1715" fmla="*/ 349403 w 8965936"/>
              <a:gd name="connsiteY1715" fmla="*/ 2143330 h 3345776"/>
              <a:gd name="connsiteX1716" fmla="*/ 1328299 w 8965936"/>
              <a:gd name="connsiteY1716" fmla="*/ 2466473 h 3345776"/>
              <a:gd name="connsiteX1717" fmla="*/ 1409017 w 8965936"/>
              <a:gd name="connsiteY1717" fmla="*/ 2605771 h 3345776"/>
              <a:gd name="connsiteX1718" fmla="*/ 1445974 w 8965936"/>
              <a:gd name="connsiteY1718" fmla="*/ 2698831 h 3345776"/>
              <a:gd name="connsiteX1719" fmla="*/ 1493538 w 8965936"/>
              <a:gd name="connsiteY1719" fmla="*/ 2826479 h 3345776"/>
              <a:gd name="connsiteX1720" fmla="*/ 1495594 w 8965936"/>
              <a:gd name="connsiteY1720" fmla="*/ 2830910 h 3345776"/>
              <a:gd name="connsiteX1721" fmla="*/ 1496161 w 8965936"/>
              <a:gd name="connsiteY1721" fmla="*/ 2832534 h 3345776"/>
              <a:gd name="connsiteX1722" fmla="*/ 1775571 w 8965936"/>
              <a:gd name="connsiteY1722" fmla="*/ 3295963 h 3345776"/>
              <a:gd name="connsiteX1723" fmla="*/ 1958694 w 8965936"/>
              <a:gd name="connsiteY1723" fmla="*/ 3345766 h 3345776"/>
              <a:gd name="connsiteX1724" fmla="*/ 2268370 w 8965936"/>
              <a:gd name="connsiteY1724" fmla="*/ 3217937 h 3345776"/>
              <a:gd name="connsiteX1725" fmla="*/ 2506023 w 8965936"/>
              <a:gd name="connsiteY1725" fmla="*/ 2713134 h 3345776"/>
              <a:gd name="connsiteX1726" fmla="*/ 2531563 w 8965936"/>
              <a:gd name="connsiteY1726" fmla="*/ 2441258 h 3345776"/>
              <a:gd name="connsiteX1727" fmla="*/ 2568723 w 8965936"/>
              <a:gd name="connsiteY1727" fmla="*/ 2107319 h 3345776"/>
              <a:gd name="connsiteX1728" fmla="*/ 2899725 w 8965936"/>
              <a:gd name="connsiteY1728" fmla="*/ 1669303 h 3345776"/>
              <a:gd name="connsiteX1729" fmla="*/ 3046611 w 8965936"/>
              <a:gd name="connsiteY1729" fmla="*/ 1669407 h 3345776"/>
              <a:gd name="connsiteX1730" fmla="*/ 3093444 w 8965936"/>
              <a:gd name="connsiteY1730" fmla="*/ 1685963 h 3345776"/>
              <a:gd name="connsiteX1731" fmla="*/ 3114523 w 8965936"/>
              <a:gd name="connsiteY1731" fmla="*/ 1695008 h 3345776"/>
              <a:gd name="connsiteX1732" fmla="*/ 3143264 w 8965936"/>
              <a:gd name="connsiteY1732" fmla="*/ 1711811 h 3345776"/>
              <a:gd name="connsiteX1733" fmla="*/ 3189395 w 8965936"/>
              <a:gd name="connsiteY1733" fmla="*/ 1743642 h 3345776"/>
              <a:gd name="connsiteX1734" fmla="*/ 3236599 w 8965936"/>
              <a:gd name="connsiteY1734" fmla="*/ 1783037 h 3345776"/>
              <a:gd name="connsiteX1735" fmla="*/ 3245004 w 8965936"/>
              <a:gd name="connsiteY1735" fmla="*/ 1791332 h 3345776"/>
              <a:gd name="connsiteX1736" fmla="*/ 3284420 w 8965936"/>
              <a:gd name="connsiteY1736" fmla="*/ 1836815 h 3345776"/>
              <a:gd name="connsiteX1737" fmla="*/ 3315680 w 8965936"/>
              <a:gd name="connsiteY1737" fmla="*/ 1880788 h 3345776"/>
              <a:gd name="connsiteX1738" fmla="*/ 3386396 w 8965936"/>
              <a:gd name="connsiteY1738" fmla="*/ 2002093 h 3345776"/>
              <a:gd name="connsiteX1739" fmla="*/ 3453513 w 8965936"/>
              <a:gd name="connsiteY1739" fmla="*/ 2154552 h 3345776"/>
              <a:gd name="connsiteX1740" fmla="*/ 3492389 w 8965936"/>
              <a:gd name="connsiteY1740" fmla="*/ 2262860 h 3345776"/>
              <a:gd name="connsiteX1741" fmla="*/ 3522029 w 8965936"/>
              <a:gd name="connsiteY1741" fmla="*/ 2344657 h 3345776"/>
              <a:gd name="connsiteX1742" fmla="*/ 3531209 w 8965936"/>
              <a:gd name="connsiteY1742" fmla="*/ 2376002 h 3345776"/>
              <a:gd name="connsiteX1743" fmla="*/ 3594293 w 8965936"/>
              <a:gd name="connsiteY1743" fmla="*/ 2590668 h 3345776"/>
              <a:gd name="connsiteX1744" fmla="*/ 3980334 w 8965936"/>
              <a:gd name="connsiteY1744" fmla="*/ 3081935 h 3345776"/>
              <a:gd name="connsiteX1745" fmla="*/ 4115314 w 8965936"/>
              <a:gd name="connsiteY1745" fmla="*/ 3105687 h 3345776"/>
              <a:gd name="connsiteX1746" fmla="*/ 4801198 w 8965936"/>
              <a:gd name="connsiteY1746" fmla="*/ 2559509 h 3345776"/>
              <a:gd name="connsiteX1747" fmla="*/ 5561787 w 8965936"/>
              <a:gd name="connsiteY1747" fmla="*/ 1918576 h 3345776"/>
              <a:gd name="connsiteX1748" fmla="*/ 6093790 w 8965936"/>
              <a:gd name="connsiteY1748" fmla="*/ 2313045 h 3345776"/>
              <a:gd name="connsiteX1749" fmla="*/ 6203614 w 8965936"/>
              <a:gd name="connsiteY1749" fmla="*/ 2488124 h 3345776"/>
              <a:gd name="connsiteX1750" fmla="*/ 6504734 w 8965936"/>
              <a:gd name="connsiteY1750" fmla="*/ 2895746 h 3345776"/>
              <a:gd name="connsiteX1751" fmla="*/ 7126895 w 8965936"/>
              <a:gd name="connsiteY1751" fmla="*/ 2975561 h 3345776"/>
              <a:gd name="connsiteX1752" fmla="*/ 7305614 w 8965936"/>
              <a:gd name="connsiteY1752" fmla="*/ 2437341 h 3345776"/>
              <a:gd name="connsiteX1753" fmla="*/ 7304593 w 8965936"/>
              <a:gd name="connsiteY1753" fmla="*/ 2369196 h 3345776"/>
              <a:gd name="connsiteX1754" fmla="*/ 7306784 w 8965936"/>
              <a:gd name="connsiteY1754" fmla="*/ 2204545 h 3345776"/>
              <a:gd name="connsiteX1755" fmla="*/ 7308232 w 8965936"/>
              <a:gd name="connsiteY1755" fmla="*/ 2164274 h 3345776"/>
              <a:gd name="connsiteX1756" fmla="*/ 7309070 w 8965936"/>
              <a:gd name="connsiteY1756" fmla="*/ 2136252 h 3345776"/>
              <a:gd name="connsiteX1757" fmla="*/ 7309507 w 8965936"/>
              <a:gd name="connsiteY1757" fmla="*/ 2128389 h 3345776"/>
              <a:gd name="connsiteX1758" fmla="*/ 7316148 w 8965936"/>
              <a:gd name="connsiteY1758" fmla="*/ 2009628 h 3345776"/>
              <a:gd name="connsiteX1759" fmla="*/ 7322366 w 8965936"/>
              <a:gd name="connsiteY1759" fmla="*/ 1946198 h 3345776"/>
              <a:gd name="connsiteX1760" fmla="*/ 7323075 w 8965936"/>
              <a:gd name="connsiteY1760" fmla="*/ 1941077 h 3345776"/>
              <a:gd name="connsiteX1761" fmla="*/ 7367697 w 8965936"/>
              <a:gd name="connsiteY1761" fmla="*/ 1768680 h 3345776"/>
              <a:gd name="connsiteX1762" fmla="*/ 7371545 w 8965936"/>
              <a:gd name="connsiteY1762" fmla="*/ 1757124 h 3345776"/>
              <a:gd name="connsiteX1763" fmla="*/ 7583427 w 8965936"/>
              <a:gd name="connsiteY1763" fmla="*/ 1542496 h 3345776"/>
              <a:gd name="connsiteX1764" fmla="*/ 7831934 w 8965936"/>
              <a:gd name="connsiteY1764" fmla="*/ 1546582 h 3345776"/>
              <a:gd name="connsiteX1765" fmla="*/ 8965936 w 8965936"/>
              <a:gd name="connsiteY1765" fmla="*/ 1745211 h 3345776"/>
              <a:gd name="connsiteX1766" fmla="*/ 8965936 w 8965936"/>
              <a:gd name="connsiteY1766" fmla="*/ 1667475 h 3345776"/>
              <a:gd name="connsiteX1767" fmla="*/ 8826985 w 8965936"/>
              <a:gd name="connsiteY1767" fmla="*/ 1629156 h 3345776"/>
              <a:gd name="connsiteX1768" fmla="*/ 8352445 w 8965936"/>
              <a:gd name="connsiteY1768" fmla="*/ 1426033 h 3345776"/>
              <a:gd name="connsiteX1769" fmla="*/ 8209547 w 8965936"/>
              <a:gd name="connsiteY1769" fmla="*/ 1357967 h 3345776"/>
              <a:gd name="connsiteX1770" fmla="*/ 8046344 w 8965936"/>
              <a:gd name="connsiteY1770" fmla="*/ 1286073 h 3345776"/>
              <a:gd name="connsiteX1771" fmla="*/ 7785579 w 8965936"/>
              <a:gd name="connsiteY1771" fmla="*/ 1220179 h 3345776"/>
              <a:gd name="connsiteX1772" fmla="*/ 7474626 w 8965936"/>
              <a:gd name="connsiteY1772" fmla="*/ 1386190 h 3345776"/>
              <a:gd name="connsiteX1773" fmla="*/ 7412286 w 8965936"/>
              <a:gd name="connsiteY1773" fmla="*/ 1486598 h 3345776"/>
              <a:gd name="connsiteX1774" fmla="*/ 7376850 w 8965936"/>
              <a:gd name="connsiteY1774" fmla="*/ 1572232 h 3345776"/>
              <a:gd name="connsiteX1775" fmla="*/ 7390407 w 8965936"/>
              <a:gd name="connsiteY1775" fmla="*/ 1529232 h 3345776"/>
              <a:gd name="connsiteX1776" fmla="*/ 7505912 w 8965936"/>
              <a:gd name="connsiteY1776" fmla="*/ 1325915 h 3345776"/>
              <a:gd name="connsiteX1777" fmla="*/ 7818527 w 8965936"/>
              <a:gd name="connsiteY1777" fmla="*/ 1181485 h 3345776"/>
              <a:gd name="connsiteX1778" fmla="*/ 8075078 w 8965936"/>
              <a:gd name="connsiteY1778" fmla="*/ 1256446 h 3345776"/>
              <a:gd name="connsiteX1779" fmla="*/ 8237003 w 8965936"/>
              <a:gd name="connsiteY1779" fmla="*/ 1335110 h 3345776"/>
              <a:gd name="connsiteX1780" fmla="*/ 8377475 w 8965936"/>
              <a:gd name="connsiteY1780" fmla="*/ 1409304 h 3345776"/>
              <a:gd name="connsiteX1781" fmla="*/ 8854187 w 8965936"/>
              <a:gd name="connsiteY1781" fmla="*/ 1633851 h 3345776"/>
              <a:gd name="connsiteX1782" fmla="*/ 8965936 w 8965936"/>
              <a:gd name="connsiteY1782" fmla="*/ 1666483 h 3345776"/>
              <a:gd name="connsiteX1783" fmla="*/ 8965936 w 8965936"/>
              <a:gd name="connsiteY1783" fmla="*/ 1652984 h 3345776"/>
              <a:gd name="connsiteX1784" fmla="*/ 8858291 w 8965936"/>
              <a:gd name="connsiteY1784" fmla="*/ 1621552 h 3345776"/>
              <a:gd name="connsiteX1785" fmla="*/ 8383859 w 8965936"/>
              <a:gd name="connsiteY1785" fmla="*/ 1397939 h 3345776"/>
              <a:gd name="connsiteX1786" fmla="*/ 8243388 w 8965936"/>
              <a:gd name="connsiteY1786" fmla="*/ 1323745 h 3345776"/>
              <a:gd name="connsiteX1787" fmla="*/ 8080824 w 8965936"/>
              <a:gd name="connsiteY1787" fmla="*/ 1244698 h 3345776"/>
              <a:gd name="connsiteX1788" fmla="*/ 7819165 w 8965936"/>
              <a:gd name="connsiteY1788" fmla="*/ 1168077 h 3345776"/>
              <a:gd name="connsiteX1789" fmla="*/ 7495825 w 8965936"/>
              <a:gd name="connsiteY1789" fmla="*/ 1317359 h 3345776"/>
              <a:gd name="connsiteX1790" fmla="*/ 7428136 w 8965936"/>
              <a:gd name="connsiteY1790" fmla="*/ 1415777 h 3345776"/>
              <a:gd name="connsiteX1791" fmla="*/ 7390232 w 8965936"/>
              <a:gd name="connsiteY1791" fmla="*/ 1498345 h 3345776"/>
              <a:gd name="connsiteX1792" fmla="*/ 7403881 w 8965936"/>
              <a:gd name="connsiteY1792" fmla="*/ 1459426 h 3345776"/>
              <a:gd name="connsiteX1793" fmla="*/ 7528900 w 8965936"/>
              <a:gd name="connsiteY1793" fmla="*/ 1258360 h 3345776"/>
              <a:gd name="connsiteX1794" fmla="*/ 7853645 w 8965936"/>
              <a:gd name="connsiteY1794" fmla="*/ 1129894 h 3345776"/>
              <a:gd name="connsiteX1795" fmla="*/ 8111345 w 8965936"/>
              <a:gd name="connsiteY1795" fmla="*/ 1214942 h 3345776"/>
              <a:gd name="connsiteX1796" fmla="*/ 8272505 w 8965936"/>
              <a:gd name="connsiteY1796" fmla="*/ 1300757 h 3345776"/>
              <a:gd name="connsiteX1797" fmla="*/ 8410166 w 8965936"/>
              <a:gd name="connsiteY1797" fmla="*/ 1380954 h 3345776"/>
              <a:gd name="connsiteX1798" fmla="*/ 8887419 w 8965936"/>
              <a:gd name="connsiteY1798" fmla="*/ 1626368 h 3345776"/>
              <a:gd name="connsiteX1799" fmla="*/ 8965936 w 8965936"/>
              <a:gd name="connsiteY1799" fmla="*/ 1650464 h 3345776"/>
              <a:gd name="connsiteX1800" fmla="*/ 8965936 w 8965936"/>
              <a:gd name="connsiteY1800" fmla="*/ 1636618 h 3345776"/>
              <a:gd name="connsiteX1801" fmla="*/ 8892025 w 8965936"/>
              <a:gd name="connsiteY1801" fmla="*/ 1613891 h 3345776"/>
              <a:gd name="connsiteX1802" fmla="*/ 8417701 w 8965936"/>
              <a:gd name="connsiteY1802" fmla="*/ 1369716 h 3345776"/>
              <a:gd name="connsiteX1803" fmla="*/ 8280038 w 8965936"/>
              <a:gd name="connsiteY1803" fmla="*/ 1289520 h 3345776"/>
              <a:gd name="connsiteX1804" fmla="*/ 8118113 w 8965936"/>
              <a:gd name="connsiteY1804" fmla="*/ 1203321 h 3345776"/>
              <a:gd name="connsiteX1805" fmla="*/ 7855432 w 8965936"/>
              <a:gd name="connsiteY1805" fmla="*/ 1116867 h 3345776"/>
              <a:gd name="connsiteX1806" fmla="*/ 7519962 w 8965936"/>
              <a:gd name="connsiteY1806" fmla="*/ 1249422 h 3345776"/>
              <a:gd name="connsiteX1807" fmla="*/ 7446537 w 8965936"/>
              <a:gd name="connsiteY1807" fmla="*/ 1345853 h 3345776"/>
              <a:gd name="connsiteX1808" fmla="*/ 7397958 w 8965936"/>
              <a:gd name="connsiteY1808" fmla="*/ 1441741 h 3345776"/>
              <a:gd name="connsiteX1809" fmla="*/ 7386920 w 8965936"/>
              <a:gd name="connsiteY1809" fmla="*/ 1467854 h 3345776"/>
              <a:gd name="connsiteX1810" fmla="*/ 7368340 w 8965936"/>
              <a:gd name="connsiteY1810" fmla="*/ 1520649 h 3345776"/>
              <a:gd name="connsiteX1811" fmla="*/ 7375377 w 8965936"/>
              <a:gd name="connsiteY1811" fmla="*/ 1495165 h 3345776"/>
              <a:gd name="connsiteX1812" fmla="*/ 7386920 w 8965936"/>
              <a:gd name="connsiteY1812" fmla="*/ 1467854 h 3345776"/>
              <a:gd name="connsiteX1813" fmla="*/ 7391909 w 8965936"/>
              <a:gd name="connsiteY1813" fmla="*/ 1453680 h 3345776"/>
              <a:gd name="connsiteX1814" fmla="*/ 7397958 w 8965936"/>
              <a:gd name="connsiteY1814" fmla="*/ 1441741 h 3345776"/>
              <a:gd name="connsiteX1815" fmla="*/ 7443813 w 8965936"/>
              <a:gd name="connsiteY1815" fmla="*/ 1333253 h 3345776"/>
              <a:gd name="connsiteX1816" fmla="*/ 7551886 w 8965936"/>
              <a:gd name="connsiteY1816" fmla="*/ 1188891 h 3345776"/>
              <a:gd name="connsiteX1817" fmla="*/ 7794948 w 8965936"/>
              <a:gd name="connsiteY1817" fmla="*/ 1074121 h 3345776"/>
              <a:gd name="connsiteX1818" fmla="*/ 7888763 w 8965936"/>
              <a:gd name="connsiteY1818" fmla="*/ 1076385 h 3345776"/>
              <a:gd name="connsiteX1819" fmla="*/ 8147613 w 8965936"/>
              <a:gd name="connsiteY1819" fmla="*/ 1171651 h 3345776"/>
              <a:gd name="connsiteX1820" fmla="*/ 8308133 w 8965936"/>
              <a:gd name="connsiteY1820" fmla="*/ 1264490 h 3345776"/>
              <a:gd name="connsiteX1821" fmla="*/ 8443114 w 8965936"/>
              <a:gd name="connsiteY1821" fmla="*/ 1350560 h 3345776"/>
              <a:gd name="connsiteX1822" fmla="*/ 8919934 w 8965936"/>
              <a:gd name="connsiteY1822" fmla="*/ 1616717 h 3345776"/>
              <a:gd name="connsiteX1823" fmla="*/ 8965936 w 8965936"/>
              <a:gd name="connsiteY1823" fmla="*/ 1631565 h 3345776"/>
              <a:gd name="connsiteX1824" fmla="*/ 8965936 w 8965936"/>
              <a:gd name="connsiteY1824" fmla="*/ 1617962 h 3345776"/>
              <a:gd name="connsiteX1825" fmla="*/ 8924645 w 8965936"/>
              <a:gd name="connsiteY1825" fmla="*/ 1604605 h 3345776"/>
              <a:gd name="connsiteX1826" fmla="*/ 8450393 w 8965936"/>
              <a:gd name="connsiteY1826" fmla="*/ 1339706 h 3345776"/>
              <a:gd name="connsiteX1827" fmla="*/ 8315156 w 8965936"/>
              <a:gd name="connsiteY1827" fmla="*/ 1253636 h 3345776"/>
              <a:gd name="connsiteX1828" fmla="*/ 8153997 w 8965936"/>
              <a:gd name="connsiteY1828" fmla="*/ 1160286 h 3345776"/>
              <a:gd name="connsiteX1829" fmla="*/ 7890423 w 8965936"/>
              <a:gd name="connsiteY1829" fmla="*/ 1063488 h 3345776"/>
              <a:gd name="connsiteX1830" fmla="*/ 7542563 w 8965936"/>
              <a:gd name="connsiteY1830" fmla="*/ 1179568 h 3345776"/>
              <a:gd name="connsiteX1831" fmla="*/ 7405014 w 8965936"/>
              <a:gd name="connsiteY1831" fmla="*/ 1381225 h 3345776"/>
              <a:gd name="connsiteX1832" fmla="*/ 7367703 w 8965936"/>
              <a:gd name="connsiteY1832" fmla="*/ 1478079 h 3345776"/>
              <a:gd name="connsiteX1833" fmla="*/ 7383016 w 8965936"/>
              <a:gd name="connsiteY1833" fmla="*/ 1427735 h 3345776"/>
              <a:gd name="connsiteX1834" fmla="*/ 7573084 w 8965936"/>
              <a:gd name="connsiteY1834" fmla="*/ 1123508 h 3345776"/>
              <a:gd name="connsiteX1835" fmla="*/ 7825646 w 8965936"/>
              <a:gd name="connsiteY1835" fmla="*/ 1020268 h 3345776"/>
              <a:gd name="connsiteX1836" fmla="*/ 7922220 w 8965936"/>
              <a:gd name="connsiteY1836" fmla="*/ 1026966 h 3345776"/>
              <a:gd name="connsiteX1837" fmla="*/ 8182220 w 8965936"/>
              <a:gd name="connsiteY1837" fmla="*/ 1132575 h 3345776"/>
              <a:gd name="connsiteX1838" fmla="*/ 8341973 w 8965936"/>
              <a:gd name="connsiteY1838" fmla="*/ 1232437 h 3345776"/>
              <a:gd name="connsiteX1839" fmla="*/ 8474528 w 8965936"/>
              <a:gd name="connsiteY1839" fmla="*/ 1324254 h 3345776"/>
              <a:gd name="connsiteX1840" fmla="*/ 8951403 w 8965936"/>
              <a:gd name="connsiteY1840" fmla="*/ 1611386 h 3345776"/>
              <a:gd name="connsiteX1841" fmla="*/ 8965936 w 8965936"/>
              <a:gd name="connsiteY1841" fmla="*/ 1616300 h 3345776"/>
              <a:gd name="connsiteX1842" fmla="*/ 8965936 w 8965936"/>
              <a:gd name="connsiteY1842" fmla="*/ 1603118 h 3345776"/>
              <a:gd name="connsiteX1843" fmla="*/ 8956612 w 8965936"/>
              <a:gd name="connsiteY1843" fmla="*/ 1599553 h 3345776"/>
              <a:gd name="connsiteX1844" fmla="*/ 8482701 w 8965936"/>
              <a:gd name="connsiteY1844" fmla="*/ 1314038 h 3345776"/>
              <a:gd name="connsiteX1845" fmla="*/ 8349891 w 8965936"/>
              <a:gd name="connsiteY1845" fmla="*/ 1222221 h 3345776"/>
              <a:gd name="connsiteX1846" fmla="*/ 8189242 w 8965936"/>
              <a:gd name="connsiteY1846" fmla="*/ 1121719 h 3345776"/>
              <a:gd name="connsiteX1847" fmla="*/ 7924774 w 8965936"/>
              <a:gd name="connsiteY1847" fmla="*/ 1014706 h 3345776"/>
              <a:gd name="connsiteX1848" fmla="*/ 7564784 w 8965936"/>
              <a:gd name="connsiteY1848" fmla="*/ 1114186 h 3345776"/>
              <a:gd name="connsiteX1849" fmla="*/ 7370873 w 8965936"/>
              <a:gd name="connsiteY1849" fmla="*/ 1423692 h 3345776"/>
              <a:gd name="connsiteX1850" fmla="*/ 7351959 w 8965936"/>
              <a:gd name="connsiteY1850" fmla="*/ 1485787 h 3345776"/>
              <a:gd name="connsiteX1851" fmla="*/ 7357269 w 8965936"/>
              <a:gd name="connsiteY1851" fmla="*/ 1460895 h 3345776"/>
              <a:gd name="connsiteX1852" fmla="*/ 7595176 w 8965936"/>
              <a:gd name="connsiteY1852" fmla="*/ 1055954 h 3345776"/>
              <a:gd name="connsiteX1853" fmla="*/ 7857023 w 8965936"/>
              <a:gd name="connsiteY1853" fmla="*/ 964099 h 3345776"/>
              <a:gd name="connsiteX1854" fmla="*/ 7956444 w 8965936"/>
              <a:gd name="connsiteY1854" fmla="*/ 975374 h 3345776"/>
              <a:gd name="connsiteX1855" fmla="*/ 8217593 w 8965936"/>
              <a:gd name="connsiteY1855" fmla="*/ 1091072 h 3345776"/>
              <a:gd name="connsiteX1856" fmla="*/ 8376709 w 8965936"/>
              <a:gd name="connsiteY1856" fmla="*/ 1198085 h 3345776"/>
              <a:gd name="connsiteX1857" fmla="*/ 8506708 w 8965936"/>
              <a:gd name="connsiteY1857" fmla="*/ 1295395 h 3345776"/>
              <a:gd name="connsiteX1858" fmla="*/ 8857255 w 8965936"/>
              <a:gd name="connsiteY1858" fmla="*/ 1538419 h 3345776"/>
              <a:gd name="connsiteX1859" fmla="*/ 8965936 w 8965936"/>
              <a:gd name="connsiteY1859" fmla="*/ 1594370 h 3345776"/>
              <a:gd name="connsiteX1860" fmla="*/ 8965936 w 8965936"/>
              <a:gd name="connsiteY1860" fmla="*/ 1579027 h 3345776"/>
              <a:gd name="connsiteX1861" fmla="*/ 8822497 w 8965936"/>
              <a:gd name="connsiteY1861" fmla="*/ 1502255 h 3345776"/>
              <a:gd name="connsiteX1862" fmla="*/ 8514625 w 8965936"/>
              <a:gd name="connsiteY1862" fmla="*/ 1284540 h 3345776"/>
              <a:gd name="connsiteX1863" fmla="*/ 8384371 w 8965936"/>
              <a:gd name="connsiteY1863" fmla="*/ 1187104 h 3345776"/>
              <a:gd name="connsiteX1864" fmla="*/ 8224360 w 8965936"/>
              <a:gd name="connsiteY1864" fmla="*/ 1079579 h 3345776"/>
              <a:gd name="connsiteX1865" fmla="*/ 7958871 w 8965936"/>
              <a:gd name="connsiteY1865" fmla="*/ 962093 h 3345776"/>
              <a:gd name="connsiteX1866" fmla="*/ 7586621 w 8965936"/>
              <a:gd name="connsiteY1866" fmla="*/ 1045227 h 3345776"/>
              <a:gd name="connsiteX1867" fmla="*/ 7389316 w 8965936"/>
              <a:gd name="connsiteY1867" fmla="*/ 1325659 h 3345776"/>
              <a:gd name="connsiteX1868" fmla="*/ 7352963 w 8965936"/>
              <a:gd name="connsiteY1868" fmla="*/ 1431048 h 3345776"/>
              <a:gd name="connsiteX1869" fmla="*/ 7361994 w 8965936"/>
              <a:gd name="connsiteY1869" fmla="*/ 1391935 h 3345776"/>
              <a:gd name="connsiteX1870" fmla="*/ 7616630 w 8965936"/>
              <a:gd name="connsiteY1870" fmla="*/ 986867 h 3345776"/>
              <a:gd name="connsiteX1871" fmla="*/ 7888083 w 8965936"/>
              <a:gd name="connsiteY1871" fmla="*/ 906954 h 3345776"/>
              <a:gd name="connsiteX1872" fmla="*/ 7990156 w 8965936"/>
              <a:gd name="connsiteY1872" fmla="*/ 923016 h 3345776"/>
              <a:gd name="connsiteX1873" fmla="*/ 8252455 w 8965936"/>
              <a:gd name="connsiteY1873" fmla="*/ 1048930 h 3345776"/>
              <a:gd name="connsiteX1874" fmla="*/ 8410804 w 8965936"/>
              <a:gd name="connsiteY1874" fmla="*/ 1162967 h 3345776"/>
              <a:gd name="connsiteX1875" fmla="*/ 8538506 w 8965936"/>
              <a:gd name="connsiteY1875" fmla="*/ 1265766 h 3345776"/>
              <a:gd name="connsiteX1876" fmla="*/ 8888380 w 8965936"/>
              <a:gd name="connsiteY1876" fmla="*/ 1525656 h 3345776"/>
              <a:gd name="connsiteX1877" fmla="*/ 8965936 w 8965936"/>
              <a:gd name="connsiteY1877" fmla="*/ 1567940 h 3345776"/>
              <a:gd name="connsiteX1878" fmla="*/ 8965936 w 8965936"/>
              <a:gd name="connsiteY1878" fmla="*/ 1552969 h 3345776"/>
              <a:gd name="connsiteX1879" fmla="*/ 8894584 w 8965936"/>
              <a:gd name="connsiteY1879" fmla="*/ 1514075 h 3345776"/>
              <a:gd name="connsiteX1880" fmla="*/ 8547062 w 8965936"/>
              <a:gd name="connsiteY1880" fmla="*/ 1255679 h 3345776"/>
              <a:gd name="connsiteX1881" fmla="*/ 8419361 w 8965936"/>
              <a:gd name="connsiteY1881" fmla="*/ 1152624 h 3345776"/>
              <a:gd name="connsiteX1882" fmla="*/ 8260117 w 8965936"/>
              <a:gd name="connsiteY1882" fmla="*/ 1037693 h 3345776"/>
              <a:gd name="connsiteX1883" fmla="*/ 7993731 w 8965936"/>
              <a:gd name="connsiteY1883" fmla="*/ 909991 h 3345776"/>
              <a:gd name="connsiteX1884" fmla="*/ 7609095 w 8965936"/>
              <a:gd name="connsiteY1884" fmla="*/ 976523 h 3345776"/>
              <a:gd name="connsiteX1885" fmla="*/ 7398915 w 8965936"/>
              <a:gd name="connsiteY1885" fmla="*/ 1254639 h 3345776"/>
              <a:gd name="connsiteX1886" fmla="*/ 7351472 w 8965936"/>
              <a:gd name="connsiteY1886" fmla="*/ 1382234 h 3345776"/>
              <a:gd name="connsiteX1887" fmla="*/ 7366591 w 8965936"/>
              <a:gd name="connsiteY1887" fmla="*/ 1321317 h 3345776"/>
              <a:gd name="connsiteX1888" fmla="*/ 7637956 w 8965936"/>
              <a:gd name="connsiteY1888" fmla="*/ 918291 h 3345776"/>
              <a:gd name="connsiteX1889" fmla="*/ 7843937 w 8965936"/>
              <a:gd name="connsiteY1889" fmla="*/ 847760 h 3345776"/>
              <a:gd name="connsiteX1890" fmla="*/ 7918604 w 8965936"/>
              <a:gd name="connsiteY1890" fmla="*/ 849028 h 3345776"/>
              <a:gd name="connsiteX1891" fmla="*/ 8023614 w 8965936"/>
              <a:gd name="connsiteY1891" fmla="*/ 869892 h 3345776"/>
              <a:gd name="connsiteX1892" fmla="*/ 8287062 w 8965936"/>
              <a:gd name="connsiteY1892" fmla="*/ 1005895 h 3345776"/>
              <a:gd name="connsiteX1893" fmla="*/ 8444772 w 8965936"/>
              <a:gd name="connsiteY1893" fmla="*/ 1127083 h 3345776"/>
              <a:gd name="connsiteX1894" fmla="*/ 8570047 w 8965936"/>
              <a:gd name="connsiteY1894" fmla="*/ 1235247 h 3345776"/>
              <a:gd name="connsiteX1895" fmla="*/ 8919262 w 8965936"/>
              <a:gd name="connsiteY1895" fmla="*/ 1513074 h 3345776"/>
              <a:gd name="connsiteX1896" fmla="*/ 8965936 w 8965936"/>
              <a:gd name="connsiteY1896" fmla="*/ 1539956 h 3345776"/>
              <a:gd name="connsiteX1897" fmla="*/ 8965936 w 8965936"/>
              <a:gd name="connsiteY1897" fmla="*/ 1527172 h 3345776"/>
              <a:gd name="connsiteX1898" fmla="*/ 8884704 w 8965936"/>
              <a:gd name="connsiteY1898" fmla="*/ 1474367 h 3345776"/>
              <a:gd name="connsiteX1899" fmla="*/ 8578476 w 8965936"/>
              <a:gd name="connsiteY1899" fmla="*/ 1225796 h 3345776"/>
              <a:gd name="connsiteX1900" fmla="*/ 8452945 w 8965936"/>
              <a:gd name="connsiteY1900" fmla="*/ 1117506 h 3345776"/>
              <a:gd name="connsiteX1901" fmla="*/ 8294213 w 8965936"/>
              <a:gd name="connsiteY1901" fmla="*/ 995679 h 3345776"/>
              <a:gd name="connsiteX1902" fmla="*/ 8026934 w 8965936"/>
              <a:gd name="connsiteY1902" fmla="*/ 857762 h 3345776"/>
              <a:gd name="connsiteX1903" fmla="*/ 7630167 w 8965936"/>
              <a:gd name="connsiteY1903" fmla="*/ 907821 h 3345776"/>
              <a:gd name="connsiteX1904" fmla="*/ 7406968 w 8965936"/>
              <a:gd name="connsiteY1904" fmla="*/ 1183745 h 3345776"/>
              <a:gd name="connsiteX1905" fmla="*/ 7360093 w 8965936"/>
              <a:gd name="connsiteY1905" fmla="*/ 1300916 h 3345776"/>
              <a:gd name="connsiteX1906" fmla="*/ 7372592 w 8965936"/>
              <a:gd name="connsiteY1906" fmla="*/ 1254145 h 3345776"/>
              <a:gd name="connsiteX1907" fmla="*/ 7660686 w 8965936"/>
              <a:gd name="connsiteY1907" fmla="*/ 852141 h 3345776"/>
              <a:gd name="connsiteX1908" fmla="*/ 7849111 w 8965936"/>
              <a:gd name="connsiteY1908" fmla="*/ 791436 h 3345776"/>
              <a:gd name="connsiteX1909" fmla="*/ 8058604 w 8965936"/>
              <a:gd name="connsiteY1909" fmla="*/ 819706 h 3345776"/>
              <a:gd name="connsiteX1910" fmla="*/ 8323072 w 8965936"/>
              <a:gd name="connsiteY1910" fmla="*/ 966051 h 3345776"/>
              <a:gd name="connsiteX1911" fmla="*/ 8480018 w 8965936"/>
              <a:gd name="connsiteY1911" fmla="*/ 1093753 h 3345776"/>
              <a:gd name="connsiteX1912" fmla="*/ 8600184 w 8965936"/>
              <a:gd name="connsiteY1912" fmla="*/ 1204726 h 3345776"/>
              <a:gd name="connsiteX1913" fmla="*/ 8868021 w 8965936"/>
              <a:gd name="connsiteY1913" fmla="*/ 1441254 h 3345776"/>
              <a:gd name="connsiteX1914" fmla="*/ 8965936 w 8965936"/>
              <a:gd name="connsiteY1914" fmla="*/ 1509571 h 3345776"/>
              <a:gd name="connsiteX1915" fmla="*/ 8965936 w 8965936"/>
              <a:gd name="connsiteY1915" fmla="*/ 1495480 h 3345776"/>
              <a:gd name="connsiteX1916" fmla="*/ 8915447 w 8965936"/>
              <a:gd name="connsiteY1916" fmla="*/ 1460798 h 3345776"/>
              <a:gd name="connsiteX1917" fmla="*/ 8608103 w 8965936"/>
              <a:gd name="connsiteY1917" fmla="*/ 1196553 h 3345776"/>
              <a:gd name="connsiteX1918" fmla="*/ 8487807 w 8965936"/>
              <a:gd name="connsiteY1918" fmla="*/ 1085452 h 3345776"/>
              <a:gd name="connsiteX1919" fmla="*/ 8329841 w 8965936"/>
              <a:gd name="connsiteY1919" fmla="*/ 956475 h 3345776"/>
              <a:gd name="connsiteX1920" fmla="*/ 8061669 w 8965936"/>
              <a:gd name="connsiteY1920" fmla="*/ 808212 h 3345776"/>
              <a:gd name="connsiteX1921" fmla="*/ 7653024 w 8965936"/>
              <a:gd name="connsiteY1921" fmla="*/ 841798 h 3345776"/>
              <a:gd name="connsiteX1922" fmla="*/ 7359311 w 8965936"/>
              <a:gd name="connsiteY1922" fmla="*/ 1250442 h 3345776"/>
              <a:gd name="connsiteX1923" fmla="*/ 7282690 w 8965936"/>
              <a:gd name="connsiteY1923" fmla="*/ 1538920 h 3345776"/>
              <a:gd name="connsiteX1924" fmla="*/ 7263791 w 8965936"/>
              <a:gd name="connsiteY1924" fmla="*/ 1635973 h 3345776"/>
              <a:gd name="connsiteX1925" fmla="*/ 7097779 w 8965936"/>
              <a:gd name="connsiteY1925" fmla="*/ 2198753 h 3345776"/>
              <a:gd name="connsiteX1926" fmla="*/ 7012091 w 8965936"/>
              <a:gd name="connsiteY1926" fmla="*/ 2325049 h 3345776"/>
              <a:gd name="connsiteX1927" fmla="*/ 6433605 w 8965936"/>
              <a:gd name="connsiteY1927" fmla="*/ 2484548 h 3345776"/>
              <a:gd name="connsiteX1928" fmla="*/ 6347150 w 8965936"/>
              <a:gd name="connsiteY1928" fmla="*/ 2423635 h 3345776"/>
              <a:gd name="connsiteX1929" fmla="*/ 6331814 w 8965936"/>
              <a:gd name="connsiteY1929" fmla="*/ 2404975 h 3345776"/>
              <a:gd name="connsiteX1930" fmla="*/ 6421727 w 8965936"/>
              <a:gd name="connsiteY1930" fmla="*/ 2466798 h 3345776"/>
              <a:gd name="connsiteX1931" fmla="*/ 6593358 w 8965936"/>
              <a:gd name="connsiteY1931" fmla="*/ 2505109 h 3345776"/>
              <a:gd name="connsiteX1932" fmla="*/ 7022691 w 8965936"/>
              <a:gd name="connsiteY1932" fmla="*/ 2282270 h 3345776"/>
              <a:gd name="connsiteX1933" fmla="*/ 7108122 w 8965936"/>
              <a:gd name="connsiteY1933" fmla="*/ 2149334 h 3345776"/>
              <a:gd name="connsiteX1934" fmla="*/ 7271069 w 8965936"/>
              <a:gd name="connsiteY1934" fmla="*/ 1595492 h 3345776"/>
              <a:gd name="connsiteX1935" fmla="*/ 7295333 w 8965936"/>
              <a:gd name="connsiteY1935" fmla="*/ 1475198 h 3345776"/>
              <a:gd name="connsiteX1936" fmla="*/ 7377062 w 8965936"/>
              <a:gd name="connsiteY1936" fmla="*/ 1185444 h 3345776"/>
              <a:gd name="connsiteX1937" fmla="*/ 7681886 w 8965936"/>
              <a:gd name="connsiteY1937" fmla="*/ 784333 h 3345776"/>
              <a:gd name="connsiteX1938" fmla="*/ 7876821 w 8965936"/>
              <a:gd name="connsiteY1938" fmla="*/ 730380 h 3345776"/>
              <a:gd name="connsiteX1939" fmla="*/ 8092062 w 8965936"/>
              <a:gd name="connsiteY1939" fmla="*/ 767987 h 3345776"/>
              <a:gd name="connsiteX1940" fmla="*/ 8357808 w 8965936"/>
              <a:gd name="connsiteY1940" fmla="*/ 924550 h 3345776"/>
              <a:gd name="connsiteX1941" fmla="*/ 8513986 w 8965936"/>
              <a:gd name="connsiteY1941" fmla="*/ 1059657 h 3345776"/>
              <a:gd name="connsiteX1942" fmla="*/ 8632365 w 8965936"/>
              <a:gd name="connsiteY1942" fmla="*/ 1176121 h 3345776"/>
              <a:gd name="connsiteX1943" fmla="*/ 8899698 w 8965936"/>
              <a:gd name="connsiteY1943" fmla="*/ 1426032 h 3345776"/>
              <a:gd name="connsiteX1944" fmla="*/ 8965936 w 8965936"/>
              <a:gd name="connsiteY1944" fmla="*/ 1474691 h 3345776"/>
              <a:gd name="connsiteX1945" fmla="*/ 8965936 w 8965936"/>
              <a:gd name="connsiteY1945" fmla="*/ 1460164 h 3345776"/>
              <a:gd name="connsiteX1946" fmla="*/ 8947612 w 8965936"/>
              <a:gd name="connsiteY1946" fmla="*/ 1446880 h 3345776"/>
              <a:gd name="connsiteX1947" fmla="*/ 8642071 w 8965936"/>
              <a:gd name="connsiteY1947" fmla="*/ 1166033 h 3345776"/>
              <a:gd name="connsiteX1948" fmla="*/ 8523436 w 8965936"/>
              <a:gd name="connsiteY1948" fmla="*/ 1049441 h 3345776"/>
              <a:gd name="connsiteX1949" fmla="*/ 8366108 w 8965936"/>
              <a:gd name="connsiteY1949" fmla="*/ 913312 h 3345776"/>
              <a:gd name="connsiteX1950" fmla="*/ 8096914 w 8965936"/>
              <a:gd name="connsiteY1950" fmla="*/ 754835 h 3345776"/>
              <a:gd name="connsiteX1951" fmla="*/ 7675500 w 8965936"/>
              <a:gd name="connsiteY1951" fmla="*/ 771947 h 3345776"/>
              <a:gd name="connsiteX1952" fmla="*/ 7364419 w 8965936"/>
              <a:gd name="connsiteY1952" fmla="*/ 1180591 h 3345776"/>
              <a:gd name="connsiteX1953" fmla="*/ 7282180 w 8965936"/>
              <a:gd name="connsiteY1953" fmla="*/ 1472388 h 3345776"/>
              <a:gd name="connsiteX1954" fmla="*/ 7257916 w 8965936"/>
              <a:gd name="connsiteY1954" fmla="*/ 1592938 h 3345776"/>
              <a:gd name="connsiteX1955" fmla="*/ 7096119 w 8965936"/>
              <a:gd name="connsiteY1955" fmla="*/ 2143075 h 3345776"/>
              <a:gd name="connsiteX1956" fmla="*/ 7012091 w 8965936"/>
              <a:gd name="connsiteY1956" fmla="*/ 2273970 h 3345776"/>
              <a:gd name="connsiteX1957" fmla="*/ 6427730 w 8965936"/>
              <a:gd name="connsiteY1957" fmla="*/ 2455050 h 3345776"/>
              <a:gd name="connsiteX1958" fmla="*/ 6339360 w 8965936"/>
              <a:gd name="connsiteY1958" fmla="*/ 2394264 h 3345776"/>
              <a:gd name="connsiteX1959" fmla="*/ 6325385 w 8965936"/>
              <a:gd name="connsiteY1959" fmla="*/ 2377241 h 3345776"/>
              <a:gd name="connsiteX1960" fmla="*/ 6378175 w 8965936"/>
              <a:gd name="connsiteY1960" fmla="*/ 2417581 h 3345776"/>
              <a:gd name="connsiteX1961" fmla="*/ 6576248 w 8965936"/>
              <a:gd name="connsiteY1961" fmla="*/ 2472161 h 3345776"/>
              <a:gd name="connsiteX1962" fmla="*/ 7023074 w 8965936"/>
              <a:gd name="connsiteY1962" fmla="*/ 2230678 h 3345776"/>
              <a:gd name="connsiteX1963" fmla="*/ 7106719 w 8965936"/>
              <a:gd name="connsiteY1963" fmla="*/ 2093144 h 3345776"/>
              <a:gd name="connsiteX1964" fmla="*/ 7264558 w 8965936"/>
              <a:gd name="connsiteY1964" fmla="*/ 1552584 h 3345776"/>
              <a:gd name="connsiteX1965" fmla="*/ 7294695 w 8965936"/>
              <a:gd name="connsiteY1965" fmla="*/ 1408537 h 3345776"/>
              <a:gd name="connsiteX1966" fmla="*/ 7382043 w 8965936"/>
              <a:gd name="connsiteY1966" fmla="*/ 1115590 h 3345776"/>
              <a:gd name="connsiteX1967" fmla="*/ 7703595 w 8965936"/>
              <a:gd name="connsiteY1967" fmla="*/ 715374 h 3345776"/>
              <a:gd name="connsiteX1968" fmla="*/ 7904996 w 8965936"/>
              <a:gd name="connsiteY1968" fmla="*/ 668301 h 3345776"/>
              <a:gd name="connsiteX1969" fmla="*/ 8126031 w 8965936"/>
              <a:gd name="connsiteY1969" fmla="*/ 715374 h 3345776"/>
              <a:gd name="connsiteX1970" fmla="*/ 8392799 w 8965936"/>
              <a:gd name="connsiteY1970" fmla="*/ 882024 h 3345776"/>
              <a:gd name="connsiteX1971" fmla="*/ 8548338 w 8965936"/>
              <a:gd name="connsiteY1971" fmla="*/ 1024283 h 3345776"/>
              <a:gd name="connsiteX1972" fmla="*/ 8665185 w 8965936"/>
              <a:gd name="connsiteY1972" fmla="*/ 1146111 h 3345776"/>
              <a:gd name="connsiteX1973" fmla="*/ 8931155 w 8965936"/>
              <a:gd name="connsiteY1973" fmla="*/ 1410464 h 3345776"/>
              <a:gd name="connsiteX1974" fmla="*/ 8965936 w 8965936"/>
              <a:gd name="connsiteY1974" fmla="*/ 1437384 h 3345776"/>
              <a:gd name="connsiteX1975" fmla="*/ 8965936 w 8965936"/>
              <a:gd name="connsiteY1975" fmla="*/ 1421020 h 3345776"/>
              <a:gd name="connsiteX1976" fmla="*/ 8823621 w 8965936"/>
              <a:gd name="connsiteY1976" fmla="*/ 1290980 h 3345776"/>
              <a:gd name="connsiteX1977" fmla="*/ 8675274 w 8965936"/>
              <a:gd name="connsiteY1977" fmla="*/ 1137427 h 3345776"/>
              <a:gd name="connsiteX1978" fmla="*/ 8558300 w 8965936"/>
              <a:gd name="connsiteY1978" fmla="*/ 1015345 h 3345776"/>
              <a:gd name="connsiteX1979" fmla="*/ 8401739 w 8965936"/>
              <a:gd name="connsiteY1979" fmla="*/ 872192 h 3345776"/>
              <a:gd name="connsiteX1980" fmla="*/ 8131394 w 8965936"/>
              <a:gd name="connsiteY1980" fmla="*/ 703370 h 3345776"/>
              <a:gd name="connsiteX1981" fmla="*/ 7698104 w 8965936"/>
              <a:gd name="connsiteY1981" fmla="*/ 703370 h 3345776"/>
              <a:gd name="connsiteX1982" fmla="*/ 7369912 w 8965936"/>
              <a:gd name="connsiteY1982" fmla="*/ 1110609 h 3345776"/>
              <a:gd name="connsiteX1983" fmla="*/ 7281925 w 8965936"/>
              <a:gd name="connsiteY1983" fmla="*/ 1405600 h 3345776"/>
              <a:gd name="connsiteX1984" fmla="*/ 7251660 w 8965936"/>
              <a:gd name="connsiteY1984" fmla="*/ 1549902 h 3345776"/>
              <a:gd name="connsiteX1985" fmla="*/ 7095098 w 8965936"/>
              <a:gd name="connsiteY1985" fmla="*/ 2087141 h 3345776"/>
              <a:gd name="connsiteX1986" fmla="*/ 7012731 w 8965936"/>
              <a:gd name="connsiteY1986" fmla="*/ 2222761 h 3345776"/>
              <a:gd name="connsiteX1987" fmla="*/ 6422240 w 8965936"/>
              <a:gd name="connsiteY1987" fmla="*/ 2425295 h 3345776"/>
              <a:gd name="connsiteX1988" fmla="*/ 6332083 w 8965936"/>
              <a:gd name="connsiteY1988" fmla="*/ 2364509 h 3345776"/>
              <a:gd name="connsiteX1989" fmla="*/ 6319225 w 8965936"/>
              <a:gd name="connsiteY1989" fmla="*/ 2348844 h 3345776"/>
              <a:gd name="connsiteX1990" fmla="*/ 6411131 w 8965936"/>
              <a:gd name="connsiteY1990" fmla="*/ 2409461 h 3345776"/>
              <a:gd name="connsiteX1991" fmla="*/ 6564372 w 8965936"/>
              <a:gd name="connsiteY1991" fmla="*/ 2441769 h 3345776"/>
              <a:gd name="connsiteX1992" fmla="*/ 7024097 w 8965936"/>
              <a:gd name="connsiteY1992" fmla="*/ 2180875 h 3345776"/>
              <a:gd name="connsiteX1993" fmla="*/ 7106464 w 8965936"/>
              <a:gd name="connsiteY1993" fmla="*/ 2038744 h 3345776"/>
              <a:gd name="connsiteX1994" fmla="*/ 7258811 w 8965936"/>
              <a:gd name="connsiteY1994" fmla="*/ 1511720 h 3345776"/>
              <a:gd name="connsiteX1995" fmla="*/ 7295079 w 8965936"/>
              <a:gd name="connsiteY1995" fmla="*/ 1343538 h 3345776"/>
              <a:gd name="connsiteX1996" fmla="*/ 7388045 w 8965936"/>
              <a:gd name="connsiteY1996" fmla="*/ 1047398 h 3345776"/>
              <a:gd name="connsiteX1997" fmla="*/ 7726454 w 8965936"/>
              <a:gd name="connsiteY1997" fmla="*/ 648204 h 3345776"/>
              <a:gd name="connsiteX1998" fmla="*/ 7933825 w 8965936"/>
              <a:gd name="connsiteY1998" fmla="*/ 607467 h 3345776"/>
              <a:gd name="connsiteX1999" fmla="*/ 8160639 w 8965936"/>
              <a:gd name="connsiteY1999" fmla="*/ 664039 h 3345776"/>
              <a:gd name="connsiteX2000" fmla="*/ 8428811 w 8965936"/>
              <a:gd name="connsiteY2000" fmla="*/ 841032 h 3345776"/>
              <a:gd name="connsiteX2001" fmla="*/ 8582180 w 8965936"/>
              <a:gd name="connsiteY2001" fmla="*/ 989039 h 3345776"/>
              <a:gd name="connsiteX2002" fmla="*/ 8697111 w 8965936"/>
              <a:gd name="connsiteY2002" fmla="*/ 1116740 h 3345776"/>
              <a:gd name="connsiteX2003" fmla="*/ 8962207 w 8965936"/>
              <a:gd name="connsiteY2003" fmla="*/ 1394621 h 3345776"/>
              <a:gd name="connsiteX2004" fmla="*/ 8965936 w 8965936"/>
              <a:gd name="connsiteY2004" fmla="*/ 1397645 h 3345776"/>
              <a:gd name="connsiteX2005" fmla="*/ 8965936 w 8965936"/>
              <a:gd name="connsiteY2005" fmla="*/ 1377355 h 3345776"/>
              <a:gd name="connsiteX2006" fmla="*/ 8854679 w 8965936"/>
              <a:gd name="connsiteY2006" fmla="*/ 1270170 h 3345776"/>
              <a:gd name="connsiteX2007" fmla="*/ 8707200 w 8965936"/>
              <a:gd name="connsiteY2007" fmla="*/ 1108440 h 3345776"/>
              <a:gd name="connsiteX2008" fmla="*/ 8592269 w 8965936"/>
              <a:gd name="connsiteY2008" fmla="*/ 980738 h 3345776"/>
              <a:gd name="connsiteX2009" fmla="*/ 8436346 w 8965936"/>
              <a:gd name="connsiteY2009" fmla="*/ 830433 h 3345776"/>
              <a:gd name="connsiteX2010" fmla="*/ 8165107 w 8965936"/>
              <a:gd name="connsiteY2010" fmla="*/ 651651 h 3345776"/>
              <a:gd name="connsiteX2011" fmla="*/ 7719558 w 8965936"/>
              <a:gd name="connsiteY2011" fmla="*/ 635816 h 3345776"/>
              <a:gd name="connsiteX2012" fmla="*/ 7374764 w 8965936"/>
              <a:gd name="connsiteY2012" fmla="*/ 1042035 h 3345776"/>
              <a:gd name="connsiteX2013" fmla="*/ 7281159 w 8965936"/>
              <a:gd name="connsiteY2013" fmla="*/ 1340473 h 3345776"/>
              <a:gd name="connsiteX2014" fmla="*/ 7244765 w 8965936"/>
              <a:gd name="connsiteY2014" fmla="*/ 1508782 h 3345776"/>
              <a:gd name="connsiteX2015" fmla="*/ 7093438 w 8965936"/>
              <a:gd name="connsiteY2015" fmla="*/ 2032358 h 3345776"/>
              <a:gd name="connsiteX2016" fmla="*/ 7012731 w 8965936"/>
              <a:gd name="connsiteY2016" fmla="*/ 2172829 h 3345776"/>
              <a:gd name="connsiteX2017" fmla="*/ 6416366 w 8965936"/>
              <a:gd name="connsiteY2017" fmla="*/ 2396945 h 3345776"/>
              <a:gd name="connsiteX2018" fmla="*/ 6324294 w 8965936"/>
              <a:gd name="connsiteY2018" fmla="*/ 2336160 h 3345776"/>
              <a:gd name="connsiteX2019" fmla="*/ 6310743 w 8965936"/>
              <a:gd name="connsiteY2019" fmla="*/ 2319658 h 3345776"/>
              <a:gd name="connsiteX2020" fmla="*/ 6405383 w 8965936"/>
              <a:gd name="connsiteY2020" fmla="*/ 2380727 h 3345776"/>
              <a:gd name="connsiteX2021" fmla="*/ 6552239 w 8965936"/>
              <a:gd name="connsiteY2021" fmla="*/ 2410482 h 3345776"/>
              <a:gd name="connsiteX2022" fmla="*/ 7024096 w 8965936"/>
              <a:gd name="connsiteY2022" fmla="*/ 2130305 h 3345776"/>
              <a:gd name="connsiteX2023" fmla="*/ 7104165 w 8965936"/>
              <a:gd name="connsiteY2023" fmla="*/ 1984215 h 3345776"/>
              <a:gd name="connsiteX2024" fmla="*/ 7250766 w 8965936"/>
              <a:gd name="connsiteY2024" fmla="*/ 1471112 h 3345776"/>
              <a:gd name="connsiteX2025" fmla="*/ 7293419 w 8965936"/>
              <a:gd name="connsiteY2025" fmla="*/ 1278538 h 3345776"/>
              <a:gd name="connsiteX2026" fmla="*/ 7392003 w 8965936"/>
              <a:gd name="connsiteY2026" fmla="*/ 979206 h 3345776"/>
              <a:gd name="connsiteX2027" fmla="*/ 7747269 w 8965936"/>
              <a:gd name="connsiteY2027" fmla="*/ 581033 h 3345776"/>
              <a:gd name="connsiteX2028" fmla="*/ 7961982 w 8965936"/>
              <a:gd name="connsiteY2028" fmla="*/ 546714 h 3345776"/>
              <a:gd name="connsiteX2029" fmla="*/ 8194223 w 8965936"/>
              <a:gd name="connsiteY2029" fmla="*/ 612959 h 3345776"/>
              <a:gd name="connsiteX2030" fmla="*/ 8463290 w 8965936"/>
              <a:gd name="connsiteY2030" fmla="*/ 799402 h 3345776"/>
              <a:gd name="connsiteX2031" fmla="*/ 8617170 w 8965936"/>
              <a:gd name="connsiteY2031" fmla="*/ 955836 h 3345776"/>
              <a:gd name="connsiteX2032" fmla="*/ 8730825 w 8965936"/>
              <a:gd name="connsiteY2032" fmla="*/ 1088390 h 3345776"/>
              <a:gd name="connsiteX2033" fmla="*/ 8859694 w 8965936"/>
              <a:gd name="connsiteY2033" fmla="*/ 1238233 h 3345776"/>
              <a:gd name="connsiteX2034" fmla="*/ 8965936 w 8965936"/>
              <a:gd name="connsiteY2034" fmla="*/ 1349827 h 3345776"/>
              <a:gd name="connsiteX2035" fmla="*/ 8965936 w 8965936"/>
              <a:gd name="connsiteY2035" fmla="*/ 1328338 h 3345776"/>
              <a:gd name="connsiteX2036" fmla="*/ 8887776 w 8965936"/>
              <a:gd name="connsiteY2036" fmla="*/ 1249141 h 3345776"/>
              <a:gd name="connsiteX2037" fmla="*/ 8741041 w 8965936"/>
              <a:gd name="connsiteY2037" fmla="*/ 1079451 h 3345776"/>
              <a:gd name="connsiteX2038" fmla="*/ 8627257 w 8965936"/>
              <a:gd name="connsiteY2038" fmla="*/ 946642 h 3345776"/>
              <a:gd name="connsiteX2039" fmla="*/ 8471974 w 8965936"/>
              <a:gd name="connsiteY2039" fmla="*/ 789187 h 3345776"/>
              <a:gd name="connsiteX2040" fmla="*/ 8199842 w 8965936"/>
              <a:gd name="connsiteY2040" fmla="*/ 599932 h 3345776"/>
              <a:gd name="connsiteX2041" fmla="*/ 7742032 w 8965936"/>
              <a:gd name="connsiteY2041" fmla="*/ 567624 h 3345776"/>
              <a:gd name="connsiteX2042" fmla="*/ 7379616 w 8965936"/>
              <a:gd name="connsiteY2042" fmla="*/ 972949 h 3345776"/>
              <a:gd name="connsiteX2043" fmla="*/ 7280265 w 8965936"/>
              <a:gd name="connsiteY2043" fmla="*/ 1274579 h 3345776"/>
              <a:gd name="connsiteX2044" fmla="*/ 7237485 w 8965936"/>
              <a:gd name="connsiteY2044" fmla="*/ 1467409 h 3345776"/>
              <a:gd name="connsiteX2045" fmla="*/ 7091778 w 8965936"/>
              <a:gd name="connsiteY2045" fmla="*/ 1978214 h 3345776"/>
              <a:gd name="connsiteX2046" fmla="*/ 7012858 w 8965936"/>
              <a:gd name="connsiteY2046" fmla="*/ 2123026 h 3345776"/>
              <a:gd name="connsiteX2047" fmla="*/ 6410364 w 8965936"/>
              <a:gd name="connsiteY2047" fmla="*/ 2368469 h 3345776"/>
              <a:gd name="connsiteX2048" fmla="*/ 6316503 w 8965936"/>
              <a:gd name="connsiteY2048" fmla="*/ 2307811 h 3345776"/>
              <a:gd name="connsiteX2049" fmla="*/ 6302786 w 8965936"/>
              <a:gd name="connsiteY2049" fmla="*/ 2291155 h 3345776"/>
              <a:gd name="connsiteX2050" fmla="*/ 6352513 w 8965936"/>
              <a:gd name="connsiteY2050" fmla="*/ 2328152 h 3345776"/>
              <a:gd name="connsiteX2051" fmla="*/ 6537682 w 8965936"/>
              <a:gd name="connsiteY2051" fmla="*/ 2378685 h 3345776"/>
              <a:gd name="connsiteX2052" fmla="*/ 6596808 w 8965936"/>
              <a:gd name="connsiteY2052" fmla="*/ 2374599 h 3345776"/>
              <a:gd name="connsiteX2053" fmla="*/ 7024224 w 8965936"/>
              <a:gd name="connsiteY2053" fmla="*/ 2079864 h 3345776"/>
              <a:gd name="connsiteX2054" fmla="*/ 7243104 w 8965936"/>
              <a:gd name="connsiteY2054" fmla="*/ 1429864 h 3345776"/>
              <a:gd name="connsiteX2055" fmla="*/ 7292524 w 8965936"/>
              <a:gd name="connsiteY2055" fmla="*/ 1212771 h 3345776"/>
              <a:gd name="connsiteX2056" fmla="*/ 7768722 w 8965936"/>
              <a:gd name="connsiteY2056" fmla="*/ 512841 h 3345776"/>
              <a:gd name="connsiteX2057" fmla="*/ 7907649 w 8965936"/>
              <a:gd name="connsiteY2057" fmla="*/ 483339 h 3345776"/>
              <a:gd name="connsiteX2058" fmla="*/ 8651521 w 8965936"/>
              <a:gd name="connsiteY2058" fmla="*/ 921485 h 3345776"/>
              <a:gd name="connsiteX2059" fmla="*/ 8763516 w 8965936"/>
              <a:gd name="connsiteY2059" fmla="*/ 1059275 h 3345776"/>
              <a:gd name="connsiteX2060" fmla="*/ 8891676 w 8965936"/>
              <a:gd name="connsiteY2060" fmla="*/ 1216078 h 3345776"/>
              <a:gd name="connsiteX2061" fmla="*/ 8965936 w 8965936"/>
              <a:gd name="connsiteY2061" fmla="*/ 1298018 h 3345776"/>
              <a:gd name="connsiteX2062" fmla="*/ 8965936 w 8965936"/>
              <a:gd name="connsiteY2062" fmla="*/ 1278101 h 3345776"/>
              <a:gd name="connsiteX2063" fmla="*/ 8919907 w 8965936"/>
              <a:gd name="connsiteY2063" fmla="*/ 1229152 h 3345776"/>
              <a:gd name="connsiteX2064" fmla="*/ 8773987 w 8965936"/>
              <a:gd name="connsiteY2064" fmla="*/ 1051357 h 3345776"/>
              <a:gd name="connsiteX2065" fmla="*/ 8661737 w 8965936"/>
              <a:gd name="connsiteY2065" fmla="*/ 913312 h 3345776"/>
              <a:gd name="connsiteX2066" fmla="*/ 7763998 w 8965936"/>
              <a:gd name="connsiteY2066" fmla="*/ 500454 h 3345776"/>
              <a:gd name="connsiteX2067" fmla="*/ 7279498 w 8965936"/>
              <a:gd name="connsiteY2067" fmla="*/ 1209707 h 3345776"/>
              <a:gd name="connsiteX2068" fmla="*/ 7229950 w 8965936"/>
              <a:gd name="connsiteY2068" fmla="*/ 1426799 h 3345776"/>
              <a:gd name="connsiteX2069" fmla="*/ 7012858 w 8965936"/>
              <a:gd name="connsiteY2069" fmla="*/ 2072584 h 3345776"/>
              <a:gd name="connsiteX2070" fmla="*/ 6594892 w 8965936"/>
              <a:gd name="connsiteY2070" fmla="*/ 2361189 h 3345776"/>
              <a:gd name="connsiteX2071" fmla="*/ 6308713 w 8965936"/>
              <a:gd name="connsiteY2071" fmla="*/ 2279078 h 3345776"/>
              <a:gd name="connsiteX2072" fmla="*/ 6108605 w 8965936"/>
              <a:gd name="connsiteY2072" fmla="*/ 1811563 h 3345776"/>
              <a:gd name="connsiteX2073" fmla="*/ 5919224 w 8965936"/>
              <a:gd name="connsiteY2073" fmla="*/ 1347880 h 3345776"/>
              <a:gd name="connsiteX2074" fmla="*/ 5243812 w 8965936"/>
              <a:gd name="connsiteY2074" fmla="*/ 1351710 h 3345776"/>
              <a:gd name="connsiteX2075" fmla="*/ 4919194 w 8965936"/>
              <a:gd name="connsiteY2075" fmla="*/ 1647339 h 3345776"/>
              <a:gd name="connsiteX2076" fmla="*/ 4696867 w 8965936"/>
              <a:gd name="connsiteY2076" fmla="*/ 1864432 h 3345776"/>
              <a:gd name="connsiteX2077" fmla="*/ 4038439 w 8965936"/>
              <a:gd name="connsiteY2077" fmla="*/ 2022143 h 3345776"/>
              <a:gd name="connsiteX2078" fmla="*/ 3961539 w 8965936"/>
              <a:gd name="connsiteY2078" fmla="*/ 1971292 h 3345776"/>
              <a:gd name="connsiteX2079" fmla="*/ 3954380 w 8965936"/>
              <a:gd name="connsiteY2079" fmla="*/ 1964143 h 3345776"/>
              <a:gd name="connsiteX2080" fmla="*/ 3929799 w 8965936"/>
              <a:gd name="connsiteY2080" fmla="*/ 1932955 h 3345776"/>
              <a:gd name="connsiteX2081" fmla="*/ 3900174 w 8965936"/>
              <a:gd name="connsiteY2081" fmla="*/ 1878706 h 3345776"/>
              <a:gd name="connsiteX2082" fmla="*/ 3868027 w 8965936"/>
              <a:gd name="connsiteY2082" fmla="*/ 1808305 h 3345776"/>
              <a:gd name="connsiteX2083" fmla="*/ 3843492 w 8965936"/>
              <a:gd name="connsiteY2083" fmla="*/ 1748247 h 3345776"/>
              <a:gd name="connsiteX2084" fmla="*/ 3787121 w 8965936"/>
              <a:gd name="connsiteY2084" fmla="*/ 1577103 h 3345776"/>
              <a:gd name="connsiteX2085" fmla="*/ 3780191 w 8965936"/>
              <a:gd name="connsiteY2085" fmla="*/ 1556250 h 3345776"/>
              <a:gd name="connsiteX2086" fmla="*/ 3762222 w 8965936"/>
              <a:gd name="connsiteY2086" fmla="*/ 1489116 h 3345776"/>
              <a:gd name="connsiteX2087" fmla="*/ 3730277 w 8965936"/>
              <a:gd name="connsiteY2087" fmla="*/ 1371927 h 3345776"/>
              <a:gd name="connsiteX2088" fmla="*/ 3681868 w 8965936"/>
              <a:gd name="connsiteY2088" fmla="*/ 1152846 h 3345776"/>
              <a:gd name="connsiteX2089" fmla="*/ 3657123 w 8965936"/>
              <a:gd name="connsiteY2089" fmla="*/ 1011003 h 3345776"/>
              <a:gd name="connsiteX2090" fmla="*/ 3655588 w 8965936"/>
              <a:gd name="connsiteY2090" fmla="*/ 1005734 h 3345776"/>
              <a:gd name="connsiteX2091" fmla="*/ 3650178 w 8965936"/>
              <a:gd name="connsiteY2091" fmla="*/ 961136 h 3345776"/>
              <a:gd name="connsiteX2092" fmla="*/ 3596209 w 8965936"/>
              <a:gd name="connsiteY2092" fmla="*/ 731976 h 3345776"/>
              <a:gd name="connsiteX2093" fmla="*/ 3110948 w 8965936"/>
              <a:gd name="connsiteY2093" fmla="*/ 319884 h 3345776"/>
              <a:gd name="connsiteX2094" fmla="*/ 2708689 w 8965936"/>
              <a:gd name="connsiteY2094" fmla="*/ 666721 h 3345776"/>
              <a:gd name="connsiteX2095" fmla="*/ 2633601 w 8965936"/>
              <a:gd name="connsiteY2095" fmla="*/ 816643 h 3345776"/>
              <a:gd name="connsiteX2096" fmla="*/ 2430555 w 8965936"/>
              <a:gd name="connsiteY2096" fmla="*/ 1153263 h 3345776"/>
              <a:gd name="connsiteX2097" fmla="*/ 2247094 w 8965936"/>
              <a:gd name="connsiteY2097" fmla="*/ 1280540 h 3345776"/>
              <a:gd name="connsiteX2098" fmla="*/ 2211472 w 8965936"/>
              <a:gd name="connsiteY2098" fmla="*/ 1290240 h 3345776"/>
              <a:gd name="connsiteX2099" fmla="*/ 2189549 w 8965936"/>
              <a:gd name="connsiteY2099" fmla="*/ 1257339 h 3345776"/>
              <a:gd name="connsiteX2100" fmla="*/ 2178688 w 8965936"/>
              <a:gd name="connsiteY2100" fmla="*/ 1246975 h 3345776"/>
              <a:gd name="connsiteX2101" fmla="*/ 2167234 w 8965936"/>
              <a:gd name="connsiteY2101" fmla="*/ 1226052 h 3345776"/>
              <a:gd name="connsiteX2102" fmla="*/ 2122156 w 8965936"/>
              <a:gd name="connsiteY2102" fmla="*/ 1144196 h 3345776"/>
              <a:gd name="connsiteX2103" fmla="*/ 2116151 w 8965936"/>
              <a:gd name="connsiteY2103" fmla="*/ 1140539 h 3345776"/>
              <a:gd name="connsiteX2104" fmla="*/ 2083717 w 8965936"/>
              <a:gd name="connsiteY2104" fmla="*/ 1058763 h 3345776"/>
              <a:gd name="connsiteX2105" fmla="*/ 2063295 w 8965936"/>
              <a:gd name="connsiteY2105" fmla="*/ 1039763 h 3345776"/>
              <a:gd name="connsiteX2106" fmla="*/ 2042980 w 8965936"/>
              <a:gd name="connsiteY2106" fmla="*/ 972309 h 3345776"/>
              <a:gd name="connsiteX2107" fmla="*/ 2016966 w 8965936"/>
              <a:gd name="connsiteY2107" fmla="*/ 940861 h 3345776"/>
              <a:gd name="connsiteX2108" fmla="*/ 2003775 w 8965936"/>
              <a:gd name="connsiteY2108" fmla="*/ 885217 h 3345776"/>
              <a:gd name="connsiteX2109" fmla="*/ 1974245 w 8965936"/>
              <a:gd name="connsiteY2109" fmla="*/ 841358 h 3345776"/>
              <a:gd name="connsiteX2110" fmla="*/ 1963678 w 8965936"/>
              <a:gd name="connsiteY2110" fmla="*/ 799274 h 3345776"/>
              <a:gd name="connsiteX2111" fmla="*/ 1929377 w 8965936"/>
              <a:gd name="connsiteY2111" fmla="*/ 739773 h 3345776"/>
              <a:gd name="connsiteX2112" fmla="*/ 1923453 w 8965936"/>
              <a:gd name="connsiteY2112" fmla="*/ 712053 h 3345776"/>
              <a:gd name="connsiteX2113" fmla="*/ 1884893 w 8965936"/>
              <a:gd name="connsiteY2113" fmla="*/ 636086 h 3345776"/>
              <a:gd name="connsiteX2114" fmla="*/ 1882973 w 8965936"/>
              <a:gd name="connsiteY2114" fmla="*/ 625600 h 3345776"/>
              <a:gd name="connsiteX2115" fmla="*/ 1842218 w 8965936"/>
              <a:gd name="connsiteY2115" fmla="*/ 536587 h 3345776"/>
              <a:gd name="connsiteX2116" fmla="*/ 1789358 w 8965936"/>
              <a:gd name="connsiteY2116" fmla="*/ 410240 h 3345776"/>
              <a:gd name="connsiteX2117" fmla="*/ 1786700 w 8965936"/>
              <a:gd name="connsiteY2117" fmla="*/ 406996 h 3345776"/>
              <a:gd name="connsiteX2118" fmla="*/ 1758249 w 8965936"/>
              <a:gd name="connsiteY2118" fmla="*/ 329039 h 3345776"/>
              <a:gd name="connsiteX2119" fmla="*/ 1472413 w 8965936"/>
              <a:gd name="connsiteY2119" fmla="*/ 63332 h 3345776"/>
              <a:gd name="connsiteX2120" fmla="*/ 1147215 w 8965936"/>
              <a:gd name="connsiteY2120" fmla="*/ 407 h 334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</a:cxnLst>
            <a:rect l="l" t="t" r="r" b="b"/>
            <a:pathLst>
              <a:path w="8965936" h="3345775">
                <a:moveTo>
                  <a:pt x="7263937" y="2681044"/>
                </a:moveTo>
                <a:lnTo>
                  <a:pt x="7224122" y="2821258"/>
                </a:lnTo>
                <a:cubicBezTo>
                  <a:pt x="7198680" y="2876703"/>
                  <a:pt x="7164024" y="2925852"/>
                  <a:pt x="7117062" y="2965854"/>
                </a:cubicBezTo>
                <a:cubicBezTo>
                  <a:pt x="6939557" y="3116287"/>
                  <a:pt x="6678791" y="3039666"/>
                  <a:pt x="6512780" y="2886424"/>
                </a:cubicBezTo>
                <a:lnTo>
                  <a:pt x="6439675" y="2809169"/>
                </a:lnTo>
                <a:lnTo>
                  <a:pt x="6498989" y="2867653"/>
                </a:lnTo>
                <a:cubicBezTo>
                  <a:pt x="6651464" y="3002506"/>
                  <a:pt x="6858723" y="3051798"/>
                  <a:pt x="7014902" y="2989736"/>
                </a:cubicBezTo>
                <a:cubicBezTo>
                  <a:pt x="7055614" y="2973645"/>
                  <a:pt x="7093068" y="2950326"/>
                  <a:pt x="7125491" y="2920904"/>
                </a:cubicBezTo>
                <a:cubicBezTo>
                  <a:pt x="7161823" y="2887958"/>
                  <a:pt x="7190731" y="2849535"/>
                  <a:pt x="7213765" y="2807677"/>
                </a:cubicBezTo>
                <a:close/>
                <a:moveTo>
                  <a:pt x="6339956" y="2678993"/>
                </a:moveTo>
                <a:lnTo>
                  <a:pt x="6433922" y="2803089"/>
                </a:lnTo>
                <a:lnTo>
                  <a:pt x="6427318" y="2796110"/>
                </a:lnTo>
                <a:cubicBezTo>
                  <a:pt x="6400463" y="2764146"/>
                  <a:pt x="6375094" y="2730540"/>
                  <a:pt x="6350775" y="2695941"/>
                </a:cubicBezTo>
                <a:close/>
                <a:moveTo>
                  <a:pt x="7277482" y="2617686"/>
                </a:moveTo>
                <a:lnTo>
                  <a:pt x="7275907" y="2638892"/>
                </a:lnTo>
                <a:lnTo>
                  <a:pt x="7268439" y="2665189"/>
                </a:lnTo>
                <a:close/>
                <a:moveTo>
                  <a:pt x="7281492" y="2515472"/>
                </a:moveTo>
                <a:lnTo>
                  <a:pt x="7280488" y="2528816"/>
                </a:lnTo>
                <a:lnTo>
                  <a:pt x="7270699" y="2570625"/>
                </a:lnTo>
                <a:lnTo>
                  <a:pt x="7261525" y="2617502"/>
                </a:lnTo>
                <a:lnTo>
                  <a:pt x="7257052" y="2628907"/>
                </a:lnTo>
                <a:lnTo>
                  <a:pt x="7231908" y="2736305"/>
                </a:lnTo>
                <a:cubicBezTo>
                  <a:pt x="7206243" y="2802298"/>
                  <a:pt x="7169404" y="2862817"/>
                  <a:pt x="7116297" y="2910944"/>
                </a:cubicBezTo>
                <a:cubicBezTo>
                  <a:pt x="7085099" y="2939305"/>
                  <a:pt x="7049011" y="2961755"/>
                  <a:pt x="7009794" y="2977220"/>
                </a:cubicBezTo>
                <a:cubicBezTo>
                  <a:pt x="6858213" y="3037495"/>
                  <a:pt x="6656572" y="2989480"/>
                  <a:pt x="6507800" y="2857565"/>
                </a:cubicBezTo>
                <a:cubicBezTo>
                  <a:pt x="6485771" y="2838090"/>
                  <a:pt x="6464842" y="2817415"/>
                  <a:pt x="6445098" y="2795630"/>
                </a:cubicBezTo>
                <a:lnTo>
                  <a:pt x="6439135" y="2787741"/>
                </a:lnTo>
                <a:lnTo>
                  <a:pt x="6492731" y="2839048"/>
                </a:lnTo>
                <a:cubicBezTo>
                  <a:pt x="6647123" y="2970069"/>
                  <a:pt x="6856935" y="3010295"/>
                  <a:pt x="7014774" y="2939293"/>
                </a:cubicBezTo>
                <a:cubicBezTo>
                  <a:pt x="7054961" y="2921147"/>
                  <a:pt x="7091753" y="2896270"/>
                  <a:pt x="7123575" y="2865737"/>
                </a:cubicBezTo>
                <a:cubicBezTo>
                  <a:pt x="7158470" y="2832024"/>
                  <a:pt x="7186461" y="2793435"/>
                  <a:pt x="7208975" y="2751538"/>
                </a:cubicBezTo>
                <a:lnTo>
                  <a:pt x="7257052" y="2628907"/>
                </a:lnTo>
                <a:lnTo>
                  <a:pt x="7270699" y="2570625"/>
                </a:lnTo>
                <a:close/>
                <a:moveTo>
                  <a:pt x="7277962" y="2457910"/>
                </a:moveTo>
                <a:lnTo>
                  <a:pt x="7276860" y="2470713"/>
                </a:lnTo>
                <a:lnTo>
                  <a:pt x="7267593" y="2509671"/>
                </a:lnTo>
                <a:lnTo>
                  <a:pt x="7258204" y="2556541"/>
                </a:lnTo>
                <a:lnTo>
                  <a:pt x="7253573" y="2568616"/>
                </a:lnTo>
                <a:lnTo>
                  <a:pt x="7226911" y="2680709"/>
                </a:lnTo>
                <a:cubicBezTo>
                  <a:pt x="7201345" y="2746757"/>
                  <a:pt x="7165286" y="2807091"/>
                  <a:pt x="7113997" y="2856416"/>
                </a:cubicBezTo>
                <a:cubicBezTo>
                  <a:pt x="7083324" y="2885888"/>
                  <a:pt x="7047823" y="2909858"/>
                  <a:pt x="7009028" y="2927289"/>
                </a:cubicBezTo>
                <a:cubicBezTo>
                  <a:pt x="6855786" y="2996376"/>
                  <a:pt x="6651719" y="2956788"/>
                  <a:pt x="6501160" y="2829087"/>
                </a:cubicBezTo>
                <a:cubicBezTo>
                  <a:pt x="6478391" y="2809855"/>
                  <a:pt x="6456859" y="2789205"/>
                  <a:pt x="6436670" y="2767279"/>
                </a:cubicBezTo>
                <a:lnTo>
                  <a:pt x="6426189" y="2753179"/>
                </a:lnTo>
                <a:lnTo>
                  <a:pt x="6487750" y="2810442"/>
                </a:lnTo>
                <a:cubicBezTo>
                  <a:pt x="6582312" y="2888187"/>
                  <a:pt x="6700551" y="2931389"/>
                  <a:pt x="6822966" y="2932908"/>
                </a:cubicBezTo>
                <a:cubicBezTo>
                  <a:pt x="6889613" y="2933444"/>
                  <a:pt x="6955444" y="2918311"/>
                  <a:pt x="7015156" y="2888724"/>
                </a:cubicBezTo>
                <a:cubicBezTo>
                  <a:pt x="7054820" y="2868687"/>
                  <a:pt x="7090960" y="2842329"/>
                  <a:pt x="7122170" y="2810698"/>
                </a:cubicBezTo>
                <a:cubicBezTo>
                  <a:pt x="7156075" y="2775931"/>
                  <a:pt x="7183475" y="2736320"/>
                  <a:pt x="7205702" y="2693436"/>
                </a:cubicBezTo>
                <a:lnTo>
                  <a:pt x="7253573" y="2568616"/>
                </a:lnTo>
                <a:lnTo>
                  <a:pt x="7267593" y="2509671"/>
                </a:lnTo>
                <a:close/>
                <a:moveTo>
                  <a:pt x="7275225" y="2399563"/>
                </a:moveTo>
                <a:lnTo>
                  <a:pt x="7274429" y="2407709"/>
                </a:lnTo>
                <a:lnTo>
                  <a:pt x="7268330" y="2433201"/>
                </a:lnTo>
                <a:lnTo>
                  <a:pt x="7254438" y="2500974"/>
                </a:lnTo>
                <a:lnTo>
                  <a:pt x="7248157" y="2517513"/>
                </a:lnTo>
                <a:lnTo>
                  <a:pt x="7223196" y="2621835"/>
                </a:lnTo>
                <a:cubicBezTo>
                  <a:pt x="7197696" y="2689295"/>
                  <a:pt x="7162300" y="2751077"/>
                  <a:pt x="7112592" y="2801887"/>
                </a:cubicBezTo>
                <a:cubicBezTo>
                  <a:pt x="7082417" y="2832457"/>
                  <a:pt x="7047477" y="2857947"/>
                  <a:pt x="7009155" y="2877357"/>
                </a:cubicBezTo>
                <a:cubicBezTo>
                  <a:pt x="6854508" y="2955639"/>
                  <a:pt x="6648143" y="2924735"/>
                  <a:pt x="6495540" y="2800736"/>
                </a:cubicBezTo>
                <a:cubicBezTo>
                  <a:pt x="6472042" y="2781697"/>
                  <a:pt x="6449849" y="2761099"/>
                  <a:pt x="6429135" y="2739056"/>
                </a:cubicBezTo>
                <a:lnTo>
                  <a:pt x="6397026" y="2699770"/>
                </a:lnTo>
                <a:lnTo>
                  <a:pt x="6412662" y="2718753"/>
                </a:lnTo>
                <a:cubicBezTo>
                  <a:pt x="6434243" y="2741547"/>
                  <a:pt x="6457562" y="2762631"/>
                  <a:pt x="6482386" y="2781837"/>
                </a:cubicBezTo>
                <a:cubicBezTo>
                  <a:pt x="6573808" y="2852621"/>
                  <a:pt x="6686019" y="2891264"/>
                  <a:pt x="6801639" y="2891788"/>
                </a:cubicBezTo>
                <a:lnTo>
                  <a:pt x="6802150" y="2891916"/>
                </a:lnTo>
                <a:cubicBezTo>
                  <a:pt x="6923109" y="2894023"/>
                  <a:pt x="7039240" y="2844462"/>
                  <a:pt x="7121403" y="2755658"/>
                </a:cubicBezTo>
                <a:cubicBezTo>
                  <a:pt x="7154063" y="2720445"/>
                  <a:pt x="7180641" y="2680842"/>
                  <a:pt x="7202395" y="2638008"/>
                </a:cubicBezTo>
                <a:lnTo>
                  <a:pt x="7248157" y="2517513"/>
                </a:lnTo>
                <a:lnTo>
                  <a:pt x="7268330" y="2433201"/>
                </a:lnTo>
                <a:close/>
                <a:moveTo>
                  <a:pt x="7247646" y="2381192"/>
                </a:moveTo>
                <a:lnTo>
                  <a:pt x="7240374" y="2427323"/>
                </a:lnTo>
                <a:cubicBezTo>
                  <a:pt x="7214371" y="2525030"/>
                  <a:pt x="7174401" y="2616912"/>
                  <a:pt x="7109529" y="2690787"/>
                </a:cubicBezTo>
                <a:cubicBezTo>
                  <a:pt x="7080515" y="2723849"/>
                  <a:pt x="7046725" y="2752378"/>
                  <a:pt x="7009284" y="2775452"/>
                </a:cubicBezTo>
                <a:cubicBezTo>
                  <a:pt x="6855275" y="2870973"/>
                  <a:pt x="6639332" y="2856670"/>
                  <a:pt x="6484047" y="2741739"/>
                </a:cubicBezTo>
                <a:cubicBezTo>
                  <a:pt x="6459043" y="2723172"/>
                  <a:pt x="6435597" y="2702573"/>
                  <a:pt x="6413939" y="2680188"/>
                </a:cubicBezTo>
                <a:lnTo>
                  <a:pt x="6401486" y="2665089"/>
                </a:lnTo>
                <a:lnTo>
                  <a:pt x="6471021" y="2724500"/>
                </a:lnTo>
                <a:cubicBezTo>
                  <a:pt x="6554601" y="2783537"/>
                  <a:pt x="6654490" y="2815079"/>
                  <a:pt x="6756817" y="2814786"/>
                </a:cubicBezTo>
                <a:cubicBezTo>
                  <a:pt x="6849617" y="2815500"/>
                  <a:pt x="6940490" y="2788363"/>
                  <a:pt x="7017710" y="2736887"/>
                </a:cubicBezTo>
                <a:cubicBezTo>
                  <a:pt x="7055637" y="2711169"/>
                  <a:pt x="7089760" y="2680264"/>
                  <a:pt x="7119105" y="2645070"/>
                </a:cubicBezTo>
                <a:cubicBezTo>
                  <a:pt x="7150967" y="2606727"/>
                  <a:pt x="7176875" y="2564394"/>
                  <a:pt x="7198158" y="2519193"/>
                </a:cubicBezTo>
                <a:close/>
                <a:moveTo>
                  <a:pt x="7286737" y="2219445"/>
                </a:moveTo>
                <a:lnTo>
                  <a:pt x="7272792" y="2348497"/>
                </a:lnTo>
                <a:lnTo>
                  <a:pt x="7254087" y="2425640"/>
                </a:lnTo>
                <a:lnTo>
                  <a:pt x="7253162" y="2431489"/>
                </a:lnTo>
                <a:lnTo>
                  <a:pt x="7251680" y="2435567"/>
                </a:lnTo>
                <a:lnTo>
                  <a:pt x="7220181" y="2565480"/>
                </a:lnTo>
                <a:cubicBezTo>
                  <a:pt x="7194805" y="2633113"/>
                  <a:pt x="7160225" y="2694745"/>
                  <a:pt x="7112336" y="2746464"/>
                </a:cubicBezTo>
                <a:cubicBezTo>
                  <a:pt x="7082672" y="2778313"/>
                  <a:pt x="7048193" y="2805334"/>
                  <a:pt x="7010175" y="2826533"/>
                </a:cubicBezTo>
                <a:cubicBezTo>
                  <a:pt x="6856806" y="2912732"/>
                  <a:pt x="6643290" y="2890000"/>
                  <a:pt x="6490688" y="2771238"/>
                </a:cubicBezTo>
                <a:cubicBezTo>
                  <a:pt x="6466462" y="2752453"/>
                  <a:pt x="6443668" y="2731868"/>
                  <a:pt x="6422494" y="2709686"/>
                </a:cubicBezTo>
                <a:lnTo>
                  <a:pt x="6410840" y="2695505"/>
                </a:lnTo>
                <a:lnTo>
                  <a:pt x="6476512" y="2753233"/>
                </a:lnTo>
                <a:cubicBezTo>
                  <a:pt x="6564179" y="2817786"/>
                  <a:pt x="6670172" y="2852635"/>
                  <a:pt x="6779038" y="2852713"/>
                </a:cubicBezTo>
                <a:cubicBezTo>
                  <a:pt x="6862835" y="2853108"/>
                  <a:pt x="6945075" y="2830159"/>
                  <a:pt x="7016561" y="2786435"/>
                </a:cubicBezTo>
                <a:cubicBezTo>
                  <a:pt x="7055076" y="2762619"/>
                  <a:pt x="7089850" y="2733222"/>
                  <a:pt x="7119745" y="2699215"/>
                </a:cubicBezTo>
                <a:cubicBezTo>
                  <a:pt x="7152852" y="2661480"/>
                  <a:pt x="7179590" y="2619289"/>
                  <a:pt x="7201358" y="2574163"/>
                </a:cubicBezTo>
                <a:lnTo>
                  <a:pt x="7251680" y="2435567"/>
                </a:lnTo>
                <a:lnTo>
                  <a:pt x="7254087" y="2425640"/>
                </a:lnTo>
                <a:close/>
                <a:moveTo>
                  <a:pt x="7272680" y="2179430"/>
                </a:moveTo>
                <a:lnTo>
                  <a:pt x="7267541" y="2220240"/>
                </a:lnTo>
                <a:cubicBezTo>
                  <a:pt x="7243471" y="2375237"/>
                  <a:pt x="7202144" y="2524360"/>
                  <a:pt x="7108379" y="2637280"/>
                </a:cubicBezTo>
                <a:cubicBezTo>
                  <a:pt x="7079863" y="2671543"/>
                  <a:pt x="7046673" y="2701628"/>
                  <a:pt x="7009793" y="2726671"/>
                </a:cubicBezTo>
                <a:cubicBezTo>
                  <a:pt x="6855019" y="2831259"/>
                  <a:pt x="6636522" y="2826151"/>
                  <a:pt x="6478556" y="2713901"/>
                </a:cubicBezTo>
                <a:cubicBezTo>
                  <a:pt x="6452812" y="2695563"/>
                  <a:pt x="6428753" y="2674964"/>
                  <a:pt x="6406659" y="2652349"/>
                </a:cubicBezTo>
                <a:lnTo>
                  <a:pt x="6392370" y="2634969"/>
                </a:lnTo>
                <a:lnTo>
                  <a:pt x="6465531" y="2695895"/>
                </a:lnTo>
                <a:cubicBezTo>
                  <a:pt x="6545254" y="2749696"/>
                  <a:pt x="6639318" y="2778262"/>
                  <a:pt x="6735491" y="2777879"/>
                </a:cubicBezTo>
                <a:cubicBezTo>
                  <a:pt x="6836593" y="2777853"/>
                  <a:pt x="6935049" y="2745596"/>
                  <a:pt x="7016561" y="2685807"/>
                </a:cubicBezTo>
                <a:cubicBezTo>
                  <a:pt x="7053940" y="2658287"/>
                  <a:pt x="7087449" y="2625851"/>
                  <a:pt x="7116169" y="2589392"/>
                </a:cubicBezTo>
                <a:cubicBezTo>
                  <a:pt x="7177339" y="2511622"/>
                  <a:pt x="7216350" y="2419614"/>
                  <a:pt x="7243344" y="2319256"/>
                </a:cubicBezTo>
                <a:close/>
                <a:moveTo>
                  <a:pt x="7264179" y="2152149"/>
                </a:moveTo>
                <a:lnTo>
                  <a:pt x="7263009" y="2160705"/>
                </a:lnTo>
                <a:lnTo>
                  <a:pt x="7256977" y="2185807"/>
                </a:lnTo>
                <a:lnTo>
                  <a:pt x="7240008" y="2265111"/>
                </a:lnTo>
                <a:lnTo>
                  <a:pt x="7233293" y="2284371"/>
                </a:lnTo>
                <a:lnTo>
                  <a:pt x="7208435" y="2387817"/>
                </a:lnTo>
                <a:cubicBezTo>
                  <a:pt x="7183634" y="2458808"/>
                  <a:pt x="7150808" y="2524265"/>
                  <a:pt x="7105697" y="2581730"/>
                </a:cubicBezTo>
                <a:cubicBezTo>
                  <a:pt x="7077693" y="2617218"/>
                  <a:pt x="7045052" y="2648786"/>
                  <a:pt x="7008644" y="2675590"/>
                </a:cubicBezTo>
                <a:cubicBezTo>
                  <a:pt x="6849349" y="2790445"/>
                  <a:pt x="6635437" y="2794123"/>
                  <a:pt x="6472299" y="2684785"/>
                </a:cubicBezTo>
                <a:cubicBezTo>
                  <a:pt x="6445776" y="2666741"/>
                  <a:pt x="6421052" y="2646168"/>
                  <a:pt x="6398488" y="2623361"/>
                </a:cubicBezTo>
                <a:lnTo>
                  <a:pt x="6384436" y="2606274"/>
                </a:lnTo>
                <a:lnTo>
                  <a:pt x="6459656" y="2667289"/>
                </a:lnTo>
                <a:cubicBezTo>
                  <a:pt x="6535716" y="2716467"/>
                  <a:pt x="6624481" y="2742391"/>
                  <a:pt x="6715058" y="2741866"/>
                </a:cubicBezTo>
                <a:cubicBezTo>
                  <a:pt x="6825099" y="2742199"/>
                  <a:pt x="6931999" y="2705243"/>
                  <a:pt x="7018349" y="2637024"/>
                </a:cubicBezTo>
                <a:cubicBezTo>
                  <a:pt x="7055038" y="2607653"/>
                  <a:pt x="7087858" y="2573761"/>
                  <a:pt x="7116042" y="2536141"/>
                </a:cubicBezTo>
                <a:cubicBezTo>
                  <a:pt x="7145382" y="2496841"/>
                  <a:pt x="7169565" y="2454363"/>
                  <a:pt x="7189818" y="2409072"/>
                </a:cubicBezTo>
                <a:lnTo>
                  <a:pt x="7233293" y="2284371"/>
                </a:lnTo>
                <a:lnTo>
                  <a:pt x="7256977" y="2185807"/>
                </a:lnTo>
                <a:close/>
                <a:moveTo>
                  <a:pt x="4036141" y="2093597"/>
                </a:moveTo>
                <a:lnTo>
                  <a:pt x="4060276" y="2115642"/>
                </a:lnTo>
                <a:lnTo>
                  <a:pt x="4045685" y="2104845"/>
                </a:lnTo>
                <a:close/>
                <a:moveTo>
                  <a:pt x="7264415" y="2079097"/>
                </a:moveTo>
                <a:lnTo>
                  <a:pt x="7261050" y="2102112"/>
                </a:lnTo>
                <a:lnTo>
                  <a:pt x="7251078" y="2143181"/>
                </a:lnTo>
                <a:lnTo>
                  <a:pt x="7242211" y="2185791"/>
                </a:lnTo>
                <a:lnTo>
                  <a:pt x="7236552" y="2203004"/>
                </a:lnTo>
                <a:lnTo>
                  <a:pt x="7205116" y="2332471"/>
                </a:lnTo>
                <a:cubicBezTo>
                  <a:pt x="7180527" y="2403674"/>
                  <a:pt x="7148669" y="2468874"/>
                  <a:pt x="7105570" y="2526817"/>
                </a:cubicBezTo>
                <a:cubicBezTo>
                  <a:pt x="7078089" y="2563595"/>
                  <a:pt x="7046036" y="2596735"/>
                  <a:pt x="7010177" y="2625403"/>
                </a:cubicBezTo>
                <a:cubicBezTo>
                  <a:pt x="6856680" y="2748508"/>
                  <a:pt x="6628350" y="2761278"/>
                  <a:pt x="6467190" y="2656051"/>
                </a:cubicBezTo>
                <a:cubicBezTo>
                  <a:pt x="6440041" y="2638212"/>
                  <a:pt x="6414757" y="2617678"/>
                  <a:pt x="6391720" y="2594755"/>
                </a:cubicBezTo>
                <a:lnTo>
                  <a:pt x="6377856" y="2577868"/>
                </a:lnTo>
                <a:lnTo>
                  <a:pt x="6454676" y="2638684"/>
                </a:lnTo>
                <a:cubicBezTo>
                  <a:pt x="6526763" y="2682881"/>
                  <a:pt x="6609820" y="2705944"/>
                  <a:pt x="6694371" y="2705216"/>
                </a:cubicBezTo>
                <a:cubicBezTo>
                  <a:pt x="6814027" y="2704987"/>
                  <a:pt x="6929636" y="2661797"/>
                  <a:pt x="7020138" y="2583517"/>
                </a:cubicBezTo>
                <a:cubicBezTo>
                  <a:pt x="7056290" y="2552371"/>
                  <a:pt x="7088547" y="2516946"/>
                  <a:pt x="7116169" y="2478035"/>
                </a:cubicBezTo>
                <a:cubicBezTo>
                  <a:pt x="7146371" y="2435351"/>
                  <a:pt x="7171104" y="2388708"/>
                  <a:pt x="7191676" y="2339527"/>
                </a:cubicBezTo>
                <a:lnTo>
                  <a:pt x="7236552" y="2203004"/>
                </a:lnTo>
                <a:lnTo>
                  <a:pt x="7251078" y="2143181"/>
                </a:lnTo>
                <a:close/>
                <a:moveTo>
                  <a:pt x="4033273" y="2076022"/>
                </a:moveTo>
                <a:lnTo>
                  <a:pt x="4041286" y="2083019"/>
                </a:lnTo>
                <a:lnTo>
                  <a:pt x="4035309" y="2078522"/>
                </a:lnTo>
                <a:close/>
                <a:moveTo>
                  <a:pt x="3978487" y="2045172"/>
                </a:moveTo>
                <a:lnTo>
                  <a:pt x="4035480" y="2112218"/>
                </a:lnTo>
                <a:lnTo>
                  <a:pt x="4015568" y="2093149"/>
                </a:lnTo>
                <a:close/>
                <a:moveTo>
                  <a:pt x="3381665" y="1958660"/>
                </a:moveTo>
                <a:lnTo>
                  <a:pt x="3386395" y="1965570"/>
                </a:lnTo>
                <a:lnTo>
                  <a:pt x="3393124" y="1981757"/>
                </a:lnTo>
                <a:lnTo>
                  <a:pt x="3391865" y="1979450"/>
                </a:lnTo>
                <a:close/>
                <a:moveTo>
                  <a:pt x="3902656" y="1931181"/>
                </a:moveTo>
                <a:lnTo>
                  <a:pt x="3906070" y="1934576"/>
                </a:lnTo>
                <a:lnTo>
                  <a:pt x="3909971" y="1942073"/>
                </a:lnTo>
                <a:lnTo>
                  <a:pt x="3959142" y="2020143"/>
                </a:lnTo>
                <a:lnTo>
                  <a:pt x="3956837" y="2017161"/>
                </a:lnTo>
                <a:close/>
                <a:moveTo>
                  <a:pt x="5545187" y="1889843"/>
                </a:moveTo>
                <a:cubicBezTo>
                  <a:pt x="5746317" y="1893802"/>
                  <a:pt x="5904539" y="2034530"/>
                  <a:pt x="6001719" y="2151759"/>
                </a:cubicBezTo>
                <a:cubicBezTo>
                  <a:pt x="6033109" y="2190057"/>
                  <a:pt x="6062314" y="2230092"/>
                  <a:pt x="6089196" y="2271671"/>
                </a:cubicBezTo>
                <a:cubicBezTo>
                  <a:pt x="6127888" y="2331179"/>
                  <a:pt x="6164412" y="2394519"/>
                  <a:pt x="6199657" y="2455815"/>
                </a:cubicBezTo>
                <a:lnTo>
                  <a:pt x="6232821" y="2511158"/>
                </a:lnTo>
                <a:lnTo>
                  <a:pt x="6213958" y="2481610"/>
                </a:lnTo>
                <a:cubicBezTo>
                  <a:pt x="6178585" y="2423379"/>
                  <a:pt x="6142190" y="2363232"/>
                  <a:pt x="6103879" y="2306149"/>
                </a:cubicBezTo>
                <a:cubicBezTo>
                  <a:pt x="5934037" y="2052152"/>
                  <a:pt x="5751552" y="1917427"/>
                  <a:pt x="5561533" y="1905678"/>
                </a:cubicBezTo>
                <a:cubicBezTo>
                  <a:pt x="5208054" y="1883841"/>
                  <a:pt x="4955716" y="2286483"/>
                  <a:pt x="4788683" y="2552868"/>
                </a:cubicBezTo>
                <a:cubicBezTo>
                  <a:pt x="4635441" y="2798182"/>
                  <a:pt x="4326149" y="3191630"/>
                  <a:pt x="3984165" y="3069803"/>
                </a:cubicBezTo>
                <a:cubicBezTo>
                  <a:pt x="3780993" y="2997525"/>
                  <a:pt x="3666444" y="2767279"/>
                  <a:pt x="3606169" y="2586965"/>
                </a:cubicBezTo>
                <a:lnTo>
                  <a:pt x="3580283" y="2498601"/>
                </a:lnTo>
                <a:lnTo>
                  <a:pt x="3631087" y="2609734"/>
                </a:lnTo>
                <a:cubicBezTo>
                  <a:pt x="3696616" y="2737039"/>
                  <a:pt x="3770459" y="2834515"/>
                  <a:pt x="3851485" y="2900600"/>
                </a:cubicBezTo>
                <a:cubicBezTo>
                  <a:pt x="3884739" y="2928030"/>
                  <a:pt x="3921707" y="2950608"/>
                  <a:pt x="3961308" y="2967644"/>
                </a:cubicBezTo>
                <a:cubicBezTo>
                  <a:pt x="4084667" y="3019745"/>
                  <a:pt x="4210453" y="3009912"/>
                  <a:pt x="4345816" y="2937761"/>
                </a:cubicBezTo>
                <a:cubicBezTo>
                  <a:pt x="4464834" y="2874165"/>
                  <a:pt x="4587556" y="2763704"/>
                  <a:pt x="4710404" y="2609186"/>
                </a:cubicBezTo>
                <a:cubicBezTo>
                  <a:pt x="4730326" y="2584028"/>
                  <a:pt x="4749352" y="2558999"/>
                  <a:pt x="4766976" y="2534736"/>
                </a:cubicBezTo>
                <a:lnTo>
                  <a:pt x="4795070" y="2495658"/>
                </a:lnTo>
                <a:cubicBezTo>
                  <a:pt x="4869264" y="2392221"/>
                  <a:pt x="4953420" y="2275119"/>
                  <a:pt x="5042171" y="2174107"/>
                </a:cubicBezTo>
                <a:cubicBezTo>
                  <a:pt x="5214825" y="1976809"/>
                  <a:pt x="5374834" y="1886396"/>
                  <a:pt x="5545187" y="1889843"/>
                </a:cubicBezTo>
                <a:close/>
                <a:moveTo>
                  <a:pt x="7282735" y="1888637"/>
                </a:moveTo>
                <a:lnTo>
                  <a:pt x="7262407" y="2022759"/>
                </a:lnTo>
                <a:lnTo>
                  <a:pt x="7237435" y="2129447"/>
                </a:lnTo>
                <a:lnTo>
                  <a:pt x="7236096" y="2136562"/>
                </a:lnTo>
                <a:lnTo>
                  <a:pt x="7234942" y="2140100"/>
                </a:lnTo>
                <a:lnTo>
                  <a:pt x="7207020" y="2259383"/>
                </a:lnTo>
                <a:cubicBezTo>
                  <a:pt x="7182236" y="2335664"/>
                  <a:pt x="7149691" y="2407735"/>
                  <a:pt x="7105059" y="2470756"/>
                </a:cubicBezTo>
                <a:cubicBezTo>
                  <a:pt x="7078049" y="2508773"/>
                  <a:pt x="7046534" y="2543380"/>
                  <a:pt x="7011198" y="2573811"/>
                </a:cubicBezTo>
                <a:cubicBezTo>
                  <a:pt x="6857064" y="2707004"/>
                  <a:pt x="6626307" y="2728842"/>
                  <a:pt x="6462082" y="2625914"/>
                </a:cubicBezTo>
                <a:cubicBezTo>
                  <a:pt x="6434103" y="2608444"/>
                  <a:pt x="6408154" y="2587936"/>
                  <a:pt x="6384696" y="2564744"/>
                </a:cubicBezTo>
                <a:lnTo>
                  <a:pt x="6374921" y="2552879"/>
                </a:lnTo>
                <a:lnTo>
                  <a:pt x="6434039" y="2600493"/>
                </a:lnTo>
                <a:cubicBezTo>
                  <a:pt x="6505264" y="2647030"/>
                  <a:pt x="6589257" y="2671838"/>
                  <a:pt x="6675599" y="2670737"/>
                </a:cubicBezTo>
                <a:cubicBezTo>
                  <a:pt x="6803288" y="2670559"/>
                  <a:pt x="6926252" y="2622428"/>
                  <a:pt x="7020138" y="2535885"/>
                </a:cubicBezTo>
                <a:cubicBezTo>
                  <a:pt x="7055613" y="2502874"/>
                  <a:pt x="7087218" y="2465943"/>
                  <a:pt x="7114381" y="2425805"/>
                </a:cubicBezTo>
                <a:cubicBezTo>
                  <a:pt x="7143018" y="2383025"/>
                  <a:pt x="7166659" y="2336893"/>
                  <a:pt x="7186534" y="2288367"/>
                </a:cubicBezTo>
                <a:lnTo>
                  <a:pt x="7234942" y="2140100"/>
                </a:lnTo>
                <a:lnTo>
                  <a:pt x="7237435" y="2129447"/>
                </a:lnTo>
                <a:close/>
                <a:moveTo>
                  <a:pt x="7272763" y="1872023"/>
                </a:moveTo>
                <a:lnTo>
                  <a:pt x="7223741" y="2132986"/>
                </a:lnTo>
                <a:cubicBezTo>
                  <a:pt x="7196877" y="2236744"/>
                  <a:pt x="7160034" y="2334563"/>
                  <a:pt x="7103527" y="2418654"/>
                </a:cubicBezTo>
                <a:cubicBezTo>
                  <a:pt x="7077016" y="2457987"/>
                  <a:pt x="7046074" y="2494151"/>
                  <a:pt x="7011326" y="2526434"/>
                </a:cubicBezTo>
                <a:cubicBezTo>
                  <a:pt x="6857318" y="2669716"/>
                  <a:pt x="6624135" y="2700620"/>
                  <a:pt x="6456591" y="2599991"/>
                </a:cubicBezTo>
                <a:cubicBezTo>
                  <a:pt x="6427909" y="2582751"/>
                  <a:pt x="6401335" y="2562217"/>
                  <a:pt x="6377416" y="2538822"/>
                </a:cubicBezTo>
                <a:lnTo>
                  <a:pt x="6361393" y="2519332"/>
                </a:lnTo>
                <a:lnTo>
                  <a:pt x="6424574" y="2569698"/>
                </a:lnTo>
                <a:cubicBezTo>
                  <a:pt x="6493524" y="2614305"/>
                  <a:pt x="6574651" y="2637985"/>
                  <a:pt x="6657977" y="2636769"/>
                </a:cubicBezTo>
                <a:cubicBezTo>
                  <a:pt x="6794221" y="2635671"/>
                  <a:pt x="6924578" y="2581041"/>
                  <a:pt x="7020903" y="2484677"/>
                </a:cubicBezTo>
                <a:cubicBezTo>
                  <a:pt x="7055855" y="2449878"/>
                  <a:pt x="7086862" y="2411338"/>
                  <a:pt x="7113359" y="2369745"/>
                </a:cubicBezTo>
                <a:cubicBezTo>
                  <a:pt x="7167696" y="2284952"/>
                  <a:pt x="7203868" y="2187804"/>
                  <a:pt x="7230814" y="2085403"/>
                </a:cubicBezTo>
                <a:close/>
                <a:moveTo>
                  <a:pt x="5528330" y="1860983"/>
                </a:moveTo>
                <a:cubicBezTo>
                  <a:pt x="5693577" y="1857280"/>
                  <a:pt x="5859332" y="1945139"/>
                  <a:pt x="5995973" y="2108084"/>
                </a:cubicBezTo>
                <a:cubicBezTo>
                  <a:pt x="6028154" y="2146778"/>
                  <a:pt x="6057677" y="2187617"/>
                  <a:pt x="6084343" y="2230296"/>
                </a:cubicBezTo>
                <a:lnTo>
                  <a:pt x="6187524" y="2409429"/>
                </a:lnTo>
                <a:lnTo>
                  <a:pt x="6100561" y="2264392"/>
                </a:lnTo>
                <a:cubicBezTo>
                  <a:pt x="6073322" y="2222391"/>
                  <a:pt x="6043785" y="2181935"/>
                  <a:pt x="6012063" y="2143203"/>
                </a:cubicBezTo>
                <a:cubicBezTo>
                  <a:pt x="5913095" y="2023674"/>
                  <a:pt x="5751808" y="1880521"/>
                  <a:pt x="5545443" y="1876435"/>
                </a:cubicBezTo>
                <a:cubicBezTo>
                  <a:pt x="5370748" y="1873115"/>
                  <a:pt x="5207545" y="1964677"/>
                  <a:pt x="5031956" y="2165296"/>
                </a:cubicBezTo>
                <a:cubicBezTo>
                  <a:pt x="4942565" y="2266690"/>
                  <a:pt x="4858027" y="2384175"/>
                  <a:pt x="4783449" y="2487614"/>
                </a:cubicBezTo>
                <a:lnTo>
                  <a:pt x="4755482" y="2526563"/>
                </a:lnTo>
                <a:cubicBezTo>
                  <a:pt x="4737476" y="2550698"/>
                  <a:pt x="4719087" y="2575089"/>
                  <a:pt x="4699166" y="2600629"/>
                </a:cubicBezTo>
                <a:cubicBezTo>
                  <a:pt x="4577467" y="2753615"/>
                  <a:pt x="4456279" y="2862927"/>
                  <a:pt x="4338794" y="2925629"/>
                </a:cubicBezTo>
                <a:cubicBezTo>
                  <a:pt x="4207260" y="2995737"/>
                  <a:pt x="4085305" y="3005442"/>
                  <a:pt x="3965904" y="2955001"/>
                </a:cubicBezTo>
                <a:cubicBezTo>
                  <a:pt x="3927454" y="2938450"/>
                  <a:pt x="3891557" y="2916524"/>
                  <a:pt x="3859275" y="2889873"/>
                </a:cubicBezTo>
                <a:cubicBezTo>
                  <a:pt x="3753027" y="2803292"/>
                  <a:pt x="3659166" y="2661032"/>
                  <a:pt x="3580119" y="2467182"/>
                </a:cubicBezTo>
                <a:lnTo>
                  <a:pt x="3533018" y="2337235"/>
                </a:lnTo>
                <a:lnTo>
                  <a:pt x="3529547" y="2325376"/>
                </a:lnTo>
                <a:lnTo>
                  <a:pt x="3542192" y="2353783"/>
                </a:lnTo>
                <a:cubicBezTo>
                  <a:pt x="3639372" y="2551847"/>
                  <a:pt x="3735404" y="2690786"/>
                  <a:pt x="3835905" y="2780177"/>
                </a:cubicBezTo>
                <a:cubicBezTo>
                  <a:pt x="3867894" y="2808909"/>
                  <a:pt x="3903535" y="2833301"/>
                  <a:pt x="3941898" y="2852711"/>
                </a:cubicBezTo>
                <a:cubicBezTo>
                  <a:pt x="4058233" y="2910561"/>
                  <a:pt x="4178272" y="2911326"/>
                  <a:pt x="4309165" y="2855138"/>
                </a:cubicBezTo>
                <a:cubicBezTo>
                  <a:pt x="4425502" y="2805079"/>
                  <a:pt x="4547585" y="2711602"/>
                  <a:pt x="4672221" y="2577387"/>
                </a:cubicBezTo>
                <a:cubicBezTo>
                  <a:pt x="4694185" y="2553252"/>
                  <a:pt x="4714363" y="2530904"/>
                  <a:pt x="4732496" y="2509195"/>
                </a:cubicBezTo>
                <a:cubicBezTo>
                  <a:pt x="4762250" y="2473183"/>
                  <a:pt x="4793537" y="2434872"/>
                  <a:pt x="4826100" y="2394264"/>
                </a:cubicBezTo>
                <a:cubicBezTo>
                  <a:pt x="4889313" y="2315344"/>
                  <a:pt x="4954696" y="2233744"/>
                  <a:pt x="5022889" y="2157889"/>
                </a:cubicBezTo>
                <a:cubicBezTo>
                  <a:pt x="5202564" y="1956377"/>
                  <a:pt x="5358488" y="1864814"/>
                  <a:pt x="5528330" y="1860983"/>
                </a:cubicBezTo>
                <a:close/>
                <a:moveTo>
                  <a:pt x="5512495" y="1831357"/>
                </a:moveTo>
                <a:cubicBezTo>
                  <a:pt x="5682465" y="1820884"/>
                  <a:pt x="5857033" y="1905167"/>
                  <a:pt x="5991247" y="2063517"/>
                </a:cubicBezTo>
                <a:cubicBezTo>
                  <a:pt x="6024219" y="2102645"/>
                  <a:pt x="6054114" y="2144275"/>
                  <a:pt x="6080638" y="2188026"/>
                </a:cubicBezTo>
                <a:lnTo>
                  <a:pt x="6184824" y="2377454"/>
                </a:lnTo>
                <a:lnTo>
                  <a:pt x="6096091" y="2223016"/>
                </a:lnTo>
                <a:cubicBezTo>
                  <a:pt x="6069120" y="2179841"/>
                  <a:pt x="6039264" y="2138542"/>
                  <a:pt x="6006700" y="2099401"/>
                </a:cubicBezTo>
                <a:cubicBezTo>
                  <a:pt x="5867378" y="1933262"/>
                  <a:pt x="5697023" y="1843871"/>
                  <a:pt x="5528459" y="1847574"/>
                </a:cubicBezTo>
                <a:cubicBezTo>
                  <a:pt x="5302938" y="1852554"/>
                  <a:pt x="5126327" y="2022014"/>
                  <a:pt x="5013184" y="2148950"/>
                </a:cubicBezTo>
                <a:cubicBezTo>
                  <a:pt x="4944863" y="2225059"/>
                  <a:pt x="4879735" y="2306789"/>
                  <a:pt x="4815884" y="2385835"/>
                </a:cubicBezTo>
                <a:cubicBezTo>
                  <a:pt x="4783449" y="2425934"/>
                  <a:pt x="4752673" y="2464244"/>
                  <a:pt x="4722536" y="2500766"/>
                </a:cubicBezTo>
                <a:cubicBezTo>
                  <a:pt x="4704657" y="2522220"/>
                  <a:pt x="4685118" y="2544441"/>
                  <a:pt x="4662771" y="2568449"/>
                </a:cubicBezTo>
                <a:cubicBezTo>
                  <a:pt x="4539411" y="2701258"/>
                  <a:pt x="4419118" y="2793587"/>
                  <a:pt x="4304186" y="2842879"/>
                </a:cubicBezTo>
                <a:cubicBezTo>
                  <a:pt x="4177250" y="2897407"/>
                  <a:pt x="4060787" y="2896769"/>
                  <a:pt x="3948282" y="2840835"/>
                </a:cubicBezTo>
                <a:cubicBezTo>
                  <a:pt x="3910968" y="2821936"/>
                  <a:pt x="3876323" y="2798196"/>
                  <a:pt x="3845227" y="2770217"/>
                </a:cubicBezTo>
                <a:cubicBezTo>
                  <a:pt x="3746131" y="2682613"/>
                  <a:pt x="3650994" y="2544441"/>
                  <a:pt x="3554579" y="2347908"/>
                </a:cubicBezTo>
                <a:lnTo>
                  <a:pt x="3500689" y="2226795"/>
                </a:lnTo>
                <a:lnTo>
                  <a:pt x="3487195" y="2180695"/>
                </a:lnTo>
                <a:lnTo>
                  <a:pt x="3517161" y="2235402"/>
                </a:lnTo>
                <a:cubicBezTo>
                  <a:pt x="3607190" y="2389156"/>
                  <a:pt x="3705010" y="2548655"/>
                  <a:pt x="3821346" y="2660265"/>
                </a:cubicBezTo>
                <a:cubicBezTo>
                  <a:pt x="3852173" y="2690185"/>
                  <a:pt x="3886461" y="2716289"/>
                  <a:pt x="3923508" y="2738036"/>
                </a:cubicBezTo>
                <a:cubicBezTo>
                  <a:pt x="4034607" y="2802269"/>
                  <a:pt x="4145708" y="2813252"/>
                  <a:pt x="4273409" y="2772771"/>
                </a:cubicBezTo>
                <a:cubicBezTo>
                  <a:pt x="4388722" y="2736248"/>
                  <a:pt x="4510423" y="2660010"/>
                  <a:pt x="4635059" y="2545973"/>
                </a:cubicBezTo>
                <a:cubicBezTo>
                  <a:pt x="4659194" y="2524009"/>
                  <a:pt x="4680137" y="2503704"/>
                  <a:pt x="4698910" y="2484037"/>
                </a:cubicBezTo>
                <a:cubicBezTo>
                  <a:pt x="4753183" y="2427210"/>
                  <a:pt x="4809499" y="2362594"/>
                  <a:pt x="4869135" y="2294146"/>
                </a:cubicBezTo>
                <a:cubicBezTo>
                  <a:pt x="4913320" y="2243066"/>
                  <a:pt x="4958910" y="2190835"/>
                  <a:pt x="5004499" y="2140905"/>
                </a:cubicBezTo>
                <a:cubicBezTo>
                  <a:pt x="5129390" y="2003880"/>
                  <a:pt x="5300128" y="1844892"/>
                  <a:pt x="5512495" y="1831357"/>
                </a:cubicBezTo>
                <a:close/>
                <a:moveTo>
                  <a:pt x="3846720" y="1822981"/>
                </a:moveTo>
                <a:lnTo>
                  <a:pt x="3848490" y="1826655"/>
                </a:lnTo>
                <a:lnTo>
                  <a:pt x="3847973" y="1825930"/>
                </a:lnTo>
                <a:close/>
                <a:moveTo>
                  <a:pt x="5562802" y="1799831"/>
                </a:moveTo>
                <a:cubicBezTo>
                  <a:pt x="5717467" y="1804696"/>
                  <a:pt x="5868845" y="1882341"/>
                  <a:pt x="5986394" y="2019333"/>
                </a:cubicBezTo>
                <a:cubicBezTo>
                  <a:pt x="6019966" y="2058984"/>
                  <a:pt x="6050131" y="2101406"/>
                  <a:pt x="6076552" y="2146140"/>
                </a:cubicBezTo>
                <a:lnTo>
                  <a:pt x="6177457" y="2337861"/>
                </a:lnTo>
                <a:lnTo>
                  <a:pt x="6091365" y="2181258"/>
                </a:lnTo>
                <a:cubicBezTo>
                  <a:pt x="6064535" y="2136971"/>
                  <a:pt x="6034308" y="2094829"/>
                  <a:pt x="6000953" y="2055217"/>
                </a:cubicBezTo>
                <a:cubicBezTo>
                  <a:pt x="5863801" y="1893546"/>
                  <a:pt x="5685530" y="1807220"/>
                  <a:pt x="5511090" y="1818330"/>
                </a:cubicBezTo>
                <a:cubicBezTo>
                  <a:pt x="5293869" y="1832250"/>
                  <a:pt x="5120579" y="1993409"/>
                  <a:pt x="4994027" y="2132221"/>
                </a:cubicBezTo>
                <a:cubicBezTo>
                  <a:pt x="4948310" y="2182151"/>
                  <a:pt x="4902593" y="2234382"/>
                  <a:pt x="4858281" y="2285463"/>
                </a:cubicBezTo>
                <a:cubicBezTo>
                  <a:pt x="4798772" y="2353782"/>
                  <a:pt x="4742584" y="2418272"/>
                  <a:pt x="4688565" y="2474971"/>
                </a:cubicBezTo>
                <a:cubicBezTo>
                  <a:pt x="4669921" y="2494253"/>
                  <a:pt x="4649362" y="2514303"/>
                  <a:pt x="4625354" y="2536267"/>
                </a:cubicBezTo>
                <a:cubicBezTo>
                  <a:pt x="4502122" y="2648773"/>
                  <a:pt x="4382082" y="2724116"/>
                  <a:pt x="4268683" y="2760128"/>
                </a:cubicBezTo>
                <a:cubicBezTo>
                  <a:pt x="4144941" y="2799333"/>
                  <a:pt x="4037161" y="2788733"/>
                  <a:pt x="3929637" y="2726542"/>
                </a:cubicBezTo>
                <a:cubicBezTo>
                  <a:pt x="3893548" y="2705294"/>
                  <a:pt x="3860115" y="2679830"/>
                  <a:pt x="3830030" y="2650688"/>
                </a:cubicBezTo>
                <a:cubicBezTo>
                  <a:pt x="3714843" y="2540226"/>
                  <a:pt x="3617406" y="2381876"/>
                  <a:pt x="3528016" y="2228634"/>
                </a:cubicBezTo>
                <a:lnTo>
                  <a:pt x="3450291" y="2086494"/>
                </a:lnTo>
                <a:lnTo>
                  <a:pt x="3417000" y="2006606"/>
                </a:lnTo>
                <a:lnTo>
                  <a:pt x="3491494" y="2116641"/>
                </a:lnTo>
                <a:cubicBezTo>
                  <a:pt x="3510010" y="2143330"/>
                  <a:pt x="3529549" y="2172064"/>
                  <a:pt x="3549853" y="2202073"/>
                </a:cubicBezTo>
                <a:cubicBezTo>
                  <a:pt x="3626219" y="2315089"/>
                  <a:pt x="3712800" y="2443045"/>
                  <a:pt x="3806277" y="2539844"/>
                </a:cubicBezTo>
                <a:cubicBezTo>
                  <a:pt x="3835968" y="2570989"/>
                  <a:pt x="3868889" y="2598905"/>
                  <a:pt x="3904479" y="2623105"/>
                </a:cubicBezTo>
                <a:cubicBezTo>
                  <a:pt x="4000970" y="2690760"/>
                  <a:pt x="4121316" y="2715062"/>
                  <a:pt x="4236502" y="2690148"/>
                </a:cubicBezTo>
                <a:cubicBezTo>
                  <a:pt x="4354244" y="2667416"/>
                  <a:pt x="4471984" y="2609824"/>
                  <a:pt x="4596876" y="2514175"/>
                </a:cubicBezTo>
                <a:cubicBezTo>
                  <a:pt x="4622544" y="2494637"/>
                  <a:pt x="4644637" y="2476376"/>
                  <a:pt x="4664302" y="2458626"/>
                </a:cubicBezTo>
                <a:cubicBezTo>
                  <a:pt x="4744499" y="2385835"/>
                  <a:pt x="4832230" y="2290442"/>
                  <a:pt x="4917024" y="2198115"/>
                </a:cubicBezTo>
                <a:lnTo>
                  <a:pt x="4985599" y="2124430"/>
                </a:lnTo>
                <a:cubicBezTo>
                  <a:pt x="5122750" y="1977191"/>
                  <a:pt x="5290422" y="1823949"/>
                  <a:pt x="5496404" y="1802241"/>
                </a:cubicBezTo>
                <a:cubicBezTo>
                  <a:pt x="5518544" y="1799926"/>
                  <a:pt x="5540707" y="1799136"/>
                  <a:pt x="5562802" y="1799831"/>
                </a:cubicBezTo>
                <a:close/>
                <a:moveTo>
                  <a:pt x="7273405" y="1796984"/>
                </a:moveTo>
                <a:lnTo>
                  <a:pt x="7217628" y="2080997"/>
                </a:lnTo>
                <a:cubicBezTo>
                  <a:pt x="7190939" y="2182631"/>
                  <a:pt x="7155182" y="2278951"/>
                  <a:pt x="7101612" y="2362850"/>
                </a:cubicBezTo>
                <a:cubicBezTo>
                  <a:pt x="7075624" y="2403535"/>
                  <a:pt x="7045256" y="2441272"/>
                  <a:pt x="7011071" y="2475355"/>
                </a:cubicBezTo>
                <a:cubicBezTo>
                  <a:pt x="6857064" y="2628851"/>
                  <a:pt x="6621326" y="2668823"/>
                  <a:pt x="6450463" y="2570365"/>
                </a:cubicBezTo>
                <a:cubicBezTo>
                  <a:pt x="6421014" y="2553381"/>
                  <a:pt x="6393789" y="2532847"/>
                  <a:pt x="6369372" y="2509195"/>
                </a:cubicBezTo>
                <a:lnTo>
                  <a:pt x="6354525" y="2491136"/>
                </a:lnTo>
                <a:lnTo>
                  <a:pt x="6438202" y="2552741"/>
                </a:lnTo>
                <a:cubicBezTo>
                  <a:pt x="6499741" y="2585879"/>
                  <a:pt x="6568674" y="2602876"/>
                  <a:pt x="6638565" y="2602161"/>
                </a:cubicBezTo>
                <a:cubicBezTo>
                  <a:pt x="6783520" y="2600667"/>
                  <a:pt x="6921628" y="2540278"/>
                  <a:pt x="7021158" y="2434872"/>
                </a:cubicBezTo>
                <a:cubicBezTo>
                  <a:pt x="7055421" y="2398363"/>
                  <a:pt x="7085813" y="2358392"/>
                  <a:pt x="7111827" y="2315599"/>
                </a:cubicBezTo>
                <a:cubicBezTo>
                  <a:pt x="7163162" y="2230869"/>
                  <a:pt x="7198153" y="2135189"/>
                  <a:pt x="7224810" y="2034896"/>
                </a:cubicBezTo>
                <a:close/>
                <a:moveTo>
                  <a:pt x="3785864" y="1711293"/>
                </a:moveTo>
                <a:lnTo>
                  <a:pt x="3808749" y="1764990"/>
                </a:lnTo>
                <a:lnTo>
                  <a:pt x="3800564" y="1751831"/>
                </a:lnTo>
                <a:close/>
                <a:moveTo>
                  <a:pt x="8855255" y="1679877"/>
                </a:moveTo>
                <a:lnTo>
                  <a:pt x="8898248" y="1690285"/>
                </a:lnTo>
                <a:lnTo>
                  <a:pt x="8894664" y="1689735"/>
                </a:lnTo>
                <a:close/>
                <a:moveTo>
                  <a:pt x="7269908" y="1671357"/>
                </a:moveTo>
                <a:lnTo>
                  <a:pt x="7268388" y="1679647"/>
                </a:lnTo>
                <a:cubicBezTo>
                  <a:pt x="7231866" y="1879500"/>
                  <a:pt x="7193938" y="2086503"/>
                  <a:pt x="7098035" y="2252515"/>
                </a:cubicBezTo>
                <a:cubicBezTo>
                  <a:pt x="7072967" y="2295832"/>
                  <a:pt x="7043710" y="2336594"/>
                  <a:pt x="7010687" y="2374215"/>
                </a:cubicBezTo>
                <a:cubicBezTo>
                  <a:pt x="6859489" y="2546101"/>
                  <a:pt x="6613153" y="2605481"/>
                  <a:pt x="6438075" y="2512133"/>
                </a:cubicBezTo>
                <a:cubicBezTo>
                  <a:pt x="6407209" y="2495787"/>
                  <a:pt x="6378719" y="2475290"/>
                  <a:pt x="6353408" y="2451218"/>
                </a:cubicBezTo>
                <a:lnTo>
                  <a:pt x="6337965" y="2432415"/>
                </a:lnTo>
                <a:lnTo>
                  <a:pt x="6427219" y="2495402"/>
                </a:lnTo>
                <a:cubicBezTo>
                  <a:pt x="6483165" y="2523408"/>
                  <a:pt x="6544972" y="2537711"/>
                  <a:pt x="6607533" y="2537161"/>
                </a:cubicBezTo>
                <a:cubicBezTo>
                  <a:pt x="6755923" y="2537161"/>
                  <a:pt x="6913762" y="2463478"/>
                  <a:pt x="7022180" y="2332201"/>
                </a:cubicBezTo>
                <a:cubicBezTo>
                  <a:pt x="7055139" y="2292448"/>
                  <a:pt x="7084293" y="2249693"/>
                  <a:pt x="7109271" y="2204499"/>
                </a:cubicBezTo>
                <a:cubicBezTo>
                  <a:pt x="7154925" y="2120600"/>
                  <a:pt x="7187521" y="2027952"/>
                  <a:pt x="7213397" y="1931760"/>
                </a:cubicBezTo>
                <a:close/>
                <a:moveTo>
                  <a:pt x="3099006" y="1654709"/>
                </a:moveTo>
                <a:lnTo>
                  <a:pt x="3163672" y="1684170"/>
                </a:lnTo>
                <a:cubicBezTo>
                  <a:pt x="3201761" y="1707774"/>
                  <a:pt x="3236852" y="1736213"/>
                  <a:pt x="3268017" y="1768911"/>
                </a:cubicBezTo>
                <a:cubicBezTo>
                  <a:pt x="3324843" y="1827015"/>
                  <a:pt x="3379500" y="1893675"/>
                  <a:pt x="3456121" y="1986003"/>
                </a:cubicBezTo>
                <a:lnTo>
                  <a:pt x="3465955" y="1998007"/>
                </a:lnTo>
                <a:cubicBezTo>
                  <a:pt x="3506052" y="2046533"/>
                  <a:pt x="3549087" y="2105276"/>
                  <a:pt x="3594549" y="2167467"/>
                </a:cubicBezTo>
                <a:cubicBezTo>
                  <a:pt x="3658145" y="2254558"/>
                  <a:pt x="3723911" y="2344461"/>
                  <a:pt x="3791209" y="2419550"/>
                </a:cubicBezTo>
                <a:cubicBezTo>
                  <a:pt x="3819840" y="2452011"/>
                  <a:pt x="3851484" y="2481676"/>
                  <a:pt x="3885708" y="2508174"/>
                </a:cubicBezTo>
                <a:cubicBezTo>
                  <a:pt x="3983272" y="2582751"/>
                  <a:pt x="4083646" y="2614294"/>
                  <a:pt x="4200364" y="2607526"/>
                </a:cubicBezTo>
                <a:cubicBezTo>
                  <a:pt x="4319382" y="2600502"/>
                  <a:pt x="4436867" y="2559127"/>
                  <a:pt x="4559461" y="2482506"/>
                </a:cubicBezTo>
                <a:cubicBezTo>
                  <a:pt x="4584043" y="2467309"/>
                  <a:pt x="4607821" y="2450848"/>
                  <a:pt x="4630719" y="2433213"/>
                </a:cubicBezTo>
                <a:cubicBezTo>
                  <a:pt x="4737349" y="2350207"/>
                  <a:pt x="4853046" y="2227998"/>
                  <a:pt x="4964785" y="2109873"/>
                </a:cubicBezTo>
                <a:lnTo>
                  <a:pt x="4966955" y="2107575"/>
                </a:lnTo>
                <a:cubicBezTo>
                  <a:pt x="5115345" y="1951012"/>
                  <a:pt x="5280079" y="1801985"/>
                  <a:pt x="5479804" y="1772997"/>
                </a:cubicBezTo>
                <a:cubicBezTo>
                  <a:pt x="5663566" y="1746180"/>
                  <a:pt x="5846180" y="1819992"/>
                  <a:pt x="5980904" y="1975276"/>
                </a:cubicBezTo>
                <a:cubicBezTo>
                  <a:pt x="6015243" y="2015311"/>
                  <a:pt x="6045725" y="2058499"/>
                  <a:pt x="6071955" y="2104254"/>
                </a:cubicBezTo>
                <a:lnTo>
                  <a:pt x="6122054" y="2203558"/>
                </a:lnTo>
                <a:lnTo>
                  <a:pt x="6088173" y="2139244"/>
                </a:lnTo>
                <a:cubicBezTo>
                  <a:pt x="6061394" y="2093911"/>
                  <a:pt x="6030809" y="2050927"/>
                  <a:pt x="5996737" y="2010777"/>
                </a:cubicBezTo>
                <a:cubicBezTo>
                  <a:pt x="5859460" y="1850767"/>
                  <a:pt x="5676591" y="1769804"/>
                  <a:pt x="5495128" y="1788960"/>
                </a:cubicBezTo>
                <a:cubicBezTo>
                  <a:pt x="5284676" y="1811052"/>
                  <a:pt x="5114833" y="1966209"/>
                  <a:pt x="4976277" y="2115237"/>
                </a:cubicBezTo>
                <a:cubicBezTo>
                  <a:pt x="4953546" y="2139627"/>
                  <a:pt x="4930815" y="2164402"/>
                  <a:pt x="4908084" y="2189175"/>
                </a:cubicBezTo>
                <a:cubicBezTo>
                  <a:pt x="4823419" y="2281249"/>
                  <a:pt x="4735943" y="2376386"/>
                  <a:pt x="4656257" y="2448664"/>
                </a:cubicBezTo>
                <a:cubicBezTo>
                  <a:pt x="4636719" y="2466288"/>
                  <a:pt x="4615138" y="2484293"/>
                  <a:pt x="4589598" y="2503704"/>
                </a:cubicBezTo>
                <a:cubicBezTo>
                  <a:pt x="4466365" y="2597947"/>
                  <a:pt x="4349774" y="2654646"/>
                  <a:pt x="4234843" y="2676994"/>
                </a:cubicBezTo>
                <a:cubicBezTo>
                  <a:pt x="4123041" y="2701411"/>
                  <a:pt x="4006117" y="2677837"/>
                  <a:pt x="3912524" y="2611995"/>
                </a:cubicBezTo>
                <a:cubicBezTo>
                  <a:pt x="3877650" y="2588408"/>
                  <a:pt x="3845405" y="2561131"/>
                  <a:pt x="3816366" y="2530649"/>
                </a:cubicBezTo>
                <a:cubicBezTo>
                  <a:pt x="3723272" y="2434618"/>
                  <a:pt x="3637584" y="2307171"/>
                  <a:pt x="3560963" y="2194667"/>
                </a:cubicBezTo>
                <a:cubicBezTo>
                  <a:pt x="3540786" y="2164656"/>
                  <a:pt x="3521120" y="2135797"/>
                  <a:pt x="3502475" y="2108979"/>
                </a:cubicBezTo>
                <a:cubicBezTo>
                  <a:pt x="3470296" y="2062623"/>
                  <a:pt x="3442840" y="2021248"/>
                  <a:pt x="3416278" y="1981277"/>
                </a:cubicBezTo>
                <a:cubicBezTo>
                  <a:pt x="3381160" y="1928281"/>
                  <a:pt x="3350895" y="1882692"/>
                  <a:pt x="3318203" y="1838890"/>
                </a:cubicBezTo>
                <a:cubicBezTo>
                  <a:pt x="3291309" y="1802100"/>
                  <a:pt x="3260713" y="1768170"/>
                  <a:pt x="3226898" y="1737623"/>
                </a:cubicBezTo>
                <a:cubicBezTo>
                  <a:pt x="3206325" y="1719560"/>
                  <a:pt x="3184446" y="1703103"/>
                  <a:pt x="3161458" y="1688375"/>
                </a:cubicBezTo>
                <a:close/>
                <a:moveTo>
                  <a:pt x="2941014" y="1643000"/>
                </a:moveTo>
                <a:lnTo>
                  <a:pt x="2967470" y="1647980"/>
                </a:lnTo>
                <a:lnTo>
                  <a:pt x="2895639" y="1656789"/>
                </a:lnTo>
                <a:cubicBezTo>
                  <a:pt x="2704215" y="1704932"/>
                  <a:pt x="2594008" y="1919981"/>
                  <a:pt x="2554804" y="2105020"/>
                </a:cubicBezTo>
                <a:cubicBezTo>
                  <a:pt x="2531434" y="2215226"/>
                  <a:pt x="2524283" y="2329903"/>
                  <a:pt x="2517261" y="2440875"/>
                </a:cubicBezTo>
                <a:cubicBezTo>
                  <a:pt x="2511642" y="2530137"/>
                  <a:pt x="2505894" y="2622211"/>
                  <a:pt x="2491720" y="2711602"/>
                </a:cubicBezTo>
                <a:cubicBezTo>
                  <a:pt x="2467967" y="2861139"/>
                  <a:pt x="2408203" y="3068782"/>
                  <a:pt x="2258154" y="3208615"/>
                </a:cubicBezTo>
                <a:cubicBezTo>
                  <a:pt x="2118449" y="3338871"/>
                  <a:pt x="1922427" y="3370030"/>
                  <a:pt x="1781956" y="3284469"/>
                </a:cubicBezTo>
                <a:cubicBezTo>
                  <a:pt x="1670568" y="3216757"/>
                  <a:pt x="1606949" y="3095168"/>
                  <a:pt x="1556134" y="2962644"/>
                </a:cubicBezTo>
                <a:lnTo>
                  <a:pt x="1551837" y="2950558"/>
                </a:lnTo>
                <a:lnTo>
                  <a:pt x="1621803" y="3052227"/>
                </a:lnTo>
                <a:cubicBezTo>
                  <a:pt x="1649420" y="3083556"/>
                  <a:pt x="1681011" y="3110734"/>
                  <a:pt x="1717851" y="3132250"/>
                </a:cubicBezTo>
                <a:cubicBezTo>
                  <a:pt x="1770108" y="3162298"/>
                  <a:pt x="1829463" y="3177826"/>
                  <a:pt x="1889737" y="3177201"/>
                </a:cubicBezTo>
                <a:cubicBezTo>
                  <a:pt x="2002448" y="3175170"/>
                  <a:pt x="2110367" y="3131292"/>
                  <a:pt x="2192517" y="3054097"/>
                </a:cubicBezTo>
                <a:cubicBezTo>
                  <a:pt x="2313705" y="2943507"/>
                  <a:pt x="2403990" y="2772387"/>
                  <a:pt x="2446898" y="2573173"/>
                </a:cubicBezTo>
                <a:cubicBezTo>
                  <a:pt x="2464496" y="2484319"/>
                  <a:pt x="2477280" y="2394595"/>
                  <a:pt x="2485209" y="2304362"/>
                </a:cubicBezTo>
                <a:cubicBezTo>
                  <a:pt x="2495679" y="2205650"/>
                  <a:pt x="2505513" y="2112554"/>
                  <a:pt x="2527990" y="2020993"/>
                </a:cubicBezTo>
                <a:cubicBezTo>
                  <a:pt x="2552125" y="1922663"/>
                  <a:pt x="2631937" y="1689353"/>
                  <a:pt x="2849796" y="1648361"/>
                </a:cubicBezTo>
                <a:cubicBezTo>
                  <a:pt x="2879519" y="1642647"/>
                  <a:pt x="2910103" y="1640915"/>
                  <a:pt x="2941014" y="1643000"/>
                </a:cubicBezTo>
                <a:close/>
                <a:moveTo>
                  <a:pt x="7307461" y="1628102"/>
                </a:moveTo>
                <a:lnTo>
                  <a:pt x="7293724" y="1692427"/>
                </a:lnTo>
                <a:lnTo>
                  <a:pt x="7297122" y="1672878"/>
                </a:lnTo>
                <a:close/>
                <a:moveTo>
                  <a:pt x="3755422" y="1627342"/>
                </a:moveTo>
                <a:lnTo>
                  <a:pt x="3762301" y="1641856"/>
                </a:lnTo>
                <a:lnTo>
                  <a:pt x="3766606" y="1658186"/>
                </a:lnTo>
                <a:close/>
                <a:moveTo>
                  <a:pt x="2893031" y="1624796"/>
                </a:moveTo>
                <a:lnTo>
                  <a:pt x="2923872" y="1630231"/>
                </a:lnTo>
                <a:lnTo>
                  <a:pt x="2846603" y="1634824"/>
                </a:lnTo>
                <a:cubicBezTo>
                  <a:pt x="2621337" y="1677732"/>
                  <a:pt x="2539354" y="1917045"/>
                  <a:pt x="2514579" y="2017928"/>
                </a:cubicBezTo>
                <a:cubicBezTo>
                  <a:pt x="2491850" y="2110256"/>
                  <a:pt x="2481888" y="2203988"/>
                  <a:pt x="2471417" y="2303085"/>
                </a:cubicBezTo>
                <a:cubicBezTo>
                  <a:pt x="2463448" y="2392847"/>
                  <a:pt x="2450667" y="2482109"/>
                  <a:pt x="2433106" y="2570492"/>
                </a:cubicBezTo>
                <a:cubicBezTo>
                  <a:pt x="2390837" y="2767025"/>
                  <a:pt x="2301957" y="2935334"/>
                  <a:pt x="2182812" y="3044392"/>
                </a:cubicBezTo>
                <a:cubicBezTo>
                  <a:pt x="2047448" y="3168389"/>
                  <a:pt x="1859090" y="3199804"/>
                  <a:pt x="1724619" y="3121013"/>
                </a:cubicBezTo>
                <a:cubicBezTo>
                  <a:pt x="1644168" y="3073891"/>
                  <a:pt x="1589171" y="2998162"/>
                  <a:pt x="1545698" y="2910918"/>
                </a:cubicBezTo>
                <a:lnTo>
                  <a:pt x="1505891" y="2821237"/>
                </a:lnTo>
                <a:lnTo>
                  <a:pt x="1496173" y="2793589"/>
                </a:lnTo>
                <a:lnTo>
                  <a:pt x="1497757" y="2796842"/>
                </a:lnTo>
                <a:cubicBezTo>
                  <a:pt x="1538622" y="2867844"/>
                  <a:pt x="1589704" y="2928886"/>
                  <a:pt x="1660641" y="2968664"/>
                </a:cubicBezTo>
                <a:cubicBezTo>
                  <a:pt x="1796003" y="3044774"/>
                  <a:pt x="1979129" y="3013744"/>
                  <a:pt x="2116152" y="2889745"/>
                </a:cubicBezTo>
                <a:cubicBezTo>
                  <a:pt x="2239382" y="2779028"/>
                  <a:pt x="2336053" y="2616719"/>
                  <a:pt x="2387135" y="2432829"/>
                </a:cubicBezTo>
                <a:cubicBezTo>
                  <a:pt x="2409930" y="2346669"/>
                  <a:pt x="2427462" y="2259206"/>
                  <a:pt x="2439619" y="2170915"/>
                </a:cubicBezTo>
                <a:cubicBezTo>
                  <a:pt x="2450526" y="2091101"/>
                  <a:pt x="2466346" y="2012029"/>
                  <a:pt x="2486997" y="1934156"/>
                </a:cubicBezTo>
                <a:cubicBezTo>
                  <a:pt x="2523646" y="1807604"/>
                  <a:pt x="2608057" y="1651553"/>
                  <a:pt x="2799610" y="1626778"/>
                </a:cubicBezTo>
                <a:cubicBezTo>
                  <a:pt x="2829907" y="1622852"/>
                  <a:pt x="2861281" y="1622254"/>
                  <a:pt x="2893031" y="1624796"/>
                </a:cubicBezTo>
                <a:close/>
                <a:moveTo>
                  <a:pt x="2965640" y="1610093"/>
                </a:moveTo>
                <a:lnTo>
                  <a:pt x="3041348" y="1628440"/>
                </a:lnTo>
                <a:lnTo>
                  <a:pt x="3083486" y="1647638"/>
                </a:lnTo>
                <a:close/>
                <a:moveTo>
                  <a:pt x="2750060" y="1605325"/>
                </a:moveTo>
                <a:cubicBezTo>
                  <a:pt x="2782972" y="1603543"/>
                  <a:pt x="2815836" y="1604147"/>
                  <a:pt x="2848409" y="1607078"/>
                </a:cubicBezTo>
                <a:lnTo>
                  <a:pt x="2877515" y="1611815"/>
                </a:lnTo>
                <a:lnTo>
                  <a:pt x="2798203" y="1613498"/>
                </a:lnTo>
                <a:cubicBezTo>
                  <a:pt x="2598991" y="1639294"/>
                  <a:pt x="2512792" y="1800198"/>
                  <a:pt x="2474483" y="1930580"/>
                </a:cubicBezTo>
                <a:cubicBezTo>
                  <a:pt x="2453654" y="2008939"/>
                  <a:pt x="2437756" y="2088521"/>
                  <a:pt x="2426848" y="2168872"/>
                </a:cubicBezTo>
                <a:cubicBezTo>
                  <a:pt x="2414615" y="2256615"/>
                  <a:pt x="2397044" y="2343528"/>
                  <a:pt x="2374236" y="2429126"/>
                </a:cubicBezTo>
                <a:cubicBezTo>
                  <a:pt x="2323539" y="2610589"/>
                  <a:pt x="2228656" y="2770728"/>
                  <a:pt x="2107213" y="2879784"/>
                </a:cubicBezTo>
                <a:cubicBezTo>
                  <a:pt x="1973636" y="2998674"/>
                  <a:pt x="1797408" y="3029706"/>
                  <a:pt x="1667153" y="2956405"/>
                </a:cubicBezTo>
                <a:cubicBezTo>
                  <a:pt x="1564004" y="2898940"/>
                  <a:pt x="1503664" y="2793274"/>
                  <a:pt x="1454890" y="2677823"/>
                </a:cubicBezTo>
                <a:lnTo>
                  <a:pt x="1431347" y="2617892"/>
                </a:lnTo>
                <a:lnTo>
                  <a:pt x="1445734" y="2645932"/>
                </a:lnTo>
                <a:cubicBezTo>
                  <a:pt x="1485658" y="2711953"/>
                  <a:pt x="1535301" y="2768620"/>
                  <a:pt x="1603813" y="2805334"/>
                </a:cubicBezTo>
                <a:cubicBezTo>
                  <a:pt x="1732664" y="2874548"/>
                  <a:pt x="1908382" y="2842622"/>
                  <a:pt x="2041063" y="2725648"/>
                </a:cubicBezTo>
                <a:cubicBezTo>
                  <a:pt x="2171291" y="2607333"/>
                  <a:pt x="2270121" y="2458536"/>
                  <a:pt x="2328646" y="2292614"/>
                </a:cubicBezTo>
                <a:cubicBezTo>
                  <a:pt x="2356254" y="2211293"/>
                  <a:pt x="2378603" y="2128287"/>
                  <a:pt x="2395562" y="2044106"/>
                </a:cubicBezTo>
                <a:cubicBezTo>
                  <a:pt x="2408792" y="1977792"/>
                  <a:pt x="2425852" y="1912305"/>
                  <a:pt x="2446642" y="1847957"/>
                </a:cubicBezTo>
                <a:cubicBezTo>
                  <a:pt x="2500660" y="1692928"/>
                  <a:pt x="2596817" y="1616052"/>
                  <a:pt x="2750060" y="1605325"/>
                </a:cubicBezTo>
                <a:close/>
                <a:moveTo>
                  <a:pt x="2700768" y="1584127"/>
                </a:moveTo>
                <a:cubicBezTo>
                  <a:pt x="2733693" y="1583942"/>
                  <a:pt x="2766538" y="1585457"/>
                  <a:pt x="2799175" y="1588648"/>
                </a:cubicBezTo>
                <a:lnTo>
                  <a:pt x="2830514" y="1593348"/>
                </a:lnTo>
                <a:lnTo>
                  <a:pt x="2749806" y="1591916"/>
                </a:lnTo>
                <a:cubicBezTo>
                  <a:pt x="2592987" y="1602898"/>
                  <a:pt x="2489804" y="1685010"/>
                  <a:pt x="2434639" y="1843233"/>
                </a:cubicBezTo>
                <a:cubicBezTo>
                  <a:pt x="2413567" y="1908079"/>
                  <a:pt x="2396264" y="1974075"/>
                  <a:pt x="2382791" y="2040914"/>
                </a:cubicBezTo>
                <a:cubicBezTo>
                  <a:pt x="2365935" y="2124571"/>
                  <a:pt x="2343753" y="2207067"/>
                  <a:pt x="2316387" y="2287888"/>
                </a:cubicBezTo>
                <a:cubicBezTo>
                  <a:pt x="2258666" y="2451704"/>
                  <a:pt x="2161115" y="2598585"/>
                  <a:pt x="2032506" y="2715305"/>
                </a:cubicBezTo>
                <a:cubicBezTo>
                  <a:pt x="1904167" y="2828576"/>
                  <a:pt x="1734452" y="2859862"/>
                  <a:pt x="1610454" y="2793203"/>
                </a:cubicBezTo>
                <a:cubicBezTo>
                  <a:pt x="1511038" y="2740144"/>
                  <a:pt x="1452207" y="2641900"/>
                  <a:pt x="1404332" y="2534518"/>
                </a:cubicBezTo>
                <a:lnTo>
                  <a:pt x="1367525" y="2445918"/>
                </a:lnTo>
                <a:lnTo>
                  <a:pt x="1394272" y="2495084"/>
                </a:lnTo>
                <a:cubicBezTo>
                  <a:pt x="1433077" y="2555870"/>
                  <a:pt x="1480964" y="2607908"/>
                  <a:pt x="1546732" y="2641238"/>
                </a:cubicBezTo>
                <a:cubicBezTo>
                  <a:pt x="1669580" y="2703556"/>
                  <a:pt x="1837891" y="2671375"/>
                  <a:pt x="1965592" y="2560914"/>
                </a:cubicBezTo>
                <a:cubicBezTo>
                  <a:pt x="2094902" y="2447924"/>
                  <a:pt x="2198570" y="2308602"/>
                  <a:pt x="2269649" y="2152270"/>
                </a:cubicBezTo>
                <a:cubicBezTo>
                  <a:pt x="2301816" y="2077755"/>
                  <a:pt x="2328992" y="2001173"/>
                  <a:pt x="2350994" y="1923046"/>
                </a:cubicBezTo>
                <a:cubicBezTo>
                  <a:pt x="2366408" y="1868147"/>
                  <a:pt x="2384911" y="1814181"/>
                  <a:pt x="2406417" y="1761376"/>
                </a:cubicBezTo>
                <a:cubicBezTo>
                  <a:pt x="2444215" y="1674794"/>
                  <a:pt x="2509216" y="1586041"/>
                  <a:pt x="2700768" y="1584127"/>
                </a:cubicBezTo>
                <a:close/>
                <a:moveTo>
                  <a:pt x="2894149" y="1578983"/>
                </a:moveTo>
                <a:lnTo>
                  <a:pt x="2998695" y="1596259"/>
                </a:lnTo>
                <a:cubicBezTo>
                  <a:pt x="3045894" y="1605671"/>
                  <a:pt x="3092008" y="1619832"/>
                  <a:pt x="3136358" y="1638528"/>
                </a:cubicBezTo>
                <a:cubicBezTo>
                  <a:pt x="3169166" y="1653162"/>
                  <a:pt x="3200400" y="1671079"/>
                  <a:pt x="3229579" y="1692034"/>
                </a:cubicBezTo>
                <a:cubicBezTo>
                  <a:pt x="3305611" y="1747929"/>
                  <a:pt x="3376435" y="1810593"/>
                  <a:pt x="3441180" y="1879245"/>
                </a:cubicBezTo>
                <a:cubicBezTo>
                  <a:pt x="3503880" y="1943350"/>
                  <a:pt x="3573479" y="2035168"/>
                  <a:pt x="3640776" y="2124559"/>
                </a:cubicBezTo>
                <a:cubicBezTo>
                  <a:pt x="3685600" y="2184450"/>
                  <a:pt x="3731956" y="2245365"/>
                  <a:pt x="3776779" y="2299382"/>
                </a:cubicBezTo>
                <a:cubicBezTo>
                  <a:pt x="3804464" y="2333018"/>
                  <a:pt x="3834780" y="2364408"/>
                  <a:pt x="3867446" y="2393242"/>
                </a:cubicBezTo>
                <a:cubicBezTo>
                  <a:pt x="3960796" y="2473695"/>
                  <a:pt x="4052358" y="2514559"/>
                  <a:pt x="4164351" y="2524776"/>
                </a:cubicBezTo>
                <a:cubicBezTo>
                  <a:pt x="4286307" y="2535885"/>
                  <a:pt x="4399961" y="2512260"/>
                  <a:pt x="4521916" y="2450836"/>
                </a:cubicBezTo>
                <a:cubicBezTo>
                  <a:pt x="4547698" y="2437990"/>
                  <a:pt x="4572677" y="2423623"/>
                  <a:pt x="4596749" y="2407801"/>
                </a:cubicBezTo>
                <a:cubicBezTo>
                  <a:pt x="4710403" y="2332073"/>
                  <a:pt x="4833379" y="2210758"/>
                  <a:pt x="4948310" y="2090973"/>
                </a:cubicBezTo>
                <a:cubicBezTo>
                  <a:pt x="5097849" y="1935944"/>
                  <a:pt x="5260668" y="1781937"/>
                  <a:pt x="5463585" y="1743626"/>
                </a:cubicBezTo>
                <a:cubicBezTo>
                  <a:pt x="5650924" y="1708892"/>
                  <a:pt x="5842476" y="1778871"/>
                  <a:pt x="5975923" y="1931091"/>
                </a:cubicBezTo>
                <a:cubicBezTo>
                  <a:pt x="6010914" y="1971611"/>
                  <a:pt x="6041676" y="2015605"/>
                  <a:pt x="6067741" y="2062368"/>
                </a:cubicBezTo>
                <a:lnTo>
                  <a:pt x="6115207" y="2160559"/>
                </a:lnTo>
                <a:lnTo>
                  <a:pt x="6083065" y="2096848"/>
                </a:lnTo>
                <a:cubicBezTo>
                  <a:pt x="6056440" y="2050351"/>
                  <a:pt x="6025485" y="2006486"/>
                  <a:pt x="5990609" y="1965826"/>
                </a:cubicBezTo>
                <a:cubicBezTo>
                  <a:pt x="5852819" y="1806965"/>
                  <a:pt x="5665737" y="1731622"/>
                  <a:pt x="5477379" y="1758950"/>
                </a:cubicBezTo>
                <a:cubicBezTo>
                  <a:pt x="5273566" y="1788705"/>
                  <a:pt x="5106661" y="1939264"/>
                  <a:pt x="4956739" y="2097741"/>
                </a:cubicBezTo>
                <a:lnTo>
                  <a:pt x="4954569" y="2100040"/>
                </a:lnTo>
                <a:cubicBezTo>
                  <a:pt x="4843596" y="2217653"/>
                  <a:pt x="4728282" y="2339481"/>
                  <a:pt x="4622545" y="2421975"/>
                </a:cubicBezTo>
                <a:cubicBezTo>
                  <a:pt x="4602113" y="2437810"/>
                  <a:pt x="4579765" y="2453261"/>
                  <a:pt x="4552437" y="2470501"/>
                </a:cubicBezTo>
                <a:cubicBezTo>
                  <a:pt x="4431759" y="2546357"/>
                  <a:pt x="4316445" y="2586582"/>
                  <a:pt x="4199599" y="2593478"/>
                </a:cubicBezTo>
                <a:cubicBezTo>
                  <a:pt x="4084795" y="2600119"/>
                  <a:pt x="3990552" y="2570365"/>
                  <a:pt x="3894009" y="2496809"/>
                </a:cubicBezTo>
                <a:cubicBezTo>
                  <a:pt x="3860449" y="2470873"/>
                  <a:pt x="3829456" y="2441794"/>
                  <a:pt x="3801425" y="2409972"/>
                </a:cubicBezTo>
                <a:cubicBezTo>
                  <a:pt x="3734510" y="2335267"/>
                  <a:pt x="3669382" y="2245620"/>
                  <a:pt x="3605532" y="2158910"/>
                </a:cubicBezTo>
                <a:cubicBezTo>
                  <a:pt x="3559943" y="2096592"/>
                  <a:pt x="3516907" y="2037595"/>
                  <a:pt x="3476426" y="1988812"/>
                </a:cubicBezTo>
                <a:lnTo>
                  <a:pt x="3466593" y="1976809"/>
                </a:lnTo>
                <a:cubicBezTo>
                  <a:pt x="3390227" y="1884608"/>
                  <a:pt x="3334932" y="1817821"/>
                  <a:pt x="3277722" y="1759717"/>
                </a:cubicBezTo>
                <a:cubicBezTo>
                  <a:pt x="3249489" y="1730536"/>
                  <a:pt x="3218291" y="1704397"/>
                  <a:pt x="3184630" y="1681691"/>
                </a:cubicBezTo>
                <a:cubicBezTo>
                  <a:pt x="3141390" y="1653724"/>
                  <a:pt x="3094677" y="1631530"/>
                  <a:pt x="3045691" y="1615669"/>
                </a:cubicBezTo>
                <a:close/>
                <a:moveTo>
                  <a:pt x="2588989" y="1561186"/>
                </a:moveTo>
                <a:cubicBezTo>
                  <a:pt x="2607929" y="1560678"/>
                  <a:pt x="2628521" y="1560950"/>
                  <a:pt x="2650964" y="1562035"/>
                </a:cubicBezTo>
                <a:lnTo>
                  <a:pt x="2747842" y="1572510"/>
                </a:lnTo>
                <a:lnTo>
                  <a:pt x="2708430" y="1570335"/>
                </a:lnTo>
                <a:lnTo>
                  <a:pt x="2700001" y="1570335"/>
                </a:lnTo>
                <a:cubicBezTo>
                  <a:pt x="2500275" y="1572378"/>
                  <a:pt x="2432979" y="1665216"/>
                  <a:pt x="2393517" y="1755757"/>
                </a:cubicBezTo>
                <a:cubicBezTo>
                  <a:pt x="2371733" y="1809009"/>
                  <a:pt x="2353025" y="1863448"/>
                  <a:pt x="2337458" y="1918832"/>
                </a:cubicBezTo>
                <a:cubicBezTo>
                  <a:pt x="2316042" y="1996435"/>
                  <a:pt x="2289416" y="2072508"/>
                  <a:pt x="2257773" y="2146524"/>
                </a:cubicBezTo>
                <a:cubicBezTo>
                  <a:pt x="2187550" y="2301221"/>
                  <a:pt x="2085056" y="2439125"/>
                  <a:pt x="1957163" y="2550954"/>
                </a:cubicBezTo>
                <a:cubicBezTo>
                  <a:pt x="1834059" y="2657711"/>
                  <a:pt x="1671240" y="2689254"/>
                  <a:pt x="1553116" y="2629362"/>
                </a:cubicBezTo>
                <a:cubicBezTo>
                  <a:pt x="1426053" y="2564873"/>
                  <a:pt x="1366543" y="2425678"/>
                  <a:pt x="1309079" y="2291081"/>
                </a:cubicBezTo>
                <a:lnTo>
                  <a:pt x="1299215" y="2269999"/>
                </a:lnTo>
                <a:lnTo>
                  <a:pt x="1342202" y="2344286"/>
                </a:lnTo>
                <a:cubicBezTo>
                  <a:pt x="1379954" y="2399883"/>
                  <a:pt x="1426373" y="2447325"/>
                  <a:pt x="1489522" y="2477398"/>
                </a:cubicBezTo>
                <a:cubicBezTo>
                  <a:pt x="1608028" y="2534225"/>
                  <a:pt x="1765229" y="2502938"/>
                  <a:pt x="1890504" y="2396691"/>
                </a:cubicBezTo>
                <a:cubicBezTo>
                  <a:pt x="2018704" y="2287825"/>
                  <a:pt x="2126981" y="2157506"/>
                  <a:pt x="2210524" y="2011544"/>
                </a:cubicBezTo>
                <a:cubicBezTo>
                  <a:pt x="2245769" y="1946492"/>
                  <a:pt x="2276864" y="1879270"/>
                  <a:pt x="2303617" y="1810286"/>
                </a:cubicBezTo>
                <a:cubicBezTo>
                  <a:pt x="2321355" y="1763752"/>
                  <a:pt x="2342094" y="1718404"/>
                  <a:pt x="2365681" y="1674539"/>
                </a:cubicBezTo>
                <a:cubicBezTo>
                  <a:pt x="2404789" y="1606491"/>
                  <a:pt x="2456412" y="1564743"/>
                  <a:pt x="2588989" y="1561186"/>
                </a:cubicBezTo>
                <a:close/>
                <a:moveTo>
                  <a:pt x="3754013" y="1561082"/>
                </a:moveTo>
                <a:lnTo>
                  <a:pt x="3761547" y="1579937"/>
                </a:lnTo>
                <a:lnTo>
                  <a:pt x="3767713" y="1609029"/>
                </a:lnTo>
                <a:lnTo>
                  <a:pt x="3781088" y="1652096"/>
                </a:lnTo>
                <a:lnTo>
                  <a:pt x="3773803" y="1636745"/>
                </a:lnTo>
                <a:close/>
                <a:moveTo>
                  <a:pt x="7352073" y="1529467"/>
                </a:moveTo>
                <a:lnTo>
                  <a:pt x="7352019" y="1529662"/>
                </a:lnTo>
                <a:lnTo>
                  <a:pt x="7352033" y="1529598"/>
                </a:lnTo>
                <a:close/>
                <a:moveTo>
                  <a:pt x="2707954" y="1523172"/>
                </a:moveTo>
                <a:lnTo>
                  <a:pt x="2913266" y="1529471"/>
                </a:lnTo>
                <a:lnTo>
                  <a:pt x="2957577" y="1529471"/>
                </a:lnTo>
                <a:cubicBezTo>
                  <a:pt x="2994610" y="1529471"/>
                  <a:pt x="3026536" y="1529471"/>
                  <a:pt x="3054374" y="1529471"/>
                </a:cubicBezTo>
                <a:cubicBezTo>
                  <a:pt x="3087130" y="1529674"/>
                  <a:pt x="3119822" y="1532267"/>
                  <a:pt x="3152196" y="1537260"/>
                </a:cubicBezTo>
                <a:cubicBezTo>
                  <a:pt x="3211575" y="1547476"/>
                  <a:pt x="3286406" y="1567908"/>
                  <a:pt x="3390356" y="1642486"/>
                </a:cubicBezTo>
                <a:cubicBezTo>
                  <a:pt x="3506563" y="1725747"/>
                  <a:pt x="3628902" y="1895591"/>
                  <a:pt x="3736425" y="2045001"/>
                </a:cubicBezTo>
                <a:lnTo>
                  <a:pt x="3746769" y="2059303"/>
                </a:lnTo>
                <a:cubicBezTo>
                  <a:pt x="3772528" y="2095596"/>
                  <a:pt x="3800239" y="2130471"/>
                  <a:pt x="3829775" y="2163764"/>
                </a:cubicBezTo>
                <a:cubicBezTo>
                  <a:pt x="3912909" y="2256347"/>
                  <a:pt x="3993360" y="2316622"/>
                  <a:pt x="4090797" y="2359146"/>
                </a:cubicBezTo>
                <a:cubicBezTo>
                  <a:pt x="4174313" y="2395669"/>
                  <a:pt x="4290139" y="2431936"/>
                  <a:pt x="4446318" y="2387624"/>
                </a:cubicBezTo>
                <a:cubicBezTo>
                  <a:pt x="4474564" y="2379834"/>
                  <a:pt x="4502110" y="2369707"/>
                  <a:pt x="4528684" y="2357359"/>
                </a:cubicBezTo>
                <a:cubicBezTo>
                  <a:pt x="4635570" y="2306789"/>
                  <a:pt x="4760590" y="2208969"/>
                  <a:pt x="4911023" y="2058282"/>
                </a:cubicBezTo>
                <a:cubicBezTo>
                  <a:pt x="5067584" y="1901464"/>
                  <a:pt x="5229254" y="1739284"/>
                  <a:pt x="5431150" y="1685650"/>
                </a:cubicBezTo>
                <a:cubicBezTo>
                  <a:pt x="5624579" y="1631223"/>
                  <a:pt x="5832095" y="1692316"/>
                  <a:pt x="5965196" y="1842849"/>
                </a:cubicBezTo>
                <a:cubicBezTo>
                  <a:pt x="6001682" y="1884224"/>
                  <a:pt x="6033096" y="1929789"/>
                  <a:pt x="6058802" y="1978596"/>
                </a:cubicBezTo>
                <a:lnTo>
                  <a:pt x="6077451" y="2020589"/>
                </a:lnTo>
                <a:lnTo>
                  <a:pt x="6074381" y="2013970"/>
                </a:lnTo>
                <a:cubicBezTo>
                  <a:pt x="6048087" y="1965303"/>
                  <a:pt x="6016431" y="1919726"/>
                  <a:pt x="5980010" y="1878096"/>
                </a:cubicBezTo>
                <a:cubicBezTo>
                  <a:pt x="5842348" y="1722555"/>
                  <a:pt x="5642751" y="1656150"/>
                  <a:pt x="5443664" y="1701229"/>
                </a:cubicBezTo>
                <a:cubicBezTo>
                  <a:pt x="5244577" y="1746308"/>
                  <a:pt x="5088400" y="1892653"/>
                  <a:pt x="4919323" y="2064923"/>
                </a:cubicBezTo>
                <a:cubicBezTo>
                  <a:pt x="4824824" y="2161337"/>
                  <a:pt x="4684353" y="2297851"/>
                  <a:pt x="4555374" y="2370512"/>
                </a:cubicBezTo>
                <a:cubicBezTo>
                  <a:pt x="4530702" y="2384279"/>
                  <a:pt x="4505097" y="2396307"/>
                  <a:pt x="4478753" y="2406523"/>
                </a:cubicBezTo>
                <a:cubicBezTo>
                  <a:pt x="4368215" y="2452343"/>
                  <a:pt x="4245583" y="2460158"/>
                  <a:pt x="4130129" y="2428744"/>
                </a:cubicBezTo>
                <a:cubicBezTo>
                  <a:pt x="4027457" y="2402566"/>
                  <a:pt x="3943302" y="2353272"/>
                  <a:pt x="3857359" y="2268606"/>
                </a:cubicBezTo>
                <a:cubicBezTo>
                  <a:pt x="3826634" y="2237997"/>
                  <a:pt x="3798055" y="2205305"/>
                  <a:pt x="3771798" y="2170787"/>
                </a:cubicBezTo>
                <a:cubicBezTo>
                  <a:pt x="3747536" y="2139501"/>
                  <a:pt x="3722888" y="2107064"/>
                  <a:pt x="3697348" y="2072713"/>
                </a:cubicBezTo>
                <a:cubicBezTo>
                  <a:pt x="3606425" y="1951652"/>
                  <a:pt x="3512437" y="1827015"/>
                  <a:pt x="3423813" y="1750395"/>
                </a:cubicBezTo>
                <a:cubicBezTo>
                  <a:pt x="3321268" y="1662407"/>
                  <a:pt x="3250778" y="1626140"/>
                  <a:pt x="3195357" y="1602134"/>
                </a:cubicBezTo>
                <a:cubicBezTo>
                  <a:pt x="3163826" y="1588724"/>
                  <a:pt x="3131124" y="1578240"/>
                  <a:pt x="3097664" y="1570846"/>
                </a:cubicBezTo>
                <a:cubicBezTo>
                  <a:pt x="3051322" y="1560822"/>
                  <a:pt x="3004404" y="1553607"/>
                  <a:pt x="2957193" y="1549265"/>
                </a:cubicBezTo>
                <a:cubicBezTo>
                  <a:pt x="2923736" y="1545689"/>
                  <a:pt x="2885810" y="1542241"/>
                  <a:pt x="2845582" y="1538665"/>
                </a:cubicBezTo>
                <a:close/>
                <a:moveTo>
                  <a:pt x="2518149" y="1499719"/>
                </a:moveTo>
                <a:lnTo>
                  <a:pt x="2598735" y="1510878"/>
                </a:lnTo>
                <a:lnTo>
                  <a:pt x="2554041" y="1505846"/>
                </a:lnTo>
                <a:close/>
                <a:moveTo>
                  <a:pt x="5642767" y="1482923"/>
                </a:moveTo>
                <a:cubicBezTo>
                  <a:pt x="5748328" y="1490395"/>
                  <a:pt x="5854672" y="1530238"/>
                  <a:pt x="5940423" y="1621799"/>
                </a:cubicBezTo>
                <a:cubicBezTo>
                  <a:pt x="5980495" y="1665613"/>
                  <a:pt x="6013531" y="1715365"/>
                  <a:pt x="6038369" y="1769293"/>
                </a:cubicBezTo>
                <a:lnTo>
                  <a:pt x="6050235" y="1798633"/>
                </a:lnTo>
                <a:lnTo>
                  <a:pt x="5955364" y="1657299"/>
                </a:lnTo>
                <a:cubicBezTo>
                  <a:pt x="5812593" y="1502909"/>
                  <a:pt x="5579282" y="1463066"/>
                  <a:pt x="5360914" y="1555138"/>
                </a:cubicBezTo>
                <a:cubicBezTo>
                  <a:pt x="5194774" y="1624991"/>
                  <a:pt x="5061071" y="1754863"/>
                  <a:pt x="4919450" y="1892270"/>
                </a:cubicBezTo>
                <a:cubicBezTo>
                  <a:pt x="4889440" y="1921513"/>
                  <a:pt x="4858409" y="1951651"/>
                  <a:pt x="4827249" y="1980894"/>
                </a:cubicBezTo>
                <a:cubicBezTo>
                  <a:pt x="4672987" y="2125708"/>
                  <a:pt x="4517957" y="2218164"/>
                  <a:pt x="4390257" y="2240639"/>
                </a:cubicBezTo>
                <a:cubicBezTo>
                  <a:pt x="4359276" y="2246027"/>
                  <a:pt x="4327746" y="2247573"/>
                  <a:pt x="4296396" y="2245236"/>
                </a:cubicBezTo>
                <a:cubicBezTo>
                  <a:pt x="4212177" y="2239107"/>
                  <a:pt x="4144686" y="2207021"/>
                  <a:pt x="4089551" y="2164002"/>
                </a:cubicBezTo>
                <a:lnTo>
                  <a:pt x="4040853" y="2117363"/>
                </a:lnTo>
                <a:lnTo>
                  <a:pt x="4134249" y="2186357"/>
                </a:lnTo>
                <a:cubicBezTo>
                  <a:pt x="4170458" y="2205753"/>
                  <a:pt x="4211059" y="2220047"/>
                  <a:pt x="4256680" y="2226720"/>
                </a:cubicBezTo>
                <a:cubicBezTo>
                  <a:pt x="4290088" y="2231674"/>
                  <a:pt x="4324004" y="2232237"/>
                  <a:pt x="4357565" y="2228380"/>
                </a:cubicBezTo>
                <a:cubicBezTo>
                  <a:pt x="4542348" y="2206415"/>
                  <a:pt x="4724961" y="2059687"/>
                  <a:pt x="4817290" y="1974126"/>
                </a:cubicBezTo>
                <a:cubicBezTo>
                  <a:pt x="4856620" y="1938242"/>
                  <a:pt x="4895059" y="1900826"/>
                  <a:pt x="4932221" y="1864686"/>
                </a:cubicBezTo>
                <a:cubicBezTo>
                  <a:pt x="5066817" y="1733664"/>
                  <a:pt x="5194008" y="1609922"/>
                  <a:pt x="5349803" y="1538282"/>
                </a:cubicBezTo>
                <a:cubicBezTo>
                  <a:pt x="5432426" y="1500355"/>
                  <a:pt x="5537206" y="1475453"/>
                  <a:pt x="5642767" y="1482923"/>
                </a:cubicBezTo>
                <a:close/>
                <a:moveTo>
                  <a:pt x="7676284" y="1482607"/>
                </a:moveTo>
                <a:cubicBezTo>
                  <a:pt x="7736168" y="1479212"/>
                  <a:pt x="7798924" y="1491064"/>
                  <a:pt x="7866926" y="1505718"/>
                </a:cubicBezTo>
                <a:cubicBezTo>
                  <a:pt x="7922220" y="1517595"/>
                  <a:pt x="7977642" y="1529854"/>
                  <a:pt x="8032937" y="1541985"/>
                </a:cubicBezTo>
                <a:lnTo>
                  <a:pt x="8176473" y="1573911"/>
                </a:lnTo>
                <a:cubicBezTo>
                  <a:pt x="8281955" y="1597408"/>
                  <a:pt x="8389225" y="1621512"/>
                  <a:pt x="8497451" y="1644737"/>
                </a:cubicBezTo>
                <a:lnTo>
                  <a:pt x="8703048" y="1685992"/>
                </a:lnTo>
                <a:lnTo>
                  <a:pt x="7834233" y="1533812"/>
                </a:lnTo>
                <a:cubicBezTo>
                  <a:pt x="7753909" y="1519764"/>
                  <a:pt x="7663368" y="1503929"/>
                  <a:pt x="7578830" y="1530109"/>
                </a:cubicBezTo>
                <a:cubicBezTo>
                  <a:pt x="7543074" y="1541187"/>
                  <a:pt x="7511648" y="1558053"/>
                  <a:pt x="7484035" y="1579359"/>
                </a:cubicBezTo>
                <a:lnTo>
                  <a:pt x="7420706" y="1646189"/>
                </a:lnTo>
                <a:lnTo>
                  <a:pt x="7422677" y="1642301"/>
                </a:lnTo>
                <a:cubicBezTo>
                  <a:pt x="7473103" y="1562346"/>
                  <a:pt x="7538254" y="1511752"/>
                  <a:pt x="7617269" y="1491544"/>
                </a:cubicBezTo>
                <a:cubicBezTo>
                  <a:pt x="7636680" y="1486563"/>
                  <a:pt x="7656322" y="1483738"/>
                  <a:pt x="7676284" y="1482607"/>
                </a:cubicBezTo>
                <a:close/>
                <a:moveTo>
                  <a:pt x="3733863" y="1460330"/>
                </a:moveTo>
                <a:lnTo>
                  <a:pt x="3740308" y="1479730"/>
                </a:lnTo>
                <a:lnTo>
                  <a:pt x="3745888" y="1506057"/>
                </a:lnTo>
                <a:lnTo>
                  <a:pt x="3738225" y="1486873"/>
                </a:lnTo>
                <a:close/>
                <a:moveTo>
                  <a:pt x="3164848" y="1457595"/>
                </a:moveTo>
                <a:cubicBezTo>
                  <a:pt x="3218758" y="1459858"/>
                  <a:pt x="3283694" y="1474367"/>
                  <a:pt x="3365581" y="1523212"/>
                </a:cubicBezTo>
                <a:cubicBezTo>
                  <a:pt x="3495453" y="1600473"/>
                  <a:pt x="3630305" y="1785384"/>
                  <a:pt x="3732466" y="1938626"/>
                </a:cubicBezTo>
                <a:cubicBezTo>
                  <a:pt x="3761455" y="1981788"/>
                  <a:pt x="3787379" y="2017672"/>
                  <a:pt x="3811641" y="2048320"/>
                </a:cubicBezTo>
                <a:cubicBezTo>
                  <a:pt x="3890689" y="2148567"/>
                  <a:pt x="3967309" y="2219569"/>
                  <a:pt x="4054274" y="2275374"/>
                </a:cubicBezTo>
                <a:cubicBezTo>
                  <a:pt x="4141239" y="2331179"/>
                  <a:pt x="4251317" y="2384303"/>
                  <a:pt x="4408645" y="2355187"/>
                </a:cubicBezTo>
                <a:cubicBezTo>
                  <a:pt x="4438029" y="2349951"/>
                  <a:pt x="4466839" y="2341957"/>
                  <a:pt x="4494716" y="2331306"/>
                </a:cubicBezTo>
                <a:cubicBezTo>
                  <a:pt x="4607987" y="2287250"/>
                  <a:pt x="4741690" y="2189559"/>
                  <a:pt x="4892378" y="2041042"/>
                </a:cubicBezTo>
                <a:lnTo>
                  <a:pt x="4911534" y="2022269"/>
                </a:lnTo>
                <a:cubicBezTo>
                  <a:pt x="5071926" y="1863920"/>
                  <a:pt x="5223380" y="1714254"/>
                  <a:pt x="5414932" y="1655894"/>
                </a:cubicBezTo>
                <a:cubicBezTo>
                  <a:pt x="5615934" y="1594343"/>
                  <a:pt x="5825492" y="1649127"/>
                  <a:pt x="5960728" y="1798665"/>
                </a:cubicBezTo>
                <a:cubicBezTo>
                  <a:pt x="5997889" y="1840512"/>
                  <a:pt x="6029597" y="1886894"/>
                  <a:pt x="6055099" y="1936710"/>
                </a:cubicBezTo>
                <a:lnTo>
                  <a:pt x="6068840" y="1968990"/>
                </a:lnTo>
                <a:lnTo>
                  <a:pt x="5975668" y="1833911"/>
                </a:lnTo>
                <a:cubicBezTo>
                  <a:pt x="5839207" y="1679201"/>
                  <a:pt x="5626188" y="1616308"/>
                  <a:pt x="5427574" y="1672113"/>
                </a:cubicBezTo>
                <a:cubicBezTo>
                  <a:pt x="5222231" y="1726642"/>
                  <a:pt x="5059156" y="1890099"/>
                  <a:pt x="4901445" y="2048194"/>
                </a:cubicBezTo>
                <a:cubicBezTo>
                  <a:pt x="4752673" y="2197859"/>
                  <a:pt x="4628291" y="2294784"/>
                  <a:pt x="4522811" y="2344589"/>
                </a:cubicBezTo>
                <a:cubicBezTo>
                  <a:pt x="4496963" y="2356707"/>
                  <a:pt x="4470133" y="2366616"/>
                  <a:pt x="4442614" y="2374215"/>
                </a:cubicBezTo>
                <a:cubicBezTo>
                  <a:pt x="4290650" y="2417250"/>
                  <a:pt x="4177506" y="2382005"/>
                  <a:pt x="4096032" y="2346376"/>
                </a:cubicBezTo>
                <a:cubicBezTo>
                  <a:pt x="4000512" y="2305129"/>
                  <a:pt x="3921466" y="2245874"/>
                  <a:pt x="3839608" y="2154824"/>
                </a:cubicBezTo>
                <a:cubicBezTo>
                  <a:pt x="3810480" y="2121827"/>
                  <a:pt x="3783062" y="2087347"/>
                  <a:pt x="3757497" y="2051514"/>
                </a:cubicBezTo>
                <a:lnTo>
                  <a:pt x="3747152" y="2037084"/>
                </a:lnTo>
                <a:cubicBezTo>
                  <a:pt x="3638990" y="1886907"/>
                  <a:pt x="3516524" y="1716553"/>
                  <a:pt x="3398018" y="1631504"/>
                </a:cubicBezTo>
                <a:cubicBezTo>
                  <a:pt x="3292025" y="1555394"/>
                  <a:pt x="3215279" y="1534451"/>
                  <a:pt x="3154366" y="1523979"/>
                </a:cubicBezTo>
                <a:cubicBezTo>
                  <a:pt x="3121317" y="1518885"/>
                  <a:pt x="3087935" y="1516241"/>
                  <a:pt x="3054503" y="1516062"/>
                </a:cubicBezTo>
                <a:cubicBezTo>
                  <a:pt x="3026536" y="1515423"/>
                  <a:pt x="2994484" y="1516062"/>
                  <a:pt x="2957321" y="1516062"/>
                </a:cubicBezTo>
                <a:lnTo>
                  <a:pt x="2913010" y="1516062"/>
                </a:lnTo>
                <a:cubicBezTo>
                  <a:pt x="2827066" y="1516638"/>
                  <a:pt x="2750668" y="1514370"/>
                  <a:pt x="2682987" y="1509151"/>
                </a:cubicBezTo>
                <a:lnTo>
                  <a:pt x="2625432" y="1501174"/>
                </a:lnTo>
                <a:lnTo>
                  <a:pt x="2702877" y="1505207"/>
                </a:lnTo>
                <a:cubicBezTo>
                  <a:pt x="2779784" y="1505463"/>
                  <a:pt x="2843158" y="1499269"/>
                  <a:pt x="2870997" y="1496012"/>
                </a:cubicBezTo>
                <a:cubicBezTo>
                  <a:pt x="2926674" y="1489499"/>
                  <a:pt x="2971114" y="1481454"/>
                  <a:pt x="3010189" y="1474431"/>
                </a:cubicBezTo>
                <a:lnTo>
                  <a:pt x="3026536" y="1471366"/>
                </a:lnTo>
                <a:cubicBezTo>
                  <a:pt x="3055574" y="1465556"/>
                  <a:pt x="3084909" y="1461291"/>
                  <a:pt x="3114395" y="1458596"/>
                </a:cubicBezTo>
                <a:cubicBezTo>
                  <a:pt x="3130133" y="1457447"/>
                  <a:pt x="3146877" y="1456840"/>
                  <a:pt x="3164848" y="1457595"/>
                </a:cubicBezTo>
                <a:close/>
                <a:moveTo>
                  <a:pt x="3711789" y="1456683"/>
                </a:moveTo>
                <a:lnTo>
                  <a:pt x="3718675" y="1472643"/>
                </a:lnTo>
                <a:lnTo>
                  <a:pt x="3726047" y="1491091"/>
                </a:lnTo>
                <a:lnTo>
                  <a:pt x="3731828" y="1526279"/>
                </a:lnTo>
                <a:lnTo>
                  <a:pt x="3744925" y="1575953"/>
                </a:lnTo>
                <a:lnTo>
                  <a:pt x="3731201" y="1547991"/>
                </a:lnTo>
                <a:lnTo>
                  <a:pt x="3721800" y="1509636"/>
                </a:lnTo>
                <a:close/>
                <a:moveTo>
                  <a:pt x="5632454" y="1442410"/>
                </a:moveTo>
                <a:cubicBezTo>
                  <a:pt x="5740058" y="1446943"/>
                  <a:pt x="5848414" y="1485031"/>
                  <a:pt x="5935697" y="1577358"/>
                </a:cubicBezTo>
                <a:cubicBezTo>
                  <a:pt x="5976421" y="1621530"/>
                  <a:pt x="6009750" y="1671984"/>
                  <a:pt x="6034410" y="1726769"/>
                </a:cubicBezTo>
                <a:lnTo>
                  <a:pt x="6047459" y="1760197"/>
                </a:lnTo>
                <a:lnTo>
                  <a:pt x="5949361" y="1612987"/>
                </a:lnTo>
                <a:cubicBezTo>
                  <a:pt x="5804165" y="1457958"/>
                  <a:pt x="5566257" y="1424245"/>
                  <a:pt x="5343290" y="1526406"/>
                </a:cubicBezTo>
                <a:cubicBezTo>
                  <a:pt x="5185324" y="1598940"/>
                  <a:pt x="5057366" y="1723577"/>
                  <a:pt x="4921876" y="1855492"/>
                </a:cubicBezTo>
                <a:cubicBezTo>
                  <a:pt x="4884460" y="1891503"/>
                  <a:pt x="4846150" y="1928920"/>
                  <a:pt x="4807839" y="1964677"/>
                </a:cubicBezTo>
                <a:cubicBezTo>
                  <a:pt x="4649873" y="2110384"/>
                  <a:pt x="4489862" y="2199519"/>
                  <a:pt x="4356160" y="2215355"/>
                </a:cubicBezTo>
                <a:cubicBezTo>
                  <a:pt x="4323799" y="2219058"/>
                  <a:pt x="4291083" y="2218547"/>
                  <a:pt x="4258850" y="2213821"/>
                </a:cubicBezTo>
                <a:cubicBezTo>
                  <a:pt x="4214410" y="2207245"/>
                  <a:pt x="4174816" y="2193237"/>
                  <a:pt x="4139483" y="2174256"/>
                </a:cubicBezTo>
                <a:lnTo>
                  <a:pt x="4084426" y="2133513"/>
                </a:lnTo>
                <a:lnTo>
                  <a:pt x="4142662" y="2168346"/>
                </a:lnTo>
                <a:cubicBezTo>
                  <a:pt x="4167525" y="2179785"/>
                  <a:pt x="4193428" y="2188418"/>
                  <a:pt x="4220413" y="2194283"/>
                </a:cubicBezTo>
                <a:cubicBezTo>
                  <a:pt x="4254739" y="2201779"/>
                  <a:pt x="4289933" y="2204525"/>
                  <a:pt x="4325000" y="2202456"/>
                </a:cubicBezTo>
                <a:cubicBezTo>
                  <a:pt x="4517191" y="2190324"/>
                  <a:pt x="4704783" y="2043596"/>
                  <a:pt x="4799410" y="1957270"/>
                </a:cubicBezTo>
                <a:cubicBezTo>
                  <a:pt x="4845255" y="1915256"/>
                  <a:pt x="4890844" y="1870816"/>
                  <a:pt x="4934646" y="1828036"/>
                </a:cubicBezTo>
                <a:cubicBezTo>
                  <a:pt x="5063496" y="1701739"/>
                  <a:pt x="5185324" y="1582466"/>
                  <a:pt x="5333712" y="1508782"/>
                </a:cubicBezTo>
                <a:cubicBezTo>
                  <a:pt x="5417995" y="1466896"/>
                  <a:pt x="5524850" y="1437877"/>
                  <a:pt x="5632454" y="1442410"/>
                </a:cubicBezTo>
                <a:close/>
                <a:moveTo>
                  <a:pt x="7323413" y="1438157"/>
                </a:moveTo>
                <a:lnTo>
                  <a:pt x="7289187" y="1575861"/>
                </a:lnTo>
                <a:lnTo>
                  <a:pt x="7295971" y="1540836"/>
                </a:lnTo>
                <a:close/>
                <a:moveTo>
                  <a:pt x="7710753" y="1433615"/>
                </a:moveTo>
                <a:cubicBezTo>
                  <a:pt x="7772259" y="1432969"/>
                  <a:pt x="7835830" y="1447550"/>
                  <a:pt x="7900766" y="1464215"/>
                </a:cubicBezTo>
                <a:cubicBezTo>
                  <a:pt x="7950442" y="1476730"/>
                  <a:pt x="8002927" y="1490522"/>
                  <a:pt x="8066778" y="1507633"/>
                </a:cubicBezTo>
                <a:cubicBezTo>
                  <a:pt x="8114410" y="1520404"/>
                  <a:pt x="8161788" y="1533812"/>
                  <a:pt x="8209292" y="1546582"/>
                </a:cubicBezTo>
                <a:cubicBezTo>
                  <a:pt x="8314327" y="1575379"/>
                  <a:pt x="8421149" y="1604751"/>
                  <a:pt x="8529440" y="1632206"/>
                </a:cubicBezTo>
                <a:lnTo>
                  <a:pt x="8761705" y="1684546"/>
                </a:lnTo>
                <a:lnTo>
                  <a:pt x="8500627" y="1632334"/>
                </a:lnTo>
                <a:cubicBezTo>
                  <a:pt x="8392385" y="1609221"/>
                  <a:pt x="8285083" y="1585148"/>
                  <a:pt x="8179666" y="1561268"/>
                </a:cubicBezTo>
                <a:lnTo>
                  <a:pt x="8035235" y="1528833"/>
                </a:lnTo>
                <a:cubicBezTo>
                  <a:pt x="7980452" y="1516701"/>
                  <a:pt x="7924901" y="1504441"/>
                  <a:pt x="7869224" y="1492565"/>
                </a:cubicBezTo>
                <a:cubicBezTo>
                  <a:pt x="7777279" y="1472644"/>
                  <a:pt x="7694274" y="1457831"/>
                  <a:pt x="7613821" y="1478518"/>
                </a:cubicBezTo>
                <a:cubicBezTo>
                  <a:pt x="7558974" y="1492565"/>
                  <a:pt x="7510608" y="1520500"/>
                  <a:pt x="7468992" y="1562003"/>
                </a:cubicBezTo>
                <a:lnTo>
                  <a:pt x="7425515" y="1616908"/>
                </a:lnTo>
                <a:lnTo>
                  <a:pt x="7447736" y="1578783"/>
                </a:lnTo>
                <a:cubicBezTo>
                  <a:pt x="7502035" y="1502940"/>
                  <a:pt x="7569605" y="1456297"/>
                  <a:pt x="7649961" y="1439824"/>
                </a:cubicBezTo>
                <a:cubicBezTo>
                  <a:pt x="7669979" y="1435737"/>
                  <a:pt x="7690251" y="1433829"/>
                  <a:pt x="7710753" y="1433615"/>
                </a:cubicBezTo>
                <a:close/>
                <a:moveTo>
                  <a:pt x="7340533" y="1426304"/>
                </a:moveTo>
                <a:lnTo>
                  <a:pt x="7284352" y="1669431"/>
                </a:lnTo>
                <a:cubicBezTo>
                  <a:pt x="7281158" y="1687310"/>
                  <a:pt x="7277966" y="1705188"/>
                  <a:pt x="7274901" y="1723065"/>
                </a:cubicBezTo>
                <a:cubicBezTo>
                  <a:pt x="7239145" y="1928154"/>
                  <a:pt x="7202111" y="2140265"/>
                  <a:pt x="7100716" y="2307555"/>
                </a:cubicBezTo>
                <a:cubicBezTo>
                  <a:pt x="7075022" y="2349517"/>
                  <a:pt x="7045064" y="2388708"/>
                  <a:pt x="7011326" y="2424529"/>
                </a:cubicBezTo>
                <a:cubicBezTo>
                  <a:pt x="6860000" y="2585943"/>
                  <a:pt x="6616346" y="2636002"/>
                  <a:pt x="6444715" y="2540993"/>
                </a:cubicBezTo>
                <a:cubicBezTo>
                  <a:pt x="6414590" y="2524340"/>
                  <a:pt x="6386726" y="2503857"/>
                  <a:pt x="6361837" y="2480078"/>
                </a:cubicBezTo>
                <a:lnTo>
                  <a:pt x="6347531" y="2462668"/>
                </a:lnTo>
                <a:lnTo>
                  <a:pt x="6432710" y="2524009"/>
                </a:lnTo>
                <a:cubicBezTo>
                  <a:pt x="6491312" y="2554542"/>
                  <a:pt x="6556529" y="2570159"/>
                  <a:pt x="6622603" y="2569470"/>
                </a:cubicBezTo>
                <a:cubicBezTo>
                  <a:pt x="6765117" y="2569470"/>
                  <a:pt x="6916060" y="2502938"/>
                  <a:pt x="7020775" y="2381749"/>
                </a:cubicBezTo>
                <a:cubicBezTo>
                  <a:pt x="7054629" y="2343542"/>
                  <a:pt x="7084576" y="2302038"/>
                  <a:pt x="7110166" y="2257879"/>
                </a:cubicBezTo>
                <a:cubicBezTo>
                  <a:pt x="7207346" y="2089441"/>
                  <a:pt x="7245274" y="1881670"/>
                  <a:pt x="7282180" y="1680796"/>
                </a:cubicBezTo>
                <a:cubicBezTo>
                  <a:pt x="7286777" y="1655894"/>
                  <a:pt x="7291502" y="1630354"/>
                  <a:pt x="7296227" y="1604814"/>
                </a:cubicBezTo>
                <a:close/>
                <a:moveTo>
                  <a:pt x="5631034" y="1404293"/>
                </a:moveTo>
                <a:cubicBezTo>
                  <a:pt x="5740379" y="1408347"/>
                  <a:pt x="5847329" y="1446657"/>
                  <a:pt x="5930334" y="1533941"/>
                </a:cubicBezTo>
                <a:cubicBezTo>
                  <a:pt x="5971772" y="1578661"/>
                  <a:pt x="6005486" y="1629984"/>
                  <a:pt x="6030069" y="1685777"/>
                </a:cubicBezTo>
                <a:lnTo>
                  <a:pt x="6040639" y="1713811"/>
                </a:lnTo>
                <a:lnTo>
                  <a:pt x="5945402" y="1569696"/>
                </a:lnTo>
                <a:cubicBezTo>
                  <a:pt x="5765853" y="1379676"/>
                  <a:pt x="5500491" y="1412368"/>
                  <a:pt x="5327711" y="1498183"/>
                </a:cubicBezTo>
                <a:cubicBezTo>
                  <a:pt x="5177406" y="1573017"/>
                  <a:pt x="5054940" y="1692927"/>
                  <a:pt x="4925197" y="1819863"/>
                </a:cubicBezTo>
                <a:cubicBezTo>
                  <a:pt x="4881522" y="1862771"/>
                  <a:pt x="4836317" y="1906955"/>
                  <a:pt x="4790471" y="1948841"/>
                </a:cubicBezTo>
                <a:cubicBezTo>
                  <a:pt x="4696994" y="2034018"/>
                  <a:pt x="4512210" y="2178703"/>
                  <a:pt x="4324107" y="2190580"/>
                </a:cubicBezTo>
                <a:cubicBezTo>
                  <a:pt x="4290317" y="2192547"/>
                  <a:pt x="4256424" y="2189878"/>
                  <a:pt x="4223351" y="2182662"/>
                </a:cubicBezTo>
                <a:cubicBezTo>
                  <a:pt x="4188456" y="2175064"/>
                  <a:pt x="4155405" y="2162653"/>
                  <a:pt x="4124098" y="2145330"/>
                </a:cubicBezTo>
                <a:lnTo>
                  <a:pt x="4092820" y="2121794"/>
                </a:lnTo>
                <a:lnTo>
                  <a:pt x="4182740" y="2162997"/>
                </a:lnTo>
                <a:cubicBezTo>
                  <a:pt x="4217910" y="2172996"/>
                  <a:pt x="4254343" y="2177900"/>
                  <a:pt x="4290904" y="2177555"/>
                </a:cubicBezTo>
                <a:cubicBezTo>
                  <a:pt x="4490884" y="2175256"/>
                  <a:pt x="4683586" y="2028528"/>
                  <a:pt x="4780766" y="1941307"/>
                </a:cubicBezTo>
                <a:cubicBezTo>
                  <a:pt x="4833506" y="1893548"/>
                  <a:pt x="4885609" y="1842467"/>
                  <a:pt x="4935667" y="1793046"/>
                </a:cubicBezTo>
                <a:cubicBezTo>
                  <a:pt x="5059155" y="1671091"/>
                  <a:pt x="5175746" y="1555905"/>
                  <a:pt x="5317366" y="1480179"/>
                </a:cubicBezTo>
                <a:cubicBezTo>
                  <a:pt x="5409951" y="1430439"/>
                  <a:pt x="5521690" y="1400237"/>
                  <a:pt x="5631034" y="1404293"/>
                </a:cubicBezTo>
                <a:close/>
                <a:moveTo>
                  <a:pt x="7747045" y="1384856"/>
                </a:moveTo>
                <a:cubicBezTo>
                  <a:pt x="7810233" y="1387059"/>
                  <a:pt x="7874715" y="1404419"/>
                  <a:pt x="7936394" y="1422712"/>
                </a:cubicBezTo>
                <a:cubicBezTo>
                  <a:pt x="7986324" y="1438037"/>
                  <a:pt x="8038810" y="1454126"/>
                  <a:pt x="8101255" y="1473793"/>
                </a:cubicBezTo>
                <a:cubicBezTo>
                  <a:pt x="8147995" y="1488771"/>
                  <a:pt x="8194822" y="1503930"/>
                  <a:pt x="8241727" y="1519255"/>
                </a:cubicBezTo>
                <a:cubicBezTo>
                  <a:pt x="8346314" y="1553479"/>
                  <a:pt x="8452690" y="1588118"/>
                  <a:pt x="8561060" y="1619803"/>
                </a:cubicBezTo>
                <a:lnTo>
                  <a:pt x="8811595" y="1682440"/>
                </a:lnTo>
                <a:lnTo>
                  <a:pt x="8532600" y="1619548"/>
                </a:lnTo>
                <a:cubicBezTo>
                  <a:pt x="8424470" y="1592140"/>
                  <a:pt x="8317775" y="1562800"/>
                  <a:pt x="8212868" y="1533939"/>
                </a:cubicBezTo>
                <a:lnTo>
                  <a:pt x="8070354" y="1494991"/>
                </a:lnTo>
                <a:cubicBezTo>
                  <a:pt x="8006503" y="1477879"/>
                  <a:pt x="7953634" y="1464342"/>
                  <a:pt x="7904342" y="1451572"/>
                </a:cubicBezTo>
                <a:cubicBezTo>
                  <a:pt x="7816229" y="1428969"/>
                  <a:pt x="7730285" y="1410070"/>
                  <a:pt x="7647534" y="1427054"/>
                </a:cubicBezTo>
                <a:cubicBezTo>
                  <a:pt x="7563826" y="1444198"/>
                  <a:pt x="7493408" y="1492374"/>
                  <a:pt x="7437246" y="1570664"/>
                </a:cubicBezTo>
                <a:lnTo>
                  <a:pt x="7412839" y="1612615"/>
                </a:lnTo>
                <a:lnTo>
                  <a:pt x="7419970" y="1596258"/>
                </a:lnTo>
                <a:cubicBezTo>
                  <a:pt x="7486118" y="1475325"/>
                  <a:pt x="7574998" y="1404705"/>
                  <a:pt x="7684440" y="1388232"/>
                </a:cubicBezTo>
                <a:cubicBezTo>
                  <a:pt x="7705063" y="1385072"/>
                  <a:pt x="7725982" y="1384122"/>
                  <a:pt x="7747045" y="1384856"/>
                </a:cubicBezTo>
                <a:close/>
                <a:moveTo>
                  <a:pt x="5620834" y="1363665"/>
                </a:moveTo>
                <a:cubicBezTo>
                  <a:pt x="5732142" y="1364735"/>
                  <a:pt x="5841071" y="1401450"/>
                  <a:pt x="5925864" y="1489755"/>
                </a:cubicBezTo>
                <a:cubicBezTo>
                  <a:pt x="5967866" y="1535000"/>
                  <a:pt x="6001694" y="1587204"/>
                  <a:pt x="6025855" y="1644018"/>
                </a:cubicBezTo>
                <a:lnTo>
                  <a:pt x="6032821" y="1663141"/>
                </a:lnTo>
                <a:lnTo>
                  <a:pt x="5997671" y="1598403"/>
                </a:lnTo>
                <a:cubicBezTo>
                  <a:pt x="5980585" y="1572408"/>
                  <a:pt x="5961314" y="1547848"/>
                  <a:pt x="5940038" y="1525001"/>
                </a:cubicBezTo>
                <a:cubicBezTo>
                  <a:pt x="5768791" y="1345197"/>
                  <a:pt x="5500618" y="1367162"/>
                  <a:pt x="5310855" y="1468558"/>
                </a:cubicBezTo>
                <a:cubicBezTo>
                  <a:pt x="5167573" y="1545178"/>
                  <a:pt x="5044725" y="1666112"/>
                  <a:pt x="4925962" y="1783468"/>
                </a:cubicBezTo>
                <a:cubicBezTo>
                  <a:pt x="4876031" y="1832762"/>
                  <a:pt x="4824312" y="1883842"/>
                  <a:pt x="4771445" y="1931347"/>
                </a:cubicBezTo>
                <a:cubicBezTo>
                  <a:pt x="4675795" y="2017290"/>
                  <a:pt x="4486159" y="2161848"/>
                  <a:pt x="4290520" y="2164018"/>
                </a:cubicBezTo>
                <a:cubicBezTo>
                  <a:pt x="4255250" y="2164402"/>
                  <a:pt x="4220106" y="2159664"/>
                  <a:pt x="4186189" y="2149972"/>
                </a:cubicBezTo>
                <a:cubicBezTo>
                  <a:pt x="4149730" y="2139628"/>
                  <a:pt x="4115538" y="2124120"/>
                  <a:pt x="4083511" y="2103338"/>
                </a:cubicBezTo>
                <a:lnTo>
                  <a:pt x="4068413" y="2090162"/>
                </a:lnTo>
                <a:lnTo>
                  <a:pt x="4145835" y="2131327"/>
                </a:lnTo>
                <a:cubicBezTo>
                  <a:pt x="4181810" y="2143764"/>
                  <a:pt x="4219418" y="2150814"/>
                  <a:pt x="4257447" y="2152270"/>
                </a:cubicBezTo>
                <a:cubicBezTo>
                  <a:pt x="4464579" y="2160187"/>
                  <a:pt x="4662771" y="2013331"/>
                  <a:pt x="4762633" y="1925216"/>
                </a:cubicBezTo>
                <a:cubicBezTo>
                  <a:pt x="4821887" y="1872476"/>
                  <a:pt x="4879097" y="1815266"/>
                  <a:pt x="4934520" y="1759971"/>
                </a:cubicBezTo>
                <a:cubicBezTo>
                  <a:pt x="5048173" y="1646444"/>
                  <a:pt x="5165786" y="1529087"/>
                  <a:pt x="5301533" y="1451445"/>
                </a:cubicBezTo>
                <a:cubicBezTo>
                  <a:pt x="5395840" y="1397172"/>
                  <a:pt x="5509527" y="1362597"/>
                  <a:pt x="5620834" y="1363665"/>
                </a:cubicBezTo>
                <a:close/>
                <a:moveTo>
                  <a:pt x="3187440" y="1363443"/>
                </a:moveTo>
                <a:cubicBezTo>
                  <a:pt x="3231242" y="1364703"/>
                  <a:pt x="3281873" y="1375399"/>
                  <a:pt x="3340168" y="1403813"/>
                </a:cubicBezTo>
                <a:cubicBezTo>
                  <a:pt x="3451140" y="1457829"/>
                  <a:pt x="3581651" y="1600727"/>
                  <a:pt x="3717398" y="1817820"/>
                </a:cubicBezTo>
                <a:cubicBezTo>
                  <a:pt x="3747407" y="1865835"/>
                  <a:pt x="3770649" y="1901210"/>
                  <a:pt x="3792741" y="1932751"/>
                </a:cubicBezTo>
                <a:cubicBezTo>
                  <a:pt x="3857077" y="2027901"/>
                  <a:pt x="3932817" y="2114840"/>
                  <a:pt x="4018262" y="2191602"/>
                </a:cubicBezTo>
                <a:cubicBezTo>
                  <a:pt x="4102289" y="2264774"/>
                  <a:pt x="4210069" y="2337819"/>
                  <a:pt x="4371100" y="2322751"/>
                </a:cubicBezTo>
                <a:cubicBezTo>
                  <a:pt x="4401429" y="2320031"/>
                  <a:pt x="4431401" y="2314131"/>
                  <a:pt x="4460491" y="2305128"/>
                </a:cubicBezTo>
                <a:cubicBezTo>
                  <a:pt x="4610541" y="2258645"/>
                  <a:pt x="4767996" y="2126346"/>
                  <a:pt x="4873605" y="2024185"/>
                </a:cubicBezTo>
                <a:lnTo>
                  <a:pt x="4918429" y="1980639"/>
                </a:lnTo>
                <a:cubicBezTo>
                  <a:pt x="5071925" y="1830590"/>
                  <a:pt x="5217123" y="1688715"/>
                  <a:pt x="5398458" y="1626268"/>
                </a:cubicBezTo>
                <a:cubicBezTo>
                  <a:pt x="5605207" y="1554755"/>
                  <a:pt x="5818595" y="1603921"/>
                  <a:pt x="5955491" y="1753969"/>
                </a:cubicBezTo>
                <a:cubicBezTo>
                  <a:pt x="5993406" y="1796340"/>
                  <a:pt x="6025485" y="1843577"/>
                  <a:pt x="6050884" y="1894440"/>
                </a:cubicBezTo>
                <a:lnTo>
                  <a:pt x="6062310" y="1922438"/>
                </a:lnTo>
                <a:lnTo>
                  <a:pt x="5970815" y="1788960"/>
                </a:lnTo>
                <a:cubicBezTo>
                  <a:pt x="5832516" y="1635462"/>
                  <a:pt x="5617594" y="1579146"/>
                  <a:pt x="5411101" y="1642230"/>
                </a:cubicBezTo>
                <a:cubicBezTo>
                  <a:pt x="5216612" y="1702250"/>
                  <a:pt x="5063881" y="1852938"/>
                  <a:pt x="4902211" y="2012564"/>
                </a:cubicBezTo>
                <a:lnTo>
                  <a:pt x="4883056" y="2031336"/>
                </a:lnTo>
                <a:cubicBezTo>
                  <a:pt x="4733773" y="2178065"/>
                  <a:pt x="4601475" y="2275246"/>
                  <a:pt x="4489991" y="2318536"/>
                </a:cubicBezTo>
                <a:cubicBezTo>
                  <a:pt x="4462906" y="2328944"/>
                  <a:pt x="4434902" y="2336772"/>
                  <a:pt x="4406347" y="2341906"/>
                </a:cubicBezTo>
                <a:cubicBezTo>
                  <a:pt x="4253106" y="2370000"/>
                  <a:pt x="4146347" y="2318281"/>
                  <a:pt x="4061554" y="2264009"/>
                </a:cubicBezTo>
                <a:cubicBezTo>
                  <a:pt x="3974333" y="2207948"/>
                  <a:pt x="3900267" y="2138860"/>
                  <a:pt x="3821730" y="2039765"/>
                </a:cubicBezTo>
                <a:cubicBezTo>
                  <a:pt x="3797595" y="2009372"/>
                  <a:pt x="3771927" y="1973871"/>
                  <a:pt x="3743066" y="1930962"/>
                </a:cubicBezTo>
                <a:cubicBezTo>
                  <a:pt x="3640139" y="1776955"/>
                  <a:pt x="3504136" y="1590128"/>
                  <a:pt x="3371967" y="1511464"/>
                </a:cubicBezTo>
                <a:cubicBezTo>
                  <a:pt x="3259592" y="1445059"/>
                  <a:pt x="3177989" y="1440335"/>
                  <a:pt x="3112990" y="1445059"/>
                </a:cubicBezTo>
                <a:cubicBezTo>
                  <a:pt x="3082993" y="1447715"/>
                  <a:pt x="3053150" y="1451981"/>
                  <a:pt x="3023600" y="1457829"/>
                </a:cubicBezTo>
                <a:lnTo>
                  <a:pt x="3007382" y="1460767"/>
                </a:lnTo>
                <a:cubicBezTo>
                  <a:pt x="2968303" y="1467791"/>
                  <a:pt x="2924886" y="1475836"/>
                  <a:pt x="2868953" y="1482348"/>
                </a:cubicBezTo>
                <a:cubicBezTo>
                  <a:pt x="2827004" y="1487233"/>
                  <a:pt x="2706900" y="1498582"/>
                  <a:pt x="2581320" y="1485204"/>
                </a:cubicBezTo>
                <a:lnTo>
                  <a:pt x="2557090" y="1480778"/>
                </a:lnTo>
                <a:lnTo>
                  <a:pt x="2624996" y="1484870"/>
                </a:lnTo>
                <a:cubicBezTo>
                  <a:pt x="2699461" y="1484488"/>
                  <a:pt x="2770877" y="1475197"/>
                  <a:pt x="2827960" y="1462427"/>
                </a:cubicBezTo>
                <a:cubicBezTo>
                  <a:pt x="2877279" y="1451126"/>
                  <a:pt x="2925715" y="1436274"/>
                  <a:pt x="2972900" y="1417986"/>
                </a:cubicBezTo>
                <a:lnTo>
                  <a:pt x="3005081" y="1405216"/>
                </a:lnTo>
                <a:cubicBezTo>
                  <a:pt x="3029346" y="1395767"/>
                  <a:pt x="3052331" y="1386700"/>
                  <a:pt x="3075701" y="1379676"/>
                </a:cubicBezTo>
                <a:cubicBezTo>
                  <a:pt x="3106668" y="1370354"/>
                  <a:pt x="3143638" y="1362181"/>
                  <a:pt x="3187440" y="1363443"/>
                </a:cubicBezTo>
                <a:close/>
                <a:moveTo>
                  <a:pt x="3698032" y="1353295"/>
                </a:moveTo>
                <a:lnTo>
                  <a:pt x="3700030" y="1358478"/>
                </a:lnTo>
                <a:lnTo>
                  <a:pt x="3708391" y="1383650"/>
                </a:lnTo>
                <a:lnTo>
                  <a:pt x="3717095" y="1436618"/>
                </a:lnTo>
                <a:lnTo>
                  <a:pt x="3704782" y="1408120"/>
                </a:lnTo>
                <a:close/>
                <a:moveTo>
                  <a:pt x="7782881" y="1336260"/>
                </a:moveTo>
                <a:cubicBezTo>
                  <a:pt x="7847770" y="1341367"/>
                  <a:pt x="7913089" y="1361575"/>
                  <a:pt x="7971512" y="1381208"/>
                </a:cubicBezTo>
                <a:cubicBezTo>
                  <a:pt x="8024891" y="1399087"/>
                  <a:pt x="8080185" y="1418497"/>
                  <a:pt x="8135608" y="1438802"/>
                </a:cubicBezTo>
                <a:cubicBezTo>
                  <a:pt x="8184990" y="1457025"/>
                  <a:pt x="8234359" y="1475453"/>
                  <a:pt x="8283741" y="1494096"/>
                </a:cubicBezTo>
                <a:cubicBezTo>
                  <a:pt x="8386350" y="1532407"/>
                  <a:pt x="8490714" y="1571676"/>
                  <a:pt x="8597664" y="1607128"/>
                </a:cubicBezTo>
                <a:lnTo>
                  <a:pt x="8746425" y="1652655"/>
                </a:lnTo>
                <a:lnTo>
                  <a:pt x="8564157" y="1607065"/>
                </a:lnTo>
                <a:cubicBezTo>
                  <a:pt x="8456010" y="1575411"/>
                  <a:pt x="8349827" y="1540836"/>
                  <a:pt x="8245431" y="1506867"/>
                </a:cubicBezTo>
                <a:cubicBezTo>
                  <a:pt x="8198692" y="1491454"/>
                  <a:pt x="8151864" y="1476308"/>
                  <a:pt x="8104960" y="1461405"/>
                </a:cubicBezTo>
                <a:cubicBezTo>
                  <a:pt x="8042003" y="1441229"/>
                  <a:pt x="7989901" y="1425138"/>
                  <a:pt x="7939842" y="1410324"/>
                </a:cubicBezTo>
                <a:cubicBezTo>
                  <a:pt x="7856070" y="1385551"/>
                  <a:pt x="7767189" y="1362819"/>
                  <a:pt x="7682013" y="1375590"/>
                </a:cubicBezTo>
                <a:cubicBezTo>
                  <a:pt x="7596580" y="1388808"/>
                  <a:pt x="7523431" y="1432841"/>
                  <a:pt x="7463536" y="1506881"/>
                </a:cubicBezTo>
                <a:lnTo>
                  <a:pt x="7422320" y="1569339"/>
                </a:lnTo>
                <a:lnTo>
                  <a:pt x="7442189" y="1529215"/>
                </a:lnTo>
                <a:cubicBezTo>
                  <a:pt x="7514085" y="1411602"/>
                  <a:pt x="7604753" y="1348646"/>
                  <a:pt x="7718407" y="1336768"/>
                </a:cubicBezTo>
                <a:cubicBezTo>
                  <a:pt x="7739670" y="1334533"/>
                  <a:pt x="7761252" y="1334558"/>
                  <a:pt x="7782881" y="1336260"/>
                </a:cubicBezTo>
                <a:close/>
                <a:moveTo>
                  <a:pt x="2225520" y="1328528"/>
                </a:moveTo>
                <a:lnTo>
                  <a:pt x="2228155" y="1331883"/>
                </a:lnTo>
                <a:lnTo>
                  <a:pt x="2223541" y="1328772"/>
                </a:lnTo>
                <a:close/>
                <a:moveTo>
                  <a:pt x="5609693" y="1322835"/>
                </a:moveTo>
                <a:cubicBezTo>
                  <a:pt x="5723012" y="1321062"/>
                  <a:pt x="5833984" y="1356180"/>
                  <a:pt x="5920501" y="1445571"/>
                </a:cubicBezTo>
                <a:cubicBezTo>
                  <a:pt x="5963346" y="1491211"/>
                  <a:pt x="5997684" y="1544143"/>
                  <a:pt x="6021897" y="1601878"/>
                </a:cubicBezTo>
                <a:lnTo>
                  <a:pt x="6027375" y="1617407"/>
                </a:lnTo>
                <a:lnTo>
                  <a:pt x="5993608" y="1554506"/>
                </a:lnTo>
                <a:cubicBezTo>
                  <a:pt x="5976345" y="1528101"/>
                  <a:pt x="5956807" y="1503184"/>
                  <a:pt x="5935187" y="1480050"/>
                </a:cubicBezTo>
                <a:cubicBezTo>
                  <a:pt x="5760619" y="1298203"/>
                  <a:pt x="5487593" y="1328341"/>
                  <a:pt x="5294382" y="1438675"/>
                </a:cubicBezTo>
                <a:cubicBezTo>
                  <a:pt x="5156591" y="1517210"/>
                  <a:pt x="5038341" y="1635335"/>
                  <a:pt x="4924048" y="1749499"/>
                </a:cubicBezTo>
                <a:cubicBezTo>
                  <a:pt x="4868881" y="1804666"/>
                  <a:pt x="4811798" y="1861749"/>
                  <a:pt x="4752801" y="1914106"/>
                </a:cubicBezTo>
                <a:cubicBezTo>
                  <a:pt x="4585511" y="2061218"/>
                  <a:pt x="4404943" y="2143330"/>
                  <a:pt x="4257063" y="2137838"/>
                </a:cubicBezTo>
                <a:cubicBezTo>
                  <a:pt x="4220336" y="2136409"/>
                  <a:pt x="4184018" y="2129564"/>
                  <a:pt x="4149283" y="2117535"/>
                </a:cubicBezTo>
                <a:lnTo>
                  <a:pt x="4117924" y="2100808"/>
                </a:lnTo>
                <a:lnTo>
                  <a:pt x="4223223" y="2125964"/>
                </a:lnTo>
                <a:cubicBezTo>
                  <a:pt x="4380167" y="2138861"/>
                  <a:pt x="4569805" y="2059431"/>
                  <a:pt x="4743606" y="1907977"/>
                </a:cubicBezTo>
                <a:cubicBezTo>
                  <a:pt x="4809627" y="1850129"/>
                  <a:pt x="4872712" y="1786278"/>
                  <a:pt x="4933626" y="1724598"/>
                </a:cubicBezTo>
                <a:cubicBezTo>
                  <a:pt x="5042171" y="1614392"/>
                  <a:pt x="5155188" y="1500355"/>
                  <a:pt x="5284804" y="1421435"/>
                </a:cubicBezTo>
                <a:cubicBezTo>
                  <a:pt x="5380708" y="1363267"/>
                  <a:pt x="5496373" y="1324606"/>
                  <a:pt x="5609693" y="1322835"/>
                </a:cubicBezTo>
                <a:close/>
                <a:moveTo>
                  <a:pt x="2176220" y="1311298"/>
                </a:moveTo>
                <a:lnTo>
                  <a:pt x="2182046" y="1317885"/>
                </a:lnTo>
                <a:lnTo>
                  <a:pt x="2176753" y="1317889"/>
                </a:lnTo>
                <a:lnTo>
                  <a:pt x="2172388" y="1312003"/>
                </a:lnTo>
                <a:close/>
                <a:moveTo>
                  <a:pt x="2196907" y="1307492"/>
                </a:moveTo>
                <a:lnTo>
                  <a:pt x="2202204" y="1317129"/>
                </a:lnTo>
                <a:lnTo>
                  <a:pt x="2201842" y="1316847"/>
                </a:lnTo>
                <a:lnTo>
                  <a:pt x="2200308" y="1316847"/>
                </a:lnTo>
                <a:lnTo>
                  <a:pt x="2200044" y="1316847"/>
                </a:lnTo>
                <a:lnTo>
                  <a:pt x="2192513" y="1308300"/>
                </a:lnTo>
                <a:close/>
                <a:moveTo>
                  <a:pt x="7751993" y="1283773"/>
                </a:moveTo>
                <a:cubicBezTo>
                  <a:pt x="7835511" y="1279176"/>
                  <a:pt x="7923496" y="1307270"/>
                  <a:pt x="8006120" y="1338430"/>
                </a:cubicBezTo>
                <a:cubicBezTo>
                  <a:pt x="8059371" y="1358351"/>
                  <a:pt x="8114410" y="1380188"/>
                  <a:pt x="8169577" y="1403047"/>
                </a:cubicBezTo>
                <a:cubicBezTo>
                  <a:pt x="8218103" y="1423223"/>
                  <a:pt x="8267395" y="1444294"/>
                  <a:pt x="8314902" y="1464726"/>
                </a:cubicBezTo>
                <a:cubicBezTo>
                  <a:pt x="8468430" y="1530524"/>
                  <a:pt x="8625766" y="1597975"/>
                  <a:pt x="8791273" y="1648168"/>
                </a:cubicBezTo>
                <a:lnTo>
                  <a:pt x="8932894" y="1684953"/>
                </a:lnTo>
                <a:lnTo>
                  <a:pt x="8929781" y="1684499"/>
                </a:lnTo>
                <a:cubicBezTo>
                  <a:pt x="8705794" y="1638272"/>
                  <a:pt x="8493682" y="1558076"/>
                  <a:pt x="8289360" y="1481455"/>
                </a:cubicBezTo>
                <a:cubicBezTo>
                  <a:pt x="8239939" y="1462937"/>
                  <a:pt x="8190646" y="1444294"/>
                  <a:pt x="8141098" y="1426159"/>
                </a:cubicBezTo>
                <a:cubicBezTo>
                  <a:pt x="8085549" y="1405856"/>
                  <a:pt x="8030253" y="1386445"/>
                  <a:pt x="7976620" y="1368567"/>
                </a:cubicBezTo>
                <a:cubicBezTo>
                  <a:pt x="7897445" y="1341876"/>
                  <a:pt x="7805628" y="1314166"/>
                  <a:pt x="7717897" y="1323360"/>
                </a:cubicBezTo>
                <a:cubicBezTo>
                  <a:pt x="7601433" y="1335492"/>
                  <a:pt x="7505018" y="1402408"/>
                  <a:pt x="7431590" y="1522191"/>
                </a:cubicBezTo>
                <a:lnTo>
                  <a:pt x="7393681" y="1598739"/>
                </a:lnTo>
                <a:lnTo>
                  <a:pt x="7407606" y="1560961"/>
                </a:lnTo>
                <a:cubicBezTo>
                  <a:pt x="7423411" y="1525744"/>
                  <a:pt x="7441936" y="1491703"/>
                  <a:pt x="7463644" y="1460257"/>
                </a:cubicBezTo>
                <a:cubicBezTo>
                  <a:pt x="7541031" y="1347624"/>
                  <a:pt x="7635402" y="1290414"/>
                  <a:pt x="7751993" y="1283773"/>
                </a:cubicBezTo>
                <a:close/>
                <a:moveTo>
                  <a:pt x="5596491" y="1283486"/>
                </a:moveTo>
                <a:cubicBezTo>
                  <a:pt x="5712700" y="1278506"/>
                  <a:pt x="5827343" y="1311294"/>
                  <a:pt x="5915266" y="1401386"/>
                </a:cubicBezTo>
                <a:cubicBezTo>
                  <a:pt x="5958837" y="1447487"/>
                  <a:pt x="5993470" y="1501261"/>
                  <a:pt x="6017427" y="1559992"/>
                </a:cubicBezTo>
                <a:lnTo>
                  <a:pt x="6022201" y="1573985"/>
                </a:lnTo>
                <a:lnTo>
                  <a:pt x="5988991" y="1511437"/>
                </a:lnTo>
                <a:cubicBezTo>
                  <a:pt x="5971512" y="1484619"/>
                  <a:pt x="5951635" y="1459363"/>
                  <a:pt x="5929569" y="1435993"/>
                </a:cubicBezTo>
                <a:cubicBezTo>
                  <a:pt x="5751554" y="1251976"/>
                  <a:pt x="5473674" y="1290158"/>
                  <a:pt x="5277270" y="1409686"/>
                </a:cubicBezTo>
                <a:cubicBezTo>
                  <a:pt x="5146248" y="1489501"/>
                  <a:pt x="5033105" y="1604048"/>
                  <a:pt x="4923537" y="1714893"/>
                </a:cubicBezTo>
                <a:cubicBezTo>
                  <a:pt x="4862751" y="1776444"/>
                  <a:pt x="4799795" y="1840040"/>
                  <a:pt x="4734157" y="1897505"/>
                </a:cubicBezTo>
                <a:cubicBezTo>
                  <a:pt x="4562781" y="2046660"/>
                  <a:pt x="4376593" y="2125070"/>
                  <a:pt x="4223351" y="2112300"/>
                </a:cubicBezTo>
                <a:cubicBezTo>
                  <a:pt x="4185143" y="2109133"/>
                  <a:pt x="4147637" y="2100168"/>
                  <a:pt x="4112123" y="2085738"/>
                </a:cubicBezTo>
                <a:lnTo>
                  <a:pt x="4081258" y="2069431"/>
                </a:lnTo>
                <a:lnTo>
                  <a:pt x="4189126" y="2100168"/>
                </a:lnTo>
                <a:cubicBezTo>
                  <a:pt x="4351818" y="2120472"/>
                  <a:pt x="4546945" y="2044490"/>
                  <a:pt x="4724834" y="1891248"/>
                </a:cubicBezTo>
                <a:cubicBezTo>
                  <a:pt x="4797241" y="1828803"/>
                  <a:pt x="4865688" y="1758439"/>
                  <a:pt x="4931837" y="1690374"/>
                </a:cubicBezTo>
                <a:cubicBezTo>
                  <a:pt x="5036297" y="1582978"/>
                  <a:pt x="5144205" y="1472006"/>
                  <a:pt x="5268330" y="1392191"/>
                </a:cubicBezTo>
                <a:cubicBezTo>
                  <a:pt x="5362510" y="1331214"/>
                  <a:pt x="5480284" y="1288466"/>
                  <a:pt x="5596491" y="1283486"/>
                </a:cubicBezTo>
                <a:close/>
                <a:moveTo>
                  <a:pt x="2080509" y="1280058"/>
                </a:moveTo>
                <a:lnTo>
                  <a:pt x="2103892" y="1300233"/>
                </a:lnTo>
                <a:lnTo>
                  <a:pt x="2101581" y="1300253"/>
                </a:lnTo>
                <a:close/>
                <a:moveTo>
                  <a:pt x="3170829" y="1261184"/>
                </a:moveTo>
                <a:cubicBezTo>
                  <a:pt x="3188768" y="1259957"/>
                  <a:pt x="3207781" y="1260337"/>
                  <a:pt x="3227934" y="1262842"/>
                </a:cubicBezTo>
                <a:cubicBezTo>
                  <a:pt x="3254802" y="1266182"/>
                  <a:pt x="3283694" y="1273301"/>
                  <a:pt x="3314756" y="1285433"/>
                </a:cubicBezTo>
                <a:cubicBezTo>
                  <a:pt x="3486003" y="1352477"/>
                  <a:pt x="3642820" y="1595875"/>
                  <a:pt x="3702330" y="1698036"/>
                </a:cubicBezTo>
                <a:cubicBezTo>
                  <a:pt x="3725571" y="1738007"/>
                  <a:pt x="3749835" y="1779382"/>
                  <a:pt x="3773970" y="1818332"/>
                </a:cubicBezTo>
                <a:cubicBezTo>
                  <a:pt x="3853018" y="1945777"/>
                  <a:pt x="3917251" y="2035424"/>
                  <a:pt x="3981868" y="2108724"/>
                </a:cubicBezTo>
                <a:cubicBezTo>
                  <a:pt x="4054786" y="2191347"/>
                  <a:pt x="4160650" y="2286868"/>
                  <a:pt x="4332919" y="2291209"/>
                </a:cubicBezTo>
                <a:cubicBezTo>
                  <a:pt x="4364512" y="2291694"/>
                  <a:pt x="4396041" y="2287954"/>
                  <a:pt x="4426652" y="2280098"/>
                </a:cubicBezTo>
                <a:cubicBezTo>
                  <a:pt x="4585129" y="2241788"/>
                  <a:pt x="4747182" y="2110894"/>
                  <a:pt x="4855089" y="2007841"/>
                </a:cubicBezTo>
                <a:cubicBezTo>
                  <a:pt x="4878331" y="1985620"/>
                  <a:pt x="4901317" y="1963272"/>
                  <a:pt x="4924176" y="1941052"/>
                </a:cubicBezTo>
                <a:cubicBezTo>
                  <a:pt x="5071287" y="1798154"/>
                  <a:pt x="5210738" y="1663174"/>
                  <a:pt x="5382369" y="1597280"/>
                </a:cubicBezTo>
                <a:cubicBezTo>
                  <a:pt x="5548252" y="1533813"/>
                  <a:pt x="5784627" y="1530109"/>
                  <a:pt x="5950639" y="1710423"/>
                </a:cubicBezTo>
                <a:cubicBezTo>
                  <a:pt x="5989205" y="1753242"/>
                  <a:pt x="6021578" y="1801258"/>
                  <a:pt x="6046798" y="1853065"/>
                </a:cubicBezTo>
                <a:lnTo>
                  <a:pt x="6058531" y="1883067"/>
                </a:lnTo>
                <a:lnTo>
                  <a:pt x="5966090" y="1747074"/>
                </a:lnTo>
                <a:cubicBezTo>
                  <a:pt x="5825492" y="1592938"/>
                  <a:pt x="5606611" y="1542496"/>
                  <a:pt x="5394754" y="1615413"/>
                </a:cubicBezTo>
                <a:cubicBezTo>
                  <a:pt x="5210353" y="1679264"/>
                  <a:pt x="5064263" y="1821906"/>
                  <a:pt x="4909490" y="1972977"/>
                </a:cubicBezTo>
                <a:lnTo>
                  <a:pt x="4864795" y="2016523"/>
                </a:lnTo>
                <a:cubicBezTo>
                  <a:pt x="4760207" y="2118046"/>
                  <a:pt x="4604539" y="2248556"/>
                  <a:pt x="4457045" y="2294657"/>
                </a:cubicBezTo>
                <a:cubicBezTo>
                  <a:pt x="4428719" y="2303327"/>
                  <a:pt x="4399578" y="2309011"/>
                  <a:pt x="4370080" y="2311641"/>
                </a:cubicBezTo>
                <a:cubicBezTo>
                  <a:pt x="4213901" y="2326454"/>
                  <a:pt x="4109186" y="2255325"/>
                  <a:pt x="4027201" y="2183940"/>
                </a:cubicBezTo>
                <a:cubicBezTo>
                  <a:pt x="3942612" y="2107932"/>
                  <a:pt x="3867651" y="2021862"/>
                  <a:pt x="3803979" y="1927643"/>
                </a:cubicBezTo>
                <a:cubicBezTo>
                  <a:pt x="3782014" y="1895718"/>
                  <a:pt x="3758773" y="1860473"/>
                  <a:pt x="3728891" y="1812712"/>
                </a:cubicBezTo>
                <a:cubicBezTo>
                  <a:pt x="3589441" y="1590639"/>
                  <a:pt x="3460718" y="1449785"/>
                  <a:pt x="3345786" y="1393724"/>
                </a:cubicBezTo>
                <a:cubicBezTo>
                  <a:pt x="3224855" y="1334343"/>
                  <a:pt x="3135463" y="1348900"/>
                  <a:pt x="3071614" y="1368184"/>
                </a:cubicBezTo>
                <a:cubicBezTo>
                  <a:pt x="3047606" y="1374824"/>
                  <a:pt x="3024493" y="1384019"/>
                  <a:pt x="2999847" y="1393724"/>
                </a:cubicBezTo>
                <a:lnTo>
                  <a:pt x="2967921" y="1406494"/>
                </a:lnTo>
                <a:cubicBezTo>
                  <a:pt x="2921324" y="1424550"/>
                  <a:pt x="2873485" y="1439186"/>
                  <a:pt x="2824768" y="1450296"/>
                </a:cubicBezTo>
                <a:cubicBezTo>
                  <a:pt x="2740388" y="1469355"/>
                  <a:pt x="2624477" y="1480440"/>
                  <a:pt x="2514418" y="1465883"/>
                </a:cubicBezTo>
                <a:lnTo>
                  <a:pt x="2495725" y="1461721"/>
                </a:lnTo>
                <a:lnTo>
                  <a:pt x="2582345" y="1465301"/>
                </a:lnTo>
                <a:cubicBezTo>
                  <a:pt x="2658437" y="1462109"/>
                  <a:pt x="2730078" y="1447487"/>
                  <a:pt x="2784415" y="1429480"/>
                </a:cubicBezTo>
                <a:cubicBezTo>
                  <a:pt x="2835585" y="1412394"/>
                  <a:pt x="2884838" y="1390060"/>
                  <a:pt x="2931398" y="1362821"/>
                </a:cubicBezTo>
                <a:cubicBezTo>
                  <a:pt x="2945830" y="1354648"/>
                  <a:pt x="2959493" y="1346219"/>
                  <a:pt x="2972903" y="1338173"/>
                </a:cubicBezTo>
                <a:cubicBezTo>
                  <a:pt x="2994737" y="1325021"/>
                  <a:pt x="3015298" y="1312506"/>
                  <a:pt x="3036754" y="1301524"/>
                </a:cubicBezTo>
                <a:cubicBezTo>
                  <a:pt x="3072884" y="1282992"/>
                  <a:pt x="3117016" y="1264863"/>
                  <a:pt x="3170829" y="1261184"/>
                </a:cubicBezTo>
                <a:close/>
                <a:moveTo>
                  <a:pt x="3686682" y="1261110"/>
                </a:moveTo>
                <a:lnTo>
                  <a:pt x="3689949" y="1273076"/>
                </a:lnTo>
                <a:lnTo>
                  <a:pt x="3694539" y="1299352"/>
                </a:lnTo>
                <a:lnTo>
                  <a:pt x="3696463" y="1311061"/>
                </a:lnTo>
                <a:lnTo>
                  <a:pt x="3691121" y="1297166"/>
                </a:lnTo>
                <a:close/>
                <a:moveTo>
                  <a:pt x="2017159" y="1259770"/>
                </a:moveTo>
                <a:lnTo>
                  <a:pt x="2039973" y="1283493"/>
                </a:lnTo>
                <a:lnTo>
                  <a:pt x="2016421" y="1270109"/>
                </a:lnTo>
                <a:lnTo>
                  <a:pt x="2009980" y="1262489"/>
                </a:lnTo>
                <a:close/>
                <a:moveTo>
                  <a:pt x="2033410" y="1253614"/>
                </a:moveTo>
                <a:lnTo>
                  <a:pt x="2082149" y="1299964"/>
                </a:lnTo>
                <a:lnTo>
                  <a:pt x="2079258" y="1299118"/>
                </a:lnTo>
                <a:lnTo>
                  <a:pt x="2065073" y="1291563"/>
                </a:lnTo>
                <a:lnTo>
                  <a:pt x="2027213" y="1255961"/>
                </a:lnTo>
                <a:close/>
                <a:moveTo>
                  <a:pt x="2158679" y="1245829"/>
                </a:moveTo>
                <a:lnTo>
                  <a:pt x="2171726" y="1261695"/>
                </a:lnTo>
                <a:lnTo>
                  <a:pt x="2190552" y="1295936"/>
                </a:lnTo>
                <a:lnTo>
                  <a:pt x="2183349" y="1297898"/>
                </a:lnTo>
                <a:lnTo>
                  <a:pt x="2176811" y="1290477"/>
                </a:lnTo>
                <a:close/>
                <a:moveTo>
                  <a:pt x="2056995" y="1244681"/>
                </a:moveTo>
                <a:lnTo>
                  <a:pt x="2072080" y="1271979"/>
                </a:lnTo>
                <a:lnTo>
                  <a:pt x="2047389" y="1248320"/>
                </a:lnTo>
                <a:close/>
                <a:moveTo>
                  <a:pt x="5585684" y="1243054"/>
                </a:moveTo>
                <a:cubicBezTo>
                  <a:pt x="5703952" y="1235184"/>
                  <a:pt x="5820638" y="1266407"/>
                  <a:pt x="5910029" y="1357585"/>
                </a:cubicBezTo>
                <a:cubicBezTo>
                  <a:pt x="5938028" y="1386031"/>
                  <a:pt x="5961374" y="1418276"/>
                  <a:pt x="5981211" y="1453280"/>
                </a:cubicBezTo>
                <a:lnTo>
                  <a:pt x="6010127" y="1518023"/>
                </a:lnTo>
                <a:lnTo>
                  <a:pt x="5984587" y="1469070"/>
                </a:lnTo>
                <a:cubicBezTo>
                  <a:pt x="5967017" y="1441839"/>
                  <a:pt x="5946943" y="1416226"/>
                  <a:pt x="5924588" y="1392575"/>
                </a:cubicBezTo>
                <a:cubicBezTo>
                  <a:pt x="5743252" y="1206896"/>
                  <a:pt x="5453242" y="1256573"/>
                  <a:pt x="5260541" y="1381337"/>
                </a:cubicBezTo>
                <a:cubicBezTo>
                  <a:pt x="5135138" y="1462044"/>
                  <a:pt x="5026591" y="1573655"/>
                  <a:pt x="4921621" y="1681563"/>
                </a:cubicBezTo>
                <a:cubicBezTo>
                  <a:pt x="4855983" y="1749373"/>
                  <a:pt x="4787534" y="1819481"/>
                  <a:pt x="4715512" y="1881672"/>
                </a:cubicBezTo>
                <a:cubicBezTo>
                  <a:pt x="4540560" y="2032103"/>
                  <a:pt x="4349264" y="2107064"/>
                  <a:pt x="4190275" y="2087270"/>
                </a:cubicBezTo>
                <a:cubicBezTo>
                  <a:pt x="4150497" y="2082405"/>
                  <a:pt x="4111726" y="2071371"/>
                  <a:pt x="4075344" y="2054579"/>
                </a:cubicBezTo>
                <a:lnTo>
                  <a:pt x="4057085" y="2043857"/>
                </a:lnTo>
                <a:lnTo>
                  <a:pt x="4106683" y="2063446"/>
                </a:lnTo>
                <a:cubicBezTo>
                  <a:pt x="4285072" y="2114525"/>
                  <a:pt x="4503144" y="2047300"/>
                  <a:pt x="4706061" y="1874775"/>
                </a:cubicBezTo>
                <a:cubicBezTo>
                  <a:pt x="4784125" y="1805906"/>
                  <a:pt x="4858665" y="1733155"/>
                  <a:pt x="4929410" y="1656790"/>
                </a:cubicBezTo>
                <a:cubicBezTo>
                  <a:pt x="5029528" y="1552202"/>
                  <a:pt x="5133222" y="1444039"/>
                  <a:pt x="5251857" y="1363077"/>
                </a:cubicBezTo>
                <a:cubicBezTo>
                  <a:pt x="5347570" y="1297886"/>
                  <a:pt x="5467417" y="1250922"/>
                  <a:pt x="5585684" y="1243054"/>
                </a:cubicBezTo>
                <a:close/>
                <a:moveTo>
                  <a:pt x="2081651" y="1238184"/>
                </a:moveTo>
                <a:lnTo>
                  <a:pt x="2117850" y="1294975"/>
                </a:lnTo>
                <a:lnTo>
                  <a:pt x="2083455" y="1265072"/>
                </a:lnTo>
                <a:lnTo>
                  <a:pt x="2071748" y="1239738"/>
                </a:lnTo>
                <a:close/>
                <a:moveTo>
                  <a:pt x="2109320" y="1233845"/>
                </a:moveTo>
                <a:lnTo>
                  <a:pt x="2117415" y="1259670"/>
                </a:lnTo>
                <a:lnTo>
                  <a:pt x="2147066" y="1299854"/>
                </a:lnTo>
                <a:lnTo>
                  <a:pt x="2141475" y="1299903"/>
                </a:lnTo>
                <a:lnTo>
                  <a:pt x="2131647" y="1292222"/>
                </a:lnTo>
                <a:lnTo>
                  <a:pt x="2100909" y="1235164"/>
                </a:lnTo>
                <a:close/>
                <a:moveTo>
                  <a:pt x="7785834" y="1233076"/>
                </a:moveTo>
                <a:cubicBezTo>
                  <a:pt x="7871905" y="1232182"/>
                  <a:pt x="7959508" y="1263852"/>
                  <a:pt x="8041236" y="1297949"/>
                </a:cubicBezTo>
                <a:cubicBezTo>
                  <a:pt x="8094489" y="1320041"/>
                  <a:pt x="8149272" y="1344048"/>
                  <a:pt x="8203928" y="1369589"/>
                </a:cubicBezTo>
                <a:cubicBezTo>
                  <a:pt x="8251561" y="1391809"/>
                  <a:pt x="8299958" y="1415179"/>
                  <a:pt x="8346698" y="1437653"/>
                </a:cubicBezTo>
                <a:cubicBezTo>
                  <a:pt x="8499652" y="1511306"/>
                  <a:pt x="8656486" y="1586824"/>
                  <a:pt x="8823177" y="1641530"/>
                </a:cubicBezTo>
                <a:lnTo>
                  <a:pt x="8922635" y="1668953"/>
                </a:lnTo>
                <a:lnTo>
                  <a:pt x="8794839" y="1635772"/>
                </a:lnTo>
                <a:cubicBezTo>
                  <a:pt x="8630140" y="1585795"/>
                  <a:pt x="8473379" y="1518488"/>
                  <a:pt x="8320137" y="1452977"/>
                </a:cubicBezTo>
                <a:cubicBezTo>
                  <a:pt x="8272505" y="1432545"/>
                  <a:pt x="8223212" y="1411347"/>
                  <a:pt x="8174685" y="1391170"/>
                </a:cubicBezTo>
                <a:cubicBezTo>
                  <a:pt x="8119264" y="1368184"/>
                  <a:pt x="8064095" y="1346346"/>
                  <a:pt x="8010717" y="1326426"/>
                </a:cubicBezTo>
                <a:cubicBezTo>
                  <a:pt x="7926689" y="1294628"/>
                  <a:pt x="7837043" y="1266023"/>
                  <a:pt x="7751100" y="1270876"/>
                </a:cubicBezTo>
                <a:cubicBezTo>
                  <a:pt x="7631188" y="1277644"/>
                  <a:pt x="7531325" y="1338940"/>
                  <a:pt x="7452407" y="1453105"/>
                </a:cubicBezTo>
                <a:lnTo>
                  <a:pt x="7406102" y="1536121"/>
                </a:lnTo>
                <a:lnTo>
                  <a:pt x="7424206" y="1492292"/>
                </a:lnTo>
                <a:cubicBezTo>
                  <a:pt x="7441647" y="1457479"/>
                  <a:pt x="7461920" y="1424085"/>
                  <a:pt x="7485480" y="1393596"/>
                </a:cubicBezTo>
                <a:cubicBezTo>
                  <a:pt x="7567976" y="1286711"/>
                  <a:pt x="7666178" y="1234225"/>
                  <a:pt x="7785834" y="1233076"/>
                </a:cubicBezTo>
                <a:close/>
                <a:moveTo>
                  <a:pt x="2122787" y="1232929"/>
                </a:moveTo>
                <a:lnTo>
                  <a:pt x="2140851" y="1237774"/>
                </a:lnTo>
                <a:lnTo>
                  <a:pt x="2165908" y="1299639"/>
                </a:lnTo>
                <a:lnTo>
                  <a:pt x="2165951" y="1299687"/>
                </a:lnTo>
                <a:lnTo>
                  <a:pt x="2163275" y="1299712"/>
                </a:lnTo>
                <a:lnTo>
                  <a:pt x="2129322" y="1253923"/>
                </a:lnTo>
                <a:close/>
                <a:moveTo>
                  <a:pt x="2146290" y="1215315"/>
                </a:moveTo>
                <a:lnTo>
                  <a:pt x="2153665" y="1228824"/>
                </a:lnTo>
                <a:lnTo>
                  <a:pt x="2151514" y="1228186"/>
                </a:lnTo>
                <a:close/>
                <a:moveTo>
                  <a:pt x="3196022" y="1152927"/>
                </a:moveTo>
                <a:cubicBezTo>
                  <a:pt x="3224872" y="1152959"/>
                  <a:pt x="3256016" y="1157253"/>
                  <a:pt x="3289471" y="1167437"/>
                </a:cubicBezTo>
                <a:cubicBezTo>
                  <a:pt x="3419343" y="1207280"/>
                  <a:pt x="3568625" y="1360905"/>
                  <a:pt x="3687515" y="1578763"/>
                </a:cubicBezTo>
                <a:cubicBezTo>
                  <a:pt x="3698753" y="1599322"/>
                  <a:pt x="3709735" y="1619755"/>
                  <a:pt x="3720462" y="1639676"/>
                </a:cubicBezTo>
                <a:cubicBezTo>
                  <a:pt x="3732339" y="1661002"/>
                  <a:pt x="3743959" y="1682584"/>
                  <a:pt x="3755453" y="1703527"/>
                </a:cubicBezTo>
                <a:cubicBezTo>
                  <a:pt x="3828370" y="1836847"/>
                  <a:pt x="3884813" y="1937986"/>
                  <a:pt x="3945856" y="2025590"/>
                </a:cubicBezTo>
                <a:cubicBezTo>
                  <a:pt x="4017112" y="2127878"/>
                  <a:pt x="4121316" y="2246640"/>
                  <a:pt x="4295501" y="2259410"/>
                </a:cubicBezTo>
                <a:cubicBezTo>
                  <a:pt x="4327963" y="2261901"/>
                  <a:pt x="4360616" y="2260304"/>
                  <a:pt x="4392681" y="2254686"/>
                </a:cubicBezTo>
                <a:cubicBezTo>
                  <a:pt x="4522683" y="2231699"/>
                  <a:pt x="4680265" y="2138222"/>
                  <a:pt x="4836444" y="1991366"/>
                </a:cubicBezTo>
                <a:cubicBezTo>
                  <a:pt x="4867603" y="1962121"/>
                  <a:pt x="4898763" y="1931985"/>
                  <a:pt x="4928900" y="1902741"/>
                </a:cubicBezTo>
                <a:cubicBezTo>
                  <a:pt x="5069498" y="1766228"/>
                  <a:pt x="5202437" y="1637251"/>
                  <a:pt x="5366022" y="1568292"/>
                </a:cubicBezTo>
                <a:cubicBezTo>
                  <a:pt x="5579155" y="1478518"/>
                  <a:pt x="5806591" y="1517083"/>
                  <a:pt x="5945531" y="1666494"/>
                </a:cubicBezTo>
                <a:cubicBezTo>
                  <a:pt x="5984824" y="1709785"/>
                  <a:pt x="6017529" y="1758617"/>
                  <a:pt x="6042584" y="1811435"/>
                </a:cubicBezTo>
                <a:lnTo>
                  <a:pt x="6055914" y="1843300"/>
                </a:lnTo>
                <a:lnTo>
                  <a:pt x="5960472" y="1701996"/>
                </a:lnTo>
                <a:cubicBezTo>
                  <a:pt x="5817830" y="1547093"/>
                  <a:pt x="5594608" y="1502271"/>
                  <a:pt x="5377515" y="1585403"/>
                </a:cubicBezTo>
                <a:cubicBezTo>
                  <a:pt x="5202693" y="1652320"/>
                  <a:pt x="5062859" y="1788194"/>
                  <a:pt x="4914853" y="1932113"/>
                </a:cubicBezTo>
                <a:lnTo>
                  <a:pt x="4845894" y="1998773"/>
                </a:lnTo>
                <a:cubicBezTo>
                  <a:pt x="4739009" y="2100040"/>
                  <a:pt x="4579127" y="2229401"/>
                  <a:pt x="4423458" y="2266946"/>
                </a:cubicBezTo>
                <a:cubicBezTo>
                  <a:pt x="4394023" y="2274595"/>
                  <a:pt x="4363708" y="2278247"/>
                  <a:pt x="4333302" y="2277800"/>
                </a:cubicBezTo>
                <a:cubicBezTo>
                  <a:pt x="4166141" y="2273459"/>
                  <a:pt x="4063086" y="2180364"/>
                  <a:pt x="3991957" y="2099785"/>
                </a:cubicBezTo>
                <a:cubicBezTo>
                  <a:pt x="3927850" y="2027122"/>
                  <a:pt x="3864127" y="1937988"/>
                  <a:pt x="3785335" y="1811179"/>
                </a:cubicBezTo>
                <a:cubicBezTo>
                  <a:pt x="3761328" y="1772359"/>
                  <a:pt x="3737192" y="1731111"/>
                  <a:pt x="3713950" y="1691269"/>
                </a:cubicBezTo>
                <a:cubicBezTo>
                  <a:pt x="3638862" y="1563439"/>
                  <a:pt x="3488558" y="1338940"/>
                  <a:pt x="3319608" y="1272919"/>
                </a:cubicBezTo>
                <a:cubicBezTo>
                  <a:pt x="3190377" y="1222477"/>
                  <a:pt x="3097283" y="1255296"/>
                  <a:pt x="3030623" y="1289520"/>
                </a:cubicBezTo>
                <a:cubicBezTo>
                  <a:pt x="3008787" y="1301141"/>
                  <a:pt x="2987971" y="1313911"/>
                  <a:pt x="2966006" y="1326681"/>
                </a:cubicBezTo>
                <a:cubicBezTo>
                  <a:pt x="2952725" y="1334727"/>
                  <a:pt x="2939188" y="1343027"/>
                  <a:pt x="2924886" y="1351200"/>
                </a:cubicBezTo>
                <a:cubicBezTo>
                  <a:pt x="2878672" y="1377736"/>
                  <a:pt x="2829852" y="1399433"/>
                  <a:pt x="2779179" y="1415945"/>
                </a:cubicBezTo>
                <a:cubicBezTo>
                  <a:pt x="2692980" y="1444582"/>
                  <a:pt x="2573165" y="1460649"/>
                  <a:pt x="2463045" y="1445503"/>
                </a:cubicBezTo>
                <a:lnTo>
                  <a:pt x="2456028" y="1443755"/>
                </a:lnTo>
                <a:lnTo>
                  <a:pt x="2531326" y="1446337"/>
                </a:lnTo>
                <a:cubicBezTo>
                  <a:pt x="2608602" y="1441388"/>
                  <a:pt x="2683212" y="1422456"/>
                  <a:pt x="2742018" y="1396916"/>
                </a:cubicBezTo>
                <a:cubicBezTo>
                  <a:pt x="2794809" y="1373444"/>
                  <a:pt x="2844550" y="1343639"/>
                  <a:pt x="2890151" y="1308163"/>
                </a:cubicBezTo>
                <a:cubicBezTo>
                  <a:pt x="2906370" y="1295904"/>
                  <a:pt x="2921692" y="1284028"/>
                  <a:pt x="2936634" y="1271258"/>
                </a:cubicBezTo>
                <a:cubicBezTo>
                  <a:pt x="2957321" y="1254401"/>
                  <a:pt x="2976987" y="1238439"/>
                  <a:pt x="2997675" y="1223753"/>
                </a:cubicBezTo>
                <a:cubicBezTo>
                  <a:pt x="3043552" y="1191094"/>
                  <a:pt x="3109469" y="1152832"/>
                  <a:pt x="3196022" y="1152927"/>
                </a:cubicBezTo>
                <a:close/>
                <a:moveTo>
                  <a:pt x="1911040" y="1150186"/>
                </a:moveTo>
                <a:lnTo>
                  <a:pt x="1928065" y="1190026"/>
                </a:lnTo>
                <a:lnTo>
                  <a:pt x="1988444" y="1258193"/>
                </a:lnTo>
                <a:lnTo>
                  <a:pt x="1985488" y="1259690"/>
                </a:lnTo>
                <a:lnTo>
                  <a:pt x="1967893" y="1249039"/>
                </a:lnTo>
                <a:cubicBezTo>
                  <a:pt x="1943182" y="1229381"/>
                  <a:pt x="1923000" y="1206913"/>
                  <a:pt x="1906490" y="1182090"/>
                </a:cubicBezTo>
                <a:lnTo>
                  <a:pt x="1893881" y="1156106"/>
                </a:lnTo>
                <a:close/>
                <a:moveTo>
                  <a:pt x="2094871" y="1143259"/>
                </a:moveTo>
                <a:lnTo>
                  <a:pt x="2105334" y="1149532"/>
                </a:lnTo>
                <a:lnTo>
                  <a:pt x="2113088" y="1169224"/>
                </a:lnTo>
                <a:lnTo>
                  <a:pt x="2134977" y="1223269"/>
                </a:lnTo>
                <a:lnTo>
                  <a:pt x="2123652" y="1219903"/>
                </a:lnTo>
                <a:lnTo>
                  <a:pt x="2118925" y="1220526"/>
                </a:lnTo>
                <a:close/>
                <a:moveTo>
                  <a:pt x="1939801" y="1140265"/>
                </a:moveTo>
                <a:lnTo>
                  <a:pt x="1939844" y="1140430"/>
                </a:lnTo>
                <a:cubicBezTo>
                  <a:pt x="1949230" y="1167644"/>
                  <a:pt x="1961168" y="1193500"/>
                  <a:pt x="1976498" y="1217480"/>
                </a:cubicBezTo>
                <a:lnTo>
                  <a:pt x="2007581" y="1249808"/>
                </a:lnTo>
                <a:lnTo>
                  <a:pt x="2001233" y="1252144"/>
                </a:lnTo>
                <a:lnTo>
                  <a:pt x="1932411" y="1170724"/>
                </a:lnTo>
                <a:lnTo>
                  <a:pt x="1924155" y="1145663"/>
                </a:lnTo>
                <a:close/>
                <a:moveTo>
                  <a:pt x="1975811" y="1133198"/>
                </a:moveTo>
                <a:lnTo>
                  <a:pt x="1988195" y="1175645"/>
                </a:lnTo>
                <a:lnTo>
                  <a:pt x="2024435" y="1243611"/>
                </a:lnTo>
                <a:lnTo>
                  <a:pt x="2016992" y="1246349"/>
                </a:lnTo>
                <a:lnTo>
                  <a:pt x="2002685" y="1232895"/>
                </a:lnTo>
                <a:cubicBezTo>
                  <a:pt x="1985697" y="1211267"/>
                  <a:pt x="1972243" y="1187692"/>
                  <a:pt x="1961504" y="1162544"/>
                </a:cubicBezTo>
                <a:lnTo>
                  <a:pt x="1955568" y="1136763"/>
                </a:lnTo>
                <a:close/>
                <a:moveTo>
                  <a:pt x="2058934" y="1129521"/>
                </a:moveTo>
                <a:lnTo>
                  <a:pt x="2074244" y="1130893"/>
                </a:lnTo>
                <a:lnTo>
                  <a:pt x="2077694" y="1132962"/>
                </a:lnTo>
                <a:lnTo>
                  <a:pt x="2105691" y="1222270"/>
                </a:lnTo>
                <a:lnTo>
                  <a:pt x="2094741" y="1223713"/>
                </a:lnTo>
                <a:lnTo>
                  <a:pt x="2068123" y="1174299"/>
                </a:lnTo>
                <a:close/>
                <a:moveTo>
                  <a:pt x="2013113" y="1126630"/>
                </a:moveTo>
                <a:lnTo>
                  <a:pt x="2024510" y="1185891"/>
                </a:lnTo>
                <a:lnTo>
                  <a:pt x="2051007" y="1233841"/>
                </a:lnTo>
                <a:lnTo>
                  <a:pt x="2037473" y="1238817"/>
                </a:lnTo>
                <a:lnTo>
                  <a:pt x="2035317" y="1236749"/>
                </a:lnTo>
                <a:cubicBezTo>
                  <a:pt x="2020270" y="1215285"/>
                  <a:pt x="2008409" y="1192133"/>
                  <a:pt x="1998942" y="1167760"/>
                </a:cubicBezTo>
                <a:lnTo>
                  <a:pt x="1988331" y="1130993"/>
                </a:lnTo>
                <a:close/>
                <a:moveTo>
                  <a:pt x="2021416" y="1126156"/>
                </a:moveTo>
                <a:lnTo>
                  <a:pt x="2048947" y="1128625"/>
                </a:lnTo>
                <a:lnTo>
                  <a:pt x="2072240" y="1223418"/>
                </a:lnTo>
                <a:lnTo>
                  <a:pt x="2074157" y="1226427"/>
                </a:lnTo>
                <a:lnTo>
                  <a:pt x="2069495" y="1227042"/>
                </a:lnTo>
                <a:lnTo>
                  <a:pt x="2066408" y="1228177"/>
                </a:lnTo>
                <a:lnTo>
                  <a:pt x="2022534" y="1133231"/>
                </a:lnTo>
                <a:close/>
                <a:moveTo>
                  <a:pt x="2071005" y="1065366"/>
                </a:moveTo>
                <a:lnTo>
                  <a:pt x="2072863" y="1067063"/>
                </a:lnTo>
                <a:lnTo>
                  <a:pt x="2097265" y="1129037"/>
                </a:lnTo>
                <a:lnTo>
                  <a:pt x="2088848" y="1123912"/>
                </a:lnTo>
                <a:lnTo>
                  <a:pt x="2082441" y="1103330"/>
                </a:lnTo>
                <a:close/>
                <a:moveTo>
                  <a:pt x="3185071" y="1039875"/>
                </a:moveTo>
                <a:cubicBezTo>
                  <a:pt x="3211041" y="1038954"/>
                  <a:pt x="3237339" y="1041555"/>
                  <a:pt x="3264062" y="1047653"/>
                </a:cubicBezTo>
                <a:cubicBezTo>
                  <a:pt x="3430069" y="1085453"/>
                  <a:pt x="3584333" y="1284284"/>
                  <a:pt x="3672702" y="1457575"/>
                </a:cubicBezTo>
                <a:lnTo>
                  <a:pt x="3717547" y="1548943"/>
                </a:lnTo>
                <a:lnTo>
                  <a:pt x="3718011" y="1551224"/>
                </a:lnTo>
                <a:lnTo>
                  <a:pt x="3764663" y="1691727"/>
                </a:lnTo>
                <a:lnTo>
                  <a:pt x="3732339" y="1632525"/>
                </a:lnTo>
                <a:cubicBezTo>
                  <a:pt x="3721612" y="1612476"/>
                  <a:pt x="3710502" y="1592044"/>
                  <a:pt x="3699264" y="1571357"/>
                </a:cubicBezTo>
                <a:cubicBezTo>
                  <a:pt x="3654184" y="1488606"/>
                  <a:pt x="3491494" y="1214048"/>
                  <a:pt x="3293429" y="1153773"/>
                </a:cubicBezTo>
                <a:cubicBezTo>
                  <a:pt x="3153854" y="1111120"/>
                  <a:pt x="3053736" y="1166543"/>
                  <a:pt x="2989885" y="1211877"/>
                </a:cubicBezTo>
                <a:cubicBezTo>
                  <a:pt x="2968816" y="1226818"/>
                  <a:pt x="2949020" y="1242909"/>
                  <a:pt x="2928077" y="1259893"/>
                </a:cubicBezTo>
                <a:cubicBezTo>
                  <a:pt x="2913264" y="1271896"/>
                  <a:pt x="2897941" y="1284412"/>
                  <a:pt x="2881978" y="1296543"/>
                </a:cubicBezTo>
                <a:cubicBezTo>
                  <a:pt x="2837346" y="1331507"/>
                  <a:pt x="2788528" y="1360764"/>
                  <a:pt x="2736653" y="1383635"/>
                </a:cubicBezTo>
                <a:cubicBezTo>
                  <a:pt x="2650551" y="1421275"/>
                  <a:pt x="2529753" y="1444189"/>
                  <a:pt x="2417629" y="1428296"/>
                </a:cubicBezTo>
                <a:lnTo>
                  <a:pt x="2400952" y="1423691"/>
                </a:lnTo>
                <a:lnTo>
                  <a:pt x="2486278" y="1425139"/>
                </a:lnTo>
                <a:cubicBezTo>
                  <a:pt x="2565182" y="1417477"/>
                  <a:pt x="2640751" y="1393405"/>
                  <a:pt x="2698216" y="1362565"/>
                </a:cubicBezTo>
                <a:cubicBezTo>
                  <a:pt x="2752897" y="1332619"/>
                  <a:pt x="2803212" y="1295330"/>
                  <a:pt x="2847754" y="1251720"/>
                </a:cubicBezTo>
                <a:cubicBezTo>
                  <a:pt x="2864738" y="1235629"/>
                  <a:pt x="2881084" y="1219156"/>
                  <a:pt x="2896792" y="1203193"/>
                </a:cubicBezTo>
                <a:cubicBezTo>
                  <a:pt x="2917351" y="1182378"/>
                  <a:pt x="2936889" y="1162840"/>
                  <a:pt x="2957577" y="1144067"/>
                </a:cubicBezTo>
                <a:cubicBezTo>
                  <a:pt x="3032188" y="1077121"/>
                  <a:pt x="3107156" y="1042641"/>
                  <a:pt x="3185071" y="1039875"/>
                </a:cubicBezTo>
                <a:close/>
                <a:moveTo>
                  <a:pt x="2039691" y="1036722"/>
                </a:moveTo>
                <a:lnTo>
                  <a:pt x="2051779" y="1047777"/>
                </a:lnTo>
                <a:lnTo>
                  <a:pt x="2069288" y="1106141"/>
                </a:lnTo>
                <a:lnTo>
                  <a:pt x="2072947" y="1117814"/>
                </a:lnTo>
                <a:lnTo>
                  <a:pt x="2056167" y="1116030"/>
                </a:lnTo>
                <a:lnTo>
                  <a:pt x="2041193" y="1043055"/>
                </a:lnTo>
                <a:close/>
                <a:moveTo>
                  <a:pt x="2004789" y="1021052"/>
                </a:moveTo>
                <a:lnTo>
                  <a:pt x="2024167" y="1027050"/>
                </a:lnTo>
                <a:lnTo>
                  <a:pt x="2028551" y="1045609"/>
                </a:lnTo>
                <a:lnTo>
                  <a:pt x="2045578" y="1114903"/>
                </a:lnTo>
                <a:lnTo>
                  <a:pt x="2019916" y="1112175"/>
                </a:lnTo>
                <a:lnTo>
                  <a:pt x="2019221" y="1112289"/>
                </a:lnTo>
                <a:close/>
                <a:moveTo>
                  <a:pt x="1872644" y="1014443"/>
                </a:moveTo>
                <a:lnTo>
                  <a:pt x="1872688" y="1015064"/>
                </a:lnTo>
                <a:cubicBezTo>
                  <a:pt x="1877306" y="1046833"/>
                  <a:pt x="1883655" y="1077678"/>
                  <a:pt x="1892596" y="1107028"/>
                </a:cubicBezTo>
                <a:lnTo>
                  <a:pt x="1905635" y="1137538"/>
                </a:lnTo>
                <a:lnTo>
                  <a:pt x="1887817" y="1143610"/>
                </a:lnTo>
                <a:lnTo>
                  <a:pt x="1867142" y="1101008"/>
                </a:lnTo>
                <a:lnTo>
                  <a:pt x="1847427" y="1019564"/>
                </a:lnTo>
                <a:close/>
                <a:moveTo>
                  <a:pt x="1914293" y="1010580"/>
                </a:moveTo>
                <a:lnTo>
                  <a:pt x="1918483" y="1055230"/>
                </a:lnTo>
                <a:lnTo>
                  <a:pt x="1936483" y="1127026"/>
                </a:lnTo>
                <a:lnTo>
                  <a:pt x="1919881" y="1132684"/>
                </a:lnTo>
                <a:lnTo>
                  <a:pt x="1891040" y="1045144"/>
                </a:lnTo>
                <a:lnTo>
                  <a:pt x="1886724" y="1011585"/>
                </a:lnTo>
                <a:lnTo>
                  <a:pt x="1891469" y="1010622"/>
                </a:lnTo>
                <a:close/>
                <a:moveTo>
                  <a:pt x="1954668" y="1010506"/>
                </a:moveTo>
                <a:lnTo>
                  <a:pt x="1965360" y="1097375"/>
                </a:lnTo>
                <a:lnTo>
                  <a:pt x="1971990" y="1120101"/>
                </a:lnTo>
                <a:lnTo>
                  <a:pt x="1952476" y="1123330"/>
                </a:lnTo>
                <a:lnTo>
                  <a:pt x="1926505" y="1010557"/>
                </a:lnTo>
                <a:close/>
                <a:moveTo>
                  <a:pt x="1970621" y="1010476"/>
                </a:moveTo>
                <a:lnTo>
                  <a:pt x="1992048" y="1017107"/>
                </a:lnTo>
                <a:lnTo>
                  <a:pt x="2010629" y="1113711"/>
                </a:lnTo>
                <a:lnTo>
                  <a:pt x="1984588" y="1118018"/>
                </a:lnTo>
                <a:lnTo>
                  <a:pt x="1976921" y="1091444"/>
                </a:lnTo>
                <a:lnTo>
                  <a:pt x="1967009" y="1010483"/>
                </a:lnTo>
                <a:close/>
                <a:moveTo>
                  <a:pt x="2023845" y="969879"/>
                </a:moveTo>
                <a:lnTo>
                  <a:pt x="2030977" y="978439"/>
                </a:lnTo>
                <a:lnTo>
                  <a:pt x="2043984" y="1021793"/>
                </a:lnTo>
                <a:lnTo>
                  <a:pt x="2039574" y="1017694"/>
                </a:lnTo>
                <a:lnTo>
                  <a:pt x="2034814" y="1016149"/>
                </a:lnTo>
                <a:close/>
                <a:moveTo>
                  <a:pt x="1992001" y="931652"/>
                </a:moveTo>
                <a:lnTo>
                  <a:pt x="2005448" y="947795"/>
                </a:lnTo>
                <a:lnTo>
                  <a:pt x="2020495" y="1011503"/>
                </a:lnTo>
                <a:lnTo>
                  <a:pt x="2002346" y="1005617"/>
                </a:lnTo>
                <a:lnTo>
                  <a:pt x="1999178" y="985591"/>
                </a:lnTo>
                <a:close/>
                <a:moveTo>
                  <a:pt x="3155701" y="926365"/>
                </a:moveTo>
                <a:cubicBezTo>
                  <a:pt x="3183074" y="922969"/>
                  <a:pt x="3210906" y="923527"/>
                  <a:pt x="3239287" y="927997"/>
                </a:cubicBezTo>
                <a:cubicBezTo>
                  <a:pt x="3418321" y="956218"/>
                  <a:pt x="3576798" y="1165776"/>
                  <a:pt x="3658144" y="1336641"/>
                </a:cubicBezTo>
                <a:cubicBezTo>
                  <a:pt x="3669956" y="1361543"/>
                  <a:pt x="3681162" y="1386252"/>
                  <a:pt x="3691378" y="1409382"/>
                </a:cubicBezTo>
                <a:lnTo>
                  <a:pt x="3692083" y="1411015"/>
                </a:lnTo>
                <a:lnTo>
                  <a:pt x="3696072" y="1443401"/>
                </a:lnTo>
                <a:lnTo>
                  <a:pt x="3707548" y="1499804"/>
                </a:lnTo>
                <a:lnTo>
                  <a:pt x="3683812" y="1451445"/>
                </a:lnTo>
                <a:cubicBezTo>
                  <a:pt x="3594038" y="1275344"/>
                  <a:pt x="3437221" y="1073449"/>
                  <a:pt x="3266356" y="1034500"/>
                </a:cubicBezTo>
                <a:cubicBezTo>
                  <a:pt x="3154877" y="1009087"/>
                  <a:pt x="3050671" y="1041652"/>
                  <a:pt x="2948510" y="1134107"/>
                </a:cubicBezTo>
                <a:cubicBezTo>
                  <a:pt x="2927567" y="1153007"/>
                  <a:pt x="2908029" y="1172800"/>
                  <a:pt x="2887213" y="1193743"/>
                </a:cubicBezTo>
                <a:cubicBezTo>
                  <a:pt x="2871635" y="1209579"/>
                  <a:pt x="2855416" y="1225925"/>
                  <a:pt x="2838432" y="1242015"/>
                </a:cubicBezTo>
                <a:cubicBezTo>
                  <a:pt x="2794719" y="1284719"/>
                  <a:pt x="2745401" y="1321279"/>
                  <a:pt x="2691831" y="1350689"/>
                </a:cubicBezTo>
                <a:cubicBezTo>
                  <a:pt x="2608122" y="1395703"/>
                  <a:pt x="2484476" y="1426064"/>
                  <a:pt x="2369915" y="1409932"/>
                </a:cubicBezTo>
                <a:lnTo>
                  <a:pt x="2367072" y="1409082"/>
                </a:lnTo>
                <a:lnTo>
                  <a:pt x="2472614" y="1400738"/>
                </a:lnTo>
                <a:cubicBezTo>
                  <a:pt x="2541679" y="1387787"/>
                  <a:pt x="2606430" y="1361343"/>
                  <a:pt x="2656713" y="1329106"/>
                </a:cubicBezTo>
                <a:cubicBezTo>
                  <a:pt x="2712964" y="1291984"/>
                  <a:pt x="2763624" y="1246994"/>
                  <a:pt x="2807146" y="1195531"/>
                </a:cubicBezTo>
                <a:cubicBezTo>
                  <a:pt x="2824512" y="1175992"/>
                  <a:pt x="2841241" y="1155943"/>
                  <a:pt x="2857458" y="1136533"/>
                </a:cubicBezTo>
                <a:cubicBezTo>
                  <a:pt x="2878274" y="1111503"/>
                  <a:pt x="2898069" y="1087752"/>
                  <a:pt x="2919267" y="1064893"/>
                </a:cubicBezTo>
                <a:cubicBezTo>
                  <a:pt x="2995601" y="982334"/>
                  <a:pt x="3073585" y="936553"/>
                  <a:pt x="3155701" y="926365"/>
                </a:cubicBezTo>
                <a:close/>
                <a:moveTo>
                  <a:pt x="1955130" y="910009"/>
                </a:moveTo>
                <a:lnTo>
                  <a:pt x="1973401" y="919171"/>
                </a:lnTo>
                <a:lnTo>
                  <a:pt x="1986280" y="987123"/>
                </a:lnTo>
                <a:lnTo>
                  <a:pt x="1989005" y="1001289"/>
                </a:lnTo>
                <a:lnTo>
                  <a:pt x="1975010" y="996748"/>
                </a:lnTo>
                <a:lnTo>
                  <a:pt x="1965320" y="996682"/>
                </a:lnTo>
                <a:lnTo>
                  <a:pt x="1956911" y="927997"/>
                </a:lnTo>
                <a:close/>
                <a:moveTo>
                  <a:pt x="1915693" y="892437"/>
                </a:moveTo>
                <a:lnTo>
                  <a:pt x="1921967" y="893375"/>
                </a:lnTo>
                <a:lnTo>
                  <a:pt x="1942143" y="903494"/>
                </a:lnTo>
                <a:lnTo>
                  <a:pt x="1944781" y="930167"/>
                </a:lnTo>
                <a:lnTo>
                  <a:pt x="1952957" y="996598"/>
                </a:lnTo>
                <a:lnTo>
                  <a:pt x="1923244" y="996394"/>
                </a:lnTo>
                <a:lnTo>
                  <a:pt x="1923097" y="995760"/>
                </a:lnTo>
                <a:close/>
                <a:moveTo>
                  <a:pt x="1875702" y="886471"/>
                </a:moveTo>
                <a:lnTo>
                  <a:pt x="1903026" y="890549"/>
                </a:lnTo>
                <a:lnTo>
                  <a:pt x="1912954" y="996324"/>
                </a:lnTo>
                <a:lnTo>
                  <a:pt x="1891818" y="996179"/>
                </a:lnTo>
                <a:lnTo>
                  <a:pt x="1884922" y="997563"/>
                </a:lnTo>
                <a:lnTo>
                  <a:pt x="1878934" y="950996"/>
                </a:lnTo>
                <a:close/>
                <a:moveTo>
                  <a:pt x="1819715" y="882109"/>
                </a:moveTo>
                <a:lnTo>
                  <a:pt x="1820590" y="910289"/>
                </a:lnTo>
                <a:lnTo>
                  <a:pt x="1830961" y="1008384"/>
                </a:lnTo>
                <a:lnTo>
                  <a:pt x="1791791" y="1016239"/>
                </a:lnTo>
                <a:cubicBezTo>
                  <a:pt x="1652085" y="1055571"/>
                  <a:pt x="1492460" y="1135511"/>
                  <a:pt x="1353776" y="1235374"/>
                </a:cubicBezTo>
                <a:cubicBezTo>
                  <a:pt x="1265663" y="1298841"/>
                  <a:pt x="1168226" y="1330128"/>
                  <a:pt x="1092881" y="1319146"/>
                </a:cubicBezTo>
                <a:cubicBezTo>
                  <a:pt x="1008599" y="1306760"/>
                  <a:pt x="957647" y="1263723"/>
                  <a:pt x="908355" y="1221966"/>
                </a:cubicBezTo>
                <a:cubicBezTo>
                  <a:pt x="889496" y="1205466"/>
                  <a:pt x="869803" y="1189963"/>
                  <a:pt x="849358" y="1175483"/>
                </a:cubicBezTo>
                <a:cubicBezTo>
                  <a:pt x="723315" y="1089028"/>
                  <a:pt x="492813" y="1072300"/>
                  <a:pt x="296409" y="1207535"/>
                </a:cubicBezTo>
                <a:cubicBezTo>
                  <a:pt x="200697" y="1274131"/>
                  <a:pt x="117914" y="1374345"/>
                  <a:pt x="57974" y="1489212"/>
                </a:cubicBezTo>
                <a:lnTo>
                  <a:pt x="8776" y="1613636"/>
                </a:lnTo>
                <a:lnTo>
                  <a:pt x="16990" y="1569415"/>
                </a:lnTo>
                <a:cubicBezTo>
                  <a:pt x="67776" y="1398113"/>
                  <a:pt x="171357" y="1238216"/>
                  <a:pt x="300368" y="1141386"/>
                </a:cubicBezTo>
                <a:cubicBezTo>
                  <a:pt x="476723" y="1010364"/>
                  <a:pt x="680024" y="1011514"/>
                  <a:pt x="794955" y="1067957"/>
                </a:cubicBezTo>
                <a:cubicBezTo>
                  <a:pt x="814392" y="1077893"/>
                  <a:pt x="833316" y="1088812"/>
                  <a:pt x="851654" y="1100649"/>
                </a:cubicBezTo>
                <a:cubicBezTo>
                  <a:pt x="901202" y="1131170"/>
                  <a:pt x="952283" y="1162840"/>
                  <a:pt x="1034141" y="1168715"/>
                </a:cubicBezTo>
                <a:cubicBezTo>
                  <a:pt x="1107312" y="1174078"/>
                  <a:pt x="1199640" y="1142408"/>
                  <a:pt x="1286095" y="1082005"/>
                </a:cubicBezTo>
                <a:cubicBezTo>
                  <a:pt x="1426566" y="983293"/>
                  <a:pt x="1589130" y="914588"/>
                  <a:pt x="1735093" y="889048"/>
                </a:cubicBezTo>
                <a:close/>
                <a:moveTo>
                  <a:pt x="1836975" y="880694"/>
                </a:moveTo>
                <a:lnTo>
                  <a:pt x="1863525" y="884655"/>
                </a:lnTo>
                <a:lnTo>
                  <a:pt x="1871645" y="1000224"/>
                </a:lnTo>
                <a:lnTo>
                  <a:pt x="1844459" y="1005677"/>
                </a:lnTo>
                <a:lnTo>
                  <a:pt x="1834232" y="907388"/>
                </a:lnTo>
                <a:lnTo>
                  <a:pt x="1833426" y="880985"/>
                </a:lnTo>
                <a:close/>
                <a:moveTo>
                  <a:pt x="1983571" y="878497"/>
                </a:moveTo>
                <a:lnTo>
                  <a:pt x="1992027" y="890963"/>
                </a:lnTo>
                <a:lnTo>
                  <a:pt x="1998554" y="918601"/>
                </a:lnTo>
                <a:lnTo>
                  <a:pt x="1996940" y="916651"/>
                </a:lnTo>
                <a:lnTo>
                  <a:pt x="1989497" y="912840"/>
                </a:lnTo>
                <a:lnTo>
                  <a:pt x="1986456" y="889991"/>
                </a:lnTo>
                <a:close/>
                <a:moveTo>
                  <a:pt x="1946629" y="824042"/>
                </a:moveTo>
                <a:lnTo>
                  <a:pt x="1958757" y="841921"/>
                </a:lnTo>
                <a:lnTo>
                  <a:pt x="1970342" y="903036"/>
                </a:lnTo>
                <a:lnTo>
                  <a:pt x="1953594" y="894462"/>
                </a:lnTo>
                <a:close/>
                <a:moveTo>
                  <a:pt x="3213872" y="809746"/>
                </a:moveTo>
                <a:cubicBezTo>
                  <a:pt x="3405040" y="827752"/>
                  <a:pt x="3564666" y="1040503"/>
                  <a:pt x="3643203" y="1217241"/>
                </a:cubicBezTo>
                <a:cubicBezTo>
                  <a:pt x="3652462" y="1238376"/>
                  <a:pt x="3661688" y="1260149"/>
                  <a:pt x="3671089" y="1283406"/>
                </a:cubicBezTo>
                <a:lnTo>
                  <a:pt x="3678839" y="1303508"/>
                </a:lnTo>
                <a:lnTo>
                  <a:pt x="3686880" y="1368782"/>
                </a:lnTo>
                <a:lnTo>
                  <a:pt x="3670275" y="1332427"/>
                </a:lnTo>
                <a:cubicBezTo>
                  <a:pt x="3587525" y="1158881"/>
                  <a:pt x="3425600" y="945364"/>
                  <a:pt x="3241458" y="916248"/>
                </a:cubicBezTo>
                <a:cubicBezTo>
                  <a:pt x="3123206" y="897092"/>
                  <a:pt x="3014532" y="943194"/>
                  <a:pt x="2909433" y="1056720"/>
                </a:cubicBezTo>
                <a:cubicBezTo>
                  <a:pt x="2888108" y="1079833"/>
                  <a:pt x="2867292" y="1104863"/>
                  <a:pt x="2847245" y="1128998"/>
                </a:cubicBezTo>
                <a:cubicBezTo>
                  <a:pt x="2831152" y="1148281"/>
                  <a:pt x="2814552" y="1168203"/>
                  <a:pt x="2797186" y="1187613"/>
                </a:cubicBezTo>
                <a:cubicBezTo>
                  <a:pt x="2754176" y="1237582"/>
                  <a:pt x="2704205" y="1281104"/>
                  <a:pt x="2648795" y="1316847"/>
                </a:cubicBezTo>
                <a:cubicBezTo>
                  <a:pt x="2564705" y="1370770"/>
                  <a:pt x="2440171" y="1408457"/>
                  <a:pt x="2323900" y="1391607"/>
                </a:cubicBezTo>
                <a:lnTo>
                  <a:pt x="2317215" y="1390070"/>
                </a:lnTo>
                <a:lnTo>
                  <a:pt x="2423368" y="1380082"/>
                </a:lnTo>
                <a:cubicBezTo>
                  <a:pt x="2493879" y="1365025"/>
                  <a:pt x="2560849" y="1334496"/>
                  <a:pt x="2613423" y="1295778"/>
                </a:cubicBezTo>
                <a:cubicBezTo>
                  <a:pt x="2671437" y="1251835"/>
                  <a:pt x="2722709" y="1199643"/>
                  <a:pt x="2765643" y="1140875"/>
                </a:cubicBezTo>
                <a:cubicBezTo>
                  <a:pt x="2783009" y="1117762"/>
                  <a:pt x="2800121" y="1094010"/>
                  <a:pt x="2816722" y="1071151"/>
                </a:cubicBezTo>
                <a:cubicBezTo>
                  <a:pt x="2836899" y="1043057"/>
                  <a:pt x="2857843" y="1014068"/>
                  <a:pt x="2879552" y="987123"/>
                </a:cubicBezTo>
                <a:cubicBezTo>
                  <a:pt x="2982736" y="858145"/>
                  <a:pt x="3095496" y="798508"/>
                  <a:pt x="3213872" y="809746"/>
                </a:cubicBezTo>
                <a:close/>
                <a:moveTo>
                  <a:pt x="1908867" y="798382"/>
                </a:moveTo>
                <a:lnTo>
                  <a:pt x="1932623" y="814479"/>
                </a:lnTo>
                <a:lnTo>
                  <a:pt x="1933973" y="820840"/>
                </a:lnTo>
                <a:lnTo>
                  <a:pt x="1940592" y="887807"/>
                </a:lnTo>
                <a:lnTo>
                  <a:pt x="1928079" y="881402"/>
                </a:lnTo>
                <a:lnTo>
                  <a:pt x="1914750" y="879295"/>
                </a:lnTo>
                <a:lnTo>
                  <a:pt x="1914258" y="872448"/>
                </a:lnTo>
                <a:close/>
                <a:moveTo>
                  <a:pt x="1938117" y="780658"/>
                </a:moveTo>
                <a:lnTo>
                  <a:pt x="1951545" y="803871"/>
                </a:lnTo>
                <a:lnTo>
                  <a:pt x="1953165" y="812414"/>
                </a:lnTo>
                <a:lnTo>
                  <a:pt x="1943481" y="805767"/>
                </a:lnTo>
                <a:close/>
                <a:moveTo>
                  <a:pt x="1870006" y="774817"/>
                </a:moveTo>
                <a:lnTo>
                  <a:pt x="1877063" y="776831"/>
                </a:lnTo>
                <a:lnTo>
                  <a:pt x="1895244" y="789150"/>
                </a:lnTo>
                <a:lnTo>
                  <a:pt x="1901362" y="872830"/>
                </a:lnTo>
                <a:lnTo>
                  <a:pt x="1901776" y="877245"/>
                </a:lnTo>
                <a:lnTo>
                  <a:pt x="1875028" y="873016"/>
                </a:lnTo>
                <a:lnTo>
                  <a:pt x="1872245" y="817408"/>
                </a:lnTo>
                <a:close/>
                <a:moveTo>
                  <a:pt x="1829833" y="763359"/>
                </a:moveTo>
                <a:lnTo>
                  <a:pt x="1856433" y="770945"/>
                </a:lnTo>
                <a:lnTo>
                  <a:pt x="1858835" y="817919"/>
                </a:lnTo>
                <a:lnTo>
                  <a:pt x="1862569" y="871047"/>
                </a:lnTo>
                <a:lnTo>
                  <a:pt x="1839156" y="867345"/>
                </a:lnTo>
                <a:lnTo>
                  <a:pt x="1833024" y="867802"/>
                </a:lnTo>
                <a:lnTo>
                  <a:pt x="1829848" y="763773"/>
                </a:lnTo>
                <a:close/>
                <a:moveTo>
                  <a:pt x="1677243" y="747555"/>
                </a:moveTo>
                <a:cubicBezTo>
                  <a:pt x="1716383" y="744810"/>
                  <a:pt x="1752915" y="746015"/>
                  <a:pt x="1786373" y="750963"/>
                </a:cubicBezTo>
                <a:lnTo>
                  <a:pt x="1815894" y="759383"/>
                </a:lnTo>
                <a:lnTo>
                  <a:pt x="1816056" y="764284"/>
                </a:lnTo>
                <a:lnTo>
                  <a:pt x="1819303" y="868824"/>
                </a:lnTo>
                <a:lnTo>
                  <a:pt x="1732921" y="875257"/>
                </a:lnTo>
                <a:cubicBezTo>
                  <a:pt x="1585427" y="900286"/>
                  <a:pt x="1419543" y="971544"/>
                  <a:pt x="1277539" y="1070895"/>
                </a:cubicBezTo>
                <a:cubicBezTo>
                  <a:pt x="1194150" y="1129765"/>
                  <a:pt x="1105397" y="1160286"/>
                  <a:pt x="1034906" y="1155305"/>
                </a:cubicBezTo>
                <a:cubicBezTo>
                  <a:pt x="956497" y="1149304"/>
                  <a:pt x="907205" y="1118911"/>
                  <a:pt x="858806" y="1089157"/>
                </a:cubicBezTo>
                <a:cubicBezTo>
                  <a:pt x="840289" y="1077790"/>
                  <a:pt x="821133" y="1065914"/>
                  <a:pt x="800830" y="1055954"/>
                </a:cubicBezTo>
                <a:cubicBezTo>
                  <a:pt x="682706" y="997594"/>
                  <a:pt x="473022" y="996063"/>
                  <a:pt x="292322" y="1130659"/>
                </a:cubicBezTo>
                <a:cubicBezTo>
                  <a:pt x="204847" y="1196234"/>
                  <a:pt x="128865" y="1290414"/>
                  <a:pt x="72628" y="1397491"/>
                </a:cubicBezTo>
                <a:lnTo>
                  <a:pt x="21920" y="1522071"/>
                </a:lnTo>
                <a:lnTo>
                  <a:pt x="34383" y="1465324"/>
                </a:lnTo>
                <a:cubicBezTo>
                  <a:pt x="85127" y="1306768"/>
                  <a:pt x="179849" y="1158913"/>
                  <a:pt x="296409" y="1063998"/>
                </a:cubicBezTo>
                <a:cubicBezTo>
                  <a:pt x="459867" y="930934"/>
                  <a:pt x="641842" y="918930"/>
                  <a:pt x="747961" y="949067"/>
                </a:cubicBezTo>
                <a:cubicBezTo>
                  <a:pt x="767626" y="954686"/>
                  <a:pt x="785760" y="961583"/>
                  <a:pt x="805042" y="968861"/>
                </a:cubicBezTo>
                <a:cubicBezTo>
                  <a:pt x="851398" y="986612"/>
                  <a:pt x="899415" y="1004872"/>
                  <a:pt x="971054" y="1004872"/>
                </a:cubicBezTo>
                <a:lnTo>
                  <a:pt x="978207" y="1004872"/>
                </a:lnTo>
                <a:cubicBezTo>
                  <a:pt x="1045251" y="1003979"/>
                  <a:pt x="1130681" y="972054"/>
                  <a:pt x="1211261" y="917525"/>
                </a:cubicBezTo>
                <a:cubicBezTo>
                  <a:pt x="1354670" y="820217"/>
                  <a:pt x="1524002" y="758410"/>
                  <a:pt x="1677243" y="747555"/>
                </a:cubicBezTo>
                <a:close/>
                <a:moveTo>
                  <a:pt x="1899995" y="718561"/>
                </a:moveTo>
                <a:lnTo>
                  <a:pt x="1904239" y="722105"/>
                </a:lnTo>
                <a:lnTo>
                  <a:pt x="1918094" y="746051"/>
                </a:lnTo>
                <a:lnTo>
                  <a:pt x="1928604" y="795553"/>
                </a:lnTo>
                <a:lnTo>
                  <a:pt x="1907613" y="781144"/>
                </a:lnTo>
                <a:lnTo>
                  <a:pt x="1905081" y="746342"/>
                </a:lnTo>
                <a:close/>
                <a:moveTo>
                  <a:pt x="3189102" y="691238"/>
                </a:moveTo>
                <a:cubicBezTo>
                  <a:pt x="3379373" y="698134"/>
                  <a:pt x="3547044" y="900286"/>
                  <a:pt x="3628902" y="1097457"/>
                </a:cubicBezTo>
                <a:lnTo>
                  <a:pt x="3666102" y="1200113"/>
                </a:lnTo>
                <a:lnTo>
                  <a:pt x="3672392" y="1251174"/>
                </a:lnTo>
                <a:lnTo>
                  <a:pt x="3655717" y="1211750"/>
                </a:lnTo>
                <a:cubicBezTo>
                  <a:pt x="3575777" y="1031690"/>
                  <a:pt x="3412446" y="814981"/>
                  <a:pt x="3215405" y="796338"/>
                </a:cubicBezTo>
                <a:cubicBezTo>
                  <a:pt x="3092047" y="784717"/>
                  <a:pt x="2975457" y="846013"/>
                  <a:pt x="2869335" y="978695"/>
                </a:cubicBezTo>
                <a:cubicBezTo>
                  <a:pt x="2846734" y="1005895"/>
                  <a:pt x="2825790" y="1035011"/>
                  <a:pt x="2805485" y="1063233"/>
                </a:cubicBezTo>
                <a:cubicBezTo>
                  <a:pt x="2789139" y="1086092"/>
                  <a:pt x="2772155" y="1109716"/>
                  <a:pt x="2754404" y="1132702"/>
                </a:cubicBezTo>
                <a:cubicBezTo>
                  <a:pt x="2712251" y="1190423"/>
                  <a:pt x="2661910" y="1241696"/>
                  <a:pt x="2604994" y="1284922"/>
                </a:cubicBezTo>
                <a:cubicBezTo>
                  <a:pt x="2539410" y="1333266"/>
                  <a:pt x="2450879" y="1368517"/>
                  <a:pt x="2361761" y="1375700"/>
                </a:cubicBezTo>
                <a:lnTo>
                  <a:pt x="2289858" y="1373482"/>
                </a:lnTo>
                <a:lnTo>
                  <a:pt x="2285753" y="1370715"/>
                </a:lnTo>
                <a:lnTo>
                  <a:pt x="2378742" y="1359873"/>
                </a:lnTo>
                <a:cubicBezTo>
                  <a:pt x="2450148" y="1342084"/>
                  <a:pt x="2517911" y="1306966"/>
                  <a:pt x="2571154" y="1262829"/>
                </a:cubicBezTo>
                <a:cubicBezTo>
                  <a:pt x="2630407" y="1211480"/>
                  <a:pt x="2682009" y="1151921"/>
                  <a:pt x="2724397" y="1085963"/>
                </a:cubicBezTo>
                <a:cubicBezTo>
                  <a:pt x="2741635" y="1059912"/>
                  <a:pt x="2758875" y="1032585"/>
                  <a:pt x="2775476" y="1007044"/>
                </a:cubicBezTo>
                <a:cubicBezTo>
                  <a:pt x="2796419" y="974480"/>
                  <a:pt x="2818002" y="940767"/>
                  <a:pt x="2840350" y="909097"/>
                </a:cubicBezTo>
                <a:cubicBezTo>
                  <a:pt x="2946471" y="759942"/>
                  <a:pt x="3063954" y="686513"/>
                  <a:pt x="3189102" y="691238"/>
                </a:cubicBezTo>
                <a:close/>
                <a:moveTo>
                  <a:pt x="1865541" y="689799"/>
                </a:moveTo>
                <a:lnTo>
                  <a:pt x="1884493" y="705621"/>
                </a:lnTo>
                <a:lnTo>
                  <a:pt x="1892230" y="747906"/>
                </a:lnTo>
                <a:lnTo>
                  <a:pt x="1893975" y="771781"/>
                </a:lnTo>
                <a:lnTo>
                  <a:pt x="1883657" y="764699"/>
                </a:lnTo>
                <a:lnTo>
                  <a:pt x="1869255" y="760522"/>
                </a:lnTo>
                <a:close/>
                <a:moveTo>
                  <a:pt x="1892999" y="680357"/>
                </a:moveTo>
                <a:lnTo>
                  <a:pt x="1907017" y="707570"/>
                </a:lnTo>
                <a:lnTo>
                  <a:pt x="1896338" y="698594"/>
                </a:lnTo>
                <a:close/>
                <a:moveTo>
                  <a:pt x="1826552" y="659134"/>
                </a:moveTo>
                <a:lnTo>
                  <a:pt x="1830916" y="660894"/>
                </a:lnTo>
                <a:lnTo>
                  <a:pt x="1851688" y="678234"/>
                </a:lnTo>
                <a:lnTo>
                  <a:pt x="1855698" y="756590"/>
                </a:lnTo>
                <a:lnTo>
                  <a:pt x="1829381" y="748959"/>
                </a:lnTo>
                <a:close/>
                <a:moveTo>
                  <a:pt x="1854962" y="613361"/>
                </a:moveTo>
                <a:lnTo>
                  <a:pt x="1862043" y="620271"/>
                </a:lnTo>
                <a:lnTo>
                  <a:pt x="1872635" y="640830"/>
                </a:lnTo>
                <a:lnTo>
                  <a:pt x="1880819" y="685552"/>
                </a:lnTo>
                <a:lnTo>
                  <a:pt x="1864199" y="671582"/>
                </a:lnTo>
                <a:close/>
                <a:moveTo>
                  <a:pt x="1617864" y="607084"/>
                </a:moveTo>
                <a:cubicBezTo>
                  <a:pt x="1659781" y="607851"/>
                  <a:pt x="1698819" y="612910"/>
                  <a:pt x="1734488" y="621975"/>
                </a:cubicBezTo>
                <a:lnTo>
                  <a:pt x="1812393" y="653418"/>
                </a:lnTo>
                <a:lnTo>
                  <a:pt x="1815417" y="744909"/>
                </a:lnTo>
                <a:lnTo>
                  <a:pt x="1789233" y="737315"/>
                </a:lnTo>
                <a:cubicBezTo>
                  <a:pt x="1754415" y="732063"/>
                  <a:pt x="1716416" y="730762"/>
                  <a:pt x="1675712" y="733635"/>
                </a:cubicBezTo>
                <a:cubicBezTo>
                  <a:pt x="1520682" y="744618"/>
                  <a:pt x="1348412" y="807319"/>
                  <a:pt x="1203216" y="905776"/>
                </a:cubicBezTo>
                <a:cubicBezTo>
                  <a:pt x="1124679" y="959028"/>
                  <a:pt x="1042439" y="990059"/>
                  <a:pt x="977440" y="990953"/>
                </a:cubicBezTo>
                <a:cubicBezTo>
                  <a:pt x="905160" y="992102"/>
                  <a:pt x="856888" y="973713"/>
                  <a:pt x="810279" y="955964"/>
                </a:cubicBezTo>
                <a:cubicBezTo>
                  <a:pt x="791633" y="948556"/>
                  <a:pt x="772349" y="941532"/>
                  <a:pt x="752176" y="935786"/>
                </a:cubicBezTo>
                <a:cubicBezTo>
                  <a:pt x="642862" y="904754"/>
                  <a:pt x="455908" y="916887"/>
                  <a:pt x="288491" y="1053144"/>
                </a:cubicBezTo>
                <a:cubicBezTo>
                  <a:pt x="209508" y="1117506"/>
                  <a:pt x="140357" y="1205715"/>
                  <a:pt x="87760" y="1305115"/>
                </a:cubicBezTo>
                <a:lnTo>
                  <a:pt x="37428" y="1424664"/>
                </a:lnTo>
                <a:lnTo>
                  <a:pt x="53400" y="1363523"/>
                </a:lnTo>
                <a:cubicBezTo>
                  <a:pt x="104610" y="1217441"/>
                  <a:pt x="191789" y="1078973"/>
                  <a:pt x="293982" y="987123"/>
                </a:cubicBezTo>
                <a:cubicBezTo>
                  <a:pt x="432411" y="862615"/>
                  <a:pt x="595996" y="824559"/>
                  <a:pt x="702627" y="830689"/>
                </a:cubicBezTo>
                <a:cubicBezTo>
                  <a:pt x="723443" y="831838"/>
                  <a:pt x="742853" y="834392"/>
                  <a:pt x="763413" y="837075"/>
                </a:cubicBezTo>
                <a:cubicBezTo>
                  <a:pt x="815679" y="845579"/>
                  <a:pt x="868851" y="847035"/>
                  <a:pt x="921507" y="841416"/>
                </a:cubicBezTo>
                <a:cubicBezTo>
                  <a:pt x="983697" y="834392"/>
                  <a:pt x="1059680" y="803106"/>
                  <a:pt x="1135536" y="753430"/>
                </a:cubicBezTo>
                <a:cubicBezTo>
                  <a:pt x="1279965" y="658802"/>
                  <a:pt x="1460278" y="604146"/>
                  <a:pt x="1617864" y="607084"/>
                </a:cubicBezTo>
                <a:close/>
                <a:moveTo>
                  <a:pt x="1850521" y="585375"/>
                </a:moveTo>
                <a:lnTo>
                  <a:pt x="1854610" y="594308"/>
                </a:lnTo>
                <a:lnTo>
                  <a:pt x="1851449" y="591206"/>
                </a:lnTo>
                <a:close/>
                <a:moveTo>
                  <a:pt x="1821388" y="580601"/>
                </a:moveTo>
                <a:lnTo>
                  <a:pt x="1839078" y="597862"/>
                </a:lnTo>
                <a:lnTo>
                  <a:pt x="1848706" y="658563"/>
                </a:lnTo>
                <a:lnTo>
                  <a:pt x="1838242" y="649769"/>
                </a:lnTo>
                <a:lnTo>
                  <a:pt x="1826103" y="644828"/>
                </a:lnTo>
                <a:lnTo>
                  <a:pt x="1824852" y="605137"/>
                </a:lnTo>
                <a:close/>
                <a:moveTo>
                  <a:pt x="3163689" y="571073"/>
                </a:moveTo>
                <a:cubicBezTo>
                  <a:pt x="3363794" y="567624"/>
                  <a:pt x="3537467" y="778842"/>
                  <a:pt x="3614088" y="976268"/>
                </a:cubicBezTo>
                <a:lnTo>
                  <a:pt x="3653729" y="1098055"/>
                </a:lnTo>
                <a:lnTo>
                  <a:pt x="3659136" y="1142681"/>
                </a:lnTo>
                <a:lnTo>
                  <a:pt x="3640521" y="1091327"/>
                </a:lnTo>
                <a:cubicBezTo>
                  <a:pt x="3557005" y="890070"/>
                  <a:pt x="3384864" y="683832"/>
                  <a:pt x="3188719" y="676681"/>
                </a:cubicBezTo>
                <a:cubicBezTo>
                  <a:pt x="3058335" y="671956"/>
                  <a:pt x="2937657" y="747044"/>
                  <a:pt x="2828474" y="900286"/>
                </a:cubicBezTo>
                <a:cubicBezTo>
                  <a:pt x="2805868" y="932211"/>
                  <a:pt x="2784288" y="966051"/>
                  <a:pt x="2763345" y="998743"/>
                </a:cubicBezTo>
                <a:cubicBezTo>
                  <a:pt x="2747126" y="1024666"/>
                  <a:pt x="2729887" y="1051866"/>
                  <a:pt x="2712265" y="1077407"/>
                </a:cubicBezTo>
                <a:cubicBezTo>
                  <a:pt x="2670520" y="1142330"/>
                  <a:pt x="2619680" y="1200945"/>
                  <a:pt x="2561321" y="1251464"/>
                </a:cubicBezTo>
                <a:cubicBezTo>
                  <a:pt x="2495021" y="1306415"/>
                  <a:pt x="2405487" y="1347144"/>
                  <a:pt x="2315311" y="1356355"/>
                </a:cubicBezTo>
                <a:lnTo>
                  <a:pt x="2262767" y="1355218"/>
                </a:lnTo>
                <a:lnTo>
                  <a:pt x="2261808" y="1354571"/>
                </a:lnTo>
                <a:lnTo>
                  <a:pt x="2257235" y="1348737"/>
                </a:lnTo>
                <a:lnTo>
                  <a:pt x="2305412" y="1343688"/>
                </a:lnTo>
                <a:cubicBezTo>
                  <a:pt x="2388232" y="1325987"/>
                  <a:pt x="2467821" y="1282907"/>
                  <a:pt x="2526715" y="1228350"/>
                </a:cubicBezTo>
                <a:cubicBezTo>
                  <a:pt x="2587130" y="1169519"/>
                  <a:pt x="2639169" y="1102655"/>
                  <a:pt x="2681362" y="1029647"/>
                </a:cubicBezTo>
                <a:cubicBezTo>
                  <a:pt x="2699112" y="1001171"/>
                  <a:pt x="2716097" y="971926"/>
                  <a:pt x="2732442" y="943705"/>
                </a:cubicBezTo>
                <a:cubicBezTo>
                  <a:pt x="2754278" y="906161"/>
                  <a:pt x="2776881" y="866573"/>
                  <a:pt x="2800507" y="829540"/>
                </a:cubicBezTo>
                <a:cubicBezTo>
                  <a:pt x="2909564" y="660463"/>
                  <a:pt x="3031647" y="573371"/>
                  <a:pt x="3163689" y="571073"/>
                </a:cubicBezTo>
                <a:close/>
                <a:moveTo>
                  <a:pt x="1811252" y="508844"/>
                </a:moveTo>
                <a:lnTo>
                  <a:pt x="1819811" y="518288"/>
                </a:lnTo>
                <a:lnTo>
                  <a:pt x="1825092" y="529822"/>
                </a:lnTo>
                <a:lnTo>
                  <a:pt x="1830231" y="542084"/>
                </a:lnTo>
                <a:lnTo>
                  <a:pt x="1835551" y="575626"/>
                </a:lnTo>
                <a:lnTo>
                  <a:pt x="1818294" y="558711"/>
                </a:lnTo>
                <a:close/>
                <a:moveTo>
                  <a:pt x="3138020" y="452437"/>
                </a:moveTo>
                <a:cubicBezTo>
                  <a:pt x="3349746" y="438390"/>
                  <a:pt x="3525335" y="652163"/>
                  <a:pt x="3598891" y="856485"/>
                </a:cubicBezTo>
                <a:lnTo>
                  <a:pt x="3642692" y="1006974"/>
                </a:lnTo>
                <a:lnTo>
                  <a:pt x="3645843" y="1032971"/>
                </a:lnTo>
                <a:lnTo>
                  <a:pt x="3625837" y="971415"/>
                </a:lnTo>
                <a:cubicBezTo>
                  <a:pt x="3548321" y="771308"/>
                  <a:pt x="3371839" y="557663"/>
                  <a:pt x="3167521" y="557663"/>
                </a:cubicBezTo>
                <a:lnTo>
                  <a:pt x="3162668" y="557663"/>
                </a:lnTo>
                <a:cubicBezTo>
                  <a:pt x="3025899" y="559962"/>
                  <a:pt x="2899986" y="648970"/>
                  <a:pt x="2788503" y="822389"/>
                </a:cubicBezTo>
                <a:cubicBezTo>
                  <a:pt x="2764622" y="859932"/>
                  <a:pt x="2741892" y="899010"/>
                  <a:pt x="2719927" y="937320"/>
                </a:cubicBezTo>
                <a:cubicBezTo>
                  <a:pt x="2703709" y="965542"/>
                  <a:pt x="2686853" y="994785"/>
                  <a:pt x="2669486" y="1023007"/>
                </a:cubicBezTo>
                <a:cubicBezTo>
                  <a:pt x="2627841" y="1094928"/>
                  <a:pt x="2576596" y="1160835"/>
                  <a:pt x="2517137" y="1218901"/>
                </a:cubicBezTo>
                <a:cubicBezTo>
                  <a:pt x="2451914" y="1279240"/>
                  <a:pt x="2360791" y="1325194"/>
                  <a:pt x="2268927" y="1336696"/>
                </a:cubicBezTo>
                <a:lnTo>
                  <a:pt x="2247666" y="1336526"/>
                </a:lnTo>
                <a:lnTo>
                  <a:pt x="2240002" y="1326747"/>
                </a:lnTo>
                <a:lnTo>
                  <a:pt x="2259745" y="1324317"/>
                </a:lnTo>
                <a:cubicBezTo>
                  <a:pt x="2343630" y="1304053"/>
                  <a:pt x="2424092" y="1255867"/>
                  <a:pt x="2483550" y="1195277"/>
                </a:cubicBezTo>
                <a:cubicBezTo>
                  <a:pt x="2552255" y="1125040"/>
                  <a:pt x="2602952" y="1040503"/>
                  <a:pt x="2639476" y="974736"/>
                </a:cubicBezTo>
                <a:cubicBezTo>
                  <a:pt x="2656331" y="944342"/>
                  <a:pt x="2672804" y="912929"/>
                  <a:pt x="2688768" y="882664"/>
                </a:cubicBezTo>
                <a:cubicBezTo>
                  <a:pt x="2711755" y="839118"/>
                  <a:pt x="2734868" y="794166"/>
                  <a:pt x="2760407" y="751514"/>
                </a:cubicBezTo>
                <a:cubicBezTo>
                  <a:pt x="2837155" y="621131"/>
                  <a:pt x="2964986" y="463420"/>
                  <a:pt x="3138020" y="452437"/>
                </a:cubicBezTo>
                <a:close/>
                <a:moveTo>
                  <a:pt x="3112480" y="334059"/>
                </a:moveTo>
                <a:cubicBezTo>
                  <a:pt x="3325227" y="310689"/>
                  <a:pt x="3510649" y="518971"/>
                  <a:pt x="3584078" y="736957"/>
                </a:cubicBezTo>
                <a:lnTo>
                  <a:pt x="3612681" y="858522"/>
                </a:lnTo>
                <a:lnTo>
                  <a:pt x="3610895" y="852398"/>
                </a:lnTo>
                <a:cubicBezTo>
                  <a:pt x="3535679" y="643862"/>
                  <a:pt x="3354981" y="424982"/>
                  <a:pt x="3136489" y="439539"/>
                </a:cubicBezTo>
                <a:cubicBezTo>
                  <a:pt x="2957577" y="451544"/>
                  <a:pt x="2826558" y="612064"/>
                  <a:pt x="2748149" y="745257"/>
                </a:cubicBezTo>
                <a:cubicBezTo>
                  <a:pt x="2722992" y="787525"/>
                  <a:pt x="2699239" y="833243"/>
                  <a:pt x="2676251" y="876916"/>
                </a:cubicBezTo>
                <a:cubicBezTo>
                  <a:pt x="2660290" y="907183"/>
                  <a:pt x="2643817" y="938342"/>
                  <a:pt x="2627086" y="968734"/>
                </a:cubicBezTo>
                <a:cubicBezTo>
                  <a:pt x="2591458" y="1032585"/>
                  <a:pt x="2541400" y="1116740"/>
                  <a:pt x="2473846" y="1185826"/>
                </a:cubicBezTo>
                <a:cubicBezTo>
                  <a:pt x="2424550" y="1236092"/>
                  <a:pt x="2360438" y="1277605"/>
                  <a:pt x="2292234" y="1300934"/>
                </a:cubicBezTo>
                <a:lnTo>
                  <a:pt x="2231427" y="1315807"/>
                </a:lnTo>
                <a:lnTo>
                  <a:pt x="2221381" y="1302987"/>
                </a:lnTo>
                <a:lnTo>
                  <a:pt x="2225861" y="1302162"/>
                </a:lnTo>
                <a:cubicBezTo>
                  <a:pt x="2306376" y="1277670"/>
                  <a:pt x="2382908" y="1226217"/>
                  <a:pt x="2440133" y="1162585"/>
                </a:cubicBezTo>
                <a:cubicBezTo>
                  <a:pt x="2527608" y="1065532"/>
                  <a:pt x="2587499" y="942173"/>
                  <a:pt x="2645349" y="822900"/>
                </a:cubicBezTo>
                <a:cubicBezTo>
                  <a:pt x="2669486" y="773479"/>
                  <a:pt x="2694131" y="722398"/>
                  <a:pt x="2720565" y="673872"/>
                </a:cubicBezTo>
                <a:cubicBezTo>
                  <a:pt x="2798973" y="529953"/>
                  <a:pt x="2930632" y="354108"/>
                  <a:pt x="3112480" y="334059"/>
                </a:cubicBezTo>
                <a:close/>
                <a:moveTo>
                  <a:pt x="1147215" y="407"/>
                </a:moveTo>
                <a:cubicBezTo>
                  <a:pt x="1036831" y="4053"/>
                  <a:pt x="927256" y="32230"/>
                  <a:pt x="826882" y="84659"/>
                </a:cubicBezTo>
                <a:cubicBezTo>
                  <a:pt x="462804" y="280552"/>
                  <a:pt x="239456" y="702093"/>
                  <a:pt x="60674" y="1040886"/>
                </a:cubicBezTo>
                <a:lnTo>
                  <a:pt x="72550" y="1047143"/>
                </a:lnTo>
                <a:cubicBezTo>
                  <a:pt x="250821" y="709501"/>
                  <a:pt x="473022" y="290002"/>
                  <a:pt x="832885" y="96023"/>
                </a:cubicBezTo>
                <a:cubicBezTo>
                  <a:pt x="1029950" y="-6866"/>
                  <a:pt x="1263109" y="-14579"/>
                  <a:pt x="1466537" y="75081"/>
                </a:cubicBezTo>
                <a:cubicBezTo>
                  <a:pt x="1592963" y="131493"/>
                  <a:pt x="1689218" y="221522"/>
                  <a:pt x="1746199" y="334933"/>
                </a:cubicBezTo>
                <a:lnTo>
                  <a:pt x="1760742" y="375280"/>
                </a:lnTo>
                <a:lnTo>
                  <a:pt x="1702385" y="303985"/>
                </a:lnTo>
                <a:cubicBezTo>
                  <a:pt x="1634114" y="241284"/>
                  <a:pt x="1546032" y="195566"/>
                  <a:pt x="1442786" y="171112"/>
                </a:cubicBezTo>
                <a:cubicBezTo>
                  <a:pt x="1259084" y="129302"/>
                  <a:pt x="1066411" y="156911"/>
                  <a:pt x="901843" y="248626"/>
                </a:cubicBezTo>
                <a:lnTo>
                  <a:pt x="861361" y="271868"/>
                </a:lnTo>
                <a:cubicBezTo>
                  <a:pt x="820624" y="295365"/>
                  <a:pt x="782186" y="317457"/>
                  <a:pt x="745408" y="337635"/>
                </a:cubicBezTo>
                <a:cubicBezTo>
                  <a:pt x="678715" y="373620"/>
                  <a:pt x="615078" y="415009"/>
                  <a:pt x="555134" y="461377"/>
                </a:cubicBezTo>
                <a:cubicBezTo>
                  <a:pt x="448307" y="543438"/>
                  <a:pt x="353036" y="639521"/>
                  <a:pt x="271892" y="747044"/>
                </a:cubicBezTo>
                <a:cubicBezTo>
                  <a:pt x="179541" y="873724"/>
                  <a:pt x="103433" y="1011475"/>
                  <a:pt x="45350" y="1157094"/>
                </a:cubicBezTo>
                <a:lnTo>
                  <a:pt x="58120" y="1162074"/>
                </a:lnTo>
                <a:cubicBezTo>
                  <a:pt x="115672" y="1017720"/>
                  <a:pt x="191046" y="881132"/>
                  <a:pt x="282491" y="755473"/>
                </a:cubicBezTo>
                <a:cubicBezTo>
                  <a:pt x="362971" y="648932"/>
                  <a:pt x="457472" y="553731"/>
                  <a:pt x="563434" y="472487"/>
                </a:cubicBezTo>
                <a:cubicBezTo>
                  <a:pt x="622789" y="426438"/>
                  <a:pt x="685832" y="385357"/>
                  <a:pt x="751921" y="349638"/>
                </a:cubicBezTo>
                <a:cubicBezTo>
                  <a:pt x="788825" y="329462"/>
                  <a:pt x="829817" y="306219"/>
                  <a:pt x="868129" y="283744"/>
                </a:cubicBezTo>
                <a:lnTo>
                  <a:pt x="908612" y="260503"/>
                </a:lnTo>
                <a:cubicBezTo>
                  <a:pt x="1070248" y="170499"/>
                  <a:pt x="1259458" y="143439"/>
                  <a:pt x="1439849" y="184520"/>
                </a:cubicBezTo>
                <a:cubicBezTo>
                  <a:pt x="1540542" y="208209"/>
                  <a:pt x="1626451" y="252681"/>
                  <a:pt x="1693031" y="313691"/>
                </a:cubicBezTo>
                <a:lnTo>
                  <a:pt x="1774216" y="412664"/>
                </a:lnTo>
                <a:lnTo>
                  <a:pt x="1789752" y="455758"/>
                </a:lnTo>
                <a:lnTo>
                  <a:pt x="1791466" y="468032"/>
                </a:lnTo>
                <a:lnTo>
                  <a:pt x="1747371" y="419251"/>
                </a:lnTo>
                <a:cubicBezTo>
                  <a:pt x="1682194" y="365729"/>
                  <a:pt x="1598519" y="328695"/>
                  <a:pt x="1500763" y="311838"/>
                </a:cubicBezTo>
                <a:cubicBezTo>
                  <a:pt x="1319777" y="284038"/>
                  <a:pt x="1134752" y="319819"/>
                  <a:pt x="977185" y="413105"/>
                </a:cubicBezTo>
                <a:cubicBezTo>
                  <a:pt x="922010" y="447470"/>
                  <a:pt x="863891" y="476879"/>
                  <a:pt x="803513" y="500964"/>
                </a:cubicBezTo>
                <a:lnTo>
                  <a:pt x="760732" y="516798"/>
                </a:lnTo>
                <a:cubicBezTo>
                  <a:pt x="701608" y="538636"/>
                  <a:pt x="655379" y="556003"/>
                  <a:pt x="604299" y="579627"/>
                </a:cubicBezTo>
                <a:cubicBezTo>
                  <a:pt x="479134" y="637285"/>
                  <a:pt x="367360" y="720406"/>
                  <a:pt x="276105" y="823665"/>
                </a:cubicBezTo>
                <a:cubicBezTo>
                  <a:pt x="171902" y="943450"/>
                  <a:pt x="82510" y="1107800"/>
                  <a:pt x="30792" y="1274451"/>
                </a:cubicBezTo>
                <a:lnTo>
                  <a:pt x="43562" y="1278409"/>
                </a:lnTo>
                <a:cubicBezTo>
                  <a:pt x="94642" y="1113419"/>
                  <a:pt x="183012" y="950983"/>
                  <a:pt x="286195" y="832476"/>
                </a:cubicBezTo>
                <a:cubicBezTo>
                  <a:pt x="376187" y="730814"/>
                  <a:pt x="486400" y="649046"/>
                  <a:pt x="609790" y="592398"/>
                </a:cubicBezTo>
                <a:cubicBezTo>
                  <a:pt x="659849" y="568263"/>
                  <a:pt x="706332" y="551662"/>
                  <a:pt x="765202" y="529952"/>
                </a:cubicBezTo>
                <a:lnTo>
                  <a:pt x="807982" y="513990"/>
                </a:lnTo>
                <a:cubicBezTo>
                  <a:pt x="869176" y="489561"/>
                  <a:pt x="928030" y="459639"/>
                  <a:pt x="983826" y="424599"/>
                </a:cubicBezTo>
                <a:cubicBezTo>
                  <a:pt x="1138750" y="332539"/>
                  <a:pt x="1320874" y="297229"/>
                  <a:pt x="1498973" y="324736"/>
                </a:cubicBezTo>
                <a:cubicBezTo>
                  <a:pt x="1594049" y="341146"/>
                  <a:pt x="1675457" y="377062"/>
                  <a:pt x="1738829" y="428941"/>
                </a:cubicBezTo>
                <a:lnTo>
                  <a:pt x="1794601" y="490474"/>
                </a:lnTo>
                <a:lnTo>
                  <a:pt x="1801890" y="542632"/>
                </a:lnTo>
                <a:lnTo>
                  <a:pt x="1792941" y="533863"/>
                </a:lnTo>
                <a:cubicBezTo>
                  <a:pt x="1730847" y="489566"/>
                  <a:pt x="1651577" y="461377"/>
                  <a:pt x="1559377" y="452310"/>
                </a:cubicBezTo>
                <a:cubicBezTo>
                  <a:pt x="1392089" y="435835"/>
                  <a:pt x="1202579" y="482575"/>
                  <a:pt x="1052401" y="577201"/>
                </a:cubicBezTo>
                <a:cubicBezTo>
                  <a:pt x="1003620" y="607849"/>
                  <a:pt x="930958" y="647820"/>
                  <a:pt x="861488" y="664038"/>
                </a:cubicBezTo>
                <a:cubicBezTo>
                  <a:pt x="818208" y="673909"/>
                  <a:pt x="774430" y="681456"/>
                  <a:pt x="730340" y="686641"/>
                </a:cubicBezTo>
                <a:cubicBezTo>
                  <a:pt x="704798" y="689962"/>
                  <a:pt x="680025" y="693154"/>
                  <a:pt x="653719" y="698262"/>
                </a:cubicBezTo>
                <a:cubicBezTo>
                  <a:pt x="512016" y="727098"/>
                  <a:pt x="382086" y="797422"/>
                  <a:pt x="280447" y="900286"/>
                </a:cubicBezTo>
                <a:cubicBezTo>
                  <a:pt x="157599" y="1024156"/>
                  <a:pt x="58885" y="1207662"/>
                  <a:pt x="16106" y="1391297"/>
                </a:cubicBezTo>
                <a:lnTo>
                  <a:pt x="28876" y="1394362"/>
                </a:lnTo>
                <a:cubicBezTo>
                  <a:pt x="71144" y="1213026"/>
                  <a:pt x="168580" y="1031945"/>
                  <a:pt x="289641" y="909735"/>
                </a:cubicBezTo>
                <a:cubicBezTo>
                  <a:pt x="389939" y="809209"/>
                  <a:pt x="517484" y="740263"/>
                  <a:pt x="656528" y="711415"/>
                </a:cubicBezTo>
                <a:cubicBezTo>
                  <a:pt x="682835" y="706435"/>
                  <a:pt x="707607" y="703242"/>
                  <a:pt x="733150" y="699922"/>
                </a:cubicBezTo>
                <a:cubicBezTo>
                  <a:pt x="777627" y="694852"/>
                  <a:pt x="821792" y="687343"/>
                  <a:pt x="865447" y="677446"/>
                </a:cubicBezTo>
                <a:cubicBezTo>
                  <a:pt x="936831" y="660846"/>
                  <a:pt x="1010900" y="620236"/>
                  <a:pt x="1060446" y="588950"/>
                </a:cubicBezTo>
                <a:cubicBezTo>
                  <a:pt x="1207686" y="495856"/>
                  <a:pt x="1394130" y="449883"/>
                  <a:pt x="1558483" y="466102"/>
                </a:cubicBezTo>
                <a:cubicBezTo>
                  <a:pt x="1647874" y="474850"/>
                  <a:pt x="1724493" y="501985"/>
                  <a:pt x="1784641" y="544749"/>
                </a:cubicBezTo>
                <a:lnTo>
                  <a:pt x="1804955" y="564570"/>
                </a:lnTo>
                <a:lnTo>
                  <a:pt x="1810853" y="606766"/>
                </a:lnTo>
                <a:lnTo>
                  <a:pt x="1811919" y="639057"/>
                </a:lnTo>
                <a:lnTo>
                  <a:pt x="1738305" y="609100"/>
                </a:lnTo>
                <a:cubicBezTo>
                  <a:pt x="1701364" y="599630"/>
                  <a:pt x="1660962" y="594346"/>
                  <a:pt x="1617606" y="593548"/>
                </a:cubicBezTo>
                <a:cubicBezTo>
                  <a:pt x="1458108" y="590483"/>
                  <a:pt x="1274346" y="646161"/>
                  <a:pt x="1127745" y="742192"/>
                </a:cubicBezTo>
                <a:cubicBezTo>
                  <a:pt x="1053551" y="790719"/>
                  <a:pt x="979612" y="821240"/>
                  <a:pt x="919464" y="828008"/>
                </a:cubicBezTo>
                <a:cubicBezTo>
                  <a:pt x="867916" y="833525"/>
                  <a:pt x="815861" y="832106"/>
                  <a:pt x="764690" y="823792"/>
                </a:cubicBezTo>
                <a:cubicBezTo>
                  <a:pt x="743874" y="820984"/>
                  <a:pt x="724208" y="818430"/>
                  <a:pt x="702881" y="817281"/>
                </a:cubicBezTo>
                <a:cubicBezTo>
                  <a:pt x="593570" y="811022"/>
                  <a:pt x="426025" y="851121"/>
                  <a:pt x="285426" y="977290"/>
                </a:cubicBezTo>
                <a:cubicBezTo>
                  <a:pt x="144827" y="1103459"/>
                  <a:pt x="36280" y="1307016"/>
                  <a:pt x="2185" y="1508400"/>
                </a:cubicBezTo>
                <a:lnTo>
                  <a:pt x="11374" y="1510053"/>
                </a:lnTo>
                <a:lnTo>
                  <a:pt x="0" y="1561947"/>
                </a:lnTo>
                <a:lnTo>
                  <a:pt x="0" y="1671412"/>
                </a:lnTo>
                <a:lnTo>
                  <a:pt x="48514" y="1538362"/>
                </a:lnTo>
                <a:cubicBezTo>
                  <a:pt x="108195" y="1407662"/>
                  <a:pt x="197863" y="1292448"/>
                  <a:pt x="303815" y="1219539"/>
                </a:cubicBezTo>
                <a:cubicBezTo>
                  <a:pt x="495240" y="1087752"/>
                  <a:pt x="719228" y="1103586"/>
                  <a:pt x="841564" y="1187359"/>
                </a:cubicBezTo>
                <a:cubicBezTo>
                  <a:pt x="861743" y="1201278"/>
                  <a:pt x="880003" y="1216729"/>
                  <a:pt x="899415" y="1233075"/>
                </a:cubicBezTo>
                <a:cubicBezTo>
                  <a:pt x="950495" y="1276110"/>
                  <a:pt x="1002981" y="1320551"/>
                  <a:pt x="1090965" y="1333321"/>
                </a:cubicBezTo>
                <a:cubicBezTo>
                  <a:pt x="1170141" y="1344814"/>
                  <a:pt x="1270897" y="1312633"/>
                  <a:pt x="1361693" y="1247123"/>
                </a:cubicBezTo>
                <a:cubicBezTo>
                  <a:pt x="1499484" y="1148154"/>
                  <a:pt x="1658216" y="1068852"/>
                  <a:pt x="1795877" y="1030031"/>
                </a:cubicBezTo>
                <a:lnTo>
                  <a:pt x="1833705" y="1022350"/>
                </a:lnTo>
                <a:lnTo>
                  <a:pt x="1854656" y="1107667"/>
                </a:lnTo>
                <a:lnTo>
                  <a:pt x="1874505" y="1148146"/>
                </a:lnTo>
                <a:lnTo>
                  <a:pt x="1848619" y="1156966"/>
                </a:lnTo>
                <a:cubicBezTo>
                  <a:pt x="1699324" y="1220983"/>
                  <a:pt x="1558133" y="1302418"/>
                  <a:pt x="1427970" y="1399599"/>
                </a:cubicBezTo>
                <a:cubicBezTo>
                  <a:pt x="1334494" y="1468685"/>
                  <a:pt x="1230417" y="1499717"/>
                  <a:pt x="1149325" y="1482604"/>
                </a:cubicBezTo>
                <a:cubicBezTo>
                  <a:pt x="1059936" y="1463960"/>
                  <a:pt x="1008089" y="1408537"/>
                  <a:pt x="957774" y="1354903"/>
                </a:cubicBezTo>
                <a:cubicBezTo>
                  <a:pt x="938493" y="1334599"/>
                  <a:pt x="918699" y="1313400"/>
                  <a:pt x="897245" y="1294884"/>
                </a:cubicBezTo>
                <a:cubicBezTo>
                  <a:pt x="766989" y="1182251"/>
                  <a:pt x="520014" y="1143046"/>
                  <a:pt x="299857" y="1284412"/>
                </a:cubicBezTo>
                <a:cubicBezTo>
                  <a:pt x="194504" y="1352605"/>
                  <a:pt x="104889" y="1457702"/>
                  <a:pt x="41614" y="1579530"/>
                </a:cubicBezTo>
                <a:lnTo>
                  <a:pt x="0" y="1688171"/>
                </a:lnTo>
                <a:lnTo>
                  <a:pt x="0" y="1728239"/>
                </a:lnTo>
                <a:lnTo>
                  <a:pt x="54447" y="1586681"/>
                </a:lnTo>
                <a:cubicBezTo>
                  <a:pt x="116957" y="1466034"/>
                  <a:pt x="204976" y="1361607"/>
                  <a:pt x="307137" y="1295649"/>
                </a:cubicBezTo>
                <a:cubicBezTo>
                  <a:pt x="519504" y="1159392"/>
                  <a:pt x="765072" y="1198852"/>
                  <a:pt x="888434" y="1305100"/>
                </a:cubicBezTo>
                <a:cubicBezTo>
                  <a:pt x="909276" y="1323769"/>
                  <a:pt x="929139" y="1343499"/>
                  <a:pt x="947942" y="1364226"/>
                </a:cubicBezTo>
                <a:cubicBezTo>
                  <a:pt x="999789" y="1419391"/>
                  <a:pt x="1053295" y="1476220"/>
                  <a:pt x="1147156" y="1496012"/>
                </a:cubicBezTo>
                <a:cubicBezTo>
                  <a:pt x="1232207" y="1513892"/>
                  <a:pt x="1340113" y="1481966"/>
                  <a:pt x="1436526" y="1410580"/>
                </a:cubicBezTo>
                <a:cubicBezTo>
                  <a:pt x="1565829" y="1314116"/>
                  <a:pt x="1706079" y="1233268"/>
                  <a:pt x="1854366" y="1169737"/>
                </a:cubicBezTo>
                <a:lnTo>
                  <a:pt x="1880648" y="1160671"/>
                </a:lnTo>
                <a:lnTo>
                  <a:pt x="1895427" y="1190814"/>
                </a:lnTo>
                <a:cubicBezTo>
                  <a:pt x="1912538" y="1216355"/>
                  <a:pt x="1933462" y="1239573"/>
                  <a:pt x="1959081" y="1260022"/>
                </a:cubicBezTo>
                <a:lnTo>
                  <a:pt x="1970807" y="1267133"/>
                </a:lnTo>
                <a:lnTo>
                  <a:pt x="1907744" y="1299098"/>
                </a:lnTo>
                <a:cubicBezTo>
                  <a:pt x="1767477" y="1378476"/>
                  <a:pt x="1632740" y="1467254"/>
                  <a:pt x="1504462" y="1564844"/>
                </a:cubicBezTo>
                <a:cubicBezTo>
                  <a:pt x="1407156" y="1638656"/>
                  <a:pt x="1293630" y="1670324"/>
                  <a:pt x="1208069" y="1647338"/>
                </a:cubicBezTo>
                <a:cubicBezTo>
                  <a:pt x="1112932" y="1621798"/>
                  <a:pt x="1060445" y="1553606"/>
                  <a:pt x="1008854" y="1487712"/>
                </a:cubicBezTo>
                <a:cubicBezTo>
                  <a:pt x="989333" y="1462044"/>
                  <a:pt x="968488" y="1437410"/>
                  <a:pt x="946408" y="1413900"/>
                </a:cubicBezTo>
                <a:cubicBezTo>
                  <a:pt x="815771" y="1279558"/>
                  <a:pt x="546193" y="1215326"/>
                  <a:pt x="304965" y="1360776"/>
                </a:cubicBezTo>
                <a:cubicBezTo>
                  <a:pt x="191629" y="1429545"/>
                  <a:pt x="95311" y="1540741"/>
                  <a:pt x="28315" y="1670437"/>
                </a:cubicBezTo>
                <a:lnTo>
                  <a:pt x="0" y="1746016"/>
                </a:lnTo>
                <a:lnTo>
                  <a:pt x="0" y="1783074"/>
                </a:lnTo>
                <a:lnTo>
                  <a:pt x="39554" y="1677189"/>
                </a:lnTo>
                <a:cubicBezTo>
                  <a:pt x="105336" y="1549615"/>
                  <a:pt x="199994" y="1440271"/>
                  <a:pt x="311351" y="1372653"/>
                </a:cubicBezTo>
                <a:cubicBezTo>
                  <a:pt x="546704" y="1230904"/>
                  <a:pt x="808492" y="1293223"/>
                  <a:pt x="936192" y="1423734"/>
                </a:cubicBezTo>
                <a:cubicBezTo>
                  <a:pt x="957933" y="1446937"/>
                  <a:pt x="978476" y="1471225"/>
                  <a:pt x="997743" y="1496523"/>
                </a:cubicBezTo>
                <a:cubicBezTo>
                  <a:pt x="1050486" y="1563566"/>
                  <a:pt x="1105143" y="1633035"/>
                  <a:pt x="1204494" y="1659599"/>
                </a:cubicBezTo>
                <a:cubicBezTo>
                  <a:pt x="1294010" y="1683605"/>
                  <a:pt x="1412137" y="1651553"/>
                  <a:pt x="1512509" y="1574932"/>
                </a:cubicBezTo>
                <a:cubicBezTo>
                  <a:pt x="1640414" y="1477586"/>
                  <a:pt x="1774768" y="1389011"/>
                  <a:pt x="1914640" y="1309825"/>
                </a:cubicBezTo>
                <a:lnTo>
                  <a:pt x="1983446" y="1274795"/>
                </a:lnTo>
                <a:lnTo>
                  <a:pt x="2017532" y="1295464"/>
                </a:lnTo>
                <a:lnTo>
                  <a:pt x="2052206" y="1305726"/>
                </a:lnTo>
                <a:lnTo>
                  <a:pt x="2066085" y="1313631"/>
                </a:lnTo>
                <a:lnTo>
                  <a:pt x="2096050" y="1322529"/>
                </a:lnTo>
                <a:lnTo>
                  <a:pt x="2114515" y="1332392"/>
                </a:lnTo>
                <a:lnTo>
                  <a:pt x="2131277" y="1337121"/>
                </a:lnTo>
                <a:lnTo>
                  <a:pt x="2109225" y="1346873"/>
                </a:lnTo>
                <a:cubicBezTo>
                  <a:pt x="2071393" y="1366843"/>
                  <a:pt x="2024592" y="1397299"/>
                  <a:pt x="1965849" y="1439824"/>
                </a:cubicBezTo>
                <a:cubicBezTo>
                  <a:pt x="1828058" y="1539558"/>
                  <a:pt x="1698186" y="1636867"/>
                  <a:pt x="1579808" y="1728812"/>
                </a:cubicBezTo>
                <a:cubicBezTo>
                  <a:pt x="1477392" y="1808369"/>
                  <a:pt x="1356968" y="1839784"/>
                  <a:pt x="1265534" y="1810541"/>
                </a:cubicBezTo>
                <a:cubicBezTo>
                  <a:pt x="1165160" y="1778488"/>
                  <a:pt x="1110889" y="1698419"/>
                  <a:pt x="1058402" y="1621798"/>
                </a:cubicBezTo>
                <a:cubicBezTo>
                  <a:pt x="1038594" y="1591355"/>
                  <a:pt x="1017238" y="1561945"/>
                  <a:pt x="994425" y="1533685"/>
                </a:cubicBezTo>
                <a:cubicBezTo>
                  <a:pt x="858040" y="1372781"/>
                  <a:pt x="564326" y="1293095"/>
                  <a:pt x="308923" y="1438164"/>
                </a:cubicBezTo>
                <a:cubicBezTo>
                  <a:pt x="188054" y="1507442"/>
                  <a:pt x="85063" y="1624863"/>
                  <a:pt x="14301" y="1762525"/>
                </a:cubicBezTo>
                <a:lnTo>
                  <a:pt x="0" y="1801440"/>
                </a:lnTo>
                <a:lnTo>
                  <a:pt x="0" y="1837855"/>
                </a:lnTo>
                <a:lnTo>
                  <a:pt x="25331" y="1768863"/>
                </a:lnTo>
                <a:cubicBezTo>
                  <a:pt x="94928" y="1633419"/>
                  <a:pt x="196291" y="1517914"/>
                  <a:pt x="315436" y="1449785"/>
                </a:cubicBezTo>
                <a:cubicBezTo>
                  <a:pt x="564454" y="1308036"/>
                  <a:pt x="850889" y="1385551"/>
                  <a:pt x="983954" y="1542368"/>
                </a:cubicBezTo>
                <a:cubicBezTo>
                  <a:pt x="1006704" y="1570155"/>
                  <a:pt x="1028015" y="1599105"/>
                  <a:pt x="1047805" y="1629078"/>
                </a:cubicBezTo>
                <a:cubicBezTo>
                  <a:pt x="1101567" y="1708253"/>
                  <a:pt x="1157117" y="1789725"/>
                  <a:pt x="1261958" y="1823182"/>
                </a:cubicBezTo>
                <a:cubicBezTo>
                  <a:pt x="1357606" y="1854087"/>
                  <a:pt x="1482755" y="1821523"/>
                  <a:pt x="1588490" y="1739156"/>
                </a:cubicBezTo>
                <a:cubicBezTo>
                  <a:pt x="1706870" y="1647211"/>
                  <a:pt x="1836616" y="1550158"/>
                  <a:pt x="1974276" y="1450551"/>
                </a:cubicBezTo>
                <a:cubicBezTo>
                  <a:pt x="2030337" y="1409878"/>
                  <a:pt x="2075671" y="1380251"/>
                  <a:pt x="2112291" y="1360554"/>
                </a:cubicBezTo>
                <a:lnTo>
                  <a:pt x="2147494" y="1344457"/>
                </a:lnTo>
                <a:lnTo>
                  <a:pt x="2164470" y="1352945"/>
                </a:lnTo>
                <a:lnTo>
                  <a:pt x="2176885" y="1355242"/>
                </a:lnTo>
                <a:lnTo>
                  <a:pt x="2212055" y="1371562"/>
                </a:lnTo>
                <a:lnTo>
                  <a:pt x="2219086" y="1372817"/>
                </a:lnTo>
                <a:lnTo>
                  <a:pt x="2249145" y="1385649"/>
                </a:lnTo>
                <a:lnTo>
                  <a:pt x="2254326" y="1389254"/>
                </a:lnTo>
                <a:lnTo>
                  <a:pt x="2280103" y="1396983"/>
                </a:lnTo>
                <a:lnTo>
                  <a:pt x="2290091" y="1403038"/>
                </a:lnTo>
                <a:lnTo>
                  <a:pt x="2307466" y="1416805"/>
                </a:lnTo>
                <a:lnTo>
                  <a:pt x="2424117" y="1463844"/>
                </a:lnTo>
                <a:lnTo>
                  <a:pt x="2404435" y="1458828"/>
                </a:lnTo>
                <a:cubicBezTo>
                  <a:pt x="2371316" y="1448533"/>
                  <a:pt x="2338731" y="1436523"/>
                  <a:pt x="2306811" y="1422840"/>
                </a:cubicBezTo>
                <a:cubicBezTo>
                  <a:pt x="2285805" y="1411884"/>
                  <a:pt x="2262767" y="1405408"/>
                  <a:pt x="2239129" y="1403813"/>
                </a:cubicBezTo>
                <a:lnTo>
                  <a:pt x="2237471" y="1403813"/>
                </a:lnTo>
                <a:lnTo>
                  <a:pt x="2236064" y="1404578"/>
                </a:lnTo>
                <a:cubicBezTo>
                  <a:pt x="2191113" y="1426926"/>
                  <a:pt x="2130200" y="1483115"/>
                  <a:pt x="2037872" y="1568165"/>
                </a:cubicBezTo>
                <a:lnTo>
                  <a:pt x="2023824" y="1580935"/>
                </a:lnTo>
                <a:cubicBezTo>
                  <a:pt x="1927794" y="1669431"/>
                  <a:pt x="1796899" y="1780276"/>
                  <a:pt x="1655024" y="1893037"/>
                </a:cubicBezTo>
                <a:cubicBezTo>
                  <a:pt x="1547626" y="1978596"/>
                  <a:pt x="1420435" y="2009628"/>
                  <a:pt x="1322999" y="1974126"/>
                </a:cubicBezTo>
                <a:cubicBezTo>
                  <a:pt x="1217262" y="1935561"/>
                  <a:pt x="1161968" y="1843872"/>
                  <a:pt x="1108461" y="1755247"/>
                </a:cubicBezTo>
                <a:cubicBezTo>
                  <a:pt x="1088078" y="1720027"/>
                  <a:pt x="1065824" y="1685930"/>
                  <a:pt x="1041803" y="1653086"/>
                </a:cubicBezTo>
                <a:cubicBezTo>
                  <a:pt x="881537" y="1441485"/>
                  <a:pt x="561008" y="1380954"/>
                  <a:pt x="312371" y="1515168"/>
                </a:cubicBezTo>
                <a:cubicBezTo>
                  <a:pt x="214584" y="1568276"/>
                  <a:pt x="128326" y="1650422"/>
                  <a:pt x="60014" y="1749248"/>
                </a:cubicBezTo>
                <a:lnTo>
                  <a:pt x="0" y="1849699"/>
                </a:lnTo>
                <a:lnTo>
                  <a:pt x="0" y="1886744"/>
                </a:lnTo>
                <a:lnTo>
                  <a:pt x="9735" y="1859562"/>
                </a:lnTo>
                <a:cubicBezTo>
                  <a:pt x="82604" y="1717096"/>
                  <a:pt x="190544" y="1596642"/>
                  <a:pt x="318756" y="1527044"/>
                </a:cubicBezTo>
                <a:cubicBezTo>
                  <a:pt x="562411" y="1395767"/>
                  <a:pt x="874641" y="1454766"/>
                  <a:pt x="1031074" y="1661131"/>
                </a:cubicBezTo>
                <a:cubicBezTo>
                  <a:pt x="1054743" y="1693707"/>
                  <a:pt x="1076736" y="1727459"/>
                  <a:pt x="1096968" y="1762271"/>
                </a:cubicBezTo>
                <a:cubicBezTo>
                  <a:pt x="1151626" y="1852938"/>
                  <a:pt x="1208196" y="1946671"/>
                  <a:pt x="1318785" y="1986769"/>
                </a:cubicBezTo>
                <a:cubicBezTo>
                  <a:pt x="1420053" y="2023803"/>
                  <a:pt x="1552352" y="1992004"/>
                  <a:pt x="1663579" y="1903508"/>
                </a:cubicBezTo>
                <a:cubicBezTo>
                  <a:pt x="1805583" y="1790620"/>
                  <a:pt x="1936859" y="1679520"/>
                  <a:pt x="2033147" y="1590767"/>
                </a:cubicBezTo>
                <a:lnTo>
                  <a:pt x="2047194" y="1577997"/>
                </a:lnTo>
                <a:cubicBezTo>
                  <a:pt x="2137606" y="1494609"/>
                  <a:pt x="2197626" y="1439186"/>
                  <a:pt x="2240661" y="1417221"/>
                </a:cubicBezTo>
                <a:cubicBezTo>
                  <a:pt x="2261988" y="1419123"/>
                  <a:pt x="2282726" y="1425202"/>
                  <a:pt x="2301703" y="1435099"/>
                </a:cubicBezTo>
                <a:cubicBezTo>
                  <a:pt x="2333998" y="1448930"/>
                  <a:pt x="2366964" y="1461076"/>
                  <a:pt x="2400467" y="1471499"/>
                </a:cubicBezTo>
                <a:lnTo>
                  <a:pt x="2496468" y="1496018"/>
                </a:lnTo>
                <a:lnTo>
                  <a:pt x="2459798" y="1489757"/>
                </a:lnTo>
                <a:cubicBezTo>
                  <a:pt x="2348313" y="1470217"/>
                  <a:pt x="2314730" y="1464344"/>
                  <a:pt x="2275396" y="1491927"/>
                </a:cubicBezTo>
                <a:cubicBezTo>
                  <a:pt x="2243598" y="1514913"/>
                  <a:pt x="2214100" y="1553989"/>
                  <a:pt x="2175791" y="1604304"/>
                </a:cubicBezTo>
                <a:cubicBezTo>
                  <a:pt x="2149355" y="1639423"/>
                  <a:pt x="2119472" y="1679137"/>
                  <a:pt x="2082056" y="1722428"/>
                </a:cubicBezTo>
                <a:cubicBezTo>
                  <a:pt x="1974301" y="1843667"/>
                  <a:pt x="1856714" y="1955789"/>
                  <a:pt x="1730494" y="2057643"/>
                </a:cubicBezTo>
                <a:cubicBezTo>
                  <a:pt x="1619650" y="2147672"/>
                  <a:pt x="1482626" y="2179344"/>
                  <a:pt x="1380467" y="2138096"/>
                </a:cubicBezTo>
                <a:cubicBezTo>
                  <a:pt x="1269364" y="2093400"/>
                  <a:pt x="1213050" y="1989323"/>
                  <a:pt x="1158520" y="1889078"/>
                </a:cubicBezTo>
                <a:cubicBezTo>
                  <a:pt x="1137607" y="1849006"/>
                  <a:pt x="1114633" y="1810057"/>
                  <a:pt x="1089690" y="1772359"/>
                </a:cubicBezTo>
                <a:cubicBezTo>
                  <a:pt x="924827" y="1533046"/>
                  <a:pt x="585143" y="1453872"/>
                  <a:pt x="316329" y="1592045"/>
                </a:cubicBezTo>
                <a:cubicBezTo>
                  <a:pt x="211263" y="1646302"/>
                  <a:pt x="119414" y="1731572"/>
                  <a:pt x="47382" y="1834866"/>
                </a:cubicBezTo>
                <a:lnTo>
                  <a:pt x="0" y="1913969"/>
                </a:lnTo>
                <a:lnTo>
                  <a:pt x="0" y="1939996"/>
                </a:lnTo>
                <a:lnTo>
                  <a:pt x="58082" y="1842948"/>
                </a:lnTo>
                <a:cubicBezTo>
                  <a:pt x="128914" y="1741290"/>
                  <a:pt x="219213" y="1657396"/>
                  <a:pt x="322459" y="1604048"/>
                </a:cubicBezTo>
                <a:cubicBezTo>
                  <a:pt x="585396" y="1468558"/>
                  <a:pt x="917547" y="1546200"/>
                  <a:pt x="1078579" y="1780276"/>
                </a:cubicBezTo>
                <a:cubicBezTo>
                  <a:pt x="1103174" y="1817399"/>
                  <a:pt x="1125848" y="1855761"/>
                  <a:pt x="1146516" y="1895207"/>
                </a:cubicBezTo>
                <a:cubicBezTo>
                  <a:pt x="1202194" y="1998007"/>
                  <a:pt x="1260297" y="2103743"/>
                  <a:pt x="1375229" y="2150610"/>
                </a:cubicBezTo>
                <a:cubicBezTo>
                  <a:pt x="1481476" y="2193774"/>
                  <a:pt x="1623991" y="2161337"/>
                  <a:pt x="1738922" y="2068116"/>
                </a:cubicBezTo>
                <a:cubicBezTo>
                  <a:pt x="1865807" y="1965814"/>
                  <a:pt x="1983995" y="1853181"/>
                  <a:pt x="2092272" y="1731366"/>
                </a:cubicBezTo>
                <a:cubicBezTo>
                  <a:pt x="2129944" y="1687820"/>
                  <a:pt x="2159954" y="1647850"/>
                  <a:pt x="2186517" y="1612605"/>
                </a:cubicBezTo>
                <a:cubicBezTo>
                  <a:pt x="2223676" y="1563184"/>
                  <a:pt x="2253048" y="1524235"/>
                  <a:pt x="2283186" y="1503036"/>
                </a:cubicBezTo>
                <a:cubicBezTo>
                  <a:pt x="2300553" y="1490777"/>
                  <a:pt x="2316612" y="1485957"/>
                  <a:pt x="2342072" y="1486611"/>
                </a:cubicBezTo>
                <a:cubicBezTo>
                  <a:pt x="2367532" y="1487266"/>
                  <a:pt x="2402395" y="1493395"/>
                  <a:pt x="2457370" y="1503036"/>
                </a:cubicBezTo>
                <a:cubicBezTo>
                  <a:pt x="2483932" y="1507633"/>
                  <a:pt x="2515092" y="1513125"/>
                  <a:pt x="2551868" y="1519127"/>
                </a:cubicBezTo>
                <a:cubicBezTo>
                  <a:pt x="2645730" y="1534451"/>
                  <a:pt x="2751338" y="1543773"/>
                  <a:pt x="2844433" y="1552074"/>
                </a:cubicBezTo>
                <a:cubicBezTo>
                  <a:pt x="2884531" y="1555650"/>
                  <a:pt x="2922458" y="1559097"/>
                  <a:pt x="2955790" y="1562673"/>
                </a:cubicBezTo>
                <a:cubicBezTo>
                  <a:pt x="3002578" y="1566887"/>
                  <a:pt x="3049061" y="1573962"/>
                  <a:pt x="3094983" y="1583872"/>
                </a:cubicBezTo>
                <a:cubicBezTo>
                  <a:pt x="3127663" y="1591100"/>
                  <a:pt x="3159600" y="1601353"/>
                  <a:pt x="3190376" y="1614520"/>
                </a:cubicBezTo>
                <a:cubicBezTo>
                  <a:pt x="3244905" y="1638018"/>
                  <a:pt x="3314244" y="1673774"/>
                  <a:pt x="3415384" y="1760611"/>
                </a:cubicBezTo>
                <a:cubicBezTo>
                  <a:pt x="3502860" y="1835827"/>
                  <a:pt x="3596465" y="1960336"/>
                  <a:pt x="3687005" y="2080758"/>
                </a:cubicBezTo>
                <a:cubicBezTo>
                  <a:pt x="3712801" y="2115237"/>
                  <a:pt x="3737191" y="2147672"/>
                  <a:pt x="3761455" y="2179088"/>
                </a:cubicBezTo>
                <a:cubicBezTo>
                  <a:pt x="3788170" y="2214014"/>
                  <a:pt x="3817170" y="2247115"/>
                  <a:pt x="3848292" y="2278184"/>
                </a:cubicBezTo>
                <a:cubicBezTo>
                  <a:pt x="3935640" y="2365148"/>
                  <a:pt x="4022093" y="2415080"/>
                  <a:pt x="4127191" y="2441769"/>
                </a:cubicBezTo>
                <a:cubicBezTo>
                  <a:pt x="4245405" y="2473401"/>
                  <a:pt x="4370744" y="2465420"/>
                  <a:pt x="4483988" y="2419039"/>
                </a:cubicBezTo>
                <a:cubicBezTo>
                  <a:pt x="4511061" y="2408682"/>
                  <a:pt x="4537343" y="2396397"/>
                  <a:pt x="4562652" y="2382261"/>
                </a:cubicBezTo>
                <a:cubicBezTo>
                  <a:pt x="4693036" y="2308705"/>
                  <a:pt x="4834529" y="2171298"/>
                  <a:pt x="4929539" y="2074373"/>
                </a:cubicBezTo>
                <a:cubicBezTo>
                  <a:pt x="5097083" y="1903508"/>
                  <a:pt x="5251729" y="1758568"/>
                  <a:pt x="5447240" y="1714382"/>
                </a:cubicBezTo>
                <a:cubicBezTo>
                  <a:pt x="5640707" y="1670709"/>
                  <a:pt x="5836346" y="1735198"/>
                  <a:pt x="5970815" y="1887034"/>
                </a:cubicBezTo>
                <a:cubicBezTo>
                  <a:pt x="6006571" y="1927938"/>
                  <a:pt x="6037668" y="1972697"/>
                  <a:pt x="6063527" y="2020483"/>
                </a:cubicBezTo>
                <a:lnTo>
                  <a:pt x="6099211" y="2097565"/>
                </a:lnTo>
                <a:lnTo>
                  <a:pt x="6079106" y="2055984"/>
                </a:lnTo>
                <a:cubicBezTo>
                  <a:pt x="6053043" y="2008516"/>
                  <a:pt x="6022189" y="1963847"/>
                  <a:pt x="5987033" y="1922663"/>
                </a:cubicBezTo>
                <a:cubicBezTo>
                  <a:pt x="5850392" y="1767123"/>
                  <a:pt x="5653732" y="1695355"/>
                  <a:pt x="5462180" y="1731111"/>
                </a:cubicBezTo>
                <a:cubicBezTo>
                  <a:pt x="5255304" y="1769549"/>
                  <a:pt x="5090698" y="1925728"/>
                  <a:pt x="4939754" y="2082289"/>
                </a:cubicBezTo>
                <a:cubicBezTo>
                  <a:pt x="4824823" y="2201563"/>
                  <a:pt x="4702869" y="2322241"/>
                  <a:pt x="4590363" y="2397202"/>
                </a:cubicBezTo>
                <a:cubicBezTo>
                  <a:pt x="4566727" y="2412743"/>
                  <a:pt x="4542169" y="2426815"/>
                  <a:pt x="4516807" y="2439342"/>
                </a:cubicBezTo>
                <a:cubicBezTo>
                  <a:pt x="4397279" y="2499235"/>
                  <a:pt x="4285796" y="2522732"/>
                  <a:pt x="4166140" y="2512005"/>
                </a:cubicBezTo>
                <a:cubicBezTo>
                  <a:pt x="4057082" y="2502171"/>
                  <a:pt x="3967947" y="2462585"/>
                  <a:pt x="3876897" y="2383665"/>
                </a:cubicBezTo>
                <a:cubicBezTo>
                  <a:pt x="3844626" y="2355392"/>
                  <a:pt x="3814718" y="2324514"/>
                  <a:pt x="3787506" y="2291337"/>
                </a:cubicBezTo>
                <a:cubicBezTo>
                  <a:pt x="3742810" y="2237574"/>
                  <a:pt x="3696454" y="2176406"/>
                  <a:pt x="3651759" y="2117024"/>
                </a:cubicBezTo>
                <a:cubicBezTo>
                  <a:pt x="3584205" y="2027633"/>
                  <a:pt x="3514863" y="1935179"/>
                  <a:pt x="3451012" y="1870561"/>
                </a:cubicBezTo>
                <a:cubicBezTo>
                  <a:pt x="3385731" y="1801296"/>
                  <a:pt x="3314309" y="1738084"/>
                  <a:pt x="3237625" y="1681691"/>
                </a:cubicBezTo>
                <a:cubicBezTo>
                  <a:pt x="3207718" y="1660237"/>
                  <a:pt x="3175715" y="1641887"/>
                  <a:pt x="3142105" y="1626907"/>
                </a:cubicBezTo>
                <a:cubicBezTo>
                  <a:pt x="3096873" y="1607663"/>
                  <a:pt x="3049800" y="1593028"/>
                  <a:pt x="3001633" y="1583233"/>
                </a:cubicBezTo>
                <a:cubicBezTo>
                  <a:pt x="2888745" y="1558203"/>
                  <a:pt x="2723627" y="1540708"/>
                  <a:pt x="2602948" y="1527938"/>
                </a:cubicBezTo>
                <a:cubicBezTo>
                  <a:pt x="2409226" y="1507506"/>
                  <a:pt x="2359166" y="1526789"/>
                  <a:pt x="2314474" y="1580807"/>
                </a:cubicBezTo>
                <a:cubicBezTo>
                  <a:pt x="2285674" y="1618913"/>
                  <a:pt x="2260327" y="1659509"/>
                  <a:pt x="2238746" y="1702123"/>
                </a:cubicBezTo>
                <a:cubicBezTo>
                  <a:pt x="2208914" y="1757954"/>
                  <a:pt x="2176096" y="1812138"/>
                  <a:pt x="2140415" y="1864432"/>
                </a:cubicBezTo>
                <a:cubicBezTo>
                  <a:pt x="2045011" y="1997738"/>
                  <a:pt x="1932531" y="2117957"/>
                  <a:pt x="1805839" y="2221995"/>
                </a:cubicBezTo>
                <a:cubicBezTo>
                  <a:pt x="1690012" y="2318154"/>
                  <a:pt x="1545710" y="2349697"/>
                  <a:pt x="1437930" y="2301808"/>
                </a:cubicBezTo>
                <a:cubicBezTo>
                  <a:pt x="1320957" y="2250217"/>
                  <a:pt x="1263491" y="2134775"/>
                  <a:pt x="1208068" y="2023037"/>
                </a:cubicBezTo>
                <a:cubicBezTo>
                  <a:pt x="1186690" y="1978034"/>
                  <a:pt x="1162992" y="1934169"/>
                  <a:pt x="1137066" y="1891632"/>
                </a:cubicBezTo>
                <a:cubicBezTo>
                  <a:pt x="971054" y="1629334"/>
                  <a:pt x="603912" y="1529471"/>
                  <a:pt x="319777" y="1669048"/>
                </a:cubicBezTo>
                <a:cubicBezTo>
                  <a:pt x="209634" y="1723497"/>
                  <a:pt x="112871" y="1812443"/>
                  <a:pt x="37116" y="1920984"/>
                </a:cubicBezTo>
                <a:lnTo>
                  <a:pt x="0" y="1983062"/>
                </a:lnTo>
                <a:lnTo>
                  <a:pt x="0" y="2008583"/>
                </a:lnTo>
                <a:lnTo>
                  <a:pt x="47597" y="1929075"/>
                </a:lnTo>
                <a:cubicBezTo>
                  <a:pt x="122278" y="1822203"/>
                  <a:pt x="217648" y="1734640"/>
                  <a:pt x="326162" y="1681053"/>
                </a:cubicBezTo>
                <a:cubicBezTo>
                  <a:pt x="604296" y="1544411"/>
                  <a:pt x="963265" y="1642104"/>
                  <a:pt x="1126211" y="1899294"/>
                </a:cubicBezTo>
                <a:cubicBezTo>
                  <a:pt x="1151860" y="1941473"/>
                  <a:pt x="1175304" y="1984943"/>
                  <a:pt x="1196447" y="2029549"/>
                </a:cubicBezTo>
                <a:cubicBezTo>
                  <a:pt x="1253657" y="2143331"/>
                  <a:pt x="1311505" y="2261071"/>
                  <a:pt x="1432439" y="2314707"/>
                </a:cubicBezTo>
                <a:cubicBezTo>
                  <a:pt x="1544816" y="2364383"/>
                  <a:pt x="1694738" y="2332329"/>
                  <a:pt x="1814522" y="2232850"/>
                </a:cubicBezTo>
                <a:cubicBezTo>
                  <a:pt x="1942120" y="2127778"/>
                  <a:pt x="2055417" y="2006449"/>
                  <a:pt x="2151525" y="1871966"/>
                </a:cubicBezTo>
                <a:cubicBezTo>
                  <a:pt x="2187409" y="1819289"/>
                  <a:pt x="2220445" y="1764723"/>
                  <a:pt x="2250494" y="1708509"/>
                </a:cubicBezTo>
                <a:cubicBezTo>
                  <a:pt x="2271756" y="1666660"/>
                  <a:pt x="2296619" y="1626754"/>
                  <a:pt x="2324815" y="1589235"/>
                </a:cubicBezTo>
                <a:cubicBezTo>
                  <a:pt x="2357380" y="1549871"/>
                  <a:pt x="2392745" y="1531482"/>
                  <a:pt x="2486403" y="1533045"/>
                </a:cubicBezTo>
                <a:cubicBezTo>
                  <a:pt x="2517621" y="1533565"/>
                  <a:pt x="2555318" y="1536303"/>
                  <a:pt x="2601545" y="1541219"/>
                </a:cubicBezTo>
                <a:cubicBezTo>
                  <a:pt x="2661692" y="1547605"/>
                  <a:pt x="2732949" y="1554979"/>
                  <a:pt x="2803185" y="1563951"/>
                </a:cubicBezTo>
                <a:lnTo>
                  <a:pt x="2822159" y="1567085"/>
                </a:lnTo>
                <a:lnTo>
                  <a:pt x="2651732" y="1548627"/>
                </a:lnTo>
                <a:cubicBezTo>
                  <a:pt x="2466053" y="1540070"/>
                  <a:pt x="2400160" y="1587575"/>
                  <a:pt x="2354060" y="1667772"/>
                </a:cubicBezTo>
                <a:cubicBezTo>
                  <a:pt x="2330270" y="1712198"/>
                  <a:pt x="2309327" y="1758094"/>
                  <a:pt x="2291359" y="1805178"/>
                </a:cubicBezTo>
                <a:cubicBezTo>
                  <a:pt x="2264783" y="1873638"/>
                  <a:pt x="2233906" y="1940350"/>
                  <a:pt x="2198903" y="2004903"/>
                </a:cubicBezTo>
                <a:cubicBezTo>
                  <a:pt x="2116164" y="2149537"/>
                  <a:pt x="2008870" y="2278656"/>
                  <a:pt x="1881820" y="2386475"/>
                </a:cubicBezTo>
                <a:cubicBezTo>
                  <a:pt x="1761015" y="2488763"/>
                  <a:pt x="1609561" y="2519795"/>
                  <a:pt x="1495779" y="2465649"/>
                </a:cubicBezTo>
                <a:cubicBezTo>
                  <a:pt x="1373951" y="2407545"/>
                  <a:pt x="1315593" y="2280227"/>
                  <a:pt x="1259021" y="2156996"/>
                </a:cubicBezTo>
                <a:cubicBezTo>
                  <a:pt x="1237148" y="2107039"/>
                  <a:pt x="1212725" y="2058231"/>
                  <a:pt x="1185848" y="2010777"/>
                </a:cubicBezTo>
                <a:cubicBezTo>
                  <a:pt x="1014345" y="1721661"/>
                  <a:pt x="628561" y="1602899"/>
                  <a:pt x="324758" y="1745925"/>
                </a:cubicBezTo>
                <a:cubicBezTo>
                  <a:pt x="207336" y="1801475"/>
                  <a:pt x="104856" y="1893552"/>
                  <a:pt x="25216" y="2006599"/>
                </a:cubicBezTo>
                <a:lnTo>
                  <a:pt x="0" y="2048591"/>
                </a:lnTo>
                <a:lnTo>
                  <a:pt x="0" y="2073509"/>
                </a:lnTo>
                <a:lnTo>
                  <a:pt x="35226" y="2014795"/>
                </a:lnTo>
                <a:cubicBezTo>
                  <a:pt x="113593" y="1903470"/>
                  <a:pt x="214440" y="1812824"/>
                  <a:pt x="329993" y="1758184"/>
                </a:cubicBezTo>
                <a:cubicBezTo>
                  <a:pt x="404412" y="1723098"/>
                  <a:pt x="483881" y="1704063"/>
                  <a:pt x="563847" y="1699673"/>
                </a:cubicBezTo>
                <a:cubicBezTo>
                  <a:pt x="803742" y="1686504"/>
                  <a:pt x="1048091" y="1805146"/>
                  <a:pt x="1173844" y="2017673"/>
                </a:cubicBezTo>
                <a:lnTo>
                  <a:pt x="1222205" y="2113380"/>
                </a:lnTo>
                <a:lnTo>
                  <a:pt x="1157701" y="2020132"/>
                </a:lnTo>
                <a:cubicBezTo>
                  <a:pt x="957942" y="1784113"/>
                  <a:pt x="611734" y="1694653"/>
                  <a:pt x="328588" y="1822928"/>
                </a:cubicBezTo>
                <a:cubicBezTo>
                  <a:pt x="204080" y="1879532"/>
                  <a:pt x="96020" y="1974709"/>
                  <a:pt x="12626" y="2092244"/>
                </a:cubicBezTo>
                <a:lnTo>
                  <a:pt x="0" y="2113221"/>
                </a:lnTo>
                <a:lnTo>
                  <a:pt x="0" y="2138078"/>
                </a:lnTo>
                <a:lnTo>
                  <a:pt x="22638" y="2100428"/>
                </a:lnTo>
                <a:cubicBezTo>
                  <a:pt x="104725" y="1984628"/>
                  <a:pt x="211103" y="1890881"/>
                  <a:pt x="333696" y="1835187"/>
                </a:cubicBezTo>
                <a:cubicBezTo>
                  <a:pt x="413031" y="1799239"/>
                  <a:pt x="497417" y="1780698"/>
                  <a:pt x="582064" y="1777959"/>
                </a:cubicBezTo>
                <a:cubicBezTo>
                  <a:pt x="836010" y="1769741"/>
                  <a:pt x="1092307" y="1903730"/>
                  <a:pt x="1221603" y="2136562"/>
                </a:cubicBezTo>
                <a:lnTo>
                  <a:pt x="1256259" y="2210733"/>
                </a:lnTo>
                <a:lnTo>
                  <a:pt x="1203097" y="2129706"/>
                </a:lnTo>
                <a:cubicBezTo>
                  <a:pt x="996289" y="1872319"/>
                  <a:pt x="632788" y="1768750"/>
                  <a:pt x="332546" y="1899932"/>
                </a:cubicBezTo>
                <a:cubicBezTo>
                  <a:pt x="202913" y="1956583"/>
                  <a:pt x="89837" y="2055544"/>
                  <a:pt x="2572" y="2178456"/>
                </a:cubicBezTo>
                <a:lnTo>
                  <a:pt x="0" y="2182732"/>
                </a:lnTo>
                <a:lnTo>
                  <a:pt x="0" y="2207706"/>
                </a:lnTo>
                <a:lnTo>
                  <a:pt x="12584" y="2186745"/>
                </a:lnTo>
                <a:cubicBezTo>
                  <a:pt x="98440" y="2065583"/>
                  <a:pt x="209665" y="1968029"/>
                  <a:pt x="337143" y="1912191"/>
                </a:cubicBezTo>
                <a:cubicBezTo>
                  <a:pt x="421489" y="1875445"/>
                  <a:pt x="510874" y="1857503"/>
                  <a:pt x="600266" y="1856515"/>
                </a:cubicBezTo>
                <a:cubicBezTo>
                  <a:pt x="868444" y="1853552"/>
                  <a:pt x="1136713" y="2003178"/>
                  <a:pt x="1269364" y="2255452"/>
                </a:cubicBezTo>
                <a:lnTo>
                  <a:pt x="1295675" y="2315532"/>
                </a:lnTo>
                <a:lnTo>
                  <a:pt x="1248090" y="2239246"/>
                </a:lnTo>
                <a:cubicBezTo>
                  <a:pt x="1034763" y="1960456"/>
                  <a:pt x="654306" y="1842978"/>
                  <a:pt x="335740" y="1977064"/>
                </a:cubicBezTo>
                <a:cubicBezTo>
                  <a:pt x="244720" y="2015374"/>
                  <a:pt x="161691" y="2073494"/>
                  <a:pt x="89494" y="2145745"/>
                </a:cubicBezTo>
                <a:lnTo>
                  <a:pt x="0" y="2251780"/>
                </a:lnTo>
                <a:lnTo>
                  <a:pt x="0" y="2273803"/>
                </a:lnTo>
                <a:lnTo>
                  <a:pt x="1120" y="2271944"/>
                </a:lnTo>
                <a:cubicBezTo>
                  <a:pt x="90777" y="2146271"/>
                  <a:pt x="207384" y="2045736"/>
                  <a:pt x="341230" y="1989323"/>
                </a:cubicBezTo>
                <a:cubicBezTo>
                  <a:pt x="430461" y="1951715"/>
                  <a:pt x="524738" y="1934291"/>
                  <a:pt x="618783" y="1934982"/>
                </a:cubicBezTo>
                <a:cubicBezTo>
                  <a:pt x="900922" y="1937053"/>
                  <a:pt x="1180995" y="2102146"/>
                  <a:pt x="1316613" y="2374343"/>
                </a:cubicBezTo>
                <a:lnTo>
                  <a:pt x="1334073" y="2416241"/>
                </a:lnTo>
                <a:lnTo>
                  <a:pt x="1295705" y="2352280"/>
                </a:lnTo>
                <a:cubicBezTo>
                  <a:pt x="1203342" y="2226031"/>
                  <a:pt x="1077700" y="2126455"/>
                  <a:pt x="931467" y="2065560"/>
                </a:cubicBezTo>
                <a:cubicBezTo>
                  <a:pt x="734295" y="1982682"/>
                  <a:pt x="524227" y="1978596"/>
                  <a:pt x="339826" y="2053812"/>
                </a:cubicBezTo>
                <a:cubicBezTo>
                  <a:pt x="244146" y="2092953"/>
                  <a:pt x="157094" y="2152773"/>
                  <a:pt x="81630" y="2227406"/>
                </a:cubicBezTo>
                <a:lnTo>
                  <a:pt x="0" y="2323298"/>
                </a:lnTo>
                <a:lnTo>
                  <a:pt x="0" y="2344677"/>
                </a:lnTo>
                <a:lnTo>
                  <a:pt x="91437" y="2237192"/>
                </a:lnTo>
                <a:cubicBezTo>
                  <a:pt x="165745" y="2163628"/>
                  <a:pt x="251360" y="2104734"/>
                  <a:pt x="345316" y="2066327"/>
                </a:cubicBezTo>
                <a:cubicBezTo>
                  <a:pt x="439274" y="2027922"/>
                  <a:pt x="538322" y="2011088"/>
                  <a:pt x="636948" y="2013522"/>
                </a:cubicBezTo>
                <a:cubicBezTo>
                  <a:pt x="932831" y="2020825"/>
                  <a:pt x="1224924" y="2201531"/>
                  <a:pt x="1364374" y="2493360"/>
                </a:cubicBezTo>
                <a:lnTo>
                  <a:pt x="1376408" y="2523661"/>
                </a:lnTo>
                <a:lnTo>
                  <a:pt x="1341286" y="2462770"/>
                </a:lnTo>
                <a:cubicBezTo>
                  <a:pt x="1245952" y="2327607"/>
                  <a:pt x="1115010" y="2219976"/>
                  <a:pt x="961602" y="2152781"/>
                </a:cubicBezTo>
                <a:cubicBezTo>
                  <a:pt x="756131" y="2062239"/>
                  <a:pt x="536612" y="2054450"/>
                  <a:pt x="343784" y="2130816"/>
                </a:cubicBezTo>
                <a:cubicBezTo>
                  <a:pt x="247369" y="2168998"/>
                  <a:pt x="158074" y="2228060"/>
                  <a:pt x="79489" y="2304346"/>
                </a:cubicBezTo>
                <a:lnTo>
                  <a:pt x="0" y="2396547"/>
                </a:lnTo>
                <a:lnTo>
                  <a:pt x="0" y="2420186"/>
                </a:lnTo>
                <a:lnTo>
                  <a:pt x="86037" y="2318954"/>
                </a:lnTo>
                <a:cubicBezTo>
                  <a:pt x="163254" y="2242571"/>
                  <a:pt x="252126" y="2181865"/>
                  <a:pt x="349403" y="2143330"/>
                </a:cubicBezTo>
                <a:cubicBezTo>
                  <a:pt x="695345" y="2006115"/>
                  <a:pt x="1103373" y="2150188"/>
                  <a:pt x="1328299" y="2466473"/>
                </a:cubicBezTo>
                <a:lnTo>
                  <a:pt x="1409017" y="2605771"/>
                </a:lnTo>
                <a:lnTo>
                  <a:pt x="1445974" y="2698831"/>
                </a:lnTo>
                <a:cubicBezTo>
                  <a:pt x="1461268" y="2741517"/>
                  <a:pt x="1476695" y="2784568"/>
                  <a:pt x="1493538" y="2826479"/>
                </a:cubicBezTo>
                <a:lnTo>
                  <a:pt x="1495594" y="2830910"/>
                </a:lnTo>
                <a:lnTo>
                  <a:pt x="1496161" y="2832534"/>
                </a:lnTo>
                <a:cubicBezTo>
                  <a:pt x="1558479" y="3015020"/>
                  <a:pt x="1622330" y="3203124"/>
                  <a:pt x="1775571" y="3295963"/>
                </a:cubicBezTo>
                <a:cubicBezTo>
                  <a:pt x="1830891" y="3329037"/>
                  <a:pt x="1894243" y="3346264"/>
                  <a:pt x="1958694" y="3345766"/>
                </a:cubicBezTo>
                <a:cubicBezTo>
                  <a:pt x="2074353" y="3343773"/>
                  <a:pt x="2184981" y="3298108"/>
                  <a:pt x="2268370" y="3217937"/>
                </a:cubicBezTo>
                <a:cubicBezTo>
                  <a:pt x="2421100" y="3075550"/>
                  <a:pt x="2481886" y="2864843"/>
                  <a:pt x="2506023" y="2713134"/>
                </a:cubicBezTo>
                <a:cubicBezTo>
                  <a:pt x="2520197" y="2623360"/>
                  <a:pt x="2525944" y="2530649"/>
                  <a:pt x="2531563" y="2441258"/>
                </a:cubicBezTo>
                <a:cubicBezTo>
                  <a:pt x="2538331" y="2330796"/>
                  <a:pt x="2545482" y="2216502"/>
                  <a:pt x="2568723" y="2107319"/>
                </a:cubicBezTo>
                <a:cubicBezTo>
                  <a:pt x="2607162" y="1926238"/>
                  <a:pt x="2714303" y="1715913"/>
                  <a:pt x="2899725" y="1669303"/>
                </a:cubicBezTo>
                <a:cubicBezTo>
                  <a:pt x="2949592" y="1656756"/>
                  <a:pt x="2999029" y="1657881"/>
                  <a:pt x="3046611" y="1669407"/>
                </a:cubicBezTo>
                <a:lnTo>
                  <a:pt x="3093444" y="1685963"/>
                </a:lnTo>
                <a:lnTo>
                  <a:pt x="3114523" y="1695008"/>
                </a:lnTo>
                <a:lnTo>
                  <a:pt x="3143264" y="1711811"/>
                </a:lnTo>
                <a:lnTo>
                  <a:pt x="3189395" y="1743642"/>
                </a:lnTo>
                <a:lnTo>
                  <a:pt x="3236599" y="1783037"/>
                </a:lnTo>
                <a:lnTo>
                  <a:pt x="3245004" y="1791332"/>
                </a:lnTo>
                <a:lnTo>
                  <a:pt x="3284420" y="1836815"/>
                </a:lnTo>
                <a:lnTo>
                  <a:pt x="3315680" y="1880788"/>
                </a:lnTo>
                <a:lnTo>
                  <a:pt x="3386396" y="2002093"/>
                </a:lnTo>
                <a:lnTo>
                  <a:pt x="3453513" y="2154552"/>
                </a:lnTo>
                <a:lnTo>
                  <a:pt x="3492389" y="2262860"/>
                </a:lnTo>
                <a:lnTo>
                  <a:pt x="3522029" y="2344657"/>
                </a:lnTo>
                <a:lnTo>
                  <a:pt x="3531209" y="2376002"/>
                </a:lnTo>
                <a:cubicBezTo>
                  <a:pt x="3550620" y="2446876"/>
                  <a:pt x="3570668" y="2520177"/>
                  <a:pt x="3594293" y="2590668"/>
                </a:cubicBezTo>
                <a:cubicBezTo>
                  <a:pt x="3655462" y="2773920"/>
                  <a:pt x="3772053" y="3007869"/>
                  <a:pt x="3980334" y="3081935"/>
                </a:cubicBezTo>
                <a:cubicBezTo>
                  <a:pt x="4023612" y="3097591"/>
                  <a:pt x="4069291" y="3105636"/>
                  <a:pt x="4115314" y="3105687"/>
                </a:cubicBezTo>
                <a:cubicBezTo>
                  <a:pt x="4410305" y="3105560"/>
                  <a:pt x="4665579" y="2775834"/>
                  <a:pt x="4801198" y="2559509"/>
                </a:cubicBezTo>
                <a:cubicBezTo>
                  <a:pt x="5011267" y="2225059"/>
                  <a:pt x="5242534" y="1898782"/>
                  <a:pt x="5561787" y="1918576"/>
                </a:cubicBezTo>
                <a:cubicBezTo>
                  <a:pt x="5747464" y="1929941"/>
                  <a:pt x="5926502" y="2062750"/>
                  <a:pt x="6093790" y="2313045"/>
                </a:cubicBezTo>
                <a:cubicBezTo>
                  <a:pt x="6131846" y="2369873"/>
                  <a:pt x="6168368" y="2430020"/>
                  <a:pt x="6203614" y="2488124"/>
                </a:cubicBezTo>
                <a:cubicBezTo>
                  <a:pt x="6291473" y="2632810"/>
                  <a:pt x="6382395" y="2782347"/>
                  <a:pt x="6504734" y="2895746"/>
                </a:cubicBezTo>
                <a:cubicBezTo>
                  <a:pt x="6675088" y="3053585"/>
                  <a:pt x="6943516" y="3131611"/>
                  <a:pt x="7126895" y="2975561"/>
                </a:cubicBezTo>
                <a:cubicBezTo>
                  <a:pt x="7271517" y="2852489"/>
                  <a:pt x="7302573" y="2647456"/>
                  <a:pt x="7305614" y="2437341"/>
                </a:cubicBezTo>
                <a:lnTo>
                  <a:pt x="7304593" y="2369196"/>
                </a:lnTo>
                <a:lnTo>
                  <a:pt x="7306784" y="2204545"/>
                </a:lnTo>
                <a:lnTo>
                  <a:pt x="7308232" y="2164274"/>
                </a:lnTo>
                <a:lnTo>
                  <a:pt x="7309070" y="2136252"/>
                </a:lnTo>
                <a:lnTo>
                  <a:pt x="7309507" y="2128389"/>
                </a:lnTo>
                <a:cubicBezTo>
                  <a:pt x="7311552" y="2088930"/>
                  <a:pt x="7313594" y="2047938"/>
                  <a:pt x="7316148" y="2009628"/>
                </a:cubicBezTo>
                <a:lnTo>
                  <a:pt x="7322366" y="1946198"/>
                </a:lnTo>
                <a:lnTo>
                  <a:pt x="7323075" y="1941077"/>
                </a:lnTo>
                <a:lnTo>
                  <a:pt x="7367697" y="1768680"/>
                </a:lnTo>
                <a:lnTo>
                  <a:pt x="7371545" y="1757124"/>
                </a:lnTo>
                <a:cubicBezTo>
                  <a:pt x="7413378" y="1658145"/>
                  <a:pt x="7479510" y="1574676"/>
                  <a:pt x="7583427" y="1542496"/>
                </a:cubicBezTo>
                <a:cubicBezTo>
                  <a:pt x="7664773" y="1517210"/>
                  <a:pt x="7753526" y="1532790"/>
                  <a:pt x="7831934" y="1546582"/>
                </a:cubicBezTo>
                <a:lnTo>
                  <a:pt x="8965936" y="1745211"/>
                </a:lnTo>
                <a:lnTo>
                  <a:pt x="8965936" y="1667475"/>
                </a:lnTo>
                <a:lnTo>
                  <a:pt x="8826985" y="1629156"/>
                </a:lnTo>
                <a:cubicBezTo>
                  <a:pt x="8661154" y="1574701"/>
                  <a:pt x="8504824" y="1499397"/>
                  <a:pt x="8352445" y="1426033"/>
                </a:cubicBezTo>
                <a:cubicBezTo>
                  <a:pt x="8305579" y="1403429"/>
                  <a:pt x="8257179" y="1380188"/>
                  <a:pt x="8209547" y="1357967"/>
                </a:cubicBezTo>
                <a:cubicBezTo>
                  <a:pt x="8154636" y="1332427"/>
                  <a:pt x="8099724" y="1308165"/>
                  <a:pt x="8046344" y="1286073"/>
                </a:cubicBezTo>
                <a:cubicBezTo>
                  <a:pt x="7963211" y="1251338"/>
                  <a:pt x="7874970" y="1219157"/>
                  <a:pt x="7785579" y="1220179"/>
                </a:cubicBezTo>
                <a:cubicBezTo>
                  <a:pt x="7661581" y="1221582"/>
                  <a:pt x="7559930" y="1275857"/>
                  <a:pt x="7474626" y="1386190"/>
                </a:cubicBezTo>
                <a:cubicBezTo>
                  <a:pt x="7450650" y="1417254"/>
                  <a:pt x="7430026" y="1451222"/>
                  <a:pt x="7412286" y="1486598"/>
                </a:cubicBezTo>
                <a:lnTo>
                  <a:pt x="7376850" y="1572232"/>
                </a:lnTo>
                <a:lnTo>
                  <a:pt x="7390407" y="1529232"/>
                </a:lnTo>
                <a:cubicBezTo>
                  <a:pt x="7417607" y="1456969"/>
                  <a:pt x="7454832" y="1385042"/>
                  <a:pt x="7505912" y="1325915"/>
                </a:cubicBezTo>
                <a:cubicBezTo>
                  <a:pt x="7593389" y="1224136"/>
                  <a:pt x="7695805" y="1176760"/>
                  <a:pt x="7818527" y="1181485"/>
                </a:cubicBezTo>
                <a:cubicBezTo>
                  <a:pt x="7907405" y="1184677"/>
                  <a:pt x="7998457" y="1221200"/>
                  <a:pt x="8075078" y="1256446"/>
                </a:cubicBezTo>
                <a:cubicBezTo>
                  <a:pt x="8128329" y="1280581"/>
                  <a:pt x="8182729" y="1307143"/>
                  <a:pt x="8237003" y="1335110"/>
                </a:cubicBezTo>
                <a:cubicBezTo>
                  <a:pt x="8284252" y="1359373"/>
                  <a:pt x="8331630" y="1384785"/>
                  <a:pt x="8377475" y="1409304"/>
                </a:cubicBezTo>
                <a:cubicBezTo>
                  <a:pt x="8529951" y="1490906"/>
                  <a:pt x="8686233" y="1574518"/>
                  <a:pt x="8854187" y="1633851"/>
                </a:cubicBezTo>
                <a:lnTo>
                  <a:pt x="8965936" y="1666483"/>
                </a:lnTo>
                <a:lnTo>
                  <a:pt x="8965936" y="1652984"/>
                </a:lnTo>
                <a:lnTo>
                  <a:pt x="8858291" y="1621552"/>
                </a:lnTo>
                <a:cubicBezTo>
                  <a:pt x="8691348" y="1562530"/>
                  <a:pt x="8535665" y="1479157"/>
                  <a:pt x="8383859" y="1397939"/>
                </a:cubicBezTo>
                <a:cubicBezTo>
                  <a:pt x="8337632" y="1373292"/>
                  <a:pt x="8290254" y="1348007"/>
                  <a:pt x="8243388" y="1323745"/>
                </a:cubicBezTo>
                <a:cubicBezTo>
                  <a:pt x="8188860" y="1295778"/>
                  <a:pt x="8134203" y="1268960"/>
                  <a:pt x="8080824" y="1244698"/>
                </a:cubicBezTo>
                <a:cubicBezTo>
                  <a:pt x="8002544" y="1208558"/>
                  <a:pt x="7910344" y="1171525"/>
                  <a:pt x="7819165" y="1168077"/>
                </a:cubicBezTo>
                <a:cubicBezTo>
                  <a:pt x="7691974" y="1163352"/>
                  <a:pt x="7586238" y="1212261"/>
                  <a:pt x="7495825" y="1317359"/>
                </a:cubicBezTo>
                <a:cubicBezTo>
                  <a:pt x="7469966" y="1347464"/>
                  <a:pt x="7447555" y="1380796"/>
                  <a:pt x="7428136" y="1415777"/>
                </a:cubicBezTo>
                <a:lnTo>
                  <a:pt x="7390232" y="1498345"/>
                </a:lnTo>
                <a:lnTo>
                  <a:pt x="7403881" y="1459426"/>
                </a:lnTo>
                <a:cubicBezTo>
                  <a:pt x="7433987" y="1387083"/>
                  <a:pt x="7474500" y="1315827"/>
                  <a:pt x="7528900" y="1258360"/>
                </a:cubicBezTo>
                <a:cubicBezTo>
                  <a:pt x="7621100" y="1161563"/>
                  <a:pt x="7727220" y="1119549"/>
                  <a:pt x="7853645" y="1129894"/>
                </a:cubicBezTo>
                <a:cubicBezTo>
                  <a:pt x="7945334" y="1137427"/>
                  <a:pt x="8039705" y="1179313"/>
                  <a:pt x="8111345" y="1214942"/>
                </a:cubicBezTo>
                <a:cubicBezTo>
                  <a:pt x="8164342" y="1241249"/>
                  <a:pt x="8218614" y="1270109"/>
                  <a:pt x="8272505" y="1300757"/>
                </a:cubicBezTo>
                <a:cubicBezTo>
                  <a:pt x="8318476" y="1326936"/>
                  <a:pt x="8365088" y="1354392"/>
                  <a:pt x="8410166" y="1380954"/>
                </a:cubicBezTo>
                <a:cubicBezTo>
                  <a:pt x="8562354" y="1470983"/>
                  <a:pt x="8718206" y="1562594"/>
                  <a:pt x="8887419" y="1626368"/>
                </a:cubicBezTo>
                <a:lnTo>
                  <a:pt x="8965936" y="1650464"/>
                </a:lnTo>
                <a:lnTo>
                  <a:pt x="8965936" y="1636618"/>
                </a:lnTo>
                <a:lnTo>
                  <a:pt x="8892025" y="1613891"/>
                </a:lnTo>
                <a:cubicBezTo>
                  <a:pt x="8723968" y="1550350"/>
                  <a:pt x="8568930" y="1458884"/>
                  <a:pt x="8417701" y="1369716"/>
                </a:cubicBezTo>
                <a:cubicBezTo>
                  <a:pt x="8372621" y="1343154"/>
                  <a:pt x="8326011" y="1315698"/>
                  <a:pt x="8280038" y="1289520"/>
                </a:cubicBezTo>
                <a:cubicBezTo>
                  <a:pt x="8225766" y="1258617"/>
                  <a:pt x="8171238" y="1229628"/>
                  <a:pt x="8118113" y="1203321"/>
                </a:cubicBezTo>
                <a:cubicBezTo>
                  <a:pt x="8045324" y="1167054"/>
                  <a:pt x="7949804" y="1124530"/>
                  <a:pt x="7855432" y="1116867"/>
                </a:cubicBezTo>
                <a:cubicBezTo>
                  <a:pt x="7724284" y="1106013"/>
                  <a:pt x="7615099" y="1149559"/>
                  <a:pt x="7519962" y="1249422"/>
                </a:cubicBezTo>
                <a:cubicBezTo>
                  <a:pt x="7492059" y="1278570"/>
                  <a:pt x="7467732" y="1311262"/>
                  <a:pt x="7446537" y="1345853"/>
                </a:cubicBezTo>
                <a:lnTo>
                  <a:pt x="7397958" y="1441741"/>
                </a:lnTo>
                <a:lnTo>
                  <a:pt x="7386920" y="1467854"/>
                </a:lnTo>
                <a:lnTo>
                  <a:pt x="7368340" y="1520649"/>
                </a:lnTo>
                <a:lnTo>
                  <a:pt x="7375377" y="1495165"/>
                </a:lnTo>
                <a:lnTo>
                  <a:pt x="7386920" y="1467854"/>
                </a:lnTo>
                <a:lnTo>
                  <a:pt x="7391909" y="1453680"/>
                </a:lnTo>
                <a:lnTo>
                  <a:pt x="7397958" y="1441741"/>
                </a:lnTo>
                <a:lnTo>
                  <a:pt x="7443813" y="1333253"/>
                </a:lnTo>
                <a:cubicBezTo>
                  <a:pt x="7472757" y="1280297"/>
                  <a:pt x="7508308" y="1230266"/>
                  <a:pt x="7551886" y="1188891"/>
                </a:cubicBezTo>
                <a:cubicBezTo>
                  <a:pt x="7624485" y="1119837"/>
                  <a:pt x="7704625" y="1081885"/>
                  <a:pt x="7794948" y="1074121"/>
                </a:cubicBezTo>
                <a:cubicBezTo>
                  <a:pt x="7825056" y="1071533"/>
                  <a:pt x="7856295" y="1072299"/>
                  <a:pt x="7888763" y="1076385"/>
                </a:cubicBezTo>
                <a:cubicBezTo>
                  <a:pt x="7983389" y="1088262"/>
                  <a:pt x="8076738" y="1133341"/>
                  <a:pt x="8147613" y="1171651"/>
                </a:cubicBezTo>
                <a:cubicBezTo>
                  <a:pt x="8200481" y="1200640"/>
                  <a:pt x="8254498" y="1231160"/>
                  <a:pt x="8308133" y="1264490"/>
                </a:cubicBezTo>
                <a:cubicBezTo>
                  <a:pt x="8353723" y="1292585"/>
                  <a:pt x="8398929" y="1321955"/>
                  <a:pt x="8443114" y="1350560"/>
                </a:cubicBezTo>
                <a:cubicBezTo>
                  <a:pt x="8594440" y="1448061"/>
                  <a:pt x="8749501" y="1548147"/>
                  <a:pt x="8919934" y="1616717"/>
                </a:cubicBezTo>
                <a:lnTo>
                  <a:pt x="8965936" y="1631565"/>
                </a:lnTo>
                <a:lnTo>
                  <a:pt x="8965936" y="1617962"/>
                </a:lnTo>
                <a:lnTo>
                  <a:pt x="8924645" y="1604605"/>
                </a:lnTo>
                <a:cubicBezTo>
                  <a:pt x="8755535" y="1536454"/>
                  <a:pt x="8600953" y="1436823"/>
                  <a:pt x="8450393" y="1339706"/>
                </a:cubicBezTo>
                <a:cubicBezTo>
                  <a:pt x="8406207" y="1311228"/>
                  <a:pt x="8360363" y="1281729"/>
                  <a:pt x="8315156" y="1253636"/>
                </a:cubicBezTo>
                <a:cubicBezTo>
                  <a:pt x="8261395" y="1220178"/>
                  <a:pt x="8207122" y="1188762"/>
                  <a:pt x="8153997" y="1160286"/>
                </a:cubicBezTo>
                <a:cubicBezTo>
                  <a:pt x="8081975" y="1121592"/>
                  <a:pt x="7987220" y="1076258"/>
                  <a:pt x="7890423" y="1063488"/>
                </a:cubicBezTo>
                <a:cubicBezTo>
                  <a:pt x="7756336" y="1046631"/>
                  <a:pt x="7642553" y="1084558"/>
                  <a:pt x="7542563" y="1179568"/>
                </a:cubicBezTo>
                <a:cubicBezTo>
                  <a:pt x="7483182" y="1235885"/>
                  <a:pt x="7438520" y="1307685"/>
                  <a:pt x="7405014" y="1381225"/>
                </a:cubicBezTo>
                <a:lnTo>
                  <a:pt x="7367703" y="1478079"/>
                </a:lnTo>
                <a:lnTo>
                  <a:pt x="7383016" y="1427735"/>
                </a:lnTo>
                <a:cubicBezTo>
                  <a:pt x="7420872" y="1320687"/>
                  <a:pt x="7480565" y="1203385"/>
                  <a:pt x="7573084" y="1123508"/>
                </a:cubicBezTo>
                <a:cubicBezTo>
                  <a:pt x="7649226" y="1057902"/>
                  <a:pt x="7732479" y="1023757"/>
                  <a:pt x="7825646" y="1020268"/>
                </a:cubicBezTo>
                <a:cubicBezTo>
                  <a:pt x="7856702" y="1019104"/>
                  <a:pt x="7888858" y="1021347"/>
                  <a:pt x="7922220" y="1026966"/>
                </a:cubicBezTo>
                <a:cubicBezTo>
                  <a:pt x="7997052" y="1039736"/>
                  <a:pt x="8080059" y="1073193"/>
                  <a:pt x="8182220" y="1132575"/>
                </a:cubicBezTo>
                <a:cubicBezTo>
                  <a:pt x="8235216" y="1162967"/>
                  <a:pt x="8288977" y="1196680"/>
                  <a:pt x="8341973" y="1232437"/>
                </a:cubicBezTo>
                <a:cubicBezTo>
                  <a:pt x="8386286" y="1262320"/>
                  <a:pt x="8431109" y="1293862"/>
                  <a:pt x="8474528" y="1324254"/>
                </a:cubicBezTo>
                <a:cubicBezTo>
                  <a:pt x="8625280" y="1429896"/>
                  <a:pt x="8779838" y="1538195"/>
                  <a:pt x="8951403" y="1611386"/>
                </a:cubicBezTo>
                <a:lnTo>
                  <a:pt x="8965936" y="1616300"/>
                </a:lnTo>
                <a:lnTo>
                  <a:pt x="8965936" y="1603118"/>
                </a:lnTo>
                <a:lnTo>
                  <a:pt x="8956612" y="1599553"/>
                </a:lnTo>
                <a:cubicBezTo>
                  <a:pt x="8786358" y="1527116"/>
                  <a:pt x="8632590" y="1419392"/>
                  <a:pt x="8482701" y="1314038"/>
                </a:cubicBezTo>
                <a:cubicBezTo>
                  <a:pt x="8439282" y="1283645"/>
                  <a:pt x="8394331" y="1252103"/>
                  <a:pt x="8349891" y="1222221"/>
                </a:cubicBezTo>
                <a:cubicBezTo>
                  <a:pt x="8296511" y="1186210"/>
                  <a:pt x="8242493" y="1152368"/>
                  <a:pt x="8189242" y="1121719"/>
                </a:cubicBezTo>
                <a:cubicBezTo>
                  <a:pt x="8085294" y="1061573"/>
                  <a:pt x="8001395" y="1027476"/>
                  <a:pt x="7924774" y="1014706"/>
                </a:cubicBezTo>
                <a:cubicBezTo>
                  <a:pt x="7787239" y="991337"/>
                  <a:pt x="7669371" y="1023901"/>
                  <a:pt x="7564784" y="1114186"/>
                </a:cubicBezTo>
                <a:cubicBezTo>
                  <a:pt x="7470157" y="1195788"/>
                  <a:pt x="7409363" y="1315029"/>
                  <a:pt x="7370873" y="1423692"/>
                </a:cubicBezTo>
                <a:lnTo>
                  <a:pt x="7351959" y="1485787"/>
                </a:lnTo>
                <a:lnTo>
                  <a:pt x="7357269" y="1460895"/>
                </a:lnTo>
                <a:cubicBezTo>
                  <a:pt x="7409499" y="1277133"/>
                  <a:pt x="7491739" y="1137045"/>
                  <a:pt x="7595176" y="1055954"/>
                </a:cubicBezTo>
                <a:cubicBezTo>
                  <a:pt x="7674576" y="993604"/>
                  <a:pt x="7760942" y="963220"/>
                  <a:pt x="7857023" y="964099"/>
                </a:cubicBezTo>
                <a:cubicBezTo>
                  <a:pt x="7889050" y="964393"/>
                  <a:pt x="7922157" y="968160"/>
                  <a:pt x="7956444" y="975374"/>
                </a:cubicBezTo>
                <a:cubicBezTo>
                  <a:pt x="8033321" y="991720"/>
                  <a:pt x="8116326" y="1028371"/>
                  <a:pt x="8217593" y="1091072"/>
                </a:cubicBezTo>
                <a:cubicBezTo>
                  <a:pt x="8270334" y="1123637"/>
                  <a:pt x="8323840" y="1159775"/>
                  <a:pt x="8376709" y="1198085"/>
                </a:cubicBezTo>
                <a:cubicBezTo>
                  <a:pt x="8420128" y="1229755"/>
                  <a:pt x="8464184" y="1263214"/>
                  <a:pt x="8506708" y="1295395"/>
                </a:cubicBezTo>
                <a:cubicBezTo>
                  <a:pt x="8619269" y="1380732"/>
                  <a:pt x="8734012" y="1467482"/>
                  <a:pt x="8857255" y="1538419"/>
                </a:cubicBezTo>
                <a:lnTo>
                  <a:pt x="8965936" y="1594370"/>
                </a:lnTo>
                <a:lnTo>
                  <a:pt x="8965936" y="1579027"/>
                </a:lnTo>
                <a:lnTo>
                  <a:pt x="8822497" y="1502255"/>
                </a:lnTo>
                <a:cubicBezTo>
                  <a:pt x="8715372" y="1436632"/>
                  <a:pt x="8614168" y="1360012"/>
                  <a:pt x="8514625" y="1284540"/>
                </a:cubicBezTo>
                <a:cubicBezTo>
                  <a:pt x="8471974" y="1252231"/>
                  <a:pt x="8427917" y="1218901"/>
                  <a:pt x="8384371" y="1187104"/>
                </a:cubicBezTo>
                <a:cubicBezTo>
                  <a:pt x="8331248" y="1148410"/>
                  <a:pt x="8277486" y="1112143"/>
                  <a:pt x="8224360" y="1079579"/>
                </a:cubicBezTo>
                <a:cubicBezTo>
                  <a:pt x="8121690" y="1015984"/>
                  <a:pt x="8037406" y="978695"/>
                  <a:pt x="7958871" y="962093"/>
                </a:cubicBezTo>
                <a:cubicBezTo>
                  <a:pt x="7819676" y="932723"/>
                  <a:pt x="7694401" y="960690"/>
                  <a:pt x="7586621" y="1045227"/>
                </a:cubicBezTo>
                <a:cubicBezTo>
                  <a:pt x="7507224" y="1107386"/>
                  <a:pt x="7440179" y="1203018"/>
                  <a:pt x="7389316" y="1325659"/>
                </a:cubicBezTo>
                <a:lnTo>
                  <a:pt x="7352963" y="1431048"/>
                </a:lnTo>
                <a:lnTo>
                  <a:pt x="7361994" y="1391935"/>
                </a:lnTo>
                <a:cubicBezTo>
                  <a:pt x="7419970" y="1205108"/>
                  <a:pt x="7506040" y="1065149"/>
                  <a:pt x="7616630" y="986867"/>
                </a:cubicBezTo>
                <a:cubicBezTo>
                  <a:pt x="7699572" y="928156"/>
                  <a:pt x="7789193" y="901555"/>
                  <a:pt x="7888083" y="906954"/>
                </a:cubicBezTo>
                <a:cubicBezTo>
                  <a:pt x="7921046" y="908754"/>
                  <a:pt x="7955038" y="914110"/>
                  <a:pt x="7990156" y="923016"/>
                </a:cubicBezTo>
                <a:cubicBezTo>
                  <a:pt x="8067926" y="942683"/>
                  <a:pt x="8153742" y="983802"/>
                  <a:pt x="8252455" y="1048930"/>
                </a:cubicBezTo>
                <a:cubicBezTo>
                  <a:pt x="8305068" y="1083409"/>
                  <a:pt x="8358446" y="1121848"/>
                  <a:pt x="8410804" y="1162967"/>
                </a:cubicBezTo>
                <a:cubicBezTo>
                  <a:pt x="8453583" y="1196426"/>
                  <a:pt x="8496747" y="1231670"/>
                  <a:pt x="8538506" y="1265766"/>
                </a:cubicBezTo>
                <a:cubicBezTo>
                  <a:pt x="8650635" y="1356922"/>
                  <a:pt x="8764866" y="1449976"/>
                  <a:pt x="8888380" y="1525656"/>
                </a:cubicBezTo>
                <a:lnTo>
                  <a:pt x="8965936" y="1567940"/>
                </a:lnTo>
                <a:lnTo>
                  <a:pt x="8965936" y="1552969"/>
                </a:lnTo>
                <a:lnTo>
                  <a:pt x="8894584" y="1514075"/>
                </a:lnTo>
                <a:cubicBezTo>
                  <a:pt x="8772025" y="1439034"/>
                  <a:pt x="8658473" y="1346690"/>
                  <a:pt x="8547062" y="1255679"/>
                </a:cubicBezTo>
                <a:cubicBezTo>
                  <a:pt x="8505431" y="1221454"/>
                  <a:pt x="8462140" y="1186210"/>
                  <a:pt x="8419361" y="1152624"/>
                </a:cubicBezTo>
                <a:cubicBezTo>
                  <a:pt x="8366619" y="1110993"/>
                  <a:pt x="8313112" y="1072427"/>
                  <a:pt x="8260117" y="1037693"/>
                </a:cubicBezTo>
                <a:cubicBezTo>
                  <a:pt x="8159743" y="971799"/>
                  <a:pt x="8072906" y="930040"/>
                  <a:pt x="7993731" y="909991"/>
                </a:cubicBezTo>
                <a:cubicBezTo>
                  <a:pt x="7850962" y="874362"/>
                  <a:pt x="7720707" y="897476"/>
                  <a:pt x="7609095" y="976523"/>
                </a:cubicBezTo>
                <a:cubicBezTo>
                  <a:pt x="7525387" y="1035809"/>
                  <a:pt x="7453963" y="1130938"/>
                  <a:pt x="7398915" y="1254639"/>
                </a:cubicBezTo>
                <a:lnTo>
                  <a:pt x="7351472" y="1382234"/>
                </a:lnTo>
                <a:lnTo>
                  <a:pt x="7366591" y="1321317"/>
                </a:lnTo>
                <a:cubicBezTo>
                  <a:pt x="7429164" y="1132446"/>
                  <a:pt x="7522896" y="993253"/>
                  <a:pt x="7637956" y="918291"/>
                </a:cubicBezTo>
                <a:cubicBezTo>
                  <a:pt x="7702677" y="876127"/>
                  <a:pt x="7770913" y="852669"/>
                  <a:pt x="7843937" y="847760"/>
                </a:cubicBezTo>
                <a:cubicBezTo>
                  <a:pt x="7868278" y="846123"/>
                  <a:pt x="7893151" y="846548"/>
                  <a:pt x="7918604" y="849028"/>
                </a:cubicBezTo>
                <a:cubicBezTo>
                  <a:pt x="7952541" y="852335"/>
                  <a:pt x="7987507" y="859294"/>
                  <a:pt x="8023614" y="869892"/>
                </a:cubicBezTo>
                <a:cubicBezTo>
                  <a:pt x="8103427" y="893262"/>
                  <a:pt x="8189498" y="937702"/>
                  <a:pt x="8287062" y="1005895"/>
                </a:cubicBezTo>
                <a:cubicBezTo>
                  <a:pt x="8339675" y="1042546"/>
                  <a:pt x="8392798" y="1083282"/>
                  <a:pt x="8444772" y="1127083"/>
                </a:cubicBezTo>
                <a:cubicBezTo>
                  <a:pt x="8486658" y="1162202"/>
                  <a:pt x="8529055" y="1199362"/>
                  <a:pt x="8570047" y="1235247"/>
                </a:cubicBezTo>
                <a:cubicBezTo>
                  <a:pt x="8681675" y="1333010"/>
                  <a:pt x="8795443" y="1432551"/>
                  <a:pt x="8919262" y="1513074"/>
                </a:cubicBezTo>
                <a:lnTo>
                  <a:pt x="8965936" y="1539956"/>
                </a:lnTo>
                <a:lnTo>
                  <a:pt x="8965936" y="1527172"/>
                </a:lnTo>
                <a:lnTo>
                  <a:pt x="8884704" y="1474367"/>
                </a:lnTo>
                <a:cubicBezTo>
                  <a:pt x="8777371" y="1399790"/>
                  <a:pt x="8677061" y="1312059"/>
                  <a:pt x="8578476" y="1225796"/>
                </a:cubicBezTo>
                <a:cubicBezTo>
                  <a:pt x="8537355" y="1189913"/>
                  <a:pt x="8494959" y="1152751"/>
                  <a:pt x="8452945" y="1117506"/>
                </a:cubicBezTo>
                <a:cubicBezTo>
                  <a:pt x="8400588" y="1073576"/>
                  <a:pt x="8347208" y="1032585"/>
                  <a:pt x="8294213" y="995679"/>
                </a:cubicBezTo>
                <a:cubicBezTo>
                  <a:pt x="8195499" y="926592"/>
                  <a:pt x="8108024" y="881513"/>
                  <a:pt x="8026934" y="857762"/>
                </a:cubicBezTo>
                <a:cubicBezTo>
                  <a:pt x="7880589" y="814854"/>
                  <a:pt x="7747779" y="831327"/>
                  <a:pt x="7630167" y="907821"/>
                </a:cubicBezTo>
                <a:cubicBezTo>
                  <a:pt x="7541957" y="965190"/>
                  <a:pt x="7466247" y="1059411"/>
                  <a:pt x="7406968" y="1183745"/>
                </a:cubicBezTo>
                <a:lnTo>
                  <a:pt x="7360093" y="1300916"/>
                </a:lnTo>
                <a:lnTo>
                  <a:pt x="7372592" y="1254145"/>
                </a:lnTo>
                <a:cubicBezTo>
                  <a:pt x="7441295" y="1060168"/>
                  <a:pt x="7538221" y="924932"/>
                  <a:pt x="7660686" y="852141"/>
                </a:cubicBezTo>
                <a:cubicBezTo>
                  <a:pt x="7719685" y="817088"/>
                  <a:pt x="7782642" y="796847"/>
                  <a:pt x="7849111" y="791436"/>
                </a:cubicBezTo>
                <a:cubicBezTo>
                  <a:pt x="7915578" y="786025"/>
                  <a:pt x="7985559" y="795444"/>
                  <a:pt x="8058604" y="819706"/>
                </a:cubicBezTo>
                <a:cubicBezTo>
                  <a:pt x="8140205" y="846906"/>
                  <a:pt x="8226658" y="894795"/>
                  <a:pt x="8323072" y="966051"/>
                </a:cubicBezTo>
                <a:cubicBezTo>
                  <a:pt x="8374665" y="1003723"/>
                  <a:pt x="8427532" y="1046758"/>
                  <a:pt x="8480018" y="1093753"/>
                </a:cubicBezTo>
                <a:cubicBezTo>
                  <a:pt x="8520243" y="1129892"/>
                  <a:pt x="8560852" y="1167948"/>
                  <a:pt x="8600184" y="1204726"/>
                </a:cubicBezTo>
                <a:cubicBezTo>
                  <a:pt x="8686670" y="1285904"/>
                  <a:pt x="8774598" y="1368304"/>
                  <a:pt x="8868021" y="1441254"/>
                </a:cubicBezTo>
                <a:lnTo>
                  <a:pt x="8965936" y="1509571"/>
                </a:lnTo>
                <a:lnTo>
                  <a:pt x="8965936" y="1495480"/>
                </a:lnTo>
                <a:lnTo>
                  <a:pt x="8915447" y="1460798"/>
                </a:lnTo>
                <a:cubicBezTo>
                  <a:pt x="8807508" y="1381400"/>
                  <a:pt x="8707071" y="1287859"/>
                  <a:pt x="8608103" y="1196553"/>
                </a:cubicBezTo>
                <a:cubicBezTo>
                  <a:pt x="8568771" y="1159775"/>
                  <a:pt x="8528034" y="1121719"/>
                  <a:pt x="8487807" y="1085452"/>
                </a:cubicBezTo>
                <a:cubicBezTo>
                  <a:pt x="8434940" y="1038075"/>
                  <a:pt x="8381687" y="994785"/>
                  <a:pt x="8329841" y="956475"/>
                </a:cubicBezTo>
                <a:cubicBezTo>
                  <a:pt x="8232405" y="884833"/>
                  <a:pt x="8144674" y="835925"/>
                  <a:pt x="8061669" y="808212"/>
                </a:cubicBezTo>
                <a:cubicBezTo>
                  <a:pt x="7912130" y="758410"/>
                  <a:pt x="7774469" y="769647"/>
                  <a:pt x="7653024" y="841798"/>
                </a:cubicBezTo>
                <a:cubicBezTo>
                  <a:pt x="7528132" y="915737"/>
                  <a:pt x="7429163" y="1053399"/>
                  <a:pt x="7359311" y="1250442"/>
                </a:cubicBezTo>
                <a:cubicBezTo>
                  <a:pt x="7327066" y="1344699"/>
                  <a:pt x="7301462" y="1441088"/>
                  <a:pt x="7282690" y="1538920"/>
                </a:cubicBezTo>
                <a:cubicBezTo>
                  <a:pt x="7276561" y="1571101"/>
                  <a:pt x="7270048" y="1603536"/>
                  <a:pt x="7263791" y="1635973"/>
                </a:cubicBezTo>
                <a:cubicBezTo>
                  <a:pt x="7226885" y="1831101"/>
                  <a:pt x="7188319" y="2032741"/>
                  <a:pt x="7097779" y="2198753"/>
                </a:cubicBezTo>
                <a:cubicBezTo>
                  <a:pt x="7073221" y="2243434"/>
                  <a:pt x="7044540" y="2285717"/>
                  <a:pt x="7012091" y="2325049"/>
                </a:cubicBezTo>
                <a:cubicBezTo>
                  <a:pt x="6861149" y="2507407"/>
                  <a:pt x="6612387" y="2575982"/>
                  <a:pt x="6433605" y="2484548"/>
                </a:cubicBezTo>
                <a:cubicBezTo>
                  <a:pt x="6402037" y="2468470"/>
                  <a:pt x="6372921" y="2447950"/>
                  <a:pt x="6347150" y="2423635"/>
                </a:cubicBezTo>
                <a:lnTo>
                  <a:pt x="6331814" y="2404975"/>
                </a:lnTo>
                <a:lnTo>
                  <a:pt x="6421727" y="2466798"/>
                </a:lnTo>
                <a:cubicBezTo>
                  <a:pt x="6475248" y="2492568"/>
                  <a:pt x="6533965" y="2505671"/>
                  <a:pt x="6593358" y="2505109"/>
                </a:cubicBezTo>
                <a:cubicBezTo>
                  <a:pt x="6747110" y="2505109"/>
                  <a:pt x="6911846" y="2424018"/>
                  <a:pt x="7022691" y="2282270"/>
                </a:cubicBezTo>
                <a:cubicBezTo>
                  <a:pt x="7055101" y="2240614"/>
                  <a:pt x="7083694" y="2196123"/>
                  <a:pt x="7108122" y="2149334"/>
                </a:cubicBezTo>
                <a:cubicBezTo>
                  <a:pt x="7194449" y="1983193"/>
                  <a:pt x="7232759" y="1786151"/>
                  <a:pt x="7271069" y="1595492"/>
                </a:cubicBezTo>
                <a:cubicBezTo>
                  <a:pt x="7279115" y="1555266"/>
                  <a:pt x="7287033" y="1515041"/>
                  <a:pt x="7295333" y="1475198"/>
                </a:cubicBezTo>
                <a:cubicBezTo>
                  <a:pt x="7315216" y="1376689"/>
                  <a:pt x="7342545" y="1279828"/>
                  <a:pt x="7377062" y="1185444"/>
                </a:cubicBezTo>
                <a:cubicBezTo>
                  <a:pt x="7451129" y="988655"/>
                  <a:pt x="7554184" y="853803"/>
                  <a:pt x="7681886" y="784333"/>
                </a:cubicBezTo>
                <a:cubicBezTo>
                  <a:pt x="7743182" y="751068"/>
                  <a:pt x="7808309" y="733093"/>
                  <a:pt x="7876821" y="730380"/>
                </a:cubicBezTo>
                <a:cubicBezTo>
                  <a:pt x="7945332" y="727666"/>
                  <a:pt x="8017229" y="740212"/>
                  <a:pt x="8092062" y="767987"/>
                </a:cubicBezTo>
                <a:cubicBezTo>
                  <a:pt x="8174429" y="798636"/>
                  <a:pt x="8263820" y="851249"/>
                  <a:pt x="8357808" y="924550"/>
                </a:cubicBezTo>
                <a:cubicBezTo>
                  <a:pt x="8412093" y="966947"/>
                  <a:pt x="8464222" y="1012038"/>
                  <a:pt x="8513986" y="1059657"/>
                </a:cubicBezTo>
                <a:cubicBezTo>
                  <a:pt x="8553574" y="1097585"/>
                  <a:pt x="8594055" y="1137811"/>
                  <a:pt x="8632365" y="1176121"/>
                </a:cubicBezTo>
                <a:cubicBezTo>
                  <a:pt x="8718684" y="1261881"/>
                  <a:pt x="8806298" y="1349009"/>
                  <a:pt x="8899698" y="1426032"/>
                </a:cubicBezTo>
                <a:lnTo>
                  <a:pt x="8965936" y="1474691"/>
                </a:lnTo>
                <a:lnTo>
                  <a:pt x="8965936" y="1460164"/>
                </a:lnTo>
                <a:lnTo>
                  <a:pt x="8947612" y="1446880"/>
                </a:lnTo>
                <a:cubicBezTo>
                  <a:pt x="8839784" y="1362948"/>
                  <a:pt x="8740081" y="1263661"/>
                  <a:pt x="8642071" y="1166033"/>
                </a:cubicBezTo>
                <a:cubicBezTo>
                  <a:pt x="8603249" y="1127467"/>
                  <a:pt x="8563152" y="1087752"/>
                  <a:pt x="8523436" y="1049441"/>
                </a:cubicBezTo>
                <a:cubicBezTo>
                  <a:pt x="8471078" y="999638"/>
                  <a:pt x="8418210" y="953793"/>
                  <a:pt x="8366108" y="913312"/>
                </a:cubicBezTo>
                <a:cubicBezTo>
                  <a:pt x="8271099" y="839245"/>
                  <a:pt x="8180430" y="785994"/>
                  <a:pt x="8096914" y="754835"/>
                </a:cubicBezTo>
                <a:cubicBezTo>
                  <a:pt x="7943673" y="697880"/>
                  <a:pt x="7801541" y="703626"/>
                  <a:pt x="7675500" y="771947"/>
                </a:cubicBezTo>
                <a:cubicBezTo>
                  <a:pt x="7544350" y="843587"/>
                  <a:pt x="7439762" y="980993"/>
                  <a:pt x="7364419" y="1180591"/>
                </a:cubicBezTo>
                <a:cubicBezTo>
                  <a:pt x="7329749" y="1275665"/>
                  <a:pt x="7302254" y="1373203"/>
                  <a:pt x="7282180" y="1472388"/>
                </a:cubicBezTo>
                <a:cubicBezTo>
                  <a:pt x="7273917" y="1512397"/>
                  <a:pt x="7265834" y="1552584"/>
                  <a:pt x="7257916" y="1592938"/>
                </a:cubicBezTo>
                <a:cubicBezTo>
                  <a:pt x="7220372" y="1782575"/>
                  <a:pt x="7181551" y="1978725"/>
                  <a:pt x="7096119" y="2143075"/>
                </a:cubicBezTo>
                <a:cubicBezTo>
                  <a:pt x="7072137" y="2189163"/>
                  <a:pt x="7044004" y="2232977"/>
                  <a:pt x="7012091" y="2273970"/>
                </a:cubicBezTo>
                <a:cubicBezTo>
                  <a:pt x="6861914" y="2466798"/>
                  <a:pt x="6610471" y="2544441"/>
                  <a:pt x="6427730" y="2455050"/>
                </a:cubicBezTo>
                <a:cubicBezTo>
                  <a:pt x="6395461" y="2439227"/>
                  <a:pt x="6365680" y="2418745"/>
                  <a:pt x="6339360" y="2394264"/>
                </a:cubicBezTo>
                <a:lnTo>
                  <a:pt x="6325385" y="2377241"/>
                </a:lnTo>
                <a:lnTo>
                  <a:pt x="6378175" y="2417581"/>
                </a:lnTo>
                <a:cubicBezTo>
                  <a:pt x="6437139" y="2454232"/>
                  <a:pt x="6505852" y="2473455"/>
                  <a:pt x="6576248" y="2472161"/>
                </a:cubicBezTo>
                <a:cubicBezTo>
                  <a:pt x="6736514" y="2472161"/>
                  <a:pt x="6911591" y="2383025"/>
                  <a:pt x="7023074" y="2230678"/>
                </a:cubicBezTo>
                <a:cubicBezTo>
                  <a:pt x="7054912" y="2187361"/>
                  <a:pt x="7082891" y="2141338"/>
                  <a:pt x="7106719" y="2093144"/>
                </a:cubicBezTo>
                <a:cubicBezTo>
                  <a:pt x="7187937" y="1929175"/>
                  <a:pt x="7226247" y="1737751"/>
                  <a:pt x="7264558" y="1552584"/>
                </a:cubicBezTo>
                <a:cubicBezTo>
                  <a:pt x="7274136" y="1505207"/>
                  <a:pt x="7284096" y="1456169"/>
                  <a:pt x="7294695" y="1408537"/>
                </a:cubicBezTo>
                <a:cubicBezTo>
                  <a:pt x="7316059" y="1308739"/>
                  <a:pt x="7345265" y="1210791"/>
                  <a:pt x="7382043" y="1115590"/>
                </a:cubicBezTo>
                <a:cubicBezTo>
                  <a:pt x="7461857" y="916121"/>
                  <a:pt x="7570148" y="781523"/>
                  <a:pt x="7703595" y="715374"/>
                </a:cubicBezTo>
                <a:cubicBezTo>
                  <a:pt x="7767127" y="684023"/>
                  <a:pt x="7834425" y="668316"/>
                  <a:pt x="7904996" y="668301"/>
                </a:cubicBezTo>
                <a:cubicBezTo>
                  <a:pt x="7975568" y="668285"/>
                  <a:pt x="8049411" y="683960"/>
                  <a:pt x="8126031" y="715374"/>
                </a:cubicBezTo>
                <a:cubicBezTo>
                  <a:pt x="8210058" y="749726"/>
                  <a:pt x="8299832" y="805403"/>
                  <a:pt x="8392799" y="882024"/>
                </a:cubicBezTo>
                <a:cubicBezTo>
                  <a:pt x="8447110" y="926668"/>
                  <a:pt x="8499034" y="974161"/>
                  <a:pt x="8548338" y="1024283"/>
                </a:cubicBezTo>
                <a:cubicBezTo>
                  <a:pt x="8587416" y="1063998"/>
                  <a:pt x="8626875" y="1105757"/>
                  <a:pt x="8665185" y="1146111"/>
                </a:cubicBezTo>
                <a:cubicBezTo>
                  <a:pt x="8751000" y="1237011"/>
                  <a:pt x="8837989" y="1329181"/>
                  <a:pt x="8931155" y="1410464"/>
                </a:cubicBezTo>
                <a:lnTo>
                  <a:pt x="8965936" y="1437384"/>
                </a:lnTo>
                <a:lnTo>
                  <a:pt x="8965936" y="1421020"/>
                </a:lnTo>
                <a:lnTo>
                  <a:pt x="8823621" y="1290980"/>
                </a:lnTo>
                <a:cubicBezTo>
                  <a:pt x="8773181" y="1240865"/>
                  <a:pt x="8724024" y="1188923"/>
                  <a:pt x="8675274" y="1137427"/>
                </a:cubicBezTo>
                <a:cubicBezTo>
                  <a:pt x="8637091" y="1096946"/>
                  <a:pt x="8597504" y="1055187"/>
                  <a:pt x="8558300" y="1015345"/>
                </a:cubicBezTo>
                <a:cubicBezTo>
                  <a:pt x="8508650" y="964916"/>
                  <a:pt x="8456393" y="917143"/>
                  <a:pt x="8401739" y="872192"/>
                </a:cubicBezTo>
                <a:cubicBezTo>
                  <a:pt x="8307750" y="795188"/>
                  <a:pt x="8216827" y="738361"/>
                  <a:pt x="8131394" y="703370"/>
                </a:cubicBezTo>
                <a:cubicBezTo>
                  <a:pt x="7974577" y="638497"/>
                  <a:pt x="7828743" y="638625"/>
                  <a:pt x="7698104" y="703370"/>
                </a:cubicBezTo>
                <a:cubicBezTo>
                  <a:pt x="7561464" y="771052"/>
                  <a:pt x="7451002" y="907948"/>
                  <a:pt x="7369912" y="1110609"/>
                </a:cubicBezTo>
                <a:cubicBezTo>
                  <a:pt x="7332866" y="1206475"/>
                  <a:pt x="7303443" y="1305112"/>
                  <a:pt x="7281925" y="1405600"/>
                </a:cubicBezTo>
                <a:cubicBezTo>
                  <a:pt x="7271325" y="1453359"/>
                  <a:pt x="7261365" y="1502525"/>
                  <a:pt x="7251660" y="1549902"/>
                </a:cubicBezTo>
                <a:cubicBezTo>
                  <a:pt x="7214244" y="1734175"/>
                  <a:pt x="7175421" y="1924705"/>
                  <a:pt x="7095098" y="2087141"/>
                </a:cubicBezTo>
                <a:cubicBezTo>
                  <a:pt x="7071550" y="2134609"/>
                  <a:pt x="7043992" y="2179981"/>
                  <a:pt x="7012731" y="2222761"/>
                </a:cubicBezTo>
                <a:cubicBezTo>
                  <a:pt x="6865364" y="2422740"/>
                  <a:pt x="6606002" y="2511621"/>
                  <a:pt x="6422240" y="2425295"/>
                </a:cubicBezTo>
                <a:cubicBezTo>
                  <a:pt x="6389242" y="2409792"/>
                  <a:pt x="6358823" y="2389283"/>
                  <a:pt x="6332083" y="2364509"/>
                </a:cubicBezTo>
                <a:lnTo>
                  <a:pt x="6319225" y="2348844"/>
                </a:lnTo>
                <a:lnTo>
                  <a:pt x="6411131" y="2409461"/>
                </a:lnTo>
                <a:cubicBezTo>
                  <a:pt x="6459338" y="2430991"/>
                  <a:pt x="6511580" y="2441998"/>
                  <a:pt x="6564372" y="2441769"/>
                </a:cubicBezTo>
                <a:cubicBezTo>
                  <a:pt x="6741366" y="2441642"/>
                  <a:pt x="6922574" y="2326710"/>
                  <a:pt x="7024097" y="2180875"/>
                </a:cubicBezTo>
                <a:cubicBezTo>
                  <a:pt x="7055472" y="2135885"/>
                  <a:pt x="7083018" y="2088343"/>
                  <a:pt x="7106464" y="2038744"/>
                </a:cubicBezTo>
                <a:cubicBezTo>
                  <a:pt x="7182191" y="1877073"/>
                  <a:pt x="7221395" y="1691269"/>
                  <a:pt x="7258811" y="1511720"/>
                </a:cubicBezTo>
                <a:cubicBezTo>
                  <a:pt x="7270305" y="1456298"/>
                  <a:pt x="7282308" y="1399088"/>
                  <a:pt x="7295079" y="1343538"/>
                </a:cubicBezTo>
                <a:cubicBezTo>
                  <a:pt x="7317822" y="1242424"/>
                  <a:pt x="7348917" y="1143366"/>
                  <a:pt x="7388045" y="1047398"/>
                </a:cubicBezTo>
                <a:cubicBezTo>
                  <a:pt x="7473222" y="845119"/>
                  <a:pt x="7587132" y="710777"/>
                  <a:pt x="7726454" y="648204"/>
                </a:cubicBezTo>
                <a:cubicBezTo>
                  <a:pt x="7791965" y="618386"/>
                  <a:pt x="7861275" y="604818"/>
                  <a:pt x="7933825" y="607467"/>
                </a:cubicBezTo>
                <a:cubicBezTo>
                  <a:pt x="8006376" y="610116"/>
                  <a:pt x="8082166" y="628985"/>
                  <a:pt x="8160639" y="664039"/>
                </a:cubicBezTo>
                <a:cubicBezTo>
                  <a:pt x="8258036" y="709908"/>
                  <a:pt x="8348345" y="769520"/>
                  <a:pt x="8428811" y="841032"/>
                </a:cubicBezTo>
                <a:cubicBezTo>
                  <a:pt x="8482612" y="887516"/>
                  <a:pt x="8533820" y="936923"/>
                  <a:pt x="8582180" y="989039"/>
                </a:cubicBezTo>
                <a:cubicBezTo>
                  <a:pt x="8620491" y="1030925"/>
                  <a:pt x="8658801" y="1074598"/>
                  <a:pt x="8697111" y="1116740"/>
                </a:cubicBezTo>
                <a:cubicBezTo>
                  <a:pt x="8782480" y="1212277"/>
                  <a:pt x="8869095" y="1309231"/>
                  <a:pt x="8962207" y="1394621"/>
                </a:cubicBezTo>
                <a:lnTo>
                  <a:pt x="8965936" y="1397645"/>
                </a:lnTo>
                <a:lnTo>
                  <a:pt x="8965936" y="1377355"/>
                </a:lnTo>
                <a:lnTo>
                  <a:pt x="8854679" y="1270170"/>
                </a:lnTo>
                <a:cubicBezTo>
                  <a:pt x="8804476" y="1217425"/>
                  <a:pt x="8755631" y="1162713"/>
                  <a:pt x="8707200" y="1108440"/>
                </a:cubicBezTo>
                <a:cubicBezTo>
                  <a:pt x="8669911" y="1065914"/>
                  <a:pt x="8630579" y="1022241"/>
                  <a:pt x="8592269" y="980738"/>
                </a:cubicBezTo>
                <a:cubicBezTo>
                  <a:pt x="8543104" y="927805"/>
                  <a:pt x="8491040" y="877632"/>
                  <a:pt x="8436346" y="830433"/>
                </a:cubicBezTo>
                <a:cubicBezTo>
                  <a:pt x="8354948" y="758180"/>
                  <a:pt x="8263604" y="697968"/>
                  <a:pt x="8165107" y="651651"/>
                </a:cubicBezTo>
                <a:cubicBezTo>
                  <a:pt x="8004460" y="579884"/>
                  <a:pt x="7854539" y="574520"/>
                  <a:pt x="7719558" y="635816"/>
                </a:cubicBezTo>
                <a:cubicBezTo>
                  <a:pt x="7577554" y="699923"/>
                  <a:pt x="7461346" y="836563"/>
                  <a:pt x="7374764" y="1042035"/>
                </a:cubicBezTo>
                <a:cubicBezTo>
                  <a:pt x="7335228" y="1138705"/>
                  <a:pt x="7303915" y="1238541"/>
                  <a:pt x="7281159" y="1340473"/>
                </a:cubicBezTo>
                <a:cubicBezTo>
                  <a:pt x="7268262" y="1396023"/>
                  <a:pt x="7256257" y="1453361"/>
                  <a:pt x="7244765" y="1508782"/>
                </a:cubicBezTo>
                <a:cubicBezTo>
                  <a:pt x="7207476" y="1687564"/>
                  <a:pt x="7168910" y="1872094"/>
                  <a:pt x="7093438" y="2032358"/>
                </a:cubicBezTo>
                <a:cubicBezTo>
                  <a:pt x="7070516" y="2081358"/>
                  <a:pt x="7043520" y="2128352"/>
                  <a:pt x="7012731" y="2172829"/>
                </a:cubicBezTo>
                <a:cubicBezTo>
                  <a:pt x="6884647" y="2357359"/>
                  <a:pt x="6626562" y="2491572"/>
                  <a:pt x="6416366" y="2396945"/>
                </a:cubicBezTo>
                <a:cubicBezTo>
                  <a:pt x="6382653" y="2381686"/>
                  <a:pt x="6351570" y="2361176"/>
                  <a:pt x="6324294" y="2336160"/>
                </a:cubicBezTo>
                <a:lnTo>
                  <a:pt x="6310743" y="2319658"/>
                </a:lnTo>
                <a:lnTo>
                  <a:pt x="6405383" y="2380727"/>
                </a:lnTo>
                <a:cubicBezTo>
                  <a:pt x="6451764" y="2400662"/>
                  <a:pt x="6501759" y="2410788"/>
                  <a:pt x="6552239" y="2410482"/>
                </a:cubicBezTo>
                <a:cubicBezTo>
                  <a:pt x="6734852" y="2410482"/>
                  <a:pt x="6921935" y="2285846"/>
                  <a:pt x="7024096" y="2130305"/>
                </a:cubicBezTo>
                <a:cubicBezTo>
                  <a:pt x="7054732" y="2083873"/>
                  <a:pt x="7081510" y="2035015"/>
                  <a:pt x="7104165" y="1984215"/>
                </a:cubicBezTo>
                <a:cubicBezTo>
                  <a:pt x="7175550" y="1825227"/>
                  <a:pt x="7213732" y="1645169"/>
                  <a:pt x="7250766" y="1471112"/>
                </a:cubicBezTo>
                <a:cubicBezTo>
                  <a:pt x="7264174" y="1407643"/>
                  <a:pt x="7278222" y="1342389"/>
                  <a:pt x="7293419" y="1278538"/>
                </a:cubicBezTo>
                <a:cubicBezTo>
                  <a:pt x="7317541" y="1176095"/>
                  <a:pt x="7350526" y="1075940"/>
                  <a:pt x="7392003" y="979206"/>
                </a:cubicBezTo>
                <a:cubicBezTo>
                  <a:pt x="7482417" y="774628"/>
                  <a:pt x="7601944" y="640670"/>
                  <a:pt x="7747269" y="581033"/>
                </a:cubicBezTo>
                <a:cubicBezTo>
                  <a:pt x="7815589" y="552811"/>
                  <a:pt x="7887326" y="541382"/>
                  <a:pt x="7961982" y="546714"/>
                </a:cubicBezTo>
                <a:cubicBezTo>
                  <a:pt x="8036640" y="552045"/>
                  <a:pt x="8114219" y="574138"/>
                  <a:pt x="8194223" y="612959"/>
                </a:cubicBezTo>
                <a:cubicBezTo>
                  <a:pt x="8292196" y="662213"/>
                  <a:pt x="8382761" y="724978"/>
                  <a:pt x="8463290" y="799402"/>
                </a:cubicBezTo>
                <a:cubicBezTo>
                  <a:pt x="8517549" y="848542"/>
                  <a:pt x="8568923" y="900771"/>
                  <a:pt x="8617170" y="955836"/>
                </a:cubicBezTo>
                <a:cubicBezTo>
                  <a:pt x="8655224" y="998999"/>
                  <a:pt x="8693663" y="1044461"/>
                  <a:pt x="8730825" y="1088390"/>
                </a:cubicBezTo>
                <a:cubicBezTo>
                  <a:pt x="8773229" y="1138533"/>
                  <a:pt x="8815952" y="1189055"/>
                  <a:pt x="8859694" y="1238233"/>
                </a:cubicBezTo>
                <a:lnTo>
                  <a:pt x="8965936" y="1349827"/>
                </a:lnTo>
                <a:lnTo>
                  <a:pt x="8965936" y="1328338"/>
                </a:lnTo>
                <a:lnTo>
                  <a:pt x="8887776" y="1249141"/>
                </a:lnTo>
                <a:cubicBezTo>
                  <a:pt x="8837790" y="1193792"/>
                  <a:pt x="8789216" y="1136374"/>
                  <a:pt x="8741041" y="1079451"/>
                </a:cubicBezTo>
                <a:cubicBezTo>
                  <a:pt x="8703878" y="1035395"/>
                  <a:pt x="8665568" y="989933"/>
                  <a:pt x="8627257" y="946642"/>
                </a:cubicBezTo>
                <a:cubicBezTo>
                  <a:pt x="8578579" y="891207"/>
                  <a:pt x="8526732" y="838631"/>
                  <a:pt x="8471974" y="789187"/>
                </a:cubicBezTo>
                <a:cubicBezTo>
                  <a:pt x="8390601" y="713625"/>
                  <a:pt x="8299002" y="649915"/>
                  <a:pt x="8199842" y="599932"/>
                </a:cubicBezTo>
                <a:cubicBezTo>
                  <a:pt x="8035745" y="520630"/>
                  <a:pt x="7882503" y="509776"/>
                  <a:pt x="7742032" y="567624"/>
                </a:cubicBezTo>
                <a:cubicBezTo>
                  <a:pt x="7593389" y="628154"/>
                  <a:pt x="7471434" y="765050"/>
                  <a:pt x="7379616" y="972949"/>
                </a:cubicBezTo>
                <a:cubicBezTo>
                  <a:pt x="7337730" y="1070384"/>
                  <a:pt x="7304489" y="1171320"/>
                  <a:pt x="7280265" y="1274579"/>
                </a:cubicBezTo>
                <a:cubicBezTo>
                  <a:pt x="7264941" y="1338173"/>
                  <a:pt x="7251022" y="1403558"/>
                  <a:pt x="7237485" y="1467409"/>
                </a:cubicBezTo>
                <a:cubicBezTo>
                  <a:pt x="7200707" y="1641210"/>
                  <a:pt x="7162524" y="1820502"/>
                  <a:pt x="7091778" y="1978214"/>
                </a:cubicBezTo>
                <a:cubicBezTo>
                  <a:pt x="7069404" y="2028528"/>
                  <a:pt x="7043021" y="2076952"/>
                  <a:pt x="7012858" y="2123026"/>
                </a:cubicBezTo>
                <a:cubicBezTo>
                  <a:pt x="6885285" y="2316494"/>
                  <a:pt x="6625157" y="2461180"/>
                  <a:pt x="6410364" y="2368469"/>
                </a:cubicBezTo>
                <a:cubicBezTo>
                  <a:pt x="6375948" y="2353553"/>
                  <a:pt x="6344239" y="2333057"/>
                  <a:pt x="6316503" y="2307811"/>
                </a:cubicBezTo>
                <a:lnTo>
                  <a:pt x="6302786" y="2291155"/>
                </a:lnTo>
                <a:lnTo>
                  <a:pt x="6352513" y="2328152"/>
                </a:lnTo>
                <a:cubicBezTo>
                  <a:pt x="6407908" y="2361804"/>
                  <a:pt x="6472009" y="2379547"/>
                  <a:pt x="6537682" y="2378685"/>
                </a:cubicBezTo>
                <a:cubicBezTo>
                  <a:pt x="6557462" y="2378672"/>
                  <a:pt x="6577217" y="2377306"/>
                  <a:pt x="6596808" y="2374599"/>
                </a:cubicBezTo>
                <a:cubicBezTo>
                  <a:pt x="6758733" y="2351613"/>
                  <a:pt x="6926532" y="2235914"/>
                  <a:pt x="7024224" y="2079864"/>
                </a:cubicBezTo>
                <a:cubicBezTo>
                  <a:pt x="7144391" y="1887929"/>
                  <a:pt x="7194577" y="1655001"/>
                  <a:pt x="7243104" y="1429864"/>
                </a:cubicBezTo>
                <a:cubicBezTo>
                  <a:pt x="7258555" y="1358351"/>
                  <a:pt x="7274518" y="1284284"/>
                  <a:pt x="7292524" y="1212771"/>
                </a:cubicBezTo>
                <a:cubicBezTo>
                  <a:pt x="7358546" y="950217"/>
                  <a:pt x="7494675" y="615640"/>
                  <a:pt x="7768722" y="512841"/>
                </a:cubicBezTo>
                <a:cubicBezTo>
                  <a:pt x="7815222" y="495378"/>
                  <a:pt x="7861677" y="486017"/>
                  <a:pt x="7907649" y="483339"/>
                </a:cubicBezTo>
                <a:cubicBezTo>
                  <a:pt x="8229456" y="464586"/>
                  <a:pt x="8527603" y="773208"/>
                  <a:pt x="8651521" y="921485"/>
                </a:cubicBezTo>
                <a:cubicBezTo>
                  <a:pt x="8688937" y="966308"/>
                  <a:pt x="8726866" y="1013557"/>
                  <a:pt x="8763516" y="1059275"/>
                </a:cubicBezTo>
                <a:cubicBezTo>
                  <a:pt x="8805669" y="1111708"/>
                  <a:pt x="8848140" y="1164588"/>
                  <a:pt x="8891676" y="1216078"/>
                </a:cubicBezTo>
                <a:lnTo>
                  <a:pt x="8965936" y="1298018"/>
                </a:lnTo>
                <a:lnTo>
                  <a:pt x="8965936" y="1278101"/>
                </a:lnTo>
                <a:lnTo>
                  <a:pt x="8919907" y="1229152"/>
                </a:lnTo>
                <a:cubicBezTo>
                  <a:pt x="8870154" y="1171189"/>
                  <a:pt x="8821875" y="1111026"/>
                  <a:pt x="8773987" y="1051357"/>
                </a:cubicBezTo>
                <a:cubicBezTo>
                  <a:pt x="8737336" y="1005641"/>
                  <a:pt x="8700048" y="958263"/>
                  <a:pt x="8661737" y="913312"/>
                </a:cubicBezTo>
                <a:cubicBezTo>
                  <a:pt x="8518330" y="741809"/>
                  <a:pt x="8143653" y="358067"/>
                  <a:pt x="7763998" y="500454"/>
                </a:cubicBezTo>
                <a:cubicBezTo>
                  <a:pt x="7484459" y="605296"/>
                  <a:pt x="7346286" y="943961"/>
                  <a:pt x="7279498" y="1209707"/>
                </a:cubicBezTo>
                <a:cubicBezTo>
                  <a:pt x="7261493" y="1280837"/>
                  <a:pt x="7245403" y="1355031"/>
                  <a:pt x="7229950" y="1426799"/>
                </a:cubicBezTo>
                <a:cubicBezTo>
                  <a:pt x="7181680" y="1651171"/>
                  <a:pt x="7131748" y="1882693"/>
                  <a:pt x="7012858" y="2072584"/>
                </a:cubicBezTo>
                <a:cubicBezTo>
                  <a:pt x="6917210" y="2225444"/>
                  <a:pt x="6753114" y="2338715"/>
                  <a:pt x="6594892" y="2361189"/>
                </a:cubicBezTo>
                <a:cubicBezTo>
                  <a:pt x="6485069" y="2376642"/>
                  <a:pt x="6386100" y="2348292"/>
                  <a:pt x="6308713" y="2279078"/>
                </a:cubicBezTo>
                <a:cubicBezTo>
                  <a:pt x="6185226" y="2169126"/>
                  <a:pt x="6146916" y="1987152"/>
                  <a:pt x="6108605" y="1811563"/>
                </a:cubicBezTo>
                <a:cubicBezTo>
                  <a:pt x="6072465" y="1640955"/>
                  <a:pt x="6034155" y="1464471"/>
                  <a:pt x="5919224" y="1347880"/>
                </a:cubicBezTo>
                <a:cubicBezTo>
                  <a:pt x="5734568" y="1160159"/>
                  <a:pt x="5439705" y="1218263"/>
                  <a:pt x="5243812" y="1351710"/>
                </a:cubicBezTo>
                <a:cubicBezTo>
                  <a:pt x="5123516" y="1433439"/>
                  <a:pt x="5019823" y="1542113"/>
                  <a:pt x="4919194" y="1647339"/>
                </a:cubicBezTo>
                <a:cubicBezTo>
                  <a:pt x="4848794" y="1723410"/>
                  <a:pt x="4774585" y="1795856"/>
                  <a:pt x="4696867" y="1864432"/>
                </a:cubicBezTo>
                <a:cubicBezTo>
                  <a:pt x="4469175" y="2057900"/>
                  <a:pt x="4223095" y="2116897"/>
                  <a:pt x="4038439" y="2022143"/>
                </a:cubicBezTo>
                <a:cubicBezTo>
                  <a:pt x="4010633" y="2007873"/>
                  <a:pt x="3985059" y="1990717"/>
                  <a:pt x="3961539" y="1971292"/>
                </a:cubicBezTo>
                <a:lnTo>
                  <a:pt x="3954380" y="1964143"/>
                </a:lnTo>
                <a:lnTo>
                  <a:pt x="3929799" y="1932955"/>
                </a:lnTo>
                <a:lnTo>
                  <a:pt x="3900174" y="1878706"/>
                </a:lnTo>
                <a:lnTo>
                  <a:pt x="3868027" y="1808305"/>
                </a:lnTo>
                <a:lnTo>
                  <a:pt x="3843492" y="1748247"/>
                </a:lnTo>
                <a:lnTo>
                  <a:pt x="3787121" y="1577103"/>
                </a:lnTo>
                <a:lnTo>
                  <a:pt x="3780191" y="1556250"/>
                </a:lnTo>
                <a:lnTo>
                  <a:pt x="3762222" y="1489116"/>
                </a:lnTo>
                <a:lnTo>
                  <a:pt x="3730277" y="1371927"/>
                </a:lnTo>
                <a:lnTo>
                  <a:pt x="3681868" y="1152846"/>
                </a:lnTo>
                <a:lnTo>
                  <a:pt x="3657123" y="1011003"/>
                </a:lnTo>
                <a:lnTo>
                  <a:pt x="3655588" y="1005734"/>
                </a:lnTo>
                <a:lnTo>
                  <a:pt x="3650178" y="961136"/>
                </a:lnTo>
                <a:cubicBezTo>
                  <a:pt x="3637840" y="883207"/>
                  <a:pt x="3621238" y="806107"/>
                  <a:pt x="3596209" y="731976"/>
                </a:cubicBezTo>
                <a:cubicBezTo>
                  <a:pt x="3521631" y="508882"/>
                  <a:pt x="3330463" y="295621"/>
                  <a:pt x="3110948" y="319884"/>
                </a:cubicBezTo>
                <a:cubicBezTo>
                  <a:pt x="2923356" y="340699"/>
                  <a:pt x="2788628" y="519992"/>
                  <a:pt x="2708689" y="666721"/>
                </a:cubicBezTo>
                <a:cubicBezTo>
                  <a:pt x="2682255" y="715120"/>
                  <a:pt x="2656714" y="766200"/>
                  <a:pt x="2633601" y="816643"/>
                </a:cubicBezTo>
                <a:cubicBezTo>
                  <a:pt x="2576135" y="935022"/>
                  <a:pt x="2516752" y="1057359"/>
                  <a:pt x="2430555" y="1153263"/>
                </a:cubicBezTo>
                <a:cubicBezTo>
                  <a:pt x="2380830" y="1208592"/>
                  <a:pt x="2316058" y="1254489"/>
                  <a:pt x="2247094" y="1280540"/>
                </a:cubicBezTo>
                <a:lnTo>
                  <a:pt x="2211472" y="1290240"/>
                </a:lnTo>
                <a:lnTo>
                  <a:pt x="2189549" y="1257339"/>
                </a:lnTo>
                <a:lnTo>
                  <a:pt x="2178688" y="1246975"/>
                </a:lnTo>
                <a:lnTo>
                  <a:pt x="2167234" y="1226052"/>
                </a:lnTo>
                <a:cubicBezTo>
                  <a:pt x="2157057" y="1196361"/>
                  <a:pt x="2141809" y="1168664"/>
                  <a:pt x="2122156" y="1144196"/>
                </a:cubicBezTo>
                <a:lnTo>
                  <a:pt x="2116151" y="1140539"/>
                </a:lnTo>
                <a:lnTo>
                  <a:pt x="2083717" y="1058763"/>
                </a:lnTo>
                <a:lnTo>
                  <a:pt x="2063295" y="1039763"/>
                </a:lnTo>
                <a:lnTo>
                  <a:pt x="2042980" y="972309"/>
                </a:lnTo>
                <a:lnTo>
                  <a:pt x="2016966" y="940861"/>
                </a:lnTo>
                <a:lnTo>
                  <a:pt x="2003775" y="885217"/>
                </a:lnTo>
                <a:lnTo>
                  <a:pt x="1974245" y="841358"/>
                </a:lnTo>
                <a:lnTo>
                  <a:pt x="1963678" y="799274"/>
                </a:lnTo>
                <a:lnTo>
                  <a:pt x="1929377" y="739773"/>
                </a:lnTo>
                <a:lnTo>
                  <a:pt x="1923453" y="712053"/>
                </a:lnTo>
                <a:lnTo>
                  <a:pt x="1884893" y="636086"/>
                </a:lnTo>
                <a:lnTo>
                  <a:pt x="1882973" y="625600"/>
                </a:lnTo>
                <a:lnTo>
                  <a:pt x="1842218" y="536587"/>
                </a:lnTo>
                <a:lnTo>
                  <a:pt x="1789358" y="410240"/>
                </a:lnTo>
                <a:lnTo>
                  <a:pt x="1786700" y="406996"/>
                </a:lnTo>
                <a:lnTo>
                  <a:pt x="1758249" y="329039"/>
                </a:lnTo>
                <a:cubicBezTo>
                  <a:pt x="1699641" y="213101"/>
                  <a:pt x="1601328" y="120798"/>
                  <a:pt x="1472413" y="63332"/>
                </a:cubicBezTo>
                <a:cubicBezTo>
                  <a:pt x="1368796" y="17641"/>
                  <a:pt x="1257601" y="-3242"/>
                  <a:pt x="1147215" y="407"/>
                </a:cubicBezTo>
                <a:close/>
              </a:path>
            </a:pathLst>
          </a:custGeom>
          <a:gradFill>
            <a:gsLst>
              <a:gs pos="84000">
                <a:schemeClr val="accent1"/>
              </a:gs>
              <a:gs pos="18000">
                <a:schemeClr val="accent1">
                  <a:alpha val="0"/>
                </a:schemeClr>
              </a:gs>
            </a:gsLst>
            <a:lin ang="1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Text1"/>
          <p:cNvSpPr txBox="1"/>
          <p:nvPr>
            <p:custDataLst>
              <p:tags r:id="rId1"/>
            </p:custDataLst>
          </p:nvPr>
        </p:nvSpPr>
        <p:spPr>
          <a:xfrm>
            <a:off x="2700655" y="2982595"/>
            <a:ext cx="8469630" cy="135763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爬虫开发</a:t>
            </a:r>
            <a:endParaRPr lang="zh-CN" altLang="en-US" sz="6000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字体圈欣意冠黑体" panose="00000500000000000000" charset="-122"/>
              <a:sym typeface="+mn-lt"/>
            </a:endParaRPr>
          </a:p>
        </p:txBody>
      </p:sp>
      <p:sp>
        <p:nvSpPr>
          <p:cNvPr id="4" name="Text2"/>
          <p:cNvSpPr txBox="1"/>
          <p:nvPr>
            <p:custDataLst>
              <p:tags r:id="rId2"/>
            </p:custDataLst>
          </p:nvPr>
        </p:nvSpPr>
        <p:spPr>
          <a:xfrm>
            <a:off x="2700655" y="4409440"/>
            <a:ext cx="8469630" cy="10337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uFillTx/>
              <a:latin typeface="微软雅黑" panose="020B0503020204020204" charset="-122"/>
              <a:ea typeface="微软雅黑" panose="020B0503020204020204" charset="-122"/>
              <a:cs typeface="Open Sans" panose="020B0606030504020204" pitchFamily="34" charset="0"/>
            </a:endParaRPr>
          </a:p>
        </p:txBody>
      </p:sp>
      <p:sp>
        <p:nvSpPr>
          <p:cNvPr id="6" name="Text3"/>
          <p:cNvSpPr txBox="1"/>
          <p:nvPr>
            <p:custDataLst>
              <p:tags r:id="rId3"/>
            </p:custDataLst>
          </p:nvPr>
        </p:nvSpPr>
        <p:spPr>
          <a:xfrm>
            <a:off x="9828757" y="1430606"/>
            <a:ext cx="1722527" cy="139954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8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: 形状 11"/>
          <p:cNvSpPr/>
          <p:nvPr/>
        </p:nvSpPr>
        <p:spPr>
          <a:xfrm flipH="1">
            <a:off x="9278528" y="2722909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1"/>
          <p:cNvSpPr/>
          <p:nvPr>
            <p:custDataLst>
              <p:tags r:id="rId1"/>
            </p:custDataLst>
          </p:nvPr>
        </p:nvSpPr>
        <p:spPr>
          <a:xfrm>
            <a:off x="775335" y="1370330"/>
            <a:ext cx="2743835" cy="5064125"/>
          </a:xfrm>
          <a:prstGeom prst="roundRect">
            <a:avLst>
              <a:gd name="adj" fmla="val 2859"/>
            </a:avLst>
          </a:prstGeom>
          <a:blipFill>
            <a:blip r:embed="rId2"/>
            <a:stretch>
              <a:fillRect l="-45207" r="-4520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Shape2"/>
          <p:cNvCxnSpPr/>
          <p:nvPr>
            <p:custDataLst>
              <p:tags r:id="rId3"/>
            </p:custDataLst>
          </p:nvPr>
        </p:nvCxnSpPr>
        <p:spPr>
          <a:xfrm flipH="1">
            <a:off x="3431626" y="1451167"/>
            <a:ext cx="0" cy="4815840"/>
          </a:xfrm>
          <a:prstGeom prst="line">
            <a:avLst/>
          </a:prstGeom>
          <a:ln w="2540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1"/>
          <p:cNvSpPr/>
          <p:nvPr>
            <p:custDataLst>
              <p:tags r:id="rId4"/>
            </p:custDataLst>
          </p:nvPr>
        </p:nvSpPr>
        <p:spPr>
          <a:xfrm>
            <a:off x="3133126" y="1393744"/>
            <a:ext cx="722539" cy="7225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2"/>
          <p:cNvSpPr txBox="1"/>
          <p:nvPr>
            <p:custDataLst>
              <p:tags r:id="rId5"/>
            </p:custDataLst>
          </p:nvPr>
        </p:nvSpPr>
        <p:spPr>
          <a:xfrm>
            <a:off x="3200207" y="1524181"/>
            <a:ext cx="58837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3"/>
          <p:cNvSpPr txBox="1"/>
          <p:nvPr>
            <p:custDataLst>
              <p:tags r:id="rId6"/>
            </p:custDataLst>
          </p:nvPr>
        </p:nvSpPr>
        <p:spPr>
          <a:xfrm>
            <a:off x="4342765" y="1788795"/>
            <a:ext cx="7088505" cy="5956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基于Rust异步运行时Tokio开发的‌高性能并发网页爬虫程序‌。</a:t>
            </a:r>
            <a:endParaRPr lang="en-US" altLang="zh-CN" sz="14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4"/>
          <p:cNvSpPr txBox="1"/>
          <p:nvPr>
            <p:custDataLst>
              <p:tags r:id="rId7"/>
            </p:custDataLst>
          </p:nvPr>
        </p:nvSpPr>
        <p:spPr>
          <a:xfrm>
            <a:off x="4408805" y="1437005"/>
            <a:ext cx="7022465" cy="351790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crawler_async‌</a:t>
            </a:r>
            <a:endParaRPr lang="zh-CN" altLang="en-US" sz="1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5"/>
          <p:cNvSpPr txBox="1"/>
          <p:nvPr>
            <p:custDataLst>
              <p:tags r:id="rId8"/>
            </p:custDataLst>
          </p:nvPr>
        </p:nvSpPr>
        <p:spPr>
          <a:xfrm>
            <a:off x="304628" y="304517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本阶段共开发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3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组爬虫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72" name="Text6"/>
          <p:cNvSpPr/>
          <p:nvPr>
            <p:custDataLst>
              <p:tags r:id="rId9"/>
            </p:custDataLst>
          </p:nvPr>
        </p:nvSpPr>
        <p:spPr>
          <a:xfrm>
            <a:off x="3133126" y="2453301"/>
            <a:ext cx="722539" cy="7225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7"/>
          <p:cNvSpPr txBox="1"/>
          <p:nvPr>
            <p:custDataLst>
              <p:tags r:id="rId10"/>
            </p:custDataLst>
          </p:nvPr>
        </p:nvSpPr>
        <p:spPr>
          <a:xfrm>
            <a:off x="3200207" y="2583738"/>
            <a:ext cx="58837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8"/>
          <p:cNvSpPr txBox="1"/>
          <p:nvPr>
            <p:custDataLst>
              <p:tags r:id="rId11"/>
            </p:custDataLst>
          </p:nvPr>
        </p:nvSpPr>
        <p:spPr>
          <a:xfrm>
            <a:off x="4344670" y="2848610"/>
            <a:ext cx="7086600" cy="5956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它是一个‌基于 Rust 标准库多线程（std::thread）实现的同步阻塞式网页爬虫‌。</a:t>
            </a:r>
            <a:endParaRPr lang="en-US" altLang="zh-CN" sz="14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9"/>
          <p:cNvSpPr txBox="1"/>
          <p:nvPr>
            <p:custDataLst>
              <p:tags r:id="rId12"/>
            </p:custDataLst>
          </p:nvPr>
        </p:nvSpPr>
        <p:spPr>
          <a:xfrm>
            <a:off x="4343400" y="2496185"/>
            <a:ext cx="7087870" cy="351790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crawler_thread‌</a:t>
            </a:r>
            <a:endParaRPr lang="zh-CN" altLang="en-US" sz="1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10"/>
          <p:cNvSpPr/>
          <p:nvPr>
            <p:custDataLst>
              <p:tags r:id="rId13"/>
            </p:custDataLst>
          </p:nvPr>
        </p:nvSpPr>
        <p:spPr>
          <a:xfrm>
            <a:off x="3133126" y="3512858"/>
            <a:ext cx="722539" cy="7225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11"/>
          <p:cNvSpPr txBox="1"/>
          <p:nvPr>
            <p:custDataLst>
              <p:tags r:id="rId14"/>
            </p:custDataLst>
          </p:nvPr>
        </p:nvSpPr>
        <p:spPr>
          <a:xfrm>
            <a:off x="3200207" y="3643295"/>
            <a:ext cx="58837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12"/>
          <p:cNvSpPr txBox="1"/>
          <p:nvPr>
            <p:custDataLst>
              <p:tags r:id="rId15"/>
            </p:custDataLst>
          </p:nvPr>
        </p:nvSpPr>
        <p:spPr>
          <a:xfrm>
            <a:off x="4342765" y="3907790"/>
            <a:ext cx="7088505" cy="595630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基于多进程（子进程）并发机制的网页爬虫程序‌</a:t>
            </a:r>
            <a:r>
              <a:rPr lang="zh-CN" altLang="en-US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，使用 std::thread::spawn 为标准库的多线程，每个线程负责调用一个外部进程（./curl_one）执行单次爬取任务，实现并发。</a:t>
            </a:r>
            <a:endParaRPr lang="zh-CN" altLang="en-US" sz="14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13"/>
          <p:cNvSpPr txBox="1"/>
          <p:nvPr>
            <p:custDataLst>
              <p:tags r:id="rId16"/>
            </p:custDataLst>
          </p:nvPr>
        </p:nvSpPr>
        <p:spPr>
          <a:xfrm>
            <a:off x="4343400" y="3556000"/>
            <a:ext cx="7087870" cy="351790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crawler_process</a:t>
            </a:r>
            <a:endParaRPr lang="zh-CN" altLang="en-US" sz="1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14"/>
          <p:cNvSpPr/>
          <p:nvPr>
            <p:custDataLst>
              <p:tags r:id="rId17"/>
            </p:custDataLst>
          </p:nvPr>
        </p:nvSpPr>
        <p:spPr>
          <a:xfrm>
            <a:off x="3133126" y="4572415"/>
            <a:ext cx="722539" cy="7225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15"/>
          <p:cNvSpPr txBox="1"/>
          <p:nvPr>
            <p:custDataLst>
              <p:tags r:id="rId18"/>
            </p:custDataLst>
          </p:nvPr>
        </p:nvSpPr>
        <p:spPr>
          <a:xfrm>
            <a:off x="3200207" y="4702852"/>
            <a:ext cx="58837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16"/>
          <p:cNvSpPr txBox="1"/>
          <p:nvPr>
            <p:custDataLst>
              <p:tags r:id="rId19"/>
            </p:custDataLst>
          </p:nvPr>
        </p:nvSpPr>
        <p:spPr>
          <a:xfrm>
            <a:off x="4409440" y="4967605"/>
            <a:ext cx="7021830" cy="8921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它是将爬虫每个请求的处理，作为一个‌独立的、支持命令行调用的单次网页抓取工具‌</a:t>
            </a:r>
            <a:r>
              <a:rPr lang="zh-CN" altLang="en-US" sz="14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。编译成二进制后由父进程crawler_process并发调用。</a:t>
            </a:r>
            <a:endParaRPr lang="zh-CN" altLang="en-US" sz="14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17"/>
          <p:cNvSpPr txBox="1"/>
          <p:nvPr>
            <p:custDataLst>
              <p:tags r:id="rId20"/>
            </p:custDataLst>
          </p:nvPr>
        </p:nvSpPr>
        <p:spPr>
          <a:xfrm>
            <a:off x="4344035" y="4615815"/>
            <a:ext cx="7087235" cy="351790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curl_one</a:t>
            </a:r>
            <a:endParaRPr lang="zh-CN" altLang="en-US" sz="1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3"/>
          <p:cNvSpPr txBox="1"/>
          <p:nvPr>
            <p:custDataLst>
              <p:tags r:id="rId1"/>
            </p:custDataLst>
          </p:nvPr>
        </p:nvSpPr>
        <p:spPr>
          <a:xfrm>
            <a:off x="5304426" y="2228374"/>
            <a:ext cx="1570450" cy="1570449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50800" dist="50800" dir="5400000" algn="ctr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Text7"/>
          <p:cNvSpPr txBox="1"/>
          <p:nvPr>
            <p:custDataLst>
              <p:tags r:id="rId2"/>
            </p:custDataLst>
          </p:nvPr>
        </p:nvSpPr>
        <p:spPr>
          <a:xfrm>
            <a:off x="660400" y="4189572"/>
            <a:ext cx="2844800" cy="3618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多进程爬虫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8"/>
          <p:cNvSpPr txBox="1"/>
          <p:nvPr>
            <p:custDataLst>
              <p:tags r:id="rId3"/>
            </p:custDataLst>
          </p:nvPr>
        </p:nvSpPr>
        <p:spPr>
          <a:xfrm>
            <a:off x="660400" y="4596584"/>
            <a:ext cx="2844800" cy="16391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多进程爬虫程序在孵化多进程时内存使用暴增，然后随着子进程退出，内存使用等比下降。</a:t>
            </a:r>
            <a:endParaRPr lang="en-US" altLang="zh-CN" sz="1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9"/>
          <p:cNvSpPr txBox="1"/>
          <p:nvPr>
            <p:custDataLst>
              <p:tags r:id="rId4"/>
            </p:custDataLst>
          </p:nvPr>
        </p:nvSpPr>
        <p:spPr>
          <a:xfrm>
            <a:off x="4667250" y="4189572"/>
            <a:ext cx="2844800" cy="3618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多线程爬虫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10"/>
          <p:cNvSpPr txBox="1"/>
          <p:nvPr>
            <p:custDataLst>
              <p:tags r:id="rId5"/>
            </p:custDataLst>
          </p:nvPr>
        </p:nvSpPr>
        <p:spPr>
          <a:xfrm>
            <a:off x="4667250" y="4596584"/>
            <a:ext cx="2844800" cy="16391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多线程和异步协程爬虫的内存使用是逐渐增长的。</a:t>
            </a:r>
            <a:endParaRPr lang="en-US" altLang="zh-CN" sz="1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11"/>
          <p:cNvSpPr txBox="1"/>
          <p:nvPr>
            <p:custDataLst>
              <p:tags r:id="rId6"/>
            </p:custDataLst>
          </p:nvPr>
        </p:nvSpPr>
        <p:spPr>
          <a:xfrm>
            <a:off x="8674100" y="4189572"/>
            <a:ext cx="2844800" cy="3618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异步协程爬虫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12"/>
          <p:cNvSpPr txBox="1"/>
          <p:nvPr>
            <p:custDataLst>
              <p:tags r:id="rId7"/>
            </p:custDataLst>
          </p:nvPr>
        </p:nvSpPr>
        <p:spPr>
          <a:xfrm>
            <a:off x="8674100" y="4596584"/>
            <a:ext cx="2844800" cy="16391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异步协程与多线程爬虫相比，初始内存使用较多，反应了tokio异步协程库代码本身占用的内存。但异步协程内存使用增长比多线程平缓，这反应了无栈协程比多线程节省了栈的内存使用。</a:t>
            </a:r>
            <a:endParaRPr lang="en-US" altLang="zh-CN" sz="1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13"/>
          <p:cNvSpPr txBox="1"/>
          <p:nvPr>
            <p:custDataLst>
              <p:tags r:id="rId8"/>
            </p:custDataLst>
          </p:nvPr>
        </p:nvSpPr>
        <p:spPr>
          <a:xfrm rot="2700000">
            <a:off x="256421" y="473520"/>
            <a:ext cx="459926" cy="459926"/>
          </a:xfrm>
          <a:custGeom>
            <a:avLst/>
            <a:gdLst>
              <a:gd name="connsiteX0" fmla="*/ 31025 w 887753"/>
              <a:gd name="connsiteY0" fmla="*/ 31025 h 887753"/>
              <a:gd name="connsiteX1" fmla="*/ 105925 w 887753"/>
              <a:gd name="connsiteY1" fmla="*/ 0 h 887753"/>
              <a:gd name="connsiteX2" fmla="*/ 529615 w 887753"/>
              <a:gd name="connsiteY2" fmla="*/ 0 h 887753"/>
              <a:gd name="connsiteX3" fmla="*/ 635540 w 887753"/>
              <a:gd name="connsiteY3" fmla="*/ 105925 h 887753"/>
              <a:gd name="connsiteX4" fmla="*/ 635540 w 887753"/>
              <a:gd name="connsiteY4" fmla="*/ 252212 h 887753"/>
              <a:gd name="connsiteX5" fmla="*/ 781827 w 887753"/>
              <a:gd name="connsiteY5" fmla="*/ 252212 h 887753"/>
              <a:gd name="connsiteX6" fmla="*/ 887753 w 887753"/>
              <a:gd name="connsiteY6" fmla="*/ 358137 h 887753"/>
              <a:gd name="connsiteX7" fmla="*/ 887753 w 887753"/>
              <a:gd name="connsiteY7" fmla="*/ 781827 h 887753"/>
              <a:gd name="connsiteX8" fmla="*/ 781827 w 887753"/>
              <a:gd name="connsiteY8" fmla="*/ 887753 h 887753"/>
              <a:gd name="connsiteX9" fmla="*/ 358137 w 887753"/>
              <a:gd name="connsiteY9" fmla="*/ 887753 h 887753"/>
              <a:gd name="connsiteX10" fmla="*/ 252212 w 887753"/>
              <a:gd name="connsiteY10" fmla="*/ 781827 h 887753"/>
              <a:gd name="connsiteX11" fmla="*/ 252212 w 887753"/>
              <a:gd name="connsiteY11" fmla="*/ 635540 h 887753"/>
              <a:gd name="connsiteX12" fmla="*/ 105925 w 887753"/>
              <a:gd name="connsiteY12" fmla="*/ 635540 h 887753"/>
              <a:gd name="connsiteX13" fmla="*/ 0 w 887753"/>
              <a:gd name="connsiteY13" fmla="*/ 529615 h 887753"/>
              <a:gd name="connsiteX14" fmla="*/ 0 w 887753"/>
              <a:gd name="connsiteY14" fmla="*/ 105925 h 887753"/>
              <a:gd name="connsiteX15" fmla="*/ 31025 w 887753"/>
              <a:gd name="connsiteY15" fmla="*/ 31025 h 887753"/>
            </a:gdLst>
            <a:ahLst/>
            <a:cxnLst/>
            <a:rect l="l" t="t" r="r" b="b"/>
            <a:pathLst>
              <a:path w="887753" h="887753">
                <a:moveTo>
                  <a:pt x="31025" y="31025"/>
                </a:moveTo>
                <a:cubicBezTo>
                  <a:pt x="50193" y="11856"/>
                  <a:pt x="76675" y="0"/>
                  <a:pt x="105925" y="0"/>
                </a:cubicBezTo>
                <a:lnTo>
                  <a:pt x="529615" y="0"/>
                </a:lnTo>
                <a:cubicBezTo>
                  <a:pt x="588116" y="0"/>
                  <a:pt x="635540" y="47424"/>
                  <a:pt x="635540" y="105925"/>
                </a:cubicBezTo>
                <a:lnTo>
                  <a:pt x="635540" y="252212"/>
                </a:lnTo>
                <a:lnTo>
                  <a:pt x="781827" y="252212"/>
                </a:lnTo>
                <a:cubicBezTo>
                  <a:pt x="840328" y="252212"/>
                  <a:pt x="887753" y="299636"/>
                  <a:pt x="887753" y="358137"/>
                </a:cubicBezTo>
                <a:lnTo>
                  <a:pt x="887753" y="781827"/>
                </a:lnTo>
                <a:cubicBezTo>
                  <a:pt x="887753" y="840328"/>
                  <a:pt x="840328" y="887753"/>
                  <a:pt x="781827" y="887753"/>
                </a:cubicBezTo>
                <a:lnTo>
                  <a:pt x="358137" y="887753"/>
                </a:lnTo>
                <a:cubicBezTo>
                  <a:pt x="299636" y="887753"/>
                  <a:pt x="252212" y="840328"/>
                  <a:pt x="252212" y="781827"/>
                </a:cubicBezTo>
                <a:lnTo>
                  <a:pt x="252212" y="635540"/>
                </a:lnTo>
                <a:lnTo>
                  <a:pt x="105925" y="635540"/>
                </a:lnTo>
                <a:cubicBezTo>
                  <a:pt x="47424" y="635540"/>
                  <a:pt x="0" y="588116"/>
                  <a:pt x="0" y="529615"/>
                </a:cubicBezTo>
                <a:lnTo>
                  <a:pt x="0" y="105925"/>
                </a:lnTo>
                <a:cubicBezTo>
                  <a:pt x="0" y="76675"/>
                  <a:pt x="11856" y="50193"/>
                  <a:pt x="31025" y="31025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Text14"/>
          <p:cNvSpPr txBox="1"/>
          <p:nvPr>
            <p:custDataLst>
              <p:tags r:id="rId9"/>
            </p:custDataLst>
          </p:nvPr>
        </p:nvSpPr>
        <p:spPr>
          <a:xfrm>
            <a:off x="811601" y="287410"/>
            <a:ext cx="11058507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三种爬虫内存使用比较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1284605"/>
            <a:ext cx="3773170" cy="2540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1770" y="1295400"/>
            <a:ext cx="4092575" cy="248348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1284605"/>
            <a:ext cx="3869690" cy="226568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 flipH="1">
            <a:off x="1066065" y="2963436"/>
            <a:ext cx="5154861" cy="932252"/>
            <a:chOff x="5971074" y="2963436"/>
            <a:chExt cx="5154861" cy="932252"/>
          </a:xfrm>
          <a:noFill/>
        </p:grpSpPr>
        <p:sp>
          <p:nvSpPr>
            <p:cNvPr id="11" name="任意多边形: 形状 10"/>
            <p:cNvSpPr/>
            <p:nvPr/>
          </p:nvSpPr>
          <p:spPr>
            <a:xfrm>
              <a:off x="8439045" y="3750748"/>
              <a:ext cx="608671" cy="144940"/>
            </a:xfrm>
            <a:custGeom>
              <a:avLst/>
              <a:gdLst>
                <a:gd name="connsiteX0" fmla="*/ 568531 w 608671"/>
                <a:gd name="connsiteY0" fmla="*/ 144941 h 144940"/>
                <a:gd name="connsiteX1" fmla="*/ 0 w 608671"/>
                <a:gd name="connsiteY1" fmla="*/ 144941 h 144940"/>
                <a:gd name="connsiteX2" fmla="*/ 40140 w 608671"/>
                <a:gd name="connsiteY2" fmla="*/ 0 h 144940"/>
                <a:gd name="connsiteX3" fmla="*/ 608671 w 608671"/>
                <a:gd name="connsiteY3" fmla="*/ 0 h 144940"/>
                <a:gd name="connsiteX4" fmla="*/ 568531 w 608671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1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71074" y="3086047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517402" y="2963436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 flipH="1">
            <a:off x="7180306" y="2263059"/>
            <a:ext cx="4682775" cy="2948276"/>
            <a:chOff x="328919" y="-2038535"/>
            <a:chExt cx="4682775" cy="294827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4403161" y="-2038535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3 w 608533"/>
                <a:gd name="connsiteY2" fmla="*/ 0 h 144941"/>
                <a:gd name="connsiteX3" fmla="*/ 608534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534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408986" y="593557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140 w 608670"/>
                <a:gd name="connsiteY2" fmla="*/ 0 h 144940"/>
                <a:gd name="connsiteX3" fmla="*/ 608671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28919" y="764801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003 w 608670"/>
                <a:gd name="connsiteY2" fmla="*/ 0 h 144940"/>
                <a:gd name="connsiteX3" fmla="*/ 608670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 flipH="1">
            <a:off x="1370331" y="1738838"/>
            <a:ext cx="10715094" cy="2904438"/>
            <a:chOff x="106575" y="-2601860"/>
            <a:chExt cx="10715094" cy="2904438"/>
          </a:xfrm>
          <a:gradFill>
            <a:gsLst>
              <a:gs pos="100000">
                <a:schemeClr val="accent1">
                  <a:alpha val="26000"/>
                </a:schemeClr>
              </a:gs>
              <a:gs pos="18000">
                <a:schemeClr val="accent1">
                  <a:alpha val="0"/>
                </a:schemeClr>
              </a:gs>
            </a:gsLst>
            <a:lin ang="3256497" scaled="1"/>
          </a:gradFill>
        </p:grpSpPr>
        <p:sp>
          <p:nvSpPr>
            <p:cNvPr id="5" name="任意多边形: 形状 4"/>
            <p:cNvSpPr/>
            <p:nvPr/>
          </p:nvSpPr>
          <p:spPr>
            <a:xfrm>
              <a:off x="7319107" y="-1575019"/>
              <a:ext cx="907731" cy="150557"/>
            </a:xfrm>
            <a:custGeom>
              <a:avLst/>
              <a:gdLst>
                <a:gd name="connsiteX0" fmla="*/ 820740 w 907731"/>
                <a:gd name="connsiteY0" fmla="*/ 150558 h 150557"/>
                <a:gd name="connsiteX1" fmla="*/ 0 w 907731"/>
                <a:gd name="connsiteY1" fmla="*/ 150558 h 150557"/>
                <a:gd name="connsiteX2" fmla="*/ 86993 w 907731"/>
                <a:gd name="connsiteY2" fmla="*/ 0 h 150557"/>
                <a:gd name="connsiteX3" fmla="*/ 907731 w 907731"/>
                <a:gd name="connsiteY3" fmla="*/ 0 h 150557"/>
                <a:gd name="connsiteX4" fmla="*/ 820740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40" y="150558"/>
                  </a:moveTo>
                  <a:lnTo>
                    <a:pt x="0" y="150558"/>
                  </a:lnTo>
                  <a:lnTo>
                    <a:pt x="86993" y="0"/>
                  </a:lnTo>
                  <a:lnTo>
                    <a:pt x="907731" y="0"/>
                  </a:lnTo>
                  <a:lnTo>
                    <a:pt x="820740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4858260" y="-544814"/>
              <a:ext cx="907731" cy="150557"/>
            </a:xfrm>
            <a:custGeom>
              <a:avLst/>
              <a:gdLst>
                <a:gd name="connsiteX0" fmla="*/ 820739 w 907731"/>
                <a:gd name="connsiteY0" fmla="*/ 150558 h 150557"/>
                <a:gd name="connsiteX1" fmla="*/ 0 w 907731"/>
                <a:gd name="connsiteY1" fmla="*/ 150558 h 150557"/>
                <a:gd name="connsiteX2" fmla="*/ 86992 w 907731"/>
                <a:gd name="connsiteY2" fmla="*/ 0 h 150557"/>
                <a:gd name="connsiteX3" fmla="*/ 907731 w 907731"/>
                <a:gd name="connsiteY3" fmla="*/ 0 h 150557"/>
                <a:gd name="connsiteX4" fmla="*/ 820739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39" y="150558"/>
                  </a:moveTo>
                  <a:lnTo>
                    <a:pt x="0" y="150558"/>
                  </a:lnTo>
                  <a:lnTo>
                    <a:pt x="86992" y="0"/>
                  </a:lnTo>
                  <a:lnTo>
                    <a:pt x="907731" y="0"/>
                  </a:lnTo>
                  <a:lnTo>
                    <a:pt x="820739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7351302" y="-193756"/>
              <a:ext cx="984037" cy="165490"/>
            </a:xfrm>
            <a:custGeom>
              <a:avLst/>
              <a:gdLst>
                <a:gd name="connsiteX0" fmla="*/ 888415 w 984037"/>
                <a:gd name="connsiteY0" fmla="*/ 165490 h 165490"/>
                <a:gd name="connsiteX1" fmla="*/ 0 w 984037"/>
                <a:gd name="connsiteY1" fmla="*/ 165490 h 165490"/>
                <a:gd name="connsiteX2" fmla="*/ 95623 w 984037"/>
                <a:gd name="connsiteY2" fmla="*/ 0 h 165490"/>
                <a:gd name="connsiteX3" fmla="*/ 984038 w 984037"/>
                <a:gd name="connsiteY3" fmla="*/ 0 h 165490"/>
                <a:gd name="connsiteX4" fmla="*/ 888415 w 984037"/>
                <a:gd name="connsiteY4" fmla="*/ 165490 h 16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037" h="165490">
                  <a:moveTo>
                    <a:pt x="888415" y="165490"/>
                  </a:moveTo>
                  <a:lnTo>
                    <a:pt x="0" y="165490"/>
                  </a:lnTo>
                  <a:lnTo>
                    <a:pt x="95623" y="0"/>
                  </a:lnTo>
                  <a:lnTo>
                    <a:pt x="984038" y="0"/>
                  </a:lnTo>
                  <a:lnTo>
                    <a:pt x="888415" y="165490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340073" y="-1711801"/>
              <a:ext cx="608670" cy="144941"/>
            </a:xfrm>
            <a:custGeom>
              <a:avLst/>
              <a:gdLst>
                <a:gd name="connsiteX0" fmla="*/ 568531 w 608670"/>
                <a:gd name="connsiteY0" fmla="*/ 144941 h 144941"/>
                <a:gd name="connsiteX1" fmla="*/ 0 w 608670"/>
                <a:gd name="connsiteY1" fmla="*/ 144941 h 144941"/>
                <a:gd name="connsiteX2" fmla="*/ 40002 w 608670"/>
                <a:gd name="connsiteY2" fmla="*/ 0 h 144941"/>
                <a:gd name="connsiteX3" fmla="*/ 608670 w 608670"/>
                <a:gd name="connsiteY3" fmla="*/ 0 h 144941"/>
                <a:gd name="connsiteX4" fmla="*/ 568531 w 608670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20825" y="-461993"/>
              <a:ext cx="1005272" cy="196177"/>
            </a:xfrm>
            <a:custGeom>
              <a:avLst/>
              <a:gdLst>
                <a:gd name="connsiteX0" fmla="*/ 891977 w 1005272"/>
                <a:gd name="connsiteY0" fmla="*/ 196177 h 196177"/>
                <a:gd name="connsiteX1" fmla="*/ 0 w 1005272"/>
                <a:gd name="connsiteY1" fmla="*/ 196177 h 196177"/>
                <a:gd name="connsiteX2" fmla="*/ 113295 w 1005272"/>
                <a:gd name="connsiteY2" fmla="*/ 0 h 196177"/>
                <a:gd name="connsiteX3" fmla="*/ 1005272 w 1005272"/>
                <a:gd name="connsiteY3" fmla="*/ 0 h 196177"/>
                <a:gd name="connsiteX4" fmla="*/ 891977 w 1005272"/>
                <a:gd name="connsiteY4" fmla="*/ 196177 h 19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272" h="196177">
                  <a:moveTo>
                    <a:pt x="891977" y="196177"/>
                  </a:moveTo>
                  <a:lnTo>
                    <a:pt x="0" y="196177"/>
                  </a:lnTo>
                  <a:lnTo>
                    <a:pt x="113295" y="0"/>
                  </a:lnTo>
                  <a:lnTo>
                    <a:pt x="1005272" y="0"/>
                  </a:lnTo>
                  <a:lnTo>
                    <a:pt x="891977" y="19617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47475" y="-1636317"/>
              <a:ext cx="1274194" cy="166997"/>
            </a:xfrm>
            <a:custGeom>
              <a:avLst/>
              <a:gdLst>
                <a:gd name="connsiteX0" fmla="*/ 1177886 w 1274194"/>
                <a:gd name="connsiteY0" fmla="*/ 166997 h 166997"/>
                <a:gd name="connsiteX1" fmla="*/ 0 w 1274194"/>
                <a:gd name="connsiteY1" fmla="*/ 166997 h 166997"/>
                <a:gd name="connsiteX2" fmla="*/ 96307 w 1274194"/>
                <a:gd name="connsiteY2" fmla="*/ 0 h 166997"/>
                <a:gd name="connsiteX3" fmla="*/ 1274194 w 1274194"/>
                <a:gd name="connsiteY3" fmla="*/ 0 h 166997"/>
                <a:gd name="connsiteX4" fmla="*/ 1177886 w 1274194"/>
                <a:gd name="connsiteY4" fmla="*/ 166997 h 16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4194" h="166997">
                  <a:moveTo>
                    <a:pt x="1177886" y="166997"/>
                  </a:moveTo>
                  <a:lnTo>
                    <a:pt x="0" y="166997"/>
                  </a:lnTo>
                  <a:lnTo>
                    <a:pt x="96307" y="0"/>
                  </a:lnTo>
                  <a:lnTo>
                    <a:pt x="1274194" y="0"/>
                  </a:lnTo>
                  <a:lnTo>
                    <a:pt x="1177886" y="16699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6575" y="211564"/>
              <a:ext cx="820739" cy="91014"/>
            </a:xfrm>
            <a:custGeom>
              <a:avLst/>
              <a:gdLst>
                <a:gd name="connsiteX0" fmla="*/ 1080757 w 1164734"/>
                <a:gd name="connsiteY0" fmla="*/ 145489 h 145489"/>
                <a:gd name="connsiteX1" fmla="*/ 0 w 1164734"/>
                <a:gd name="connsiteY1" fmla="*/ 145489 h 145489"/>
                <a:gd name="connsiteX2" fmla="*/ 83978 w 1164734"/>
                <a:gd name="connsiteY2" fmla="*/ 0 h 145489"/>
                <a:gd name="connsiteX3" fmla="*/ 1164735 w 1164734"/>
                <a:gd name="connsiteY3" fmla="*/ 0 h 145489"/>
                <a:gd name="connsiteX4" fmla="*/ 1080757 w 1164734"/>
                <a:gd name="connsiteY4" fmla="*/ 145489 h 14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734" h="145489">
                  <a:moveTo>
                    <a:pt x="1080757" y="145489"/>
                  </a:moveTo>
                  <a:lnTo>
                    <a:pt x="0" y="145489"/>
                  </a:lnTo>
                  <a:lnTo>
                    <a:pt x="83978" y="0"/>
                  </a:lnTo>
                  <a:lnTo>
                    <a:pt x="1164735" y="0"/>
                  </a:lnTo>
                  <a:lnTo>
                    <a:pt x="1080757" y="145489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22885" y="-1097651"/>
              <a:ext cx="820739" cy="75347"/>
            </a:xfrm>
            <a:custGeom>
              <a:avLst/>
              <a:gdLst>
                <a:gd name="connsiteX0" fmla="*/ 0 w 820739"/>
                <a:gd name="connsiteY0" fmla="*/ 0 h 75347"/>
                <a:gd name="connsiteX1" fmla="*/ 820739 w 820739"/>
                <a:gd name="connsiteY1" fmla="*/ 0 h 75347"/>
                <a:gd name="connsiteX2" fmla="*/ 820739 w 820739"/>
                <a:gd name="connsiteY2" fmla="*/ 75347 h 75347"/>
                <a:gd name="connsiteX3" fmla="*/ 0 w 820739"/>
                <a:gd name="connsiteY3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738" h="75347">
                  <a:moveTo>
                    <a:pt x="0" y="0"/>
                  </a:moveTo>
                  <a:lnTo>
                    <a:pt x="820739" y="0"/>
                  </a:lnTo>
                  <a:lnTo>
                    <a:pt x="820739" y="75347"/>
                  </a:lnTo>
                  <a:lnTo>
                    <a:pt x="0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281169" y="-2601860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4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4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任意多边形: 形状 2"/>
          <p:cNvSpPr/>
          <p:nvPr/>
        </p:nvSpPr>
        <p:spPr>
          <a:xfrm flipH="1">
            <a:off x="-33" y="2077860"/>
            <a:ext cx="8965936" cy="3345776"/>
          </a:xfrm>
          <a:custGeom>
            <a:avLst/>
            <a:gdLst>
              <a:gd name="connsiteX0" fmla="*/ 7263937 w 8965936"/>
              <a:gd name="connsiteY0" fmla="*/ 2681044 h 3345776"/>
              <a:gd name="connsiteX1" fmla="*/ 7224122 w 8965936"/>
              <a:gd name="connsiteY1" fmla="*/ 2821258 h 3345776"/>
              <a:gd name="connsiteX2" fmla="*/ 7117062 w 8965936"/>
              <a:gd name="connsiteY2" fmla="*/ 2965854 h 3345776"/>
              <a:gd name="connsiteX3" fmla="*/ 6512780 w 8965936"/>
              <a:gd name="connsiteY3" fmla="*/ 2886424 h 3345776"/>
              <a:gd name="connsiteX4" fmla="*/ 6439675 w 8965936"/>
              <a:gd name="connsiteY4" fmla="*/ 2809169 h 3345776"/>
              <a:gd name="connsiteX5" fmla="*/ 6498989 w 8965936"/>
              <a:gd name="connsiteY5" fmla="*/ 2867653 h 3345776"/>
              <a:gd name="connsiteX6" fmla="*/ 7014902 w 8965936"/>
              <a:gd name="connsiteY6" fmla="*/ 2989736 h 3345776"/>
              <a:gd name="connsiteX7" fmla="*/ 7125491 w 8965936"/>
              <a:gd name="connsiteY7" fmla="*/ 2920904 h 3345776"/>
              <a:gd name="connsiteX8" fmla="*/ 7213765 w 8965936"/>
              <a:gd name="connsiteY8" fmla="*/ 2807677 h 3345776"/>
              <a:gd name="connsiteX9" fmla="*/ 6339956 w 8965936"/>
              <a:gd name="connsiteY9" fmla="*/ 2678993 h 3345776"/>
              <a:gd name="connsiteX10" fmla="*/ 6433922 w 8965936"/>
              <a:gd name="connsiteY10" fmla="*/ 2803089 h 3345776"/>
              <a:gd name="connsiteX11" fmla="*/ 6427318 w 8965936"/>
              <a:gd name="connsiteY11" fmla="*/ 2796110 h 3345776"/>
              <a:gd name="connsiteX12" fmla="*/ 6350775 w 8965936"/>
              <a:gd name="connsiteY12" fmla="*/ 2695941 h 3345776"/>
              <a:gd name="connsiteX13" fmla="*/ 7277482 w 8965936"/>
              <a:gd name="connsiteY13" fmla="*/ 2617686 h 3345776"/>
              <a:gd name="connsiteX14" fmla="*/ 7275907 w 8965936"/>
              <a:gd name="connsiteY14" fmla="*/ 2638892 h 3345776"/>
              <a:gd name="connsiteX15" fmla="*/ 7268439 w 8965936"/>
              <a:gd name="connsiteY15" fmla="*/ 2665189 h 3345776"/>
              <a:gd name="connsiteX16" fmla="*/ 7281492 w 8965936"/>
              <a:gd name="connsiteY16" fmla="*/ 2515472 h 3345776"/>
              <a:gd name="connsiteX17" fmla="*/ 7280488 w 8965936"/>
              <a:gd name="connsiteY17" fmla="*/ 2528816 h 3345776"/>
              <a:gd name="connsiteX18" fmla="*/ 7270699 w 8965936"/>
              <a:gd name="connsiteY18" fmla="*/ 2570625 h 3345776"/>
              <a:gd name="connsiteX19" fmla="*/ 7261525 w 8965936"/>
              <a:gd name="connsiteY19" fmla="*/ 2617502 h 3345776"/>
              <a:gd name="connsiteX20" fmla="*/ 7257052 w 8965936"/>
              <a:gd name="connsiteY20" fmla="*/ 2628907 h 3345776"/>
              <a:gd name="connsiteX21" fmla="*/ 7231908 w 8965936"/>
              <a:gd name="connsiteY21" fmla="*/ 2736305 h 3345776"/>
              <a:gd name="connsiteX22" fmla="*/ 7116297 w 8965936"/>
              <a:gd name="connsiteY22" fmla="*/ 2910944 h 3345776"/>
              <a:gd name="connsiteX23" fmla="*/ 7009794 w 8965936"/>
              <a:gd name="connsiteY23" fmla="*/ 2977220 h 3345776"/>
              <a:gd name="connsiteX24" fmla="*/ 6507800 w 8965936"/>
              <a:gd name="connsiteY24" fmla="*/ 2857565 h 3345776"/>
              <a:gd name="connsiteX25" fmla="*/ 6445098 w 8965936"/>
              <a:gd name="connsiteY25" fmla="*/ 2795630 h 3345776"/>
              <a:gd name="connsiteX26" fmla="*/ 6439135 w 8965936"/>
              <a:gd name="connsiteY26" fmla="*/ 2787741 h 3345776"/>
              <a:gd name="connsiteX27" fmla="*/ 6492731 w 8965936"/>
              <a:gd name="connsiteY27" fmla="*/ 2839048 h 3345776"/>
              <a:gd name="connsiteX28" fmla="*/ 7014774 w 8965936"/>
              <a:gd name="connsiteY28" fmla="*/ 2939293 h 3345776"/>
              <a:gd name="connsiteX29" fmla="*/ 7123575 w 8965936"/>
              <a:gd name="connsiteY29" fmla="*/ 2865737 h 3345776"/>
              <a:gd name="connsiteX30" fmla="*/ 7208975 w 8965936"/>
              <a:gd name="connsiteY30" fmla="*/ 2751538 h 3345776"/>
              <a:gd name="connsiteX31" fmla="*/ 7257052 w 8965936"/>
              <a:gd name="connsiteY31" fmla="*/ 2628907 h 3345776"/>
              <a:gd name="connsiteX32" fmla="*/ 7270699 w 8965936"/>
              <a:gd name="connsiteY32" fmla="*/ 2570625 h 3345776"/>
              <a:gd name="connsiteX33" fmla="*/ 7277962 w 8965936"/>
              <a:gd name="connsiteY33" fmla="*/ 2457910 h 3345776"/>
              <a:gd name="connsiteX34" fmla="*/ 7276860 w 8965936"/>
              <a:gd name="connsiteY34" fmla="*/ 2470713 h 3345776"/>
              <a:gd name="connsiteX35" fmla="*/ 7267593 w 8965936"/>
              <a:gd name="connsiteY35" fmla="*/ 2509671 h 3345776"/>
              <a:gd name="connsiteX36" fmla="*/ 7258204 w 8965936"/>
              <a:gd name="connsiteY36" fmla="*/ 2556541 h 3345776"/>
              <a:gd name="connsiteX37" fmla="*/ 7253573 w 8965936"/>
              <a:gd name="connsiteY37" fmla="*/ 2568616 h 3345776"/>
              <a:gd name="connsiteX38" fmla="*/ 7226911 w 8965936"/>
              <a:gd name="connsiteY38" fmla="*/ 2680709 h 3345776"/>
              <a:gd name="connsiteX39" fmla="*/ 7113997 w 8965936"/>
              <a:gd name="connsiteY39" fmla="*/ 2856416 h 3345776"/>
              <a:gd name="connsiteX40" fmla="*/ 7009028 w 8965936"/>
              <a:gd name="connsiteY40" fmla="*/ 2927289 h 3345776"/>
              <a:gd name="connsiteX41" fmla="*/ 6501160 w 8965936"/>
              <a:gd name="connsiteY41" fmla="*/ 2829087 h 3345776"/>
              <a:gd name="connsiteX42" fmla="*/ 6436670 w 8965936"/>
              <a:gd name="connsiteY42" fmla="*/ 2767279 h 3345776"/>
              <a:gd name="connsiteX43" fmla="*/ 6426189 w 8965936"/>
              <a:gd name="connsiteY43" fmla="*/ 2753179 h 3345776"/>
              <a:gd name="connsiteX44" fmla="*/ 6487750 w 8965936"/>
              <a:gd name="connsiteY44" fmla="*/ 2810442 h 3345776"/>
              <a:gd name="connsiteX45" fmla="*/ 6822966 w 8965936"/>
              <a:gd name="connsiteY45" fmla="*/ 2932908 h 3345776"/>
              <a:gd name="connsiteX46" fmla="*/ 7015156 w 8965936"/>
              <a:gd name="connsiteY46" fmla="*/ 2888724 h 3345776"/>
              <a:gd name="connsiteX47" fmla="*/ 7122170 w 8965936"/>
              <a:gd name="connsiteY47" fmla="*/ 2810698 h 3345776"/>
              <a:gd name="connsiteX48" fmla="*/ 7205702 w 8965936"/>
              <a:gd name="connsiteY48" fmla="*/ 2693436 h 3345776"/>
              <a:gd name="connsiteX49" fmla="*/ 7253573 w 8965936"/>
              <a:gd name="connsiteY49" fmla="*/ 2568616 h 3345776"/>
              <a:gd name="connsiteX50" fmla="*/ 7267593 w 8965936"/>
              <a:gd name="connsiteY50" fmla="*/ 2509671 h 3345776"/>
              <a:gd name="connsiteX51" fmla="*/ 7275225 w 8965936"/>
              <a:gd name="connsiteY51" fmla="*/ 2399563 h 3345776"/>
              <a:gd name="connsiteX52" fmla="*/ 7274429 w 8965936"/>
              <a:gd name="connsiteY52" fmla="*/ 2407709 h 3345776"/>
              <a:gd name="connsiteX53" fmla="*/ 7268330 w 8965936"/>
              <a:gd name="connsiteY53" fmla="*/ 2433201 h 3345776"/>
              <a:gd name="connsiteX54" fmla="*/ 7254438 w 8965936"/>
              <a:gd name="connsiteY54" fmla="*/ 2500974 h 3345776"/>
              <a:gd name="connsiteX55" fmla="*/ 7248157 w 8965936"/>
              <a:gd name="connsiteY55" fmla="*/ 2517513 h 3345776"/>
              <a:gd name="connsiteX56" fmla="*/ 7223196 w 8965936"/>
              <a:gd name="connsiteY56" fmla="*/ 2621835 h 3345776"/>
              <a:gd name="connsiteX57" fmla="*/ 7112592 w 8965936"/>
              <a:gd name="connsiteY57" fmla="*/ 2801887 h 3345776"/>
              <a:gd name="connsiteX58" fmla="*/ 7009155 w 8965936"/>
              <a:gd name="connsiteY58" fmla="*/ 2877357 h 3345776"/>
              <a:gd name="connsiteX59" fmla="*/ 6495540 w 8965936"/>
              <a:gd name="connsiteY59" fmla="*/ 2800736 h 3345776"/>
              <a:gd name="connsiteX60" fmla="*/ 6429135 w 8965936"/>
              <a:gd name="connsiteY60" fmla="*/ 2739056 h 3345776"/>
              <a:gd name="connsiteX61" fmla="*/ 6397026 w 8965936"/>
              <a:gd name="connsiteY61" fmla="*/ 2699770 h 3345776"/>
              <a:gd name="connsiteX62" fmla="*/ 6412662 w 8965936"/>
              <a:gd name="connsiteY62" fmla="*/ 2718753 h 3345776"/>
              <a:gd name="connsiteX63" fmla="*/ 6482386 w 8965936"/>
              <a:gd name="connsiteY63" fmla="*/ 2781837 h 3345776"/>
              <a:gd name="connsiteX64" fmla="*/ 6801639 w 8965936"/>
              <a:gd name="connsiteY64" fmla="*/ 2891788 h 3345776"/>
              <a:gd name="connsiteX65" fmla="*/ 6802150 w 8965936"/>
              <a:gd name="connsiteY65" fmla="*/ 2891916 h 3345776"/>
              <a:gd name="connsiteX66" fmla="*/ 7121403 w 8965936"/>
              <a:gd name="connsiteY66" fmla="*/ 2755658 h 3345776"/>
              <a:gd name="connsiteX67" fmla="*/ 7202395 w 8965936"/>
              <a:gd name="connsiteY67" fmla="*/ 2638008 h 3345776"/>
              <a:gd name="connsiteX68" fmla="*/ 7248157 w 8965936"/>
              <a:gd name="connsiteY68" fmla="*/ 2517513 h 3345776"/>
              <a:gd name="connsiteX69" fmla="*/ 7268330 w 8965936"/>
              <a:gd name="connsiteY69" fmla="*/ 2433201 h 3345776"/>
              <a:gd name="connsiteX70" fmla="*/ 7247646 w 8965936"/>
              <a:gd name="connsiteY70" fmla="*/ 2381192 h 3345776"/>
              <a:gd name="connsiteX71" fmla="*/ 7240374 w 8965936"/>
              <a:gd name="connsiteY71" fmla="*/ 2427323 h 3345776"/>
              <a:gd name="connsiteX72" fmla="*/ 7109529 w 8965936"/>
              <a:gd name="connsiteY72" fmla="*/ 2690787 h 3345776"/>
              <a:gd name="connsiteX73" fmla="*/ 7009284 w 8965936"/>
              <a:gd name="connsiteY73" fmla="*/ 2775452 h 3345776"/>
              <a:gd name="connsiteX74" fmla="*/ 6484047 w 8965936"/>
              <a:gd name="connsiteY74" fmla="*/ 2741739 h 3345776"/>
              <a:gd name="connsiteX75" fmla="*/ 6413939 w 8965936"/>
              <a:gd name="connsiteY75" fmla="*/ 2680188 h 3345776"/>
              <a:gd name="connsiteX76" fmla="*/ 6401486 w 8965936"/>
              <a:gd name="connsiteY76" fmla="*/ 2665089 h 3345776"/>
              <a:gd name="connsiteX77" fmla="*/ 6471021 w 8965936"/>
              <a:gd name="connsiteY77" fmla="*/ 2724500 h 3345776"/>
              <a:gd name="connsiteX78" fmla="*/ 6756817 w 8965936"/>
              <a:gd name="connsiteY78" fmla="*/ 2814786 h 3345776"/>
              <a:gd name="connsiteX79" fmla="*/ 7017710 w 8965936"/>
              <a:gd name="connsiteY79" fmla="*/ 2736887 h 3345776"/>
              <a:gd name="connsiteX80" fmla="*/ 7119105 w 8965936"/>
              <a:gd name="connsiteY80" fmla="*/ 2645070 h 3345776"/>
              <a:gd name="connsiteX81" fmla="*/ 7198158 w 8965936"/>
              <a:gd name="connsiteY81" fmla="*/ 2519193 h 3345776"/>
              <a:gd name="connsiteX82" fmla="*/ 7286737 w 8965936"/>
              <a:gd name="connsiteY82" fmla="*/ 2219445 h 3345776"/>
              <a:gd name="connsiteX83" fmla="*/ 7272792 w 8965936"/>
              <a:gd name="connsiteY83" fmla="*/ 2348497 h 3345776"/>
              <a:gd name="connsiteX84" fmla="*/ 7254087 w 8965936"/>
              <a:gd name="connsiteY84" fmla="*/ 2425640 h 3345776"/>
              <a:gd name="connsiteX85" fmla="*/ 7253162 w 8965936"/>
              <a:gd name="connsiteY85" fmla="*/ 2431489 h 3345776"/>
              <a:gd name="connsiteX86" fmla="*/ 7251680 w 8965936"/>
              <a:gd name="connsiteY86" fmla="*/ 2435567 h 3345776"/>
              <a:gd name="connsiteX87" fmla="*/ 7220181 w 8965936"/>
              <a:gd name="connsiteY87" fmla="*/ 2565480 h 3345776"/>
              <a:gd name="connsiteX88" fmla="*/ 7112336 w 8965936"/>
              <a:gd name="connsiteY88" fmla="*/ 2746464 h 3345776"/>
              <a:gd name="connsiteX89" fmla="*/ 7010175 w 8965936"/>
              <a:gd name="connsiteY89" fmla="*/ 2826533 h 3345776"/>
              <a:gd name="connsiteX90" fmla="*/ 6490688 w 8965936"/>
              <a:gd name="connsiteY90" fmla="*/ 2771238 h 3345776"/>
              <a:gd name="connsiteX91" fmla="*/ 6422494 w 8965936"/>
              <a:gd name="connsiteY91" fmla="*/ 2709686 h 3345776"/>
              <a:gd name="connsiteX92" fmla="*/ 6410840 w 8965936"/>
              <a:gd name="connsiteY92" fmla="*/ 2695505 h 3345776"/>
              <a:gd name="connsiteX93" fmla="*/ 6476512 w 8965936"/>
              <a:gd name="connsiteY93" fmla="*/ 2753233 h 3345776"/>
              <a:gd name="connsiteX94" fmla="*/ 6779038 w 8965936"/>
              <a:gd name="connsiteY94" fmla="*/ 2852713 h 3345776"/>
              <a:gd name="connsiteX95" fmla="*/ 7016561 w 8965936"/>
              <a:gd name="connsiteY95" fmla="*/ 2786435 h 3345776"/>
              <a:gd name="connsiteX96" fmla="*/ 7119745 w 8965936"/>
              <a:gd name="connsiteY96" fmla="*/ 2699215 h 3345776"/>
              <a:gd name="connsiteX97" fmla="*/ 7201358 w 8965936"/>
              <a:gd name="connsiteY97" fmla="*/ 2574163 h 3345776"/>
              <a:gd name="connsiteX98" fmla="*/ 7251680 w 8965936"/>
              <a:gd name="connsiteY98" fmla="*/ 2435567 h 3345776"/>
              <a:gd name="connsiteX99" fmla="*/ 7254087 w 8965936"/>
              <a:gd name="connsiteY99" fmla="*/ 2425640 h 3345776"/>
              <a:gd name="connsiteX100" fmla="*/ 7272680 w 8965936"/>
              <a:gd name="connsiteY100" fmla="*/ 2179430 h 3345776"/>
              <a:gd name="connsiteX101" fmla="*/ 7267541 w 8965936"/>
              <a:gd name="connsiteY101" fmla="*/ 2220240 h 3345776"/>
              <a:gd name="connsiteX102" fmla="*/ 7108379 w 8965936"/>
              <a:gd name="connsiteY102" fmla="*/ 2637280 h 3345776"/>
              <a:gd name="connsiteX103" fmla="*/ 7009793 w 8965936"/>
              <a:gd name="connsiteY103" fmla="*/ 2726671 h 3345776"/>
              <a:gd name="connsiteX104" fmla="*/ 6478556 w 8965936"/>
              <a:gd name="connsiteY104" fmla="*/ 2713901 h 3345776"/>
              <a:gd name="connsiteX105" fmla="*/ 6406659 w 8965936"/>
              <a:gd name="connsiteY105" fmla="*/ 2652349 h 3345776"/>
              <a:gd name="connsiteX106" fmla="*/ 6392370 w 8965936"/>
              <a:gd name="connsiteY106" fmla="*/ 2634969 h 3345776"/>
              <a:gd name="connsiteX107" fmla="*/ 6465531 w 8965936"/>
              <a:gd name="connsiteY107" fmla="*/ 2695895 h 3345776"/>
              <a:gd name="connsiteX108" fmla="*/ 6735491 w 8965936"/>
              <a:gd name="connsiteY108" fmla="*/ 2777879 h 3345776"/>
              <a:gd name="connsiteX109" fmla="*/ 7016561 w 8965936"/>
              <a:gd name="connsiteY109" fmla="*/ 2685807 h 3345776"/>
              <a:gd name="connsiteX110" fmla="*/ 7116169 w 8965936"/>
              <a:gd name="connsiteY110" fmla="*/ 2589392 h 3345776"/>
              <a:gd name="connsiteX111" fmla="*/ 7243344 w 8965936"/>
              <a:gd name="connsiteY111" fmla="*/ 2319256 h 3345776"/>
              <a:gd name="connsiteX112" fmla="*/ 7264179 w 8965936"/>
              <a:gd name="connsiteY112" fmla="*/ 2152149 h 3345776"/>
              <a:gd name="connsiteX113" fmla="*/ 7263009 w 8965936"/>
              <a:gd name="connsiteY113" fmla="*/ 2160705 h 3345776"/>
              <a:gd name="connsiteX114" fmla="*/ 7256977 w 8965936"/>
              <a:gd name="connsiteY114" fmla="*/ 2185807 h 3345776"/>
              <a:gd name="connsiteX115" fmla="*/ 7240008 w 8965936"/>
              <a:gd name="connsiteY115" fmla="*/ 2265111 h 3345776"/>
              <a:gd name="connsiteX116" fmla="*/ 7233293 w 8965936"/>
              <a:gd name="connsiteY116" fmla="*/ 2284371 h 3345776"/>
              <a:gd name="connsiteX117" fmla="*/ 7208435 w 8965936"/>
              <a:gd name="connsiteY117" fmla="*/ 2387817 h 3345776"/>
              <a:gd name="connsiteX118" fmla="*/ 7105697 w 8965936"/>
              <a:gd name="connsiteY118" fmla="*/ 2581730 h 3345776"/>
              <a:gd name="connsiteX119" fmla="*/ 7008644 w 8965936"/>
              <a:gd name="connsiteY119" fmla="*/ 2675590 h 3345776"/>
              <a:gd name="connsiteX120" fmla="*/ 6472299 w 8965936"/>
              <a:gd name="connsiteY120" fmla="*/ 2684785 h 3345776"/>
              <a:gd name="connsiteX121" fmla="*/ 6398488 w 8965936"/>
              <a:gd name="connsiteY121" fmla="*/ 2623361 h 3345776"/>
              <a:gd name="connsiteX122" fmla="*/ 6384436 w 8965936"/>
              <a:gd name="connsiteY122" fmla="*/ 2606274 h 3345776"/>
              <a:gd name="connsiteX123" fmla="*/ 6459656 w 8965936"/>
              <a:gd name="connsiteY123" fmla="*/ 2667289 h 3345776"/>
              <a:gd name="connsiteX124" fmla="*/ 6715058 w 8965936"/>
              <a:gd name="connsiteY124" fmla="*/ 2741866 h 3345776"/>
              <a:gd name="connsiteX125" fmla="*/ 7018349 w 8965936"/>
              <a:gd name="connsiteY125" fmla="*/ 2637024 h 3345776"/>
              <a:gd name="connsiteX126" fmla="*/ 7116042 w 8965936"/>
              <a:gd name="connsiteY126" fmla="*/ 2536141 h 3345776"/>
              <a:gd name="connsiteX127" fmla="*/ 7189818 w 8965936"/>
              <a:gd name="connsiteY127" fmla="*/ 2409072 h 3345776"/>
              <a:gd name="connsiteX128" fmla="*/ 7233293 w 8965936"/>
              <a:gd name="connsiteY128" fmla="*/ 2284371 h 3345776"/>
              <a:gd name="connsiteX129" fmla="*/ 7256977 w 8965936"/>
              <a:gd name="connsiteY129" fmla="*/ 2185807 h 3345776"/>
              <a:gd name="connsiteX130" fmla="*/ 4036141 w 8965936"/>
              <a:gd name="connsiteY130" fmla="*/ 2093597 h 3345776"/>
              <a:gd name="connsiteX131" fmla="*/ 4060276 w 8965936"/>
              <a:gd name="connsiteY131" fmla="*/ 2115642 h 3345776"/>
              <a:gd name="connsiteX132" fmla="*/ 4045685 w 8965936"/>
              <a:gd name="connsiteY132" fmla="*/ 2104845 h 3345776"/>
              <a:gd name="connsiteX133" fmla="*/ 7264415 w 8965936"/>
              <a:gd name="connsiteY133" fmla="*/ 2079097 h 3345776"/>
              <a:gd name="connsiteX134" fmla="*/ 7261050 w 8965936"/>
              <a:gd name="connsiteY134" fmla="*/ 2102112 h 3345776"/>
              <a:gd name="connsiteX135" fmla="*/ 7251078 w 8965936"/>
              <a:gd name="connsiteY135" fmla="*/ 2143181 h 3345776"/>
              <a:gd name="connsiteX136" fmla="*/ 7242211 w 8965936"/>
              <a:gd name="connsiteY136" fmla="*/ 2185791 h 3345776"/>
              <a:gd name="connsiteX137" fmla="*/ 7236552 w 8965936"/>
              <a:gd name="connsiteY137" fmla="*/ 2203004 h 3345776"/>
              <a:gd name="connsiteX138" fmla="*/ 7205116 w 8965936"/>
              <a:gd name="connsiteY138" fmla="*/ 2332471 h 3345776"/>
              <a:gd name="connsiteX139" fmla="*/ 7105570 w 8965936"/>
              <a:gd name="connsiteY139" fmla="*/ 2526817 h 3345776"/>
              <a:gd name="connsiteX140" fmla="*/ 7010177 w 8965936"/>
              <a:gd name="connsiteY140" fmla="*/ 2625403 h 3345776"/>
              <a:gd name="connsiteX141" fmla="*/ 6467190 w 8965936"/>
              <a:gd name="connsiteY141" fmla="*/ 2656051 h 3345776"/>
              <a:gd name="connsiteX142" fmla="*/ 6391720 w 8965936"/>
              <a:gd name="connsiteY142" fmla="*/ 2594755 h 3345776"/>
              <a:gd name="connsiteX143" fmla="*/ 6377856 w 8965936"/>
              <a:gd name="connsiteY143" fmla="*/ 2577868 h 3345776"/>
              <a:gd name="connsiteX144" fmla="*/ 6454676 w 8965936"/>
              <a:gd name="connsiteY144" fmla="*/ 2638684 h 3345776"/>
              <a:gd name="connsiteX145" fmla="*/ 6694371 w 8965936"/>
              <a:gd name="connsiteY145" fmla="*/ 2705216 h 3345776"/>
              <a:gd name="connsiteX146" fmla="*/ 7020138 w 8965936"/>
              <a:gd name="connsiteY146" fmla="*/ 2583517 h 3345776"/>
              <a:gd name="connsiteX147" fmla="*/ 7116169 w 8965936"/>
              <a:gd name="connsiteY147" fmla="*/ 2478035 h 3345776"/>
              <a:gd name="connsiteX148" fmla="*/ 7191676 w 8965936"/>
              <a:gd name="connsiteY148" fmla="*/ 2339527 h 3345776"/>
              <a:gd name="connsiteX149" fmla="*/ 7236552 w 8965936"/>
              <a:gd name="connsiteY149" fmla="*/ 2203004 h 3345776"/>
              <a:gd name="connsiteX150" fmla="*/ 7251078 w 8965936"/>
              <a:gd name="connsiteY150" fmla="*/ 2143181 h 3345776"/>
              <a:gd name="connsiteX151" fmla="*/ 4033273 w 8965936"/>
              <a:gd name="connsiteY151" fmla="*/ 2076022 h 3345776"/>
              <a:gd name="connsiteX152" fmla="*/ 4041286 w 8965936"/>
              <a:gd name="connsiteY152" fmla="*/ 2083019 h 3345776"/>
              <a:gd name="connsiteX153" fmla="*/ 4035309 w 8965936"/>
              <a:gd name="connsiteY153" fmla="*/ 2078522 h 3345776"/>
              <a:gd name="connsiteX154" fmla="*/ 3978487 w 8965936"/>
              <a:gd name="connsiteY154" fmla="*/ 2045172 h 3345776"/>
              <a:gd name="connsiteX155" fmla="*/ 4035480 w 8965936"/>
              <a:gd name="connsiteY155" fmla="*/ 2112218 h 3345776"/>
              <a:gd name="connsiteX156" fmla="*/ 4015568 w 8965936"/>
              <a:gd name="connsiteY156" fmla="*/ 2093149 h 3345776"/>
              <a:gd name="connsiteX157" fmla="*/ 3381665 w 8965936"/>
              <a:gd name="connsiteY157" fmla="*/ 1958660 h 3345776"/>
              <a:gd name="connsiteX158" fmla="*/ 3386395 w 8965936"/>
              <a:gd name="connsiteY158" fmla="*/ 1965570 h 3345776"/>
              <a:gd name="connsiteX159" fmla="*/ 3393124 w 8965936"/>
              <a:gd name="connsiteY159" fmla="*/ 1981757 h 3345776"/>
              <a:gd name="connsiteX160" fmla="*/ 3391865 w 8965936"/>
              <a:gd name="connsiteY160" fmla="*/ 1979450 h 3345776"/>
              <a:gd name="connsiteX161" fmla="*/ 3902656 w 8965936"/>
              <a:gd name="connsiteY161" fmla="*/ 1931181 h 3345776"/>
              <a:gd name="connsiteX162" fmla="*/ 3906070 w 8965936"/>
              <a:gd name="connsiteY162" fmla="*/ 1934576 h 3345776"/>
              <a:gd name="connsiteX163" fmla="*/ 3909971 w 8965936"/>
              <a:gd name="connsiteY163" fmla="*/ 1942073 h 3345776"/>
              <a:gd name="connsiteX164" fmla="*/ 3959142 w 8965936"/>
              <a:gd name="connsiteY164" fmla="*/ 2020143 h 3345776"/>
              <a:gd name="connsiteX165" fmla="*/ 3956837 w 8965936"/>
              <a:gd name="connsiteY165" fmla="*/ 2017161 h 3345776"/>
              <a:gd name="connsiteX166" fmla="*/ 5545187 w 8965936"/>
              <a:gd name="connsiteY166" fmla="*/ 1889843 h 3345776"/>
              <a:gd name="connsiteX167" fmla="*/ 6001719 w 8965936"/>
              <a:gd name="connsiteY167" fmla="*/ 2151759 h 3345776"/>
              <a:gd name="connsiteX168" fmla="*/ 6089196 w 8965936"/>
              <a:gd name="connsiteY168" fmla="*/ 2271671 h 3345776"/>
              <a:gd name="connsiteX169" fmla="*/ 6199657 w 8965936"/>
              <a:gd name="connsiteY169" fmla="*/ 2455815 h 3345776"/>
              <a:gd name="connsiteX170" fmla="*/ 6232821 w 8965936"/>
              <a:gd name="connsiteY170" fmla="*/ 2511158 h 3345776"/>
              <a:gd name="connsiteX171" fmla="*/ 6213958 w 8965936"/>
              <a:gd name="connsiteY171" fmla="*/ 2481610 h 3345776"/>
              <a:gd name="connsiteX172" fmla="*/ 6103879 w 8965936"/>
              <a:gd name="connsiteY172" fmla="*/ 2306149 h 3345776"/>
              <a:gd name="connsiteX173" fmla="*/ 5561533 w 8965936"/>
              <a:gd name="connsiteY173" fmla="*/ 1905678 h 3345776"/>
              <a:gd name="connsiteX174" fmla="*/ 4788683 w 8965936"/>
              <a:gd name="connsiteY174" fmla="*/ 2552868 h 3345776"/>
              <a:gd name="connsiteX175" fmla="*/ 3984165 w 8965936"/>
              <a:gd name="connsiteY175" fmla="*/ 3069803 h 3345776"/>
              <a:gd name="connsiteX176" fmla="*/ 3606169 w 8965936"/>
              <a:gd name="connsiteY176" fmla="*/ 2586965 h 3345776"/>
              <a:gd name="connsiteX177" fmla="*/ 3580283 w 8965936"/>
              <a:gd name="connsiteY177" fmla="*/ 2498601 h 3345776"/>
              <a:gd name="connsiteX178" fmla="*/ 3631087 w 8965936"/>
              <a:gd name="connsiteY178" fmla="*/ 2609734 h 3345776"/>
              <a:gd name="connsiteX179" fmla="*/ 3851485 w 8965936"/>
              <a:gd name="connsiteY179" fmla="*/ 2900600 h 3345776"/>
              <a:gd name="connsiteX180" fmla="*/ 3961308 w 8965936"/>
              <a:gd name="connsiteY180" fmla="*/ 2967644 h 3345776"/>
              <a:gd name="connsiteX181" fmla="*/ 4345816 w 8965936"/>
              <a:gd name="connsiteY181" fmla="*/ 2937761 h 3345776"/>
              <a:gd name="connsiteX182" fmla="*/ 4710404 w 8965936"/>
              <a:gd name="connsiteY182" fmla="*/ 2609186 h 3345776"/>
              <a:gd name="connsiteX183" fmla="*/ 4766976 w 8965936"/>
              <a:gd name="connsiteY183" fmla="*/ 2534736 h 3345776"/>
              <a:gd name="connsiteX184" fmla="*/ 4795070 w 8965936"/>
              <a:gd name="connsiteY184" fmla="*/ 2495658 h 3345776"/>
              <a:gd name="connsiteX185" fmla="*/ 5042171 w 8965936"/>
              <a:gd name="connsiteY185" fmla="*/ 2174107 h 3345776"/>
              <a:gd name="connsiteX186" fmla="*/ 5545187 w 8965936"/>
              <a:gd name="connsiteY186" fmla="*/ 1889843 h 3345776"/>
              <a:gd name="connsiteX187" fmla="*/ 7282735 w 8965936"/>
              <a:gd name="connsiteY187" fmla="*/ 1888637 h 3345776"/>
              <a:gd name="connsiteX188" fmla="*/ 7262407 w 8965936"/>
              <a:gd name="connsiteY188" fmla="*/ 2022759 h 3345776"/>
              <a:gd name="connsiteX189" fmla="*/ 7237435 w 8965936"/>
              <a:gd name="connsiteY189" fmla="*/ 2129447 h 3345776"/>
              <a:gd name="connsiteX190" fmla="*/ 7236096 w 8965936"/>
              <a:gd name="connsiteY190" fmla="*/ 2136562 h 3345776"/>
              <a:gd name="connsiteX191" fmla="*/ 7234942 w 8965936"/>
              <a:gd name="connsiteY191" fmla="*/ 2140100 h 3345776"/>
              <a:gd name="connsiteX192" fmla="*/ 7207020 w 8965936"/>
              <a:gd name="connsiteY192" fmla="*/ 2259383 h 3345776"/>
              <a:gd name="connsiteX193" fmla="*/ 7105059 w 8965936"/>
              <a:gd name="connsiteY193" fmla="*/ 2470756 h 3345776"/>
              <a:gd name="connsiteX194" fmla="*/ 7011198 w 8965936"/>
              <a:gd name="connsiteY194" fmla="*/ 2573811 h 3345776"/>
              <a:gd name="connsiteX195" fmla="*/ 6462082 w 8965936"/>
              <a:gd name="connsiteY195" fmla="*/ 2625914 h 3345776"/>
              <a:gd name="connsiteX196" fmla="*/ 6384696 w 8965936"/>
              <a:gd name="connsiteY196" fmla="*/ 2564744 h 3345776"/>
              <a:gd name="connsiteX197" fmla="*/ 6374921 w 8965936"/>
              <a:gd name="connsiteY197" fmla="*/ 2552879 h 3345776"/>
              <a:gd name="connsiteX198" fmla="*/ 6434039 w 8965936"/>
              <a:gd name="connsiteY198" fmla="*/ 2600493 h 3345776"/>
              <a:gd name="connsiteX199" fmla="*/ 6675599 w 8965936"/>
              <a:gd name="connsiteY199" fmla="*/ 2670737 h 3345776"/>
              <a:gd name="connsiteX200" fmla="*/ 7020138 w 8965936"/>
              <a:gd name="connsiteY200" fmla="*/ 2535885 h 3345776"/>
              <a:gd name="connsiteX201" fmla="*/ 7114381 w 8965936"/>
              <a:gd name="connsiteY201" fmla="*/ 2425805 h 3345776"/>
              <a:gd name="connsiteX202" fmla="*/ 7186534 w 8965936"/>
              <a:gd name="connsiteY202" fmla="*/ 2288367 h 3345776"/>
              <a:gd name="connsiteX203" fmla="*/ 7234942 w 8965936"/>
              <a:gd name="connsiteY203" fmla="*/ 2140100 h 3345776"/>
              <a:gd name="connsiteX204" fmla="*/ 7237435 w 8965936"/>
              <a:gd name="connsiteY204" fmla="*/ 2129447 h 3345776"/>
              <a:gd name="connsiteX205" fmla="*/ 7272763 w 8965936"/>
              <a:gd name="connsiteY205" fmla="*/ 1872023 h 3345776"/>
              <a:gd name="connsiteX206" fmla="*/ 7223741 w 8965936"/>
              <a:gd name="connsiteY206" fmla="*/ 2132986 h 3345776"/>
              <a:gd name="connsiteX207" fmla="*/ 7103527 w 8965936"/>
              <a:gd name="connsiteY207" fmla="*/ 2418654 h 3345776"/>
              <a:gd name="connsiteX208" fmla="*/ 7011326 w 8965936"/>
              <a:gd name="connsiteY208" fmla="*/ 2526434 h 3345776"/>
              <a:gd name="connsiteX209" fmla="*/ 6456591 w 8965936"/>
              <a:gd name="connsiteY209" fmla="*/ 2599991 h 3345776"/>
              <a:gd name="connsiteX210" fmla="*/ 6377416 w 8965936"/>
              <a:gd name="connsiteY210" fmla="*/ 2538822 h 3345776"/>
              <a:gd name="connsiteX211" fmla="*/ 6361393 w 8965936"/>
              <a:gd name="connsiteY211" fmla="*/ 2519332 h 3345776"/>
              <a:gd name="connsiteX212" fmla="*/ 6424574 w 8965936"/>
              <a:gd name="connsiteY212" fmla="*/ 2569698 h 3345776"/>
              <a:gd name="connsiteX213" fmla="*/ 6657977 w 8965936"/>
              <a:gd name="connsiteY213" fmla="*/ 2636769 h 3345776"/>
              <a:gd name="connsiteX214" fmla="*/ 7020903 w 8965936"/>
              <a:gd name="connsiteY214" fmla="*/ 2484677 h 3345776"/>
              <a:gd name="connsiteX215" fmla="*/ 7113359 w 8965936"/>
              <a:gd name="connsiteY215" fmla="*/ 2369745 h 3345776"/>
              <a:gd name="connsiteX216" fmla="*/ 7230814 w 8965936"/>
              <a:gd name="connsiteY216" fmla="*/ 2085403 h 3345776"/>
              <a:gd name="connsiteX217" fmla="*/ 5528330 w 8965936"/>
              <a:gd name="connsiteY217" fmla="*/ 1860983 h 3345776"/>
              <a:gd name="connsiteX218" fmla="*/ 5995973 w 8965936"/>
              <a:gd name="connsiteY218" fmla="*/ 2108084 h 3345776"/>
              <a:gd name="connsiteX219" fmla="*/ 6084343 w 8965936"/>
              <a:gd name="connsiteY219" fmla="*/ 2230296 h 3345776"/>
              <a:gd name="connsiteX220" fmla="*/ 6187524 w 8965936"/>
              <a:gd name="connsiteY220" fmla="*/ 2409429 h 3345776"/>
              <a:gd name="connsiteX221" fmla="*/ 6100561 w 8965936"/>
              <a:gd name="connsiteY221" fmla="*/ 2264392 h 3345776"/>
              <a:gd name="connsiteX222" fmla="*/ 6012063 w 8965936"/>
              <a:gd name="connsiteY222" fmla="*/ 2143203 h 3345776"/>
              <a:gd name="connsiteX223" fmla="*/ 5545443 w 8965936"/>
              <a:gd name="connsiteY223" fmla="*/ 1876435 h 3345776"/>
              <a:gd name="connsiteX224" fmla="*/ 5031956 w 8965936"/>
              <a:gd name="connsiteY224" fmla="*/ 2165296 h 3345776"/>
              <a:gd name="connsiteX225" fmla="*/ 4783449 w 8965936"/>
              <a:gd name="connsiteY225" fmla="*/ 2487614 h 3345776"/>
              <a:gd name="connsiteX226" fmla="*/ 4755482 w 8965936"/>
              <a:gd name="connsiteY226" fmla="*/ 2526563 h 3345776"/>
              <a:gd name="connsiteX227" fmla="*/ 4699166 w 8965936"/>
              <a:gd name="connsiteY227" fmla="*/ 2600629 h 3345776"/>
              <a:gd name="connsiteX228" fmla="*/ 4338794 w 8965936"/>
              <a:gd name="connsiteY228" fmla="*/ 2925629 h 3345776"/>
              <a:gd name="connsiteX229" fmla="*/ 3965904 w 8965936"/>
              <a:gd name="connsiteY229" fmla="*/ 2955001 h 3345776"/>
              <a:gd name="connsiteX230" fmla="*/ 3859275 w 8965936"/>
              <a:gd name="connsiteY230" fmla="*/ 2889873 h 3345776"/>
              <a:gd name="connsiteX231" fmla="*/ 3580119 w 8965936"/>
              <a:gd name="connsiteY231" fmla="*/ 2467182 h 3345776"/>
              <a:gd name="connsiteX232" fmla="*/ 3533018 w 8965936"/>
              <a:gd name="connsiteY232" fmla="*/ 2337235 h 3345776"/>
              <a:gd name="connsiteX233" fmla="*/ 3529547 w 8965936"/>
              <a:gd name="connsiteY233" fmla="*/ 2325376 h 3345776"/>
              <a:gd name="connsiteX234" fmla="*/ 3542192 w 8965936"/>
              <a:gd name="connsiteY234" fmla="*/ 2353783 h 3345776"/>
              <a:gd name="connsiteX235" fmla="*/ 3835905 w 8965936"/>
              <a:gd name="connsiteY235" fmla="*/ 2780177 h 3345776"/>
              <a:gd name="connsiteX236" fmla="*/ 3941898 w 8965936"/>
              <a:gd name="connsiteY236" fmla="*/ 2852711 h 3345776"/>
              <a:gd name="connsiteX237" fmla="*/ 4309165 w 8965936"/>
              <a:gd name="connsiteY237" fmla="*/ 2855138 h 3345776"/>
              <a:gd name="connsiteX238" fmla="*/ 4672221 w 8965936"/>
              <a:gd name="connsiteY238" fmla="*/ 2577387 h 3345776"/>
              <a:gd name="connsiteX239" fmla="*/ 4732496 w 8965936"/>
              <a:gd name="connsiteY239" fmla="*/ 2509195 h 3345776"/>
              <a:gd name="connsiteX240" fmla="*/ 4826100 w 8965936"/>
              <a:gd name="connsiteY240" fmla="*/ 2394264 h 3345776"/>
              <a:gd name="connsiteX241" fmla="*/ 5022889 w 8965936"/>
              <a:gd name="connsiteY241" fmla="*/ 2157889 h 3345776"/>
              <a:gd name="connsiteX242" fmla="*/ 5528330 w 8965936"/>
              <a:gd name="connsiteY242" fmla="*/ 1860983 h 3345776"/>
              <a:gd name="connsiteX243" fmla="*/ 5512495 w 8965936"/>
              <a:gd name="connsiteY243" fmla="*/ 1831357 h 3345776"/>
              <a:gd name="connsiteX244" fmla="*/ 5991247 w 8965936"/>
              <a:gd name="connsiteY244" fmla="*/ 2063517 h 3345776"/>
              <a:gd name="connsiteX245" fmla="*/ 6080638 w 8965936"/>
              <a:gd name="connsiteY245" fmla="*/ 2188026 h 3345776"/>
              <a:gd name="connsiteX246" fmla="*/ 6184824 w 8965936"/>
              <a:gd name="connsiteY246" fmla="*/ 2377454 h 3345776"/>
              <a:gd name="connsiteX247" fmla="*/ 6096091 w 8965936"/>
              <a:gd name="connsiteY247" fmla="*/ 2223016 h 3345776"/>
              <a:gd name="connsiteX248" fmla="*/ 6006700 w 8965936"/>
              <a:gd name="connsiteY248" fmla="*/ 2099401 h 3345776"/>
              <a:gd name="connsiteX249" fmla="*/ 5528459 w 8965936"/>
              <a:gd name="connsiteY249" fmla="*/ 1847574 h 3345776"/>
              <a:gd name="connsiteX250" fmla="*/ 5013184 w 8965936"/>
              <a:gd name="connsiteY250" fmla="*/ 2148950 h 3345776"/>
              <a:gd name="connsiteX251" fmla="*/ 4815884 w 8965936"/>
              <a:gd name="connsiteY251" fmla="*/ 2385835 h 3345776"/>
              <a:gd name="connsiteX252" fmla="*/ 4722536 w 8965936"/>
              <a:gd name="connsiteY252" fmla="*/ 2500766 h 3345776"/>
              <a:gd name="connsiteX253" fmla="*/ 4662771 w 8965936"/>
              <a:gd name="connsiteY253" fmla="*/ 2568449 h 3345776"/>
              <a:gd name="connsiteX254" fmla="*/ 4304186 w 8965936"/>
              <a:gd name="connsiteY254" fmla="*/ 2842879 h 3345776"/>
              <a:gd name="connsiteX255" fmla="*/ 3948282 w 8965936"/>
              <a:gd name="connsiteY255" fmla="*/ 2840835 h 3345776"/>
              <a:gd name="connsiteX256" fmla="*/ 3845227 w 8965936"/>
              <a:gd name="connsiteY256" fmla="*/ 2770217 h 3345776"/>
              <a:gd name="connsiteX257" fmla="*/ 3554579 w 8965936"/>
              <a:gd name="connsiteY257" fmla="*/ 2347908 h 3345776"/>
              <a:gd name="connsiteX258" fmla="*/ 3500689 w 8965936"/>
              <a:gd name="connsiteY258" fmla="*/ 2226795 h 3345776"/>
              <a:gd name="connsiteX259" fmla="*/ 3487195 w 8965936"/>
              <a:gd name="connsiteY259" fmla="*/ 2180695 h 3345776"/>
              <a:gd name="connsiteX260" fmla="*/ 3517161 w 8965936"/>
              <a:gd name="connsiteY260" fmla="*/ 2235402 h 3345776"/>
              <a:gd name="connsiteX261" fmla="*/ 3821346 w 8965936"/>
              <a:gd name="connsiteY261" fmla="*/ 2660265 h 3345776"/>
              <a:gd name="connsiteX262" fmla="*/ 3923508 w 8965936"/>
              <a:gd name="connsiteY262" fmla="*/ 2738036 h 3345776"/>
              <a:gd name="connsiteX263" fmla="*/ 4273409 w 8965936"/>
              <a:gd name="connsiteY263" fmla="*/ 2772771 h 3345776"/>
              <a:gd name="connsiteX264" fmla="*/ 4635059 w 8965936"/>
              <a:gd name="connsiteY264" fmla="*/ 2545973 h 3345776"/>
              <a:gd name="connsiteX265" fmla="*/ 4698910 w 8965936"/>
              <a:gd name="connsiteY265" fmla="*/ 2484037 h 3345776"/>
              <a:gd name="connsiteX266" fmla="*/ 4869135 w 8965936"/>
              <a:gd name="connsiteY266" fmla="*/ 2294146 h 3345776"/>
              <a:gd name="connsiteX267" fmla="*/ 5004499 w 8965936"/>
              <a:gd name="connsiteY267" fmla="*/ 2140905 h 3345776"/>
              <a:gd name="connsiteX268" fmla="*/ 5512495 w 8965936"/>
              <a:gd name="connsiteY268" fmla="*/ 1831357 h 3345776"/>
              <a:gd name="connsiteX269" fmla="*/ 3846720 w 8965936"/>
              <a:gd name="connsiteY269" fmla="*/ 1822981 h 3345776"/>
              <a:gd name="connsiteX270" fmla="*/ 3848490 w 8965936"/>
              <a:gd name="connsiteY270" fmla="*/ 1826655 h 3345776"/>
              <a:gd name="connsiteX271" fmla="*/ 3847973 w 8965936"/>
              <a:gd name="connsiteY271" fmla="*/ 1825930 h 3345776"/>
              <a:gd name="connsiteX272" fmla="*/ 5562802 w 8965936"/>
              <a:gd name="connsiteY272" fmla="*/ 1799831 h 3345776"/>
              <a:gd name="connsiteX273" fmla="*/ 5986394 w 8965936"/>
              <a:gd name="connsiteY273" fmla="*/ 2019333 h 3345776"/>
              <a:gd name="connsiteX274" fmla="*/ 6076552 w 8965936"/>
              <a:gd name="connsiteY274" fmla="*/ 2146140 h 3345776"/>
              <a:gd name="connsiteX275" fmla="*/ 6177457 w 8965936"/>
              <a:gd name="connsiteY275" fmla="*/ 2337861 h 3345776"/>
              <a:gd name="connsiteX276" fmla="*/ 6091365 w 8965936"/>
              <a:gd name="connsiteY276" fmla="*/ 2181258 h 3345776"/>
              <a:gd name="connsiteX277" fmla="*/ 6000953 w 8965936"/>
              <a:gd name="connsiteY277" fmla="*/ 2055217 h 3345776"/>
              <a:gd name="connsiteX278" fmla="*/ 5511090 w 8965936"/>
              <a:gd name="connsiteY278" fmla="*/ 1818330 h 3345776"/>
              <a:gd name="connsiteX279" fmla="*/ 4994027 w 8965936"/>
              <a:gd name="connsiteY279" fmla="*/ 2132221 h 3345776"/>
              <a:gd name="connsiteX280" fmla="*/ 4858281 w 8965936"/>
              <a:gd name="connsiteY280" fmla="*/ 2285463 h 3345776"/>
              <a:gd name="connsiteX281" fmla="*/ 4688565 w 8965936"/>
              <a:gd name="connsiteY281" fmla="*/ 2474971 h 3345776"/>
              <a:gd name="connsiteX282" fmla="*/ 4625354 w 8965936"/>
              <a:gd name="connsiteY282" fmla="*/ 2536267 h 3345776"/>
              <a:gd name="connsiteX283" fmla="*/ 4268683 w 8965936"/>
              <a:gd name="connsiteY283" fmla="*/ 2760128 h 3345776"/>
              <a:gd name="connsiteX284" fmla="*/ 3929637 w 8965936"/>
              <a:gd name="connsiteY284" fmla="*/ 2726542 h 3345776"/>
              <a:gd name="connsiteX285" fmla="*/ 3830030 w 8965936"/>
              <a:gd name="connsiteY285" fmla="*/ 2650688 h 3345776"/>
              <a:gd name="connsiteX286" fmla="*/ 3528016 w 8965936"/>
              <a:gd name="connsiteY286" fmla="*/ 2228634 h 3345776"/>
              <a:gd name="connsiteX287" fmla="*/ 3450291 w 8965936"/>
              <a:gd name="connsiteY287" fmla="*/ 2086494 h 3345776"/>
              <a:gd name="connsiteX288" fmla="*/ 3417000 w 8965936"/>
              <a:gd name="connsiteY288" fmla="*/ 2006606 h 3345776"/>
              <a:gd name="connsiteX289" fmla="*/ 3491494 w 8965936"/>
              <a:gd name="connsiteY289" fmla="*/ 2116641 h 3345776"/>
              <a:gd name="connsiteX290" fmla="*/ 3549853 w 8965936"/>
              <a:gd name="connsiteY290" fmla="*/ 2202073 h 3345776"/>
              <a:gd name="connsiteX291" fmla="*/ 3806277 w 8965936"/>
              <a:gd name="connsiteY291" fmla="*/ 2539844 h 3345776"/>
              <a:gd name="connsiteX292" fmla="*/ 3904479 w 8965936"/>
              <a:gd name="connsiteY292" fmla="*/ 2623105 h 3345776"/>
              <a:gd name="connsiteX293" fmla="*/ 4236502 w 8965936"/>
              <a:gd name="connsiteY293" fmla="*/ 2690148 h 3345776"/>
              <a:gd name="connsiteX294" fmla="*/ 4596876 w 8965936"/>
              <a:gd name="connsiteY294" fmla="*/ 2514175 h 3345776"/>
              <a:gd name="connsiteX295" fmla="*/ 4664302 w 8965936"/>
              <a:gd name="connsiteY295" fmla="*/ 2458626 h 3345776"/>
              <a:gd name="connsiteX296" fmla="*/ 4917024 w 8965936"/>
              <a:gd name="connsiteY296" fmla="*/ 2198115 h 3345776"/>
              <a:gd name="connsiteX297" fmla="*/ 4985599 w 8965936"/>
              <a:gd name="connsiteY297" fmla="*/ 2124430 h 3345776"/>
              <a:gd name="connsiteX298" fmla="*/ 5496404 w 8965936"/>
              <a:gd name="connsiteY298" fmla="*/ 1802241 h 3345776"/>
              <a:gd name="connsiteX299" fmla="*/ 5562802 w 8965936"/>
              <a:gd name="connsiteY299" fmla="*/ 1799831 h 3345776"/>
              <a:gd name="connsiteX300" fmla="*/ 7273405 w 8965936"/>
              <a:gd name="connsiteY300" fmla="*/ 1796984 h 3345776"/>
              <a:gd name="connsiteX301" fmla="*/ 7217628 w 8965936"/>
              <a:gd name="connsiteY301" fmla="*/ 2080997 h 3345776"/>
              <a:gd name="connsiteX302" fmla="*/ 7101612 w 8965936"/>
              <a:gd name="connsiteY302" fmla="*/ 2362850 h 3345776"/>
              <a:gd name="connsiteX303" fmla="*/ 7011071 w 8965936"/>
              <a:gd name="connsiteY303" fmla="*/ 2475355 h 3345776"/>
              <a:gd name="connsiteX304" fmla="*/ 6450463 w 8965936"/>
              <a:gd name="connsiteY304" fmla="*/ 2570365 h 3345776"/>
              <a:gd name="connsiteX305" fmla="*/ 6369372 w 8965936"/>
              <a:gd name="connsiteY305" fmla="*/ 2509195 h 3345776"/>
              <a:gd name="connsiteX306" fmla="*/ 6354525 w 8965936"/>
              <a:gd name="connsiteY306" fmla="*/ 2491136 h 3345776"/>
              <a:gd name="connsiteX307" fmla="*/ 6438202 w 8965936"/>
              <a:gd name="connsiteY307" fmla="*/ 2552741 h 3345776"/>
              <a:gd name="connsiteX308" fmla="*/ 6638565 w 8965936"/>
              <a:gd name="connsiteY308" fmla="*/ 2602161 h 3345776"/>
              <a:gd name="connsiteX309" fmla="*/ 7021158 w 8965936"/>
              <a:gd name="connsiteY309" fmla="*/ 2434872 h 3345776"/>
              <a:gd name="connsiteX310" fmla="*/ 7111827 w 8965936"/>
              <a:gd name="connsiteY310" fmla="*/ 2315599 h 3345776"/>
              <a:gd name="connsiteX311" fmla="*/ 7224810 w 8965936"/>
              <a:gd name="connsiteY311" fmla="*/ 2034896 h 3345776"/>
              <a:gd name="connsiteX312" fmla="*/ 3785864 w 8965936"/>
              <a:gd name="connsiteY312" fmla="*/ 1711293 h 3345776"/>
              <a:gd name="connsiteX313" fmla="*/ 3808749 w 8965936"/>
              <a:gd name="connsiteY313" fmla="*/ 1764990 h 3345776"/>
              <a:gd name="connsiteX314" fmla="*/ 3800564 w 8965936"/>
              <a:gd name="connsiteY314" fmla="*/ 1751831 h 3345776"/>
              <a:gd name="connsiteX315" fmla="*/ 8855255 w 8965936"/>
              <a:gd name="connsiteY315" fmla="*/ 1679877 h 3345776"/>
              <a:gd name="connsiteX316" fmla="*/ 8898248 w 8965936"/>
              <a:gd name="connsiteY316" fmla="*/ 1690285 h 3345776"/>
              <a:gd name="connsiteX317" fmla="*/ 8894664 w 8965936"/>
              <a:gd name="connsiteY317" fmla="*/ 1689735 h 3345776"/>
              <a:gd name="connsiteX318" fmla="*/ 7269908 w 8965936"/>
              <a:gd name="connsiteY318" fmla="*/ 1671357 h 3345776"/>
              <a:gd name="connsiteX319" fmla="*/ 7268388 w 8965936"/>
              <a:gd name="connsiteY319" fmla="*/ 1679647 h 3345776"/>
              <a:gd name="connsiteX320" fmla="*/ 7098035 w 8965936"/>
              <a:gd name="connsiteY320" fmla="*/ 2252515 h 3345776"/>
              <a:gd name="connsiteX321" fmla="*/ 7010687 w 8965936"/>
              <a:gd name="connsiteY321" fmla="*/ 2374215 h 3345776"/>
              <a:gd name="connsiteX322" fmla="*/ 6438075 w 8965936"/>
              <a:gd name="connsiteY322" fmla="*/ 2512133 h 3345776"/>
              <a:gd name="connsiteX323" fmla="*/ 6353408 w 8965936"/>
              <a:gd name="connsiteY323" fmla="*/ 2451218 h 3345776"/>
              <a:gd name="connsiteX324" fmla="*/ 6337965 w 8965936"/>
              <a:gd name="connsiteY324" fmla="*/ 2432415 h 3345776"/>
              <a:gd name="connsiteX325" fmla="*/ 6427219 w 8965936"/>
              <a:gd name="connsiteY325" fmla="*/ 2495402 h 3345776"/>
              <a:gd name="connsiteX326" fmla="*/ 6607533 w 8965936"/>
              <a:gd name="connsiteY326" fmla="*/ 2537161 h 3345776"/>
              <a:gd name="connsiteX327" fmla="*/ 7022180 w 8965936"/>
              <a:gd name="connsiteY327" fmla="*/ 2332201 h 3345776"/>
              <a:gd name="connsiteX328" fmla="*/ 7109271 w 8965936"/>
              <a:gd name="connsiteY328" fmla="*/ 2204499 h 3345776"/>
              <a:gd name="connsiteX329" fmla="*/ 7213397 w 8965936"/>
              <a:gd name="connsiteY329" fmla="*/ 1931760 h 3345776"/>
              <a:gd name="connsiteX330" fmla="*/ 3099006 w 8965936"/>
              <a:gd name="connsiteY330" fmla="*/ 1654709 h 3345776"/>
              <a:gd name="connsiteX331" fmla="*/ 3163672 w 8965936"/>
              <a:gd name="connsiteY331" fmla="*/ 1684170 h 3345776"/>
              <a:gd name="connsiteX332" fmla="*/ 3268017 w 8965936"/>
              <a:gd name="connsiteY332" fmla="*/ 1768911 h 3345776"/>
              <a:gd name="connsiteX333" fmla="*/ 3456121 w 8965936"/>
              <a:gd name="connsiteY333" fmla="*/ 1986003 h 3345776"/>
              <a:gd name="connsiteX334" fmla="*/ 3465955 w 8965936"/>
              <a:gd name="connsiteY334" fmla="*/ 1998007 h 3345776"/>
              <a:gd name="connsiteX335" fmla="*/ 3594549 w 8965936"/>
              <a:gd name="connsiteY335" fmla="*/ 2167467 h 3345776"/>
              <a:gd name="connsiteX336" fmla="*/ 3791209 w 8965936"/>
              <a:gd name="connsiteY336" fmla="*/ 2419550 h 3345776"/>
              <a:gd name="connsiteX337" fmla="*/ 3885708 w 8965936"/>
              <a:gd name="connsiteY337" fmla="*/ 2508174 h 3345776"/>
              <a:gd name="connsiteX338" fmla="*/ 4200364 w 8965936"/>
              <a:gd name="connsiteY338" fmla="*/ 2607526 h 3345776"/>
              <a:gd name="connsiteX339" fmla="*/ 4559461 w 8965936"/>
              <a:gd name="connsiteY339" fmla="*/ 2482506 h 3345776"/>
              <a:gd name="connsiteX340" fmla="*/ 4630719 w 8965936"/>
              <a:gd name="connsiteY340" fmla="*/ 2433213 h 3345776"/>
              <a:gd name="connsiteX341" fmla="*/ 4964785 w 8965936"/>
              <a:gd name="connsiteY341" fmla="*/ 2109873 h 3345776"/>
              <a:gd name="connsiteX342" fmla="*/ 4966955 w 8965936"/>
              <a:gd name="connsiteY342" fmla="*/ 2107575 h 3345776"/>
              <a:gd name="connsiteX343" fmla="*/ 5479804 w 8965936"/>
              <a:gd name="connsiteY343" fmla="*/ 1772997 h 3345776"/>
              <a:gd name="connsiteX344" fmla="*/ 5980904 w 8965936"/>
              <a:gd name="connsiteY344" fmla="*/ 1975276 h 3345776"/>
              <a:gd name="connsiteX345" fmla="*/ 6071955 w 8965936"/>
              <a:gd name="connsiteY345" fmla="*/ 2104254 h 3345776"/>
              <a:gd name="connsiteX346" fmla="*/ 6122054 w 8965936"/>
              <a:gd name="connsiteY346" fmla="*/ 2203558 h 3345776"/>
              <a:gd name="connsiteX347" fmla="*/ 6088173 w 8965936"/>
              <a:gd name="connsiteY347" fmla="*/ 2139244 h 3345776"/>
              <a:gd name="connsiteX348" fmla="*/ 5996737 w 8965936"/>
              <a:gd name="connsiteY348" fmla="*/ 2010777 h 3345776"/>
              <a:gd name="connsiteX349" fmla="*/ 5495128 w 8965936"/>
              <a:gd name="connsiteY349" fmla="*/ 1788960 h 3345776"/>
              <a:gd name="connsiteX350" fmla="*/ 4976277 w 8965936"/>
              <a:gd name="connsiteY350" fmla="*/ 2115237 h 3345776"/>
              <a:gd name="connsiteX351" fmla="*/ 4908084 w 8965936"/>
              <a:gd name="connsiteY351" fmla="*/ 2189175 h 3345776"/>
              <a:gd name="connsiteX352" fmla="*/ 4656257 w 8965936"/>
              <a:gd name="connsiteY352" fmla="*/ 2448664 h 3345776"/>
              <a:gd name="connsiteX353" fmla="*/ 4589598 w 8965936"/>
              <a:gd name="connsiteY353" fmla="*/ 2503704 h 3345776"/>
              <a:gd name="connsiteX354" fmla="*/ 4234843 w 8965936"/>
              <a:gd name="connsiteY354" fmla="*/ 2676994 h 3345776"/>
              <a:gd name="connsiteX355" fmla="*/ 3912524 w 8965936"/>
              <a:gd name="connsiteY355" fmla="*/ 2611995 h 3345776"/>
              <a:gd name="connsiteX356" fmla="*/ 3816366 w 8965936"/>
              <a:gd name="connsiteY356" fmla="*/ 2530649 h 3345776"/>
              <a:gd name="connsiteX357" fmla="*/ 3560963 w 8965936"/>
              <a:gd name="connsiteY357" fmla="*/ 2194667 h 3345776"/>
              <a:gd name="connsiteX358" fmla="*/ 3502475 w 8965936"/>
              <a:gd name="connsiteY358" fmla="*/ 2108979 h 3345776"/>
              <a:gd name="connsiteX359" fmla="*/ 3416278 w 8965936"/>
              <a:gd name="connsiteY359" fmla="*/ 1981277 h 3345776"/>
              <a:gd name="connsiteX360" fmla="*/ 3318203 w 8965936"/>
              <a:gd name="connsiteY360" fmla="*/ 1838890 h 3345776"/>
              <a:gd name="connsiteX361" fmla="*/ 3226898 w 8965936"/>
              <a:gd name="connsiteY361" fmla="*/ 1737623 h 3345776"/>
              <a:gd name="connsiteX362" fmla="*/ 3161458 w 8965936"/>
              <a:gd name="connsiteY362" fmla="*/ 1688375 h 3345776"/>
              <a:gd name="connsiteX363" fmla="*/ 2941014 w 8965936"/>
              <a:gd name="connsiteY363" fmla="*/ 1643000 h 3345776"/>
              <a:gd name="connsiteX364" fmla="*/ 2967470 w 8965936"/>
              <a:gd name="connsiteY364" fmla="*/ 1647980 h 3345776"/>
              <a:gd name="connsiteX365" fmla="*/ 2895639 w 8965936"/>
              <a:gd name="connsiteY365" fmla="*/ 1656789 h 3345776"/>
              <a:gd name="connsiteX366" fmla="*/ 2554804 w 8965936"/>
              <a:gd name="connsiteY366" fmla="*/ 2105020 h 3345776"/>
              <a:gd name="connsiteX367" fmla="*/ 2517261 w 8965936"/>
              <a:gd name="connsiteY367" fmla="*/ 2440875 h 3345776"/>
              <a:gd name="connsiteX368" fmla="*/ 2491720 w 8965936"/>
              <a:gd name="connsiteY368" fmla="*/ 2711602 h 3345776"/>
              <a:gd name="connsiteX369" fmla="*/ 2258154 w 8965936"/>
              <a:gd name="connsiteY369" fmla="*/ 3208615 h 3345776"/>
              <a:gd name="connsiteX370" fmla="*/ 1781956 w 8965936"/>
              <a:gd name="connsiteY370" fmla="*/ 3284469 h 3345776"/>
              <a:gd name="connsiteX371" fmla="*/ 1556134 w 8965936"/>
              <a:gd name="connsiteY371" fmla="*/ 2962644 h 3345776"/>
              <a:gd name="connsiteX372" fmla="*/ 1551837 w 8965936"/>
              <a:gd name="connsiteY372" fmla="*/ 2950558 h 3345776"/>
              <a:gd name="connsiteX373" fmla="*/ 1621803 w 8965936"/>
              <a:gd name="connsiteY373" fmla="*/ 3052227 h 3345776"/>
              <a:gd name="connsiteX374" fmla="*/ 1717851 w 8965936"/>
              <a:gd name="connsiteY374" fmla="*/ 3132250 h 3345776"/>
              <a:gd name="connsiteX375" fmla="*/ 1889737 w 8965936"/>
              <a:gd name="connsiteY375" fmla="*/ 3177201 h 3345776"/>
              <a:gd name="connsiteX376" fmla="*/ 2192517 w 8965936"/>
              <a:gd name="connsiteY376" fmla="*/ 3054097 h 3345776"/>
              <a:gd name="connsiteX377" fmla="*/ 2446898 w 8965936"/>
              <a:gd name="connsiteY377" fmla="*/ 2573173 h 3345776"/>
              <a:gd name="connsiteX378" fmla="*/ 2485209 w 8965936"/>
              <a:gd name="connsiteY378" fmla="*/ 2304362 h 3345776"/>
              <a:gd name="connsiteX379" fmla="*/ 2527990 w 8965936"/>
              <a:gd name="connsiteY379" fmla="*/ 2020993 h 3345776"/>
              <a:gd name="connsiteX380" fmla="*/ 2849796 w 8965936"/>
              <a:gd name="connsiteY380" fmla="*/ 1648361 h 3345776"/>
              <a:gd name="connsiteX381" fmla="*/ 2941014 w 8965936"/>
              <a:gd name="connsiteY381" fmla="*/ 1643000 h 3345776"/>
              <a:gd name="connsiteX382" fmla="*/ 7307461 w 8965936"/>
              <a:gd name="connsiteY382" fmla="*/ 1628102 h 3345776"/>
              <a:gd name="connsiteX383" fmla="*/ 7293724 w 8965936"/>
              <a:gd name="connsiteY383" fmla="*/ 1692427 h 3345776"/>
              <a:gd name="connsiteX384" fmla="*/ 7297122 w 8965936"/>
              <a:gd name="connsiteY384" fmla="*/ 1672878 h 3345776"/>
              <a:gd name="connsiteX385" fmla="*/ 3755422 w 8965936"/>
              <a:gd name="connsiteY385" fmla="*/ 1627342 h 3345776"/>
              <a:gd name="connsiteX386" fmla="*/ 3762301 w 8965936"/>
              <a:gd name="connsiteY386" fmla="*/ 1641856 h 3345776"/>
              <a:gd name="connsiteX387" fmla="*/ 3766606 w 8965936"/>
              <a:gd name="connsiteY387" fmla="*/ 1658186 h 3345776"/>
              <a:gd name="connsiteX388" fmla="*/ 2893031 w 8965936"/>
              <a:gd name="connsiteY388" fmla="*/ 1624796 h 3345776"/>
              <a:gd name="connsiteX389" fmla="*/ 2923872 w 8965936"/>
              <a:gd name="connsiteY389" fmla="*/ 1630231 h 3345776"/>
              <a:gd name="connsiteX390" fmla="*/ 2846603 w 8965936"/>
              <a:gd name="connsiteY390" fmla="*/ 1634824 h 3345776"/>
              <a:gd name="connsiteX391" fmla="*/ 2514579 w 8965936"/>
              <a:gd name="connsiteY391" fmla="*/ 2017928 h 3345776"/>
              <a:gd name="connsiteX392" fmla="*/ 2471417 w 8965936"/>
              <a:gd name="connsiteY392" fmla="*/ 2303085 h 3345776"/>
              <a:gd name="connsiteX393" fmla="*/ 2433106 w 8965936"/>
              <a:gd name="connsiteY393" fmla="*/ 2570492 h 3345776"/>
              <a:gd name="connsiteX394" fmla="*/ 2182812 w 8965936"/>
              <a:gd name="connsiteY394" fmla="*/ 3044392 h 3345776"/>
              <a:gd name="connsiteX395" fmla="*/ 1724619 w 8965936"/>
              <a:gd name="connsiteY395" fmla="*/ 3121013 h 3345776"/>
              <a:gd name="connsiteX396" fmla="*/ 1545698 w 8965936"/>
              <a:gd name="connsiteY396" fmla="*/ 2910918 h 3345776"/>
              <a:gd name="connsiteX397" fmla="*/ 1505891 w 8965936"/>
              <a:gd name="connsiteY397" fmla="*/ 2821237 h 3345776"/>
              <a:gd name="connsiteX398" fmla="*/ 1496173 w 8965936"/>
              <a:gd name="connsiteY398" fmla="*/ 2793589 h 3345776"/>
              <a:gd name="connsiteX399" fmla="*/ 1497757 w 8965936"/>
              <a:gd name="connsiteY399" fmla="*/ 2796842 h 3345776"/>
              <a:gd name="connsiteX400" fmla="*/ 1660641 w 8965936"/>
              <a:gd name="connsiteY400" fmla="*/ 2968664 h 3345776"/>
              <a:gd name="connsiteX401" fmla="*/ 2116152 w 8965936"/>
              <a:gd name="connsiteY401" fmla="*/ 2889745 h 3345776"/>
              <a:gd name="connsiteX402" fmla="*/ 2387135 w 8965936"/>
              <a:gd name="connsiteY402" fmla="*/ 2432829 h 3345776"/>
              <a:gd name="connsiteX403" fmla="*/ 2439619 w 8965936"/>
              <a:gd name="connsiteY403" fmla="*/ 2170915 h 3345776"/>
              <a:gd name="connsiteX404" fmla="*/ 2486997 w 8965936"/>
              <a:gd name="connsiteY404" fmla="*/ 1934156 h 3345776"/>
              <a:gd name="connsiteX405" fmla="*/ 2799610 w 8965936"/>
              <a:gd name="connsiteY405" fmla="*/ 1626778 h 3345776"/>
              <a:gd name="connsiteX406" fmla="*/ 2893031 w 8965936"/>
              <a:gd name="connsiteY406" fmla="*/ 1624796 h 3345776"/>
              <a:gd name="connsiteX407" fmla="*/ 2965640 w 8965936"/>
              <a:gd name="connsiteY407" fmla="*/ 1610093 h 3345776"/>
              <a:gd name="connsiteX408" fmla="*/ 3041348 w 8965936"/>
              <a:gd name="connsiteY408" fmla="*/ 1628440 h 3345776"/>
              <a:gd name="connsiteX409" fmla="*/ 3083486 w 8965936"/>
              <a:gd name="connsiteY409" fmla="*/ 1647638 h 3345776"/>
              <a:gd name="connsiteX410" fmla="*/ 2750060 w 8965936"/>
              <a:gd name="connsiteY410" fmla="*/ 1605325 h 3345776"/>
              <a:gd name="connsiteX411" fmla="*/ 2848409 w 8965936"/>
              <a:gd name="connsiteY411" fmla="*/ 1607078 h 3345776"/>
              <a:gd name="connsiteX412" fmla="*/ 2877515 w 8965936"/>
              <a:gd name="connsiteY412" fmla="*/ 1611815 h 3345776"/>
              <a:gd name="connsiteX413" fmla="*/ 2798203 w 8965936"/>
              <a:gd name="connsiteY413" fmla="*/ 1613498 h 3345776"/>
              <a:gd name="connsiteX414" fmla="*/ 2474483 w 8965936"/>
              <a:gd name="connsiteY414" fmla="*/ 1930580 h 3345776"/>
              <a:gd name="connsiteX415" fmla="*/ 2426848 w 8965936"/>
              <a:gd name="connsiteY415" fmla="*/ 2168872 h 3345776"/>
              <a:gd name="connsiteX416" fmla="*/ 2374236 w 8965936"/>
              <a:gd name="connsiteY416" fmla="*/ 2429126 h 3345776"/>
              <a:gd name="connsiteX417" fmla="*/ 2107213 w 8965936"/>
              <a:gd name="connsiteY417" fmla="*/ 2879784 h 3345776"/>
              <a:gd name="connsiteX418" fmla="*/ 1667153 w 8965936"/>
              <a:gd name="connsiteY418" fmla="*/ 2956405 h 3345776"/>
              <a:gd name="connsiteX419" fmla="*/ 1454890 w 8965936"/>
              <a:gd name="connsiteY419" fmla="*/ 2677823 h 3345776"/>
              <a:gd name="connsiteX420" fmla="*/ 1431347 w 8965936"/>
              <a:gd name="connsiteY420" fmla="*/ 2617892 h 3345776"/>
              <a:gd name="connsiteX421" fmla="*/ 1445734 w 8965936"/>
              <a:gd name="connsiteY421" fmla="*/ 2645932 h 3345776"/>
              <a:gd name="connsiteX422" fmla="*/ 1603813 w 8965936"/>
              <a:gd name="connsiteY422" fmla="*/ 2805334 h 3345776"/>
              <a:gd name="connsiteX423" fmla="*/ 2041063 w 8965936"/>
              <a:gd name="connsiteY423" fmla="*/ 2725648 h 3345776"/>
              <a:gd name="connsiteX424" fmla="*/ 2328646 w 8965936"/>
              <a:gd name="connsiteY424" fmla="*/ 2292614 h 3345776"/>
              <a:gd name="connsiteX425" fmla="*/ 2395562 w 8965936"/>
              <a:gd name="connsiteY425" fmla="*/ 2044106 h 3345776"/>
              <a:gd name="connsiteX426" fmla="*/ 2446642 w 8965936"/>
              <a:gd name="connsiteY426" fmla="*/ 1847957 h 3345776"/>
              <a:gd name="connsiteX427" fmla="*/ 2750060 w 8965936"/>
              <a:gd name="connsiteY427" fmla="*/ 1605325 h 3345776"/>
              <a:gd name="connsiteX428" fmla="*/ 2700768 w 8965936"/>
              <a:gd name="connsiteY428" fmla="*/ 1584127 h 3345776"/>
              <a:gd name="connsiteX429" fmla="*/ 2799175 w 8965936"/>
              <a:gd name="connsiteY429" fmla="*/ 1588648 h 3345776"/>
              <a:gd name="connsiteX430" fmla="*/ 2830514 w 8965936"/>
              <a:gd name="connsiteY430" fmla="*/ 1593348 h 3345776"/>
              <a:gd name="connsiteX431" fmla="*/ 2749806 w 8965936"/>
              <a:gd name="connsiteY431" fmla="*/ 1591916 h 3345776"/>
              <a:gd name="connsiteX432" fmla="*/ 2434639 w 8965936"/>
              <a:gd name="connsiteY432" fmla="*/ 1843233 h 3345776"/>
              <a:gd name="connsiteX433" fmla="*/ 2382791 w 8965936"/>
              <a:gd name="connsiteY433" fmla="*/ 2040914 h 3345776"/>
              <a:gd name="connsiteX434" fmla="*/ 2316387 w 8965936"/>
              <a:gd name="connsiteY434" fmla="*/ 2287888 h 3345776"/>
              <a:gd name="connsiteX435" fmla="*/ 2032506 w 8965936"/>
              <a:gd name="connsiteY435" fmla="*/ 2715305 h 3345776"/>
              <a:gd name="connsiteX436" fmla="*/ 1610454 w 8965936"/>
              <a:gd name="connsiteY436" fmla="*/ 2793203 h 3345776"/>
              <a:gd name="connsiteX437" fmla="*/ 1404332 w 8965936"/>
              <a:gd name="connsiteY437" fmla="*/ 2534518 h 3345776"/>
              <a:gd name="connsiteX438" fmla="*/ 1367525 w 8965936"/>
              <a:gd name="connsiteY438" fmla="*/ 2445918 h 3345776"/>
              <a:gd name="connsiteX439" fmla="*/ 1394272 w 8965936"/>
              <a:gd name="connsiteY439" fmla="*/ 2495084 h 3345776"/>
              <a:gd name="connsiteX440" fmla="*/ 1546732 w 8965936"/>
              <a:gd name="connsiteY440" fmla="*/ 2641238 h 3345776"/>
              <a:gd name="connsiteX441" fmla="*/ 1965592 w 8965936"/>
              <a:gd name="connsiteY441" fmla="*/ 2560914 h 3345776"/>
              <a:gd name="connsiteX442" fmla="*/ 2269649 w 8965936"/>
              <a:gd name="connsiteY442" fmla="*/ 2152270 h 3345776"/>
              <a:gd name="connsiteX443" fmla="*/ 2350994 w 8965936"/>
              <a:gd name="connsiteY443" fmla="*/ 1923046 h 3345776"/>
              <a:gd name="connsiteX444" fmla="*/ 2406417 w 8965936"/>
              <a:gd name="connsiteY444" fmla="*/ 1761376 h 3345776"/>
              <a:gd name="connsiteX445" fmla="*/ 2700768 w 8965936"/>
              <a:gd name="connsiteY445" fmla="*/ 1584127 h 3345776"/>
              <a:gd name="connsiteX446" fmla="*/ 2894149 w 8965936"/>
              <a:gd name="connsiteY446" fmla="*/ 1578983 h 3345776"/>
              <a:gd name="connsiteX447" fmla="*/ 2998695 w 8965936"/>
              <a:gd name="connsiteY447" fmla="*/ 1596259 h 3345776"/>
              <a:gd name="connsiteX448" fmla="*/ 3136358 w 8965936"/>
              <a:gd name="connsiteY448" fmla="*/ 1638528 h 3345776"/>
              <a:gd name="connsiteX449" fmla="*/ 3229579 w 8965936"/>
              <a:gd name="connsiteY449" fmla="*/ 1692034 h 3345776"/>
              <a:gd name="connsiteX450" fmla="*/ 3441180 w 8965936"/>
              <a:gd name="connsiteY450" fmla="*/ 1879245 h 3345776"/>
              <a:gd name="connsiteX451" fmla="*/ 3640776 w 8965936"/>
              <a:gd name="connsiteY451" fmla="*/ 2124559 h 3345776"/>
              <a:gd name="connsiteX452" fmla="*/ 3776779 w 8965936"/>
              <a:gd name="connsiteY452" fmla="*/ 2299382 h 3345776"/>
              <a:gd name="connsiteX453" fmla="*/ 3867446 w 8965936"/>
              <a:gd name="connsiteY453" fmla="*/ 2393242 h 3345776"/>
              <a:gd name="connsiteX454" fmla="*/ 4164351 w 8965936"/>
              <a:gd name="connsiteY454" fmla="*/ 2524776 h 3345776"/>
              <a:gd name="connsiteX455" fmla="*/ 4521916 w 8965936"/>
              <a:gd name="connsiteY455" fmla="*/ 2450836 h 3345776"/>
              <a:gd name="connsiteX456" fmla="*/ 4596749 w 8965936"/>
              <a:gd name="connsiteY456" fmla="*/ 2407801 h 3345776"/>
              <a:gd name="connsiteX457" fmla="*/ 4948310 w 8965936"/>
              <a:gd name="connsiteY457" fmla="*/ 2090973 h 3345776"/>
              <a:gd name="connsiteX458" fmla="*/ 5463585 w 8965936"/>
              <a:gd name="connsiteY458" fmla="*/ 1743626 h 3345776"/>
              <a:gd name="connsiteX459" fmla="*/ 5975923 w 8965936"/>
              <a:gd name="connsiteY459" fmla="*/ 1931091 h 3345776"/>
              <a:gd name="connsiteX460" fmla="*/ 6067741 w 8965936"/>
              <a:gd name="connsiteY460" fmla="*/ 2062368 h 3345776"/>
              <a:gd name="connsiteX461" fmla="*/ 6115207 w 8965936"/>
              <a:gd name="connsiteY461" fmla="*/ 2160559 h 3345776"/>
              <a:gd name="connsiteX462" fmla="*/ 6083065 w 8965936"/>
              <a:gd name="connsiteY462" fmla="*/ 2096848 h 3345776"/>
              <a:gd name="connsiteX463" fmla="*/ 5990609 w 8965936"/>
              <a:gd name="connsiteY463" fmla="*/ 1965826 h 3345776"/>
              <a:gd name="connsiteX464" fmla="*/ 5477379 w 8965936"/>
              <a:gd name="connsiteY464" fmla="*/ 1758950 h 3345776"/>
              <a:gd name="connsiteX465" fmla="*/ 4956739 w 8965936"/>
              <a:gd name="connsiteY465" fmla="*/ 2097741 h 3345776"/>
              <a:gd name="connsiteX466" fmla="*/ 4954569 w 8965936"/>
              <a:gd name="connsiteY466" fmla="*/ 2100040 h 3345776"/>
              <a:gd name="connsiteX467" fmla="*/ 4622545 w 8965936"/>
              <a:gd name="connsiteY467" fmla="*/ 2421975 h 3345776"/>
              <a:gd name="connsiteX468" fmla="*/ 4552437 w 8965936"/>
              <a:gd name="connsiteY468" fmla="*/ 2470501 h 3345776"/>
              <a:gd name="connsiteX469" fmla="*/ 4199599 w 8965936"/>
              <a:gd name="connsiteY469" fmla="*/ 2593478 h 3345776"/>
              <a:gd name="connsiteX470" fmla="*/ 3894009 w 8965936"/>
              <a:gd name="connsiteY470" fmla="*/ 2496809 h 3345776"/>
              <a:gd name="connsiteX471" fmla="*/ 3801425 w 8965936"/>
              <a:gd name="connsiteY471" fmla="*/ 2409972 h 3345776"/>
              <a:gd name="connsiteX472" fmla="*/ 3605532 w 8965936"/>
              <a:gd name="connsiteY472" fmla="*/ 2158910 h 3345776"/>
              <a:gd name="connsiteX473" fmla="*/ 3476426 w 8965936"/>
              <a:gd name="connsiteY473" fmla="*/ 1988812 h 3345776"/>
              <a:gd name="connsiteX474" fmla="*/ 3466593 w 8965936"/>
              <a:gd name="connsiteY474" fmla="*/ 1976809 h 3345776"/>
              <a:gd name="connsiteX475" fmla="*/ 3277722 w 8965936"/>
              <a:gd name="connsiteY475" fmla="*/ 1759717 h 3345776"/>
              <a:gd name="connsiteX476" fmla="*/ 3184630 w 8965936"/>
              <a:gd name="connsiteY476" fmla="*/ 1681691 h 3345776"/>
              <a:gd name="connsiteX477" fmla="*/ 3045691 w 8965936"/>
              <a:gd name="connsiteY477" fmla="*/ 1615669 h 3345776"/>
              <a:gd name="connsiteX478" fmla="*/ 2588989 w 8965936"/>
              <a:gd name="connsiteY478" fmla="*/ 1561186 h 3345776"/>
              <a:gd name="connsiteX479" fmla="*/ 2650964 w 8965936"/>
              <a:gd name="connsiteY479" fmla="*/ 1562035 h 3345776"/>
              <a:gd name="connsiteX480" fmla="*/ 2747842 w 8965936"/>
              <a:gd name="connsiteY480" fmla="*/ 1572510 h 3345776"/>
              <a:gd name="connsiteX481" fmla="*/ 2708430 w 8965936"/>
              <a:gd name="connsiteY481" fmla="*/ 1570335 h 3345776"/>
              <a:gd name="connsiteX482" fmla="*/ 2700001 w 8965936"/>
              <a:gd name="connsiteY482" fmla="*/ 1570335 h 3345776"/>
              <a:gd name="connsiteX483" fmla="*/ 2393517 w 8965936"/>
              <a:gd name="connsiteY483" fmla="*/ 1755757 h 3345776"/>
              <a:gd name="connsiteX484" fmla="*/ 2337458 w 8965936"/>
              <a:gd name="connsiteY484" fmla="*/ 1918832 h 3345776"/>
              <a:gd name="connsiteX485" fmla="*/ 2257773 w 8965936"/>
              <a:gd name="connsiteY485" fmla="*/ 2146524 h 3345776"/>
              <a:gd name="connsiteX486" fmla="*/ 1957163 w 8965936"/>
              <a:gd name="connsiteY486" fmla="*/ 2550954 h 3345776"/>
              <a:gd name="connsiteX487" fmla="*/ 1553116 w 8965936"/>
              <a:gd name="connsiteY487" fmla="*/ 2629362 h 3345776"/>
              <a:gd name="connsiteX488" fmla="*/ 1309079 w 8965936"/>
              <a:gd name="connsiteY488" fmla="*/ 2291081 h 3345776"/>
              <a:gd name="connsiteX489" fmla="*/ 1299215 w 8965936"/>
              <a:gd name="connsiteY489" fmla="*/ 2269999 h 3345776"/>
              <a:gd name="connsiteX490" fmla="*/ 1342202 w 8965936"/>
              <a:gd name="connsiteY490" fmla="*/ 2344286 h 3345776"/>
              <a:gd name="connsiteX491" fmla="*/ 1489522 w 8965936"/>
              <a:gd name="connsiteY491" fmla="*/ 2477398 h 3345776"/>
              <a:gd name="connsiteX492" fmla="*/ 1890504 w 8965936"/>
              <a:gd name="connsiteY492" fmla="*/ 2396691 h 3345776"/>
              <a:gd name="connsiteX493" fmla="*/ 2210524 w 8965936"/>
              <a:gd name="connsiteY493" fmla="*/ 2011544 h 3345776"/>
              <a:gd name="connsiteX494" fmla="*/ 2303617 w 8965936"/>
              <a:gd name="connsiteY494" fmla="*/ 1810286 h 3345776"/>
              <a:gd name="connsiteX495" fmla="*/ 2365681 w 8965936"/>
              <a:gd name="connsiteY495" fmla="*/ 1674539 h 3345776"/>
              <a:gd name="connsiteX496" fmla="*/ 2588989 w 8965936"/>
              <a:gd name="connsiteY496" fmla="*/ 1561186 h 3345776"/>
              <a:gd name="connsiteX497" fmla="*/ 3754013 w 8965936"/>
              <a:gd name="connsiteY497" fmla="*/ 1561082 h 3345776"/>
              <a:gd name="connsiteX498" fmla="*/ 3761547 w 8965936"/>
              <a:gd name="connsiteY498" fmla="*/ 1579937 h 3345776"/>
              <a:gd name="connsiteX499" fmla="*/ 3767713 w 8965936"/>
              <a:gd name="connsiteY499" fmla="*/ 1609029 h 3345776"/>
              <a:gd name="connsiteX500" fmla="*/ 3781088 w 8965936"/>
              <a:gd name="connsiteY500" fmla="*/ 1652096 h 3345776"/>
              <a:gd name="connsiteX501" fmla="*/ 3773803 w 8965936"/>
              <a:gd name="connsiteY501" fmla="*/ 1636745 h 3345776"/>
              <a:gd name="connsiteX502" fmla="*/ 7352073 w 8965936"/>
              <a:gd name="connsiteY502" fmla="*/ 1529467 h 3345776"/>
              <a:gd name="connsiteX503" fmla="*/ 7352019 w 8965936"/>
              <a:gd name="connsiteY503" fmla="*/ 1529662 h 3345776"/>
              <a:gd name="connsiteX504" fmla="*/ 7352033 w 8965936"/>
              <a:gd name="connsiteY504" fmla="*/ 1529598 h 3345776"/>
              <a:gd name="connsiteX505" fmla="*/ 2707954 w 8965936"/>
              <a:gd name="connsiteY505" fmla="*/ 1523172 h 3345776"/>
              <a:gd name="connsiteX506" fmla="*/ 2913266 w 8965936"/>
              <a:gd name="connsiteY506" fmla="*/ 1529471 h 3345776"/>
              <a:gd name="connsiteX507" fmla="*/ 2957577 w 8965936"/>
              <a:gd name="connsiteY507" fmla="*/ 1529471 h 3345776"/>
              <a:gd name="connsiteX508" fmla="*/ 3054374 w 8965936"/>
              <a:gd name="connsiteY508" fmla="*/ 1529471 h 3345776"/>
              <a:gd name="connsiteX509" fmla="*/ 3152196 w 8965936"/>
              <a:gd name="connsiteY509" fmla="*/ 1537260 h 3345776"/>
              <a:gd name="connsiteX510" fmla="*/ 3390356 w 8965936"/>
              <a:gd name="connsiteY510" fmla="*/ 1642486 h 3345776"/>
              <a:gd name="connsiteX511" fmla="*/ 3736425 w 8965936"/>
              <a:gd name="connsiteY511" fmla="*/ 2045001 h 3345776"/>
              <a:gd name="connsiteX512" fmla="*/ 3746769 w 8965936"/>
              <a:gd name="connsiteY512" fmla="*/ 2059303 h 3345776"/>
              <a:gd name="connsiteX513" fmla="*/ 3829775 w 8965936"/>
              <a:gd name="connsiteY513" fmla="*/ 2163764 h 3345776"/>
              <a:gd name="connsiteX514" fmla="*/ 4090797 w 8965936"/>
              <a:gd name="connsiteY514" fmla="*/ 2359146 h 3345776"/>
              <a:gd name="connsiteX515" fmla="*/ 4446318 w 8965936"/>
              <a:gd name="connsiteY515" fmla="*/ 2387624 h 3345776"/>
              <a:gd name="connsiteX516" fmla="*/ 4528684 w 8965936"/>
              <a:gd name="connsiteY516" fmla="*/ 2357359 h 3345776"/>
              <a:gd name="connsiteX517" fmla="*/ 4911023 w 8965936"/>
              <a:gd name="connsiteY517" fmla="*/ 2058282 h 3345776"/>
              <a:gd name="connsiteX518" fmla="*/ 5431150 w 8965936"/>
              <a:gd name="connsiteY518" fmla="*/ 1685650 h 3345776"/>
              <a:gd name="connsiteX519" fmla="*/ 5965196 w 8965936"/>
              <a:gd name="connsiteY519" fmla="*/ 1842849 h 3345776"/>
              <a:gd name="connsiteX520" fmla="*/ 6058802 w 8965936"/>
              <a:gd name="connsiteY520" fmla="*/ 1978596 h 3345776"/>
              <a:gd name="connsiteX521" fmla="*/ 6077451 w 8965936"/>
              <a:gd name="connsiteY521" fmla="*/ 2020589 h 3345776"/>
              <a:gd name="connsiteX522" fmla="*/ 6074381 w 8965936"/>
              <a:gd name="connsiteY522" fmla="*/ 2013970 h 3345776"/>
              <a:gd name="connsiteX523" fmla="*/ 5980010 w 8965936"/>
              <a:gd name="connsiteY523" fmla="*/ 1878096 h 3345776"/>
              <a:gd name="connsiteX524" fmla="*/ 5443664 w 8965936"/>
              <a:gd name="connsiteY524" fmla="*/ 1701229 h 3345776"/>
              <a:gd name="connsiteX525" fmla="*/ 4919323 w 8965936"/>
              <a:gd name="connsiteY525" fmla="*/ 2064923 h 3345776"/>
              <a:gd name="connsiteX526" fmla="*/ 4555374 w 8965936"/>
              <a:gd name="connsiteY526" fmla="*/ 2370512 h 3345776"/>
              <a:gd name="connsiteX527" fmla="*/ 4478753 w 8965936"/>
              <a:gd name="connsiteY527" fmla="*/ 2406523 h 3345776"/>
              <a:gd name="connsiteX528" fmla="*/ 4130129 w 8965936"/>
              <a:gd name="connsiteY528" fmla="*/ 2428744 h 3345776"/>
              <a:gd name="connsiteX529" fmla="*/ 3857359 w 8965936"/>
              <a:gd name="connsiteY529" fmla="*/ 2268606 h 3345776"/>
              <a:gd name="connsiteX530" fmla="*/ 3771798 w 8965936"/>
              <a:gd name="connsiteY530" fmla="*/ 2170787 h 3345776"/>
              <a:gd name="connsiteX531" fmla="*/ 3697348 w 8965936"/>
              <a:gd name="connsiteY531" fmla="*/ 2072713 h 3345776"/>
              <a:gd name="connsiteX532" fmla="*/ 3423813 w 8965936"/>
              <a:gd name="connsiteY532" fmla="*/ 1750395 h 3345776"/>
              <a:gd name="connsiteX533" fmla="*/ 3195357 w 8965936"/>
              <a:gd name="connsiteY533" fmla="*/ 1602134 h 3345776"/>
              <a:gd name="connsiteX534" fmla="*/ 3097664 w 8965936"/>
              <a:gd name="connsiteY534" fmla="*/ 1570846 h 3345776"/>
              <a:gd name="connsiteX535" fmla="*/ 2957193 w 8965936"/>
              <a:gd name="connsiteY535" fmla="*/ 1549265 h 3345776"/>
              <a:gd name="connsiteX536" fmla="*/ 2845582 w 8965936"/>
              <a:gd name="connsiteY536" fmla="*/ 1538665 h 3345776"/>
              <a:gd name="connsiteX537" fmla="*/ 2518149 w 8965936"/>
              <a:gd name="connsiteY537" fmla="*/ 1499719 h 3345776"/>
              <a:gd name="connsiteX538" fmla="*/ 2598735 w 8965936"/>
              <a:gd name="connsiteY538" fmla="*/ 1510878 h 3345776"/>
              <a:gd name="connsiteX539" fmla="*/ 2554041 w 8965936"/>
              <a:gd name="connsiteY539" fmla="*/ 1505846 h 3345776"/>
              <a:gd name="connsiteX540" fmla="*/ 5642767 w 8965936"/>
              <a:gd name="connsiteY540" fmla="*/ 1482923 h 3345776"/>
              <a:gd name="connsiteX541" fmla="*/ 5940423 w 8965936"/>
              <a:gd name="connsiteY541" fmla="*/ 1621799 h 3345776"/>
              <a:gd name="connsiteX542" fmla="*/ 6038369 w 8965936"/>
              <a:gd name="connsiteY542" fmla="*/ 1769293 h 3345776"/>
              <a:gd name="connsiteX543" fmla="*/ 6050235 w 8965936"/>
              <a:gd name="connsiteY543" fmla="*/ 1798633 h 3345776"/>
              <a:gd name="connsiteX544" fmla="*/ 5955364 w 8965936"/>
              <a:gd name="connsiteY544" fmla="*/ 1657299 h 3345776"/>
              <a:gd name="connsiteX545" fmla="*/ 5360914 w 8965936"/>
              <a:gd name="connsiteY545" fmla="*/ 1555138 h 3345776"/>
              <a:gd name="connsiteX546" fmla="*/ 4919450 w 8965936"/>
              <a:gd name="connsiteY546" fmla="*/ 1892270 h 3345776"/>
              <a:gd name="connsiteX547" fmla="*/ 4827249 w 8965936"/>
              <a:gd name="connsiteY547" fmla="*/ 1980894 h 3345776"/>
              <a:gd name="connsiteX548" fmla="*/ 4390257 w 8965936"/>
              <a:gd name="connsiteY548" fmla="*/ 2240639 h 3345776"/>
              <a:gd name="connsiteX549" fmla="*/ 4296396 w 8965936"/>
              <a:gd name="connsiteY549" fmla="*/ 2245236 h 3345776"/>
              <a:gd name="connsiteX550" fmla="*/ 4089551 w 8965936"/>
              <a:gd name="connsiteY550" fmla="*/ 2164002 h 3345776"/>
              <a:gd name="connsiteX551" fmla="*/ 4040853 w 8965936"/>
              <a:gd name="connsiteY551" fmla="*/ 2117363 h 3345776"/>
              <a:gd name="connsiteX552" fmla="*/ 4134249 w 8965936"/>
              <a:gd name="connsiteY552" fmla="*/ 2186357 h 3345776"/>
              <a:gd name="connsiteX553" fmla="*/ 4256680 w 8965936"/>
              <a:gd name="connsiteY553" fmla="*/ 2226720 h 3345776"/>
              <a:gd name="connsiteX554" fmla="*/ 4357565 w 8965936"/>
              <a:gd name="connsiteY554" fmla="*/ 2228380 h 3345776"/>
              <a:gd name="connsiteX555" fmla="*/ 4817290 w 8965936"/>
              <a:gd name="connsiteY555" fmla="*/ 1974126 h 3345776"/>
              <a:gd name="connsiteX556" fmla="*/ 4932221 w 8965936"/>
              <a:gd name="connsiteY556" fmla="*/ 1864686 h 3345776"/>
              <a:gd name="connsiteX557" fmla="*/ 5349803 w 8965936"/>
              <a:gd name="connsiteY557" fmla="*/ 1538282 h 3345776"/>
              <a:gd name="connsiteX558" fmla="*/ 5642767 w 8965936"/>
              <a:gd name="connsiteY558" fmla="*/ 1482923 h 3345776"/>
              <a:gd name="connsiteX559" fmla="*/ 7676284 w 8965936"/>
              <a:gd name="connsiteY559" fmla="*/ 1482607 h 3345776"/>
              <a:gd name="connsiteX560" fmla="*/ 7866926 w 8965936"/>
              <a:gd name="connsiteY560" fmla="*/ 1505718 h 3345776"/>
              <a:gd name="connsiteX561" fmla="*/ 8032937 w 8965936"/>
              <a:gd name="connsiteY561" fmla="*/ 1541985 h 3345776"/>
              <a:gd name="connsiteX562" fmla="*/ 8176473 w 8965936"/>
              <a:gd name="connsiteY562" fmla="*/ 1573911 h 3345776"/>
              <a:gd name="connsiteX563" fmla="*/ 8497451 w 8965936"/>
              <a:gd name="connsiteY563" fmla="*/ 1644737 h 3345776"/>
              <a:gd name="connsiteX564" fmla="*/ 8703048 w 8965936"/>
              <a:gd name="connsiteY564" fmla="*/ 1685992 h 3345776"/>
              <a:gd name="connsiteX565" fmla="*/ 7834233 w 8965936"/>
              <a:gd name="connsiteY565" fmla="*/ 1533812 h 3345776"/>
              <a:gd name="connsiteX566" fmla="*/ 7578830 w 8965936"/>
              <a:gd name="connsiteY566" fmla="*/ 1530109 h 3345776"/>
              <a:gd name="connsiteX567" fmla="*/ 7484035 w 8965936"/>
              <a:gd name="connsiteY567" fmla="*/ 1579359 h 3345776"/>
              <a:gd name="connsiteX568" fmla="*/ 7420706 w 8965936"/>
              <a:gd name="connsiteY568" fmla="*/ 1646189 h 3345776"/>
              <a:gd name="connsiteX569" fmla="*/ 7422677 w 8965936"/>
              <a:gd name="connsiteY569" fmla="*/ 1642301 h 3345776"/>
              <a:gd name="connsiteX570" fmla="*/ 7617269 w 8965936"/>
              <a:gd name="connsiteY570" fmla="*/ 1491544 h 3345776"/>
              <a:gd name="connsiteX571" fmla="*/ 7676284 w 8965936"/>
              <a:gd name="connsiteY571" fmla="*/ 1482607 h 3345776"/>
              <a:gd name="connsiteX572" fmla="*/ 3733863 w 8965936"/>
              <a:gd name="connsiteY572" fmla="*/ 1460330 h 3345776"/>
              <a:gd name="connsiteX573" fmla="*/ 3740308 w 8965936"/>
              <a:gd name="connsiteY573" fmla="*/ 1479730 h 3345776"/>
              <a:gd name="connsiteX574" fmla="*/ 3745888 w 8965936"/>
              <a:gd name="connsiteY574" fmla="*/ 1506057 h 3345776"/>
              <a:gd name="connsiteX575" fmla="*/ 3738225 w 8965936"/>
              <a:gd name="connsiteY575" fmla="*/ 1486873 h 3345776"/>
              <a:gd name="connsiteX576" fmla="*/ 3164848 w 8965936"/>
              <a:gd name="connsiteY576" fmla="*/ 1457595 h 3345776"/>
              <a:gd name="connsiteX577" fmla="*/ 3365581 w 8965936"/>
              <a:gd name="connsiteY577" fmla="*/ 1523212 h 3345776"/>
              <a:gd name="connsiteX578" fmla="*/ 3732466 w 8965936"/>
              <a:gd name="connsiteY578" fmla="*/ 1938626 h 3345776"/>
              <a:gd name="connsiteX579" fmla="*/ 3811641 w 8965936"/>
              <a:gd name="connsiteY579" fmla="*/ 2048320 h 3345776"/>
              <a:gd name="connsiteX580" fmla="*/ 4054274 w 8965936"/>
              <a:gd name="connsiteY580" fmla="*/ 2275374 h 3345776"/>
              <a:gd name="connsiteX581" fmla="*/ 4408645 w 8965936"/>
              <a:gd name="connsiteY581" fmla="*/ 2355187 h 3345776"/>
              <a:gd name="connsiteX582" fmla="*/ 4494716 w 8965936"/>
              <a:gd name="connsiteY582" fmla="*/ 2331306 h 3345776"/>
              <a:gd name="connsiteX583" fmla="*/ 4892378 w 8965936"/>
              <a:gd name="connsiteY583" fmla="*/ 2041042 h 3345776"/>
              <a:gd name="connsiteX584" fmla="*/ 4911534 w 8965936"/>
              <a:gd name="connsiteY584" fmla="*/ 2022269 h 3345776"/>
              <a:gd name="connsiteX585" fmla="*/ 5414932 w 8965936"/>
              <a:gd name="connsiteY585" fmla="*/ 1655894 h 3345776"/>
              <a:gd name="connsiteX586" fmla="*/ 5960728 w 8965936"/>
              <a:gd name="connsiteY586" fmla="*/ 1798665 h 3345776"/>
              <a:gd name="connsiteX587" fmla="*/ 6055099 w 8965936"/>
              <a:gd name="connsiteY587" fmla="*/ 1936710 h 3345776"/>
              <a:gd name="connsiteX588" fmla="*/ 6068840 w 8965936"/>
              <a:gd name="connsiteY588" fmla="*/ 1968990 h 3345776"/>
              <a:gd name="connsiteX589" fmla="*/ 5975668 w 8965936"/>
              <a:gd name="connsiteY589" fmla="*/ 1833911 h 3345776"/>
              <a:gd name="connsiteX590" fmla="*/ 5427574 w 8965936"/>
              <a:gd name="connsiteY590" fmla="*/ 1672113 h 3345776"/>
              <a:gd name="connsiteX591" fmla="*/ 4901445 w 8965936"/>
              <a:gd name="connsiteY591" fmla="*/ 2048194 h 3345776"/>
              <a:gd name="connsiteX592" fmla="*/ 4522811 w 8965936"/>
              <a:gd name="connsiteY592" fmla="*/ 2344589 h 3345776"/>
              <a:gd name="connsiteX593" fmla="*/ 4442614 w 8965936"/>
              <a:gd name="connsiteY593" fmla="*/ 2374215 h 3345776"/>
              <a:gd name="connsiteX594" fmla="*/ 4096032 w 8965936"/>
              <a:gd name="connsiteY594" fmla="*/ 2346376 h 3345776"/>
              <a:gd name="connsiteX595" fmla="*/ 3839608 w 8965936"/>
              <a:gd name="connsiteY595" fmla="*/ 2154824 h 3345776"/>
              <a:gd name="connsiteX596" fmla="*/ 3757497 w 8965936"/>
              <a:gd name="connsiteY596" fmla="*/ 2051514 h 3345776"/>
              <a:gd name="connsiteX597" fmla="*/ 3747152 w 8965936"/>
              <a:gd name="connsiteY597" fmla="*/ 2037084 h 3345776"/>
              <a:gd name="connsiteX598" fmla="*/ 3398018 w 8965936"/>
              <a:gd name="connsiteY598" fmla="*/ 1631504 h 3345776"/>
              <a:gd name="connsiteX599" fmla="*/ 3154366 w 8965936"/>
              <a:gd name="connsiteY599" fmla="*/ 1523979 h 3345776"/>
              <a:gd name="connsiteX600" fmla="*/ 3054503 w 8965936"/>
              <a:gd name="connsiteY600" fmla="*/ 1516062 h 3345776"/>
              <a:gd name="connsiteX601" fmla="*/ 2957321 w 8965936"/>
              <a:gd name="connsiteY601" fmla="*/ 1516062 h 3345776"/>
              <a:gd name="connsiteX602" fmla="*/ 2913010 w 8965936"/>
              <a:gd name="connsiteY602" fmla="*/ 1516062 h 3345776"/>
              <a:gd name="connsiteX603" fmla="*/ 2682987 w 8965936"/>
              <a:gd name="connsiteY603" fmla="*/ 1509151 h 3345776"/>
              <a:gd name="connsiteX604" fmla="*/ 2625432 w 8965936"/>
              <a:gd name="connsiteY604" fmla="*/ 1501174 h 3345776"/>
              <a:gd name="connsiteX605" fmla="*/ 2702877 w 8965936"/>
              <a:gd name="connsiteY605" fmla="*/ 1505207 h 3345776"/>
              <a:gd name="connsiteX606" fmla="*/ 2870997 w 8965936"/>
              <a:gd name="connsiteY606" fmla="*/ 1496012 h 3345776"/>
              <a:gd name="connsiteX607" fmla="*/ 3010189 w 8965936"/>
              <a:gd name="connsiteY607" fmla="*/ 1474431 h 3345776"/>
              <a:gd name="connsiteX608" fmla="*/ 3026536 w 8965936"/>
              <a:gd name="connsiteY608" fmla="*/ 1471366 h 3345776"/>
              <a:gd name="connsiteX609" fmla="*/ 3114395 w 8965936"/>
              <a:gd name="connsiteY609" fmla="*/ 1458596 h 3345776"/>
              <a:gd name="connsiteX610" fmla="*/ 3164848 w 8965936"/>
              <a:gd name="connsiteY610" fmla="*/ 1457595 h 3345776"/>
              <a:gd name="connsiteX611" fmla="*/ 3711789 w 8965936"/>
              <a:gd name="connsiteY611" fmla="*/ 1456683 h 3345776"/>
              <a:gd name="connsiteX612" fmla="*/ 3718675 w 8965936"/>
              <a:gd name="connsiteY612" fmla="*/ 1472643 h 3345776"/>
              <a:gd name="connsiteX613" fmla="*/ 3726047 w 8965936"/>
              <a:gd name="connsiteY613" fmla="*/ 1491091 h 3345776"/>
              <a:gd name="connsiteX614" fmla="*/ 3731828 w 8965936"/>
              <a:gd name="connsiteY614" fmla="*/ 1526279 h 3345776"/>
              <a:gd name="connsiteX615" fmla="*/ 3744925 w 8965936"/>
              <a:gd name="connsiteY615" fmla="*/ 1575953 h 3345776"/>
              <a:gd name="connsiteX616" fmla="*/ 3731201 w 8965936"/>
              <a:gd name="connsiteY616" fmla="*/ 1547991 h 3345776"/>
              <a:gd name="connsiteX617" fmla="*/ 3721800 w 8965936"/>
              <a:gd name="connsiteY617" fmla="*/ 1509636 h 3345776"/>
              <a:gd name="connsiteX618" fmla="*/ 5632454 w 8965936"/>
              <a:gd name="connsiteY618" fmla="*/ 1442410 h 3345776"/>
              <a:gd name="connsiteX619" fmla="*/ 5935697 w 8965936"/>
              <a:gd name="connsiteY619" fmla="*/ 1577358 h 3345776"/>
              <a:gd name="connsiteX620" fmla="*/ 6034410 w 8965936"/>
              <a:gd name="connsiteY620" fmla="*/ 1726769 h 3345776"/>
              <a:gd name="connsiteX621" fmla="*/ 6047459 w 8965936"/>
              <a:gd name="connsiteY621" fmla="*/ 1760197 h 3345776"/>
              <a:gd name="connsiteX622" fmla="*/ 5949361 w 8965936"/>
              <a:gd name="connsiteY622" fmla="*/ 1612987 h 3345776"/>
              <a:gd name="connsiteX623" fmla="*/ 5343290 w 8965936"/>
              <a:gd name="connsiteY623" fmla="*/ 1526406 h 3345776"/>
              <a:gd name="connsiteX624" fmla="*/ 4921876 w 8965936"/>
              <a:gd name="connsiteY624" fmla="*/ 1855492 h 3345776"/>
              <a:gd name="connsiteX625" fmla="*/ 4807839 w 8965936"/>
              <a:gd name="connsiteY625" fmla="*/ 1964677 h 3345776"/>
              <a:gd name="connsiteX626" fmla="*/ 4356160 w 8965936"/>
              <a:gd name="connsiteY626" fmla="*/ 2215355 h 3345776"/>
              <a:gd name="connsiteX627" fmla="*/ 4258850 w 8965936"/>
              <a:gd name="connsiteY627" fmla="*/ 2213821 h 3345776"/>
              <a:gd name="connsiteX628" fmla="*/ 4139483 w 8965936"/>
              <a:gd name="connsiteY628" fmla="*/ 2174256 h 3345776"/>
              <a:gd name="connsiteX629" fmla="*/ 4084426 w 8965936"/>
              <a:gd name="connsiteY629" fmla="*/ 2133513 h 3345776"/>
              <a:gd name="connsiteX630" fmla="*/ 4142662 w 8965936"/>
              <a:gd name="connsiteY630" fmla="*/ 2168346 h 3345776"/>
              <a:gd name="connsiteX631" fmla="*/ 4220413 w 8965936"/>
              <a:gd name="connsiteY631" fmla="*/ 2194283 h 3345776"/>
              <a:gd name="connsiteX632" fmla="*/ 4325000 w 8965936"/>
              <a:gd name="connsiteY632" fmla="*/ 2202456 h 3345776"/>
              <a:gd name="connsiteX633" fmla="*/ 4799410 w 8965936"/>
              <a:gd name="connsiteY633" fmla="*/ 1957270 h 3345776"/>
              <a:gd name="connsiteX634" fmla="*/ 4934646 w 8965936"/>
              <a:gd name="connsiteY634" fmla="*/ 1828036 h 3345776"/>
              <a:gd name="connsiteX635" fmla="*/ 5333712 w 8965936"/>
              <a:gd name="connsiteY635" fmla="*/ 1508782 h 3345776"/>
              <a:gd name="connsiteX636" fmla="*/ 5632454 w 8965936"/>
              <a:gd name="connsiteY636" fmla="*/ 1442410 h 3345776"/>
              <a:gd name="connsiteX637" fmla="*/ 7323413 w 8965936"/>
              <a:gd name="connsiteY637" fmla="*/ 1438157 h 3345776"/>
              <a:gd name="connsiteX638" fmla="*/ 7289187 w 8965936"/>
              <a:gd name="connsiteY638" fmla="*/ 1575861 h 3345776"/>
              <a:gd name="connsiteX639" fmla="*/ 7295971 w 8965936"/>
              <a:gd name="connsiteY639" fmla="*/ 1540836 h 3345776"/>
              <a:gd name="connsiteX640" fmla="*/ 7710753 w 8965936"/>
              <a:gd name="connsiteY640" fmla="*/ 1433615 h 3345776"/>
              <a:gd name="connsiteX641" fmla="*/ 7900766 w 8965936"/>
              <a:gd name="connsiteY641" fmla="*/ 1464215 h 3345776"/>
              <a:gd name="connsiteX642" fmla="*/ 8066778 w 8965936"/>
              <a:gd name="connsiteY642" fmla="*/ 1507633 h 3345776"/>
              <a:gd name="connsiteX643" fmla="*/ 8209292 w 8965936"/>
              <a:gd name="connsiteY643" fmla="*/ 1546582 h 3345776"/>
              <a:gd name="connsiteX644" fmla="*/ 8529440 w 8965936"/>
              <a:gd name="connsiteY644" fmla="*/ 1632206 h 3345776"/>
              <a:gd name="connsiteX645" fmla="*/ 8761705 w 8965936"/>
              <a:gd name="connsiteY645" fmla="*/ 1684546 h 3345776"/>
              <a:gd name="connsiteX646" fmla="*/ 8500627 w 8965936"/>
              <a:gd name="connsiteY646" fmla="*/ 1632334 h 3345776"/>
              <a:gd name="connsiteX647" fmla="*/ 8179666 w 8965936"/>
              <a:gd name="connsiteY647" fmla="*/ 1561268 h 3345776"/>
              <a:gd name="connsiteX648" fmla="*/ 8035235 w 8965936"/>
              <a:gd name="connsiteY648" fmla="*/ 1528833 h 3345776"/>
              <a:gd name="connsiteX649" fmla="*/ 7869224 w 8965936"/>
              <a:gd name="connsiteY649" fmla="*/ 1492565 h 3345776"/>
              <a:gd name="connsiteX650" fmla="*/ 7613821 w 8965936"/>
              <a:gd name="connsiteY650" fmla="*/ 1478518 h 3345776"/>
              <a:gd name="connsiteX651" fmla="*/ 7468992 w 8965936"/>
              <a:gd name="connsiteY651" fmla="*/ 1562003 h 3345776"/>
              <a:gd name="connsiteX652" fmla="*/ 7425515 w 8965936"/>
              <a:gd name="connsiteY652" fmla="*/ 1616908 h 3345776"/>
              <a:gd name="connsiteX653" fmla="*/ 7447736 w 8965936"/>
              <a:gd name="connsiteY653" fmla="*/ 1578783 h 3345776"/>
              <a:gd name="connsiteX654" fmla="*/ 7649961 w 8965936"/>
              <a:gd name="connsiteY654" fmla="*/ 1439824 h 3345776"/>
              <a:gd name="connsiteX655" fmla="*/ 7710753 w 8965936"/>
              <a:gd name="connsiteY655" fmla="*/ 1433615 h 3345776"/>
              <a:gd name="connsiteX656" fmla="*/ 7340533 w 8965936"/>
              <a:gd name="connsiteY656" fmla="*/ 1426304 h 3345776"/>
              <a:gd name="connsiteX657" fmla="*/ 7284352 w 8965936"/>
              <a:gd name="connsiteY657" fmla="*/ 1669431 h 3345776"/>
              <a:gd name="connsiteX658" fmla="*/ 7274901 w 8965936"/>
              <a:gd name="connsiteY658" fmla="*/ 1723065 h 3345776"/>
              <a:gd name="connsiteX659" fmla="*/ 7100716 w 8965936"/>
              <a:gd name="connsiteY659" fmla="*/ 2307555 h 3345776"/>
              <a:gd name="connsiteX660" fmla="*/ 7011326 w 8965936"/>
              <a:gd name="connsiteY660" fmla="*/ 2424529 h 3345776"/>
              <a:gd name="connsiteX661" fmla="*/ 6444715 w 8965936"/>
              <a:gd name="connsiteY661" fmla="*/ 2540993 h 3345776"/>
              <a:gd name="connsiteX662" fmla="*/ 6361837 w 8965936"/>
              <a:gd name="connsiteY662" fmla="*/ 2480078 h 3345776"/>
              <a:gd name="connsiteX663" fmla="*/ 6347531 w 8965936"/>
              <a:gd name="connsiteY663" fmla="*/ 2462668 h 3345776"/>
              <a:gd name="connsiteX664" fmla="*/ 6432710 w 8965936"/>
              <a:gd name="connsiteY664" fmla="*/ 2524009 h 3345776"/>
              <a:gd name="connsiteX665" fmla="*/ 6622603 w 8965936"/>
              <a:gd name="connsiteY665" fmla="*/ 2569470 h 3345776"/>
              <a:gd name="connsiteX666" fmla="*/ 7020775 w 8965936"/>
              <a:gd name="connsiteY666" fmla="*/ 2381749 h 3345776"/>
              <a:gd name="connsiteX667" fmla="*/ 7110166 w 8965936"/>
              <a:gd name="connsiteY667" fmla="*/ 2257879 h 3345776"/>
              <a:gd name="connsiteX668" fmla="*/ 7282180 w 8965936"/>
              <a:gd name="connsiteY668" fmla="*/ 1680796 h 3345776"/>
              <a:gd name="connsiteX669" fmla="*/ 7296227 w 8965936"/>
              <a:gd name="connsiteY669" fmla="*/ 1604814 h 3345776"/>
              <a:gd name="connsiteX670" fmla="*/ 5631034 w 8965936"/>
              <a:gd name="connsiteY670" fmla="*/ 1404293 h 3345776"/>
              <a:gd name="connsiteX671" fmla="*/ 5930334 w 8965936"/>
              <a:gd name="connsiteY671" fmla="*/ 1533941 h 3345776"/>
              <a:gd name="connsiteX672" fmla="*/ 6030069 w 8965936"/>
              <a:gd name="connsiteY672" fmla="*/ 1685777 h 3345776"/>
              <a:gd name="connsiteX673" fmla="*/ 6040639 w 8965936"/>
              <a:gd name="connsiteY673" fmla="*/ 1713811 h 3345776"/>
              <a:gd name="connsiteX674" fmla="*/ 5945402 w 8965936"/>
              <a:gd name="connsiteY674" fmla="*/ 1569696 h 3345776"/>
              <a:gd name="connsiteX675" fmla="*/ 5327711 w 8965936"/>
              <a:gd name="connsiteY675" fmla="*/ 1498183 h 3345776"/>
              <a:gd name="connsiteX676" fmla="*/ 4925197 w 8965936"/>
              <a:gd name="connsiteY676" fmla="*/ 1819863 h 3345776"/>
              <a:gd name="connsiteX677" fmla="*/ 4790471 w 8965936"/>
              <a:gd name="connsiteY677" fmla="*/ 1948841 h 3345776"/>
              <a:gd name="connsiteX678" fmla="*/ 4324107 w 8965936"/>
              <a:gd name="connsiteY678" fmla="*/ 2190580 h 3345776"/>
              <a:gd name="connsiteX679" fmla="*/ 4223351 w 8965936"/>
              <a:gd name="connsiteY679" fmla="*/ 2182662 h 3345776"/>
              <a:gd name="connsiteX680" fmla="*/ 4124098 w 8965936"/>
              <a:gd name="connsiteY680" fmla="*/ 2145330 h 3345776"/>
              <a:gd name="connsiteX681" fmla="*/ 4092820 w 8965936"/>
              <a:gd name="connsiteY681" fmla="*/ 2121794 h 3345776"/>
              <a:gd name="connsiteX682" fmla="*/ 4182740 w 8965936"/>
              <a:gd name="connsiteY682" fmla="*/ 2162997 h 3345776"/>
              <a:gd name="connsiteX683" fmla="*/ 4290904 w 8965936"/>
              <a:gd name="connsiteY683" fmla="*/ 2177555 h 3345776"/>
              <a:gd name="connsiteX684" fmla="*/ 4780766 w 8965936"/>
              <a:gd name="connsiteY684" fmla="*/ 1941307 h 3345776"/>
              <a:gd name="connsiteX685" fmla="*/ 4935667 w 8965936"/>
              <a:gd name="connsiteY685" fmla="*/ 1793046 h 3345776"/>
              <a:gd name="connsiteX686" fmla="*/ 5317366 w 8965936"/>
              <a:gd name="connsiteY686" fmla="*/ 1480179 h 3345776"/>
              <a:gd name="connsiteX687" fmla="*/ 5631034 w 8965936"/>
              <a:gd name="connsiteY687" fmla="*/ 1404293 h 3345776"/>
              <a:gd name="connsiteX688" fmla="*/ 7747045 w 8965936"/>
              <a:gd name="connsiteY688" fmla="*/ 1384856 h 3345776"/>
              <a:gd name="connsiteX689" fmla="*/ 7936394 w 8965936"/>
              <a:gd name="connsiteY689" fmla="*/ 1422712 h 3345776"/>
              <a:gd name="connsiteX690" fmla="*/ 8101255 w 8965936"/>
              <a:gd name="connsiteY690" fmla="*/ 1473793 h 3345776"/>
              <a:gd name="connsiteX691" fmla="*/ 8241727 w 8965936"/>
              <a:gd name="connsiteY691" fmla="*/ 1519255 h 3345776"/>
              <a:gd name="connsiteX692" fmla="*/ 8561060 w 8965936"/>
              <a:gd name="connsiteY692" fmla="*/ 1619803 h 3345776"/>
              <a:gd name="connsiteX693" fmla="*/ 8811595 w 8965936"/>
              <a:gd name="connsiteY693" fmla="*/ 1682440 h 3345776"/>
              <a:gd name="connsiteX694" fmla="*/ 8532600 w 8965936"/>
              <a:gd name="connsiteY694" fmla="*/ 1619548 h 3345776"/>
              <a:gd name="connsiteX695" fmla="*/ 8212868 w 8965936"/>
              <a:gd name="connsiteY695" fmla="*/ 1533939 h 3345776"/>
              <a:gd name="connsiteX696" fmla="*/ 8070354 w 8965936"/>
              <a:gd name="connsiteY696" fmla="*/ 1494991 h 3345776"/>
              <a:gd name="connsiteX697" fmla="*/ 7904342 w 8965936"/>
              <a:gd name="connsiteY697" fmla="*/ 1451572 h 3345776"/>
              <a:gd name="connsiteX698" fmla="*/ 7647534 w 8965936"/>
              <a:gd name="connsiteY698" fmla="*/ 1427054 h 3345776"/>
              <a:gd name="connsiteX699" fmla="*/ 7437246 w 8965936"/>
              <a:gd name="connsiteY699" fmla="*/ 1570664 h 3345776"/>
              <a:gd name="connsiteX700" fmla="*/ 7412839 w 8965936"/>
              <a:gd name="connsiteY700" fmla="*/ 1612615 h 3345776"/>
              <a:gd name="connsiteX701" fmla="*/ 7419970 w 8965936"/>
              <a:gd name="connsiteY701" fmla="*/ 1596258 h 3345776"/>
              <a:gd name="connsiteX702" fmla="*/ 7684440 w 8965936"/>
              <a:gd name="connsiteY702" fmla="*/ 1388232 h 3345776"/>
              <a:gd name="connsiteX703" fmla="*/ 7747045 w 8965936"/>
              <a:gd name="connsiteY703" fmla="*/ 1384856 h 3345776"/>
              <a:gd name="connsiteX704" fmla="*/ 5620834 w 8965936"/>
              <a:gd name="connsiteY704" fmla="*/ 1363665 h 3345776"/>
              <a:gd name="connsiteX705" fmla="*/ 5925864 w 8965936"/>
              <a:gd name="connsiteY705" fmla="*/ 1489755 h 3345776"/>
              <a:gd name="connsiteX706" fmla="*/ 6025855 w 8965936"/>
              <a:gd name="connsiteY706" fmla="*/ 1644018 h 3345776"/>
              <a:gd name="connsiteX707" fmla="*/ 6032821 w 8965936"/>
              <a:gd name="connsiteY707" fmla="*/ 1663141 h 3345776"/>
              <a:gd name="connsiteX708" fmla="*/ 5997671 w 8965936"/>
              <a:gd name="connsiteY708" fmla="*/ 1598403 h 3345776"/>
              <a:gd name="connsiteX709" fmla="*/ 5940038 w 8965936"/>
              <a:gd name="connsiteY709" fmla="*/ 1525001 h 3345776"/>
              <a:gd name="connsiteX710" fmla="*/ 5310855 w 8965936"/>
              <a:gd name="connsiteY710" fmla="*/ 1468558 h 3345776"/>
              <a:gd name="connsiteX711" fmla="*/ 4925962 w 8965936"/>
              <a:gd name="connsiteY711" fmla="*/ 1783468 h 3345776"/>
              <a:gd name="connsiteX712" fmla="*/ 4771445 w 8965936"/>
              <a:gd name="connsiteY712" fmla="*/ 1931347 h 3345776"/>
              <a:gd name="connsiteX713" fmla="*/ 4290520 w 8965936"/>
              <a:gd name="connsiteY713" fmla="*/ 2164018 h 3345776"/>
              <a:gd name="connsiteX714" fmla="*/ 4186189 w 8965936"/>
              <a:gd name="connsiteY714" fmla="*/ 2149972 h 3345776"/>
              <a:gd name="connsiteX715" fmla="*/ 4083511 w 8965936"/>
              <a:gd name="connsiteY715" fmla="*/ 2103338 h 3345776"/>
              <a:gd name="connsiteX716" fmla="*/ 4068413 w 8965936"/>
              <a:gd name="connsiteY716" fmla="*/ 2090162 h 3345776"/>
              <a:gd name="connsiteX717" fmla="*/ 4145835 w 8965936"/>
              <a:gd name="connsiteY717" fmla="*/ 2131327 h 3345776"/>
              <a:gd name="connsiteX718" fmla="*/ 4257447 w 8965936"/>
              <a:gd name="connsiteY718" fmla="*/ 2152270 h 3345776"/>
              <a:gd name="connsiteX719" fmla="*/ 4762633 w 8965936"/>
              <a:gd name="connsiteY719" fmla="*/ 1925216 h 3345776"/>
              <a:gd name="connsiteX720" fmla="*/ 4934520 w 8965936"/>
              <a:gd name="connsiteY720" fmla="*/ 1759971 h 3345776"/>
              <a:gd name="connsiteX721" fmla="*/ 5301533 w 8965936"/>
              <a:gd name="connsiteY721" fmla="*/ 1451445 h 3345776"/>
              <a:gd name="connsiteX722" fmla="*/ 5620834 w 8965936"/>
              <a:gd name="connsiteY722" fmla="*/ 1363665 h 3345776"/>
              <a:gd name="connsiteX723" fmla="*/ 3187440 w 8965936"/>
              <a:gd name="connsiteY723" fmla="*/ 1363443 h 3345776"/>
              <a:gd name="connsiteX724" fmla="*/ 3340168 w 8965936"/>
              <a:gd name="connsiteY724" fmla="*/ 1403813 h 3345776"/>
              <a:gd name="connsiteX725" fmla="*/ 3717398 w 8965936"/>
              <a:gd name="connsiteY725" fmla="*/ 1817820 h 3345776"/>
              <a:gd name="connsiteX726" fmla="*/ 3792741 w 8965936"/>
              <a:gd name="connsiteY726" fmla="*/ 1932751 h 3345776"/>
              <a:gd name="connsiteX727" fmla="*/ 4018262 w 8965936"/>
              <a:gd name="connsiteY727" fmla="*/ 2191602 h 3345776"/>
              <a:gd name="connsiteX728" fmla="*/ 4371100 w 8965936"/>
              <a:gd name="connsiteY728" fmla="*/ 2322751 h 3345776"/>
              <a:gd name="connsiteX729" fmla="*/ 4460491 w 8965936"/>
              <a:gd name="connsiteY729" fmla="*/ 2305128 h 3345776"/>
              <a:gd name="connsiteX730" fmla="*/ 4873605 w 8965936"/>
              <a:gd name="connsiteY730" fmla="*/ 2024185 h 3345776"/>
              <a:gd name="connsiteX731" fmla="*/ 4918429 w 8965936"/>
              <a:gd name="connsiteY731" fmla="*/ 1980639 h 3345776"/>
              <a:gd name="connsiteX732" fmla="*/ 5398458 w 8965936"/>
              <a:gd name="connsiteY732" fmla="*/ 1626268 h 3345776"/>
              <a:gd name="connsiteX733" fmla="*/ 5955491 w 8965936"/>
              <a:gd name="connsiteY733" fmla="*/ 1753969 h 3345776"/>
              <a:gd name="connsiteX734" fmla="*/ 6050884 w 8965936"/>
              <a:gd name="connsiteY734" fmla="*/ 1894440 h 3345776"/>
              <a:gd name="connsiteX735" fmla="*/ 6062310 w 8965936"/>
              <a:gd name="connsiteY735" fmla="*/ 1922438 h 3345776"/>
              <a:gd name="connsiteX736" fmla="*/ 5970815 w 8965936"/>
              <a:gd name="connsiteY736" fmla="*/ 1788960 h 3345776"/>
              <a:gd name="connsiteX737" fmla="*/ 5411101 w 8965936"/>
              <a:gd name="connsiteY737" fmla="*/ 1642230 h 3345776"/>
              <a:gd name="connsiteX738" fmla="*/ 4902211 w 8965936"/>
              <a:gd name="connsiteY738" fmla="*/ 2012564 h 3345776"/>
              <a:gd name="connsiteX739" fmla="*/ 4883056 w 8965936"/>
              <a:gd name="connsiteY739" fmla="*/ 2031336 h 3345776"/>
              <a:gd name="connsiteX740" fmla="*/ 4489991 w 8965936"/>
              <a:gd name="connsiteY740" fmla="*/ 2318536 h 3345776"/>
              <a:gd name="connsiteX741" fmla="*/ 4406347 w 8965936"/>
              <a:gd name="connsiteY741" fmla="*/ 2341906 h 3345776"/>
              <a:gd name="connsiteX742" fmla="*/ 4061554 w 8965936"/>
              <a:gd name="connsiteY742" fmla="*/ 2264009 h 3345776"/>
              <a:gd name="connsiteX743" fmla="*/ 3821730 w 8965936"/>
              <a:gd name="connsiteY743" fmla="*/ 2039765 h 3345776"/>
              <a:gd name="connsiteX744" fmla="*/ 3743066 w 8965936"/>
              <a:gd name="connsiteY744" fmla="*/ 1930962 h 3345776"/>
              <a:gd name="connsiteX745" fmla="*/ 3371967 w 8965936"/>
              <a:gd name="connsiteY745" fmla="*/ 1511464 h 3345776"/>
              <a:gd name="connsiteX746" fmla="*/ 3112990 w 8965936"/>
              <a:gd name="connsiteY746" fmla="*/ 1445059 h 3345776"/>
              <a:gd name="connsiteX747" fmla="*/ 3023600 w 8965936"/>
              <a:gd name="connsiteY747" fmla="*/ 1457829 h 3345776"/>
              <a:gd name="connsiteX748" fmla="*/ 3007382 w 8965936"/>
              <a:gd name="connsiteY748" fmla="*/ 1460767 h 3345776"/>
              <a:gd name="connsiteX749" fmla="*/ 2868953 w 8965936"/>
              <a:gd name="connsiteY749" fmla="*/ 1482348 h 3345776"/>
              <a:gd name="connsiteX750" fmla="*/ 2581320 w 8965936"/>
              <a:gd name="connsiteY750" fmla="*/ 1485204 h 3345776"/>
              <a:gd name="connsiteX751" fmla="*/ 2557090 w 8965936"/>
              <a:gd name="connsiteY751" fmla="*/ 1480778 h 3345776"/>
              <a:gd name="connsiteX752" fmla="*/ 2624996 w 8965936"/>
              <a:gd name="connsiteY752" fmla="*/ 1484870 h 3345776"/>
              <a:gd name="connsiteX753" fmla="*/ 2827960 w 8965936"/>
              <a:gd name="connsiteY753" fmla="*/ 1462427 h 3345776"/>
              <a:gd name="connsiteX754" fmla="*/ 2972900 w 8965936"/>
              <a:gd name="connsiteY754" fmla="*/ 1417986 h 3345776"/>
              <a:gd name="connsiteX755" fmla="*/ 3005081 w 8965936"/>
              <a:gd name="connsiteY755" fmla="*/ 1405216 h 3345776"/>
              <a:gd name="connsiteX756" fmla="*/ 3075701 w 8965936"/>
              <a:gd name="connsiteY756" fmla="*/ 1379676 h 3345776"/>
              <a:gd name="connsiteX757" fmla="*/ 3187440 w 8965936"/>
              <a:gd name="connsiteY757" fmla="*/ 1363443 h 3345776"/>
              <a:gd name="connsiteX758" fmla="*/ 3698032 w 8965936"/>
              <a:gd name="connsiteY758" fmla="*/ 1353295 h 3345776"/>
              <a:gd name="connsiteX759" fmla="*/ 3700030 w 8965936"/>
              <a:gd name="connsiteY759" fmla="*/ 1358478 h 3345776"/>
              <a:gd name="connsiteX760" fmla="*/ 3708391 w 8965936"/>
              <a:gd name="connsiteY760" fmla="*/ 1383650 h 3345776"/>
              <a:gd name="connsiteX761" fmla="*/ 3717095 w 8965936"/>
              <a:gd name="connsiteY761" fmla="*/ 1436618 h 3345776"/>
              <a:gd name="connsiteX762" fmla="*/ 3704782 w 8965936"/>
              <a:gd name="connsiteY762" fmla="*/ 1408120 h 3345776"/>
              <a:gd name="connsiteX763" fmla="*/ 7782881 w 8965936"/>
              <a:gd name="connsiteY763" fmla="*/ 1336260 h 3345776"/>
              <a:gd name="connsiteX764" fmla="*/ 7971512 w 8965936"/>
              <a:gd name="connsiteY764" fmla="*/ 1381208 h 3345776"/>
              <a:gd name="connsiteX765" fmla="*/ 8135608 w 8965936"/>
              <a:gd name="connsiteY765" fmla="*/ 1438802 h 3345776"/>
              <a:gd name="connsiteX766" fmla="*/ 8283741 w 8965936"/>
              <a:gd name="connsiteY766" fmla="*/ 1494096 h 3345776"/>
              <a:gd name="connsiteX767" fmla="*/ 8597664 w 8965936"/>
              <a:gd name="connsiteY767" fmla="*/ 1607128 h 3345776"/>
              <a:gd name="connsiteX768" fmla="*/ 8746425 w 8965936"/>
              <a:gd name="connsiteY768" fmla="*/ 1652655 h 3345776"/>
              <a:gd name="connsiteX769" fmla="*/ 8564157 w 8965936"/>
              <a:gd name="connsiteY769" fmla="*/ 1607065 h 3345776"/>
              <a:gd name="connsiteX770" fmla="*/ 8245431 w 8965936"/>
              <a:gd name="connsiteY770" fmla="*/ 1506867 h 3345776"/>
              <a:gd name="connsiteX771" fmla="*/ 8104960 w 8965936"/>
              <a:gd name="connsiteY771" fmla="*/ 1461405 h 3345776"/>
              <a:gd name="connsiteX772" fmla="*/ 7939842 w 8965936"/>
              <a:gd name="connsiteY772" fmla="*/ 1410324 h 3345776"/>
              <a:gd name="connsiteX773" fmla="*/ 7682013 w 8965936"/>
              <a:gd name="connsiteY773" fmla="*/ 1375590 h 3345776"/>
              <a:gd name="connsiteX774" fmla="*/ 7463536 w 8965936"/>
              <a:gd name="connsiteY774" fmla="*/ 1506881 h 3345776"/>
              <a:gd name="connsiteX775" fmla="*/ 7422320 w 8965936"/>
              <a:gd name="connsiteY775" fmla="*/ 1569339 h 3345776"/>
              <a:gd name="connsiteX776" fmla="*/ 7442189 w 8965936"/>
              <a:gd name="connsiteY776" fmla="*/ 1529215 h 3345776"/>
              <a:gd name="connsiteX777" fmla="*/ 7718407 w 8965936"/>
              <a:gd name="connsiteY777" fmla="*/ 1336768 h 3345776"/>
              <a:gd name="connsiteX778" fmla="*/ 7782881 w 8965936"/>
              <a:gd name="connsiteY778" fmla="*/ 1336260 h 3345776"/>
              <a:gd name="connsiteX779" fmla="*/ 2225520 w 8965936"/>
              <a:gd name="connsiteY779" fmla="*/ 1328528 h 3345776"/>
              <a:gd name="connsiteX780" fmla="*/ 2228155 w 8965936"/>
              <a:gd name="connsiteY780" fmla="*/ 1331883 h 3345776"/>
              <a:gd name="connsiteX781" fmla="*/ 2223541 w 8965936"/>
              <a:gd name="connsiteY781" fmla="*/ 1328772 h 3345776"/>
              <a:gd name="connsiteX782" fmla="*/ 5609693 w 8965936"/>
              <a:gd name="connsiteY782" fmla="*/ 1322835 h 3345776"/>
              <a:gd name="connsiteX783" fmla="*/ 5920501 w 8965936"/>
              <a:gd name="connsiteY783" fmla="*/ 1445571 h 3345776"/>
              <a:gd name="connsiteX784" fmla="*/ 6021897 w 8965936"/>
              <a:gd name="connsiteY784" fmla="*/ 1601878 h 3345776"/>
              <a:gd name="connsiteX785" fmla="*/ 6027375 w 8965936"/>
              <a:gd name="connsiteY785" fmla="*/ 1617407 h 3345776"/>
              <a:gd name="connsiteX786" fmla="*/ 5993608 w 8965936"/>
              <a:gd name="connsiteY786" fmla="*/ 1554506 h 3345776"/>
              <a:gd name="connsiteX787" fmla="*/ 5935187 w 8965936"/>
              <a:gd name="connsiteY787" fmla="*/ 1480050 h 3345776"/>
              <a:gd name="connsiteX788" fmla="*/ 5294382 w 8965936"/>
              <a:gd name="connsiteY788" fmla="*/ 1438675 h 3345776"/>
              <a:gd name="connsiteX789" fmla="*/ 4924048 w 8965936"/>
              <a:gd name="connsiteY789" fmla="*/ 1749499 h 3345776"/>
              <a:gd name="connsiteX790" fmla="*/ 4752801 w 8965936"/>
              <a:gd name="connsiteY790" fmla="*/ 1914106 h 3345776"/>
              <a:gd name="connsiteX791" fmla="*/ 4257063 w 8965936"/>
              <a:gd name="connsiteY791" fmla="*/ 2137838 h 3345776"/>
              <a:gd name="connsiteX792" fmla="*/ 4149283 w 8965936"/>
              <a:gd name="connsiteY792" fmla="*/ 2117535 h 3345776"/>
              <a:gd name="connsiteX793" fmla="*/ 4117924 w 8965936"/>
              <a:gd name="connsiteY793" fmla="*/ 2100808 h 3345776"/>
              <a:gd name="connsiteX794" fmla="*/ 4223223 w 8965936"/>
              <a:gd name="connsiteY794" fmla="*/ 2125964 h 3345776"/>
              <a:gd name="connsiteX795" fmla="*/ 4743606 w 8965936"/>
              <a:gd name="connsiteY795" fmla="*/ 1907977 h 3345776"/>
              <a:gd name="connsiteX796" fmla="*/ 4933626 w 8965936"/>
              <a:gd name="connsiteY796" fmla="*/ 1724598 h 3345776"/>
              <a:gd name="connsiteX797" fmla="*/ 5284804 w 8965936"/>
              <a:gd name="connsiteY797" fmla="*/ 1421435 h 3345776"/>
              <a:gd name="connsiteX798" fmla="*/ 5609693 w 8965936"/>
              <a:gd name="connsiteY798" fmla="*/ 1322835 h 3345776"/>
              <a:gd name="connsiteX799" fmla="*/ 2176220 w 8965936"/>
              <a:gd name="connsiteY799" fmla="*/ 1311298 h 3345776"/>
              <a:gd name="connsiteX800" fmla="*/ 2182046 w 8965936"/>
              <a:gd name="connsiteY800" fmla="*/ 1317885 h 3345776"/>
              <a:gd name="connsiteX801" fmla="*/ 2176753 w 8965936"/>
              <a:gd name="connsiteY801" fmla="*/ 1317889 h 3345776"/>
              <a:gd name="connsiteX802" fmla="*/ 2172388 w 8965936"/>
              <a:gd name="connsiteY802" fmla="*/ 1312003 h 3345776"/>
              <a:gd name="connsiteX803" fmla="*/ 2196907 w 8965936"/>
              <a:gd name="connsiteY803" fmla="*/ 1307492 h 3345776"/>
              <a:gd name="connsiteX804" fmla="*/ 2202204 w 8965936"/>
              <a:gd name="connsiteY804" fmla="*/ 1317129 h 3345776"/>
              <a:gd name="connsiteX805" fmla="*/ 2201842 w 8965936"/>
              <a:gd name="connsiteY805" fmla="*/ 1316847 h 3345776"/>
              <a:gd name="connsiteX806" fmla="*/ 2200308 w 8965936"/>
              <a:gd name="connsiteY806" fmla="*/ 1316847 h 3345776"/>
              <a:gd name="connsiteX807" fmla="*/ 2200044 w 8965936"/>
              <a:gd name="connsiteY807" fmla="*/ 1316847 h 3345776"/>
              <a:gd name="connsiteX808" fmla="*/ 2192513 w 8965936"/>
              <a:gd name="connsiteY808" fmla="*/ 1308300 h 3345776"/>
              <a:gd name="connsiteX809" fmla="*/ 7751993 w 8965936"/>
              <a:gd name="connsiteY809" fmla="*/ 1283773 h 3345776"/>
              <a:gd name="connsiteX810" fmla="*/ 8006120 w 8965936"/>
              <a:gd name="connsiteY810" fmla="*/ 1338430 h 3345776"/>
              <a:gd name="connsiteX811" fmla="*/ 8169577 w 8965936"/>
              <a:gd name="connsiteY811" fmla="*/ 1403047 h 3345776"/>
              <a:gd name="connsiteX812" fmla="*/ 8314902 w 8965936"/>
              <a:gd name="connsiteY812" fmla="*/ 1464726 h 3345776"/>
              <a:gd name="connsiteX813" fmla="*/ 8791273 w 8965936"/>
              <a:gd name="connsiteY813" fmla="*/ 1648168 h 3345776"/>
              <a:gd name="connsiteX814" fmla="*/ 8932894 w 8965936"/>
              <a:gd name="connsiteY814" fmla="*/ 1684953 h 3345776"/>
              <a:gd name="connsiteX815" fmla="*/ 8929781 w 8965936"/>
              <a:gd name="connsiteY815" fmla="*/ 1684499 h 3345776"/>
              <a:gd name="connsiteX816" fmla="*/ 8289360 w 8965936"/>
              <a:gd name="connsiteY816" fmla="*/ 1481455 h 3345776"/>
              <a:gd name="connsiteX817" fmla="*/ 8141098 w 8965936"/>
              <a:gd name="connsiteY817" fmla="*/ 1426159 h 3345776"/>
              <a:gd name="connsiteX818" fmla="*/ 7976620 w 8965936"/>
              <a:gd name="connsiteY818" fmla="*/ 1368567 h 3345776"/>
              <a:gd name="connsiteX819" fmla="*/ 7717897 w 8965936"/>
              <a:gd name="connsiteY819" fmla="*/ 1323360 h 3345776"/>
              <a:gd name="connsiteX820" fmla="*/ 7431590 w 8965936"/>
              <a:gd name="connsiteY820" fmla="*/ 1522191 h 3345776"/>
              <a:gd name="connsiteX821" fmla="*/ 7393681 w 8965936"/>
              <a:gd name="connsiteY821" fmla="*/ 1598739 h 3345776"/>
              <a:gd name="connsiteX822" fmla="*/ 7407606 w 8965936"/>
              <a:gd name="connsiteY822" fmla="*/ 1560961 h 3345776"/>
              <a:gd name="connsiteX823" fmla="*/ 7463644 w 8965936"/>
              <a:gd name="connsiteY823" fmla="*/ 1460257 h 3345776"/>
              <a:gd name="connsiteX824" fmla="*/ 7751993 w 8965936"/>
              <a:gd name="connsiteY824" fmla="*/ 1283773 h 3345776"/>
              <a:gd name="connsiteX825" fmla="*/ 5596491 w 8965936"/>
              <a:gd name="connsiteY825" fmla="*/ 1283486 h 3345776"/>
              <a:gd name="connsiteX826" fmla="*/ 5915266 w 8965936"/>
              <a:gd name="connsiteY826" fmla="*/ 1401386 h 3345776"/>
              <a:gd name="connsiteX827" fmla="*/ 6017427 w 8965936"/>
              <a:gd name="connsiteY827" fmla="*/ 1559992 h 3345776"/>
              <a:gd name="connsiteX828" fmla="*/ 6022201 w 8965936"/>
              <a:gd name="connsiteY828" fmla="*/ 1573985 h 3345776"/>
              <a:gd name="connsiteX829" fmla="*/ 5988991 w 8965936"/>
              <a:gd name="connsiteY829" fmla="*/ 1511437 h 3345776"/>
              <a:gd name="connsiteX830" fmla="*/ 5929569 w 8965936"/>
              <a:gd name="connsiteY830" fmla="*/ 1435993 h 3345776"/>
              <a:gd name="connsiteX831" fmla="*/ 5277270 w 8965936"/>
              <a:gd name="connsiteY831" fmla="*/ 1409686 h 3345776"/>
              <a:gd name="connsiteX832" fmla="*/ 4923537 w 8965936"/>
              <a:gd name="connsiteY832" fmla="*/ 1714893 h 3345776"/>
              <a:gd name="connsiteX833" fmla="*/ 4734157 w 8965936"/>
              <a:gd name="connsiteY833" fmla="*/ 1897505 h 3345776"/>
              <a:gd name="connsiteX834" fmla="*/ 4223351 w 8965936"/>
              <a:gd name="connsiteY834" fmla="*/ 2112300 h 3345776"/>
              <a:gd name="connsiteX835" fmla="*/ 4112123 w 8965936"/>
              <a:gd name="connsiteY835" fmla="*/ 2085738 h 3345776"/>
              <a:gd name="connsiteX836" fmla="*/ 4081258 w 8965936"/>
              <a:gd name="connsiteY836" fmla="*/ 2069431 h 3345776"/>
              <a:gd name="connsiteX837" fmla="*/ 4189126 w 8965936"/>
              <a:gd name="connsiteY837" fmla="*/ 2100168 h 3345776"/>
              <a:gd name="connsiteX838" fmla="*/ 4724834 w 8965936"/>
              <a:gd name="connsiteY838" fmla="*/ 1891248 h 3345776"/>
              <a:gd name="connsiteX839" fmla="*/ 4931837 w 8965936"/>
              <a:gd name="connsiteY839" fmla="*/ 1690374 h 3345776"/>
              <a:gd name="connsiteX840" fmla="*/ 5268330 w 8965936"/>
              <a:gd name="connsiteY840" fmla="*/ 1392191 h 3345776"/>
              <a:gd name="connsiteX841" fmla="*/ 5596491 w 8965936"/>
              <a:gd name="connsiteY841" fmla="*/ 1283486 h 3345776"/>
              <a:gd name="connsiteX842" fmla="*/ 2080509 w 8965936"/>
              <a:gd name="connsiteY842" fmla="*/ 1280058 h 3345776"/>
              <a:gd name="connsiteX843" fmla="*/ 2103892 w 8965936"/>
              <a:gd name="connsiteY843" fmla="*/ 1300233 h 3345776"/>
              <a:gd name="connsiteX844" fmla="*/ 2101581 w 8965936"/>
              <a:gd name="connsiteY844" fmla="*/ 1300253 h 3345776"/>
              <a:gd name="connsiteX845" fmla="*/ 3170829 w 8965936"/>
              <a:gd name="connsiteY845" fmla="*/ 1261184 h 3345776"/>
              <a:gd name="connsiteX846" fmla="*/ 3227934 w 8965936"/>
              <a:gd name="connsiteY846" fmla="*/ 1262842 h 3345776"/>
              <a:gd name="connsiteX847" fmla="*/ 3314756 w 8965936"/>
              <a:gd name="connsiteY847" fmla="*/ 1285433 h 3345776"/>
              <a:gd name="connsiteX848" fmla="*/ 3702330 w 8965936"/>
              <a:gd name="connsiteY848" fmla="*/ 1698036 h 3345776"/>
              <a:gd name="connsiteX849" fmla="*/ 3773970 w 8965936"/>
              <a:gd name="connsiteY849" fmla="*/ 1818332 h 3345776"/>
              <a:gd name="connsiteX850" fmla="*/ 3981868 w 8965936"/>
              <a:gd name="connsiteY850" fmla="*/ 2108724 h 3345776"/>
              <a:gd name="connsiteX851" fmla="*/ 4332919 w 8965936"/>
              <a:gd name="connsiteY851" fmla="*/ 2291209 h 3345776"/>
              <a:gd name="connsiteX852" fmla="*/ 4426652 w 8965936"/>
              <a:gd name="connsiteY852" fmla="*/ 2280098 h 3345776"/>
              <a:gd name="connsiteX853" fmla="*/ 4855089 w 8965936"/>
              <a:gd name="connsiteY853" fmla="*/ 2007841 h 3345776"/>
              <a:gd name="connsiteX854" fmla="*/ 4924176 w 8965936"/>
              <a:gd name="connsiteY854" fmla="*/ 1941052 h 3345776"/>
              <a:gd name="connsiteX855" fmla="*/ 5382369 w 8965936"/>
              <a:gd name="connsiteY855" fmla="*/ 1597280 h 3345776"/>
              <a:gd name="connsiteX856" fmla="*/ 5950639 w 8965936"/>
              <a:gd name="connsiteY856" fmla="*/ 1710423 h 3345776"/>
              <a:gd name="connsiteX857" fmla="*/ 6046798 w 8965936"/>
              <a:gd name="connsiteY857" fmla="*/ 1853065 h 3345776"/>
              <a:gd name="connsiteX858" fmla="*/ 6058531 w 8965936"/>
              <a:gd name="connsiteY858" fmla="*/ 1883067 h 3345776"/>
              <a:gd name="connsiteX859" fmla="*/ 5966090 w 8965936"/>
              <a:gd name="connsiteY859" fmla="*/ 1747074 h 3345776"/>
              <a:gd name="connsiteX860" fmla="*/ 5394754 w 8965936"/>
              <a:gd name="connsiteY860" fmla="*/ 1615413 h 3345776"/>
              <a:gd name="connsiteX861" fmla="*/ 4909490 w 8965936"/>
              <a:gd name="connsiteY861" fmla="*/ 1972977 h 3345776"/>
              <a:gd name="connsiteX862" fmla="*/ 4864795 w 8965936"/>
              <a:gd name="connsiteY862" fmla="*/ 2016523 h 3345776"/>
              <a:gd name="connsiteX863" fmla="*/ 4457045 w 8965936"/>
              <a:gd name="connsiteY863" fmla="*/ 2294657 h 3345776"/>
              <a:gd name="connsiteX864" fmla="*/ 4370080 w 8965936"/>
              <a:gd name="connsiteY864" fmla="*/ 2311641 h 3345776"/>
              <a:gd name="connsiteX865" fmla="*/ 4027201 w 8965936"/>
              <a:gd name="connsiteY865" fmla="*/ 2183940 h 3345776"/>
              <a:gd name="connsiteX866" fmla="*/ 3803979 w 8965936"/>
              <a:gd name="connsiteY866" fmla="*/ 1927643 h 3345776"/>
              <a:gd name="connsiteX867" fmla="*/ 3728891 w 8965936"/>
              <a:gd name="connsiteY867" fmla="*/ 1812712 h 3345776"/>
              <a:gd name="connsiteX868" fmla="*/ 3345786 w 8965936"/>
              <a:gd name="connsiteY868" fmla="*/ 1393724 h 3345776"/>
              <a:gd name="connsiteX869" fmla="*/ 3071614 w 8965936"/>
              <a:gd name="connsiteY869" fmla="*/ 1368184 h 3345776"/>
              <a:gd name="connsiteX870" fmla="*/ 2999847 w 8965936"/>
              <a:gd name="connsiteY870" fmla="*/ 1393724 h 3345776"/>
              <a:gd name="connsiteX871" fmla="*/ 2967921 w 8965936"/>
              <a:gd name="connsiteY871" fmla="*/ 1406494 h 3345776"/>
              <a:gd name="connsiteX872" fmla="*/ 2824768 w 8965936"/>
              <a:gd name="connsiteY872" fmla="*/ 1450296 h 3345776"/>
              <a:gd name="connsiteX873" fmla="*/ 2514418 w 8965936"/>
              <a:gd name="connsiteY873" fmla="*/ 1465883 h 3345776"/>
              <a:gd name="connsiteX874" fmla="*/ 2495725 w 8965936"/>
              <a:gd name="connsiteY874" fmla="*/ 1461721 h 3345776"/>
              <a:gd name="connsiteX875" fmla="*/ 2582345 w 8965936"/>
              <a:gd name="connsiteY875" fmla="*/ 1465301 h 3345776"/>
              <a:gd name="connsiteX876" fmla="*/ 2784415 w 8965936"/>
              <a:gd name="connsiteY876" fmla="*/ 1429480 h 3345776"/>
              <a:gd name="connsiteX877" fmla="*/ 2931398 w 8965936"/>
              <a:gd name="connsiteY877" fmla="*/ 1362821 h 3345776"/>
              <a:gd name="connsiteX878" fmla="*/ 2972903 w 8965936"/>
              <a:gd name="connsiteY878" fmla="*/ 1338173 h 3345776"/>
              <a:gd name="connsiteX879" fmla="*/ 3036754 w 8965936"/>
              <a:gd name="connsiteY879" fmla="*/ 1301524 h 3345776"/>
              <a:gd name="connsiteX880" fmla="*/ 3170829 w 8965936"/>
              <a:gd name="connsiteY880" fmla="*/ 1261184 h 3345776"/>
              <a:gd name="connsiteX881" fmla="*/ 3686682 w 8965936"/>
              <a:gd name="connsiteY881" fmla="*/ 1261110 h 3345776"/>
              <a:gd name="connsiteX882" fmla="*/ 3689949 w 8965936"/>
              <a:gd name="connsiteY882" fmla="*/ 1273076 h 3345776"/>
              <a:gd name="connsiteX883" fmla="*/ 3694539 w 8965936"/>
              <a:gd name="connsiteY883" fmla="*/ 1299352 h 3345776"/>
              <a:gd name="connsiteX884" fmla="*/ 3696463 w 8965936"/>
              <a:gd name="connsiteY884" fmla="*/ 1311061 h 3345776"/>
              <a:gd name="connsiteX885" fmla="*/ 3691121 w 8965936"/>
              <a:gd name="connsiteY885" fmla="*/ 1297166 h 3345776"/>
              <a:gd name="connsiteX886" fmla="*/ 2017159 w 8965936"/>
              <a:gd name="connsiteY886" fmla="*/ 1259770 h 3345776"/>
              <a:gd name="connsiteX887" fmla="*/ 2039973 w 8965936"/>
              <a:gd name="connsiteY887" fmla="*/ 1283493 h 3345776"/>
              <a:gd name="connsiteX888" fmla="*/ 2016421 w 8965936"/>
              <a:gd name="connsiteY888" fmla="*/ 1270109 h 3345776"/>
              <a:gd name="connsiteX889" fmla="*/ 2009980 w 8965936"/>
              <a:gd name="connsiteY889" fmla="*/ 1262489 h 3345776"/>
              <a:gd name="connsiteX890" fmla="*/ 2033410 w 8965936"/>
              <a:gd name="connsiteY890" fmla="*/ 1253614 h 3345776"/>
              <a:gd name="connsiteX891" fmla="*/ 2082149 w 8965936"/>
              <a:gd name="connsiteY891" fmla="*/ 1299964 h 3345776"/>
              <a:gd name="connsiteX892" fmla="*/ 2079258 w 8965936"/>
              <a:gd name="connsiteY892" fmla="*/ 1299118 h 3345776"/>
              <a:gd name="connsiteX893" fmla="*/ 2065073 w 8965936"/>
              <a:gd name="connsiteY893" fmla="*/ 1291563 h 3345776"/>
              <a:gd name="connsiteX894" fmla="*/ 2027213 w 8965936"/>
              <a:gd name="connsiteY894" fmla="*/ 1255961 h 3345776"/>
              <a:gd name="connsiteX895" fmla="*/ 2158679 w 8965936"/>
              <a:gd name="connsiteY895" fmla="*/ 1245829 h 3345776"/>
              <a:gd name="connsiteX896" fmla="*/ 2171726 w 8965936"/>
              <a:gd name="connsiteY896" fmla="*/ 1261695 h 3345776"/>
              <a:gd name="connsiteX897" fmla="*/ 2190552 w 8965936"/>
              <a:gd name="connsiteY897" fmla="*/ 1295936 h 3345776"/>
              <a:gd name="connsiteX898" fmla="*/ 2183349 w 8965936"/>
              <a:gd name="connsiteY898" fmla="*/ 1297898 h 3345776"/>
              <a:gd name="connsiteX899" fmla="*/ 2176811 w 8965936"/>
              <a:gd name="connsiteY899" fmla="*/ 1290477 h 3345776"/>
              <a:gd name="connsiteX900" fmla="*/ 2056995 w 8965936"/>
              <a:gd name="connsiteY900" fmla="*/ 1244681 h 3345776"/>
              <a:gd name="connsiteX901" fmla="*/ 2072080 w 8965936"/>
              <a:gd name="connsiteY901" fmla="*/ 1271979 h 3345776"/>
              <a:gd name="connsiteX902" fmla="*/ 2047389 w 8965936"/>
              <a:gd name="connsiteY902" fmla="*/ 1248320 h 3345776"/>
              <a:gd name="connsiteX903" fmla="*/ 5585684 w 8965936"/>
              <a:gd name="connsiteY903" fmla="*/ 1243054 h 3345776"/>
              <a:gd name="connsiteX904" fmla="*/ 5910029 w 8965936"/>
              <a:gd name="connsiteY904" fmla="*/ 1357585 h 3345776"/>
              <a:gd name="connsiteX905" fmla="*/ 5981211 w 8965936"/>
              <a:gd name="connsiteY905" fmla="*/ 1453280 h 3345776"/>
              <a:gd name="connsiteX906" fmla="*/ 6010127 w 8965936"/>
              <a:gd name="connsiteY906" fmla="*/ 1518023 h 3345776"/>
              <a:gd name="connsiteX907" fmla="*/ 5984587 w 8965936"/>
              <a:gd name="connsiteY907" fmla="*/ 1469070 h 3345776"/>
              <a:gd name="connsiteX908" fmla="*/ 5924588 w 8965936"/>
              <a:gd name="connsiteY908" fmla="*/ 1392575 h 3345776"/>
              <a:gd name="connsiteX909" fmla="*/ 5260541 w 8965936"/>
              <a:gd name="connsiteY909" fmla="*/ 1381337 h 3345776"/>
              <a:gd name="connsiteX910" fmla="*/ 4921621 w 8965936"/>
              <a:gd name="connsiteY910" fmla="*/ 1681563 h 3345776"/>
              <a:gd name="connsiteX911" fmla="*/ 4715512 w 8965936"/>
              <a:gd name="connsiteY911" fmla="*/ 1881672 h 3345776"/>
              <a:gd name="connsiteX912" fmla="*/ 4190275 w 8965936"/>
              <a:gd name="connsiteY912" fmla="*/ 2087270 h 3345776"/>
              <a:gd name="connsiteX913" fmla="*/ 4075344 w 8965936"/>
              <a:gd name="connsiteY913" fmla="*/ 2054579 h 3345776"/>
              <a:gd name="connsiteX914" fmla="*/ 4057085 w 8965936"/>
              <a:gd name="connsiteY914" fmla="*/ 2043857 h 3345776"/>
              <a:gd name="connsiteX915" fmla="*/ 4106683 w 8965936"/>
              <a:gd name="connsiteY915" fmla="*/ 2063446 h 3345776"/>
              <a:gd name="connsiteX916" fmla="*/ 4706061 w 8965936"/>
              <a:gd name="connsiteY916" fmla="*/ 1874775 h 3345776"/>
              <a:gd name="connsiteX917" fmla="*/ 4929410 w 8965936"/>
              <a:gd name="connsiteY917" fmla="*/ 1656790 h 3345776"/>
              <a:gd name="connsiteX918" fmla="*/ 5251857 w 8965936"/>
              <a:gd name="connsiteY918" fmla="*/ 1363077 h 3345776"/>
              <a:gd name="connsiteX919" fmla="*/ 5585684 w 8965936"/>
              <a:gd name="connsiteY919" fmla="*/ 1243054 h 3345776"/>
              <a:gd name="connsiteX920" fmla="*/ 2081651 w 8965936"/>
              <a:gd name="connsiteY920" fmla="*/ 1238184 h 3345776"/>
              <a:gd name="connsiteX921" fmla="*/ 2117850 w 8965936"/>
              <a:gd name="connsiteY921" fmla="*/ 1294975 h 3345776"/>
              <a:gd name="connsiteX922" fmla="*/ 2083455 w 8965936"/>
              <a:gd name="connsiteY922" fmla="*/ 1265072 h 3345776"/>
              <a:gd name="connsiteX923" fmla="*/ 2071748 w 8965936"/>
              <a:gd name="connsiteY923" fmla="*/ 1239738 h 3345776"/>
              <a:gd name="connsiteX924" fmla="*/ 2109320 w 8965936"/>
              <a:gd name="connsiteY924" fmla="*/ 1233845 h 3345776"/>
              <a:gd name="connsiteX925" fmla="*/ 2117415 w 8965936"/>
              <a:gd name="connsiteY925" fmla="*/ 1259670 h 3345776"/>
              <a:gd name="connsiteX926" fmla="*/ 2147066 w 8965936"/>
              <a:gd name="connsiteY926" fmla="*/ 1299854 h 3345776"/>
              <a:gd name="connsiteX927" fmla="*/ 2141475 w 8965936"/>
              <a:gd name="connsiteY927" fmla="*/ 1299903 h 3345776"/>
              <a:gd name="connsiteX928" fmla="*/ 2131647 w 8965936"/>
              <a:gd name="connsiteY928" fmla="*/ 1292222 h 3345776"/>
              <a:gd name="connsiteX929" fmla="*/ 2100909 w 8965936"/>
              <a:gd name="connsiteY929" fmla="*/ 1235164 h 3345776"/>
              <a:gd name="connsiteX930" fmla="*/ 7785834 w 8965936"/>
              <a:gd name="connsiteY930" fmla="*/ 1233076 h 3345776"/>
              <a:gd name="connsiteX931" fmla="*/ 8041236 w 8965936"/>
              <a:gd name="connsiteY931" fmla="*/ 1297949 h 3345776"/>
              <a:gd name="connsiteX932" fmla="*/ 8203928 w 8965936"/>
              <a:gd name="connsiteY932" fmla="*/ 1369589 h 3345776"/>
              <a:gd name="connsiteX933" fmla="*/ 8346698 w 8965936"/>
              <a:gd name="connsiteY933" fmla="*/ 1437653 h 3345776"/>
              <a:gd name="connsiteX934" fmla="*/ 8823177 w 8965936"/>
              <a:gd name="connsiteY934" fmla="*/ 1641530 h 3345776"/>
              <a:gd name="connsiteX935" fmla="*/ 8922635 w 8965936"/>
              <a:gd name="connsiteY935" fmla="*/ 1668953 h 3345776"/>
              <a:gd name="connsiteX936" fmla="*/ 8794839 w 8965936"/>
              <a:gd name="connsiteY936" fmla="*/ 1635772 h 3345776"/>
              <a:gd name="connsiteX937" fmla="*/ 8320137 w 8965936"/>
              <a:gd name="connsiteY937" fmla="*/ 1452977 h 3345776"/>
              <a:gd name="connsiteX938" fmla="*/ 8174685 w 8965936"/>
              <a:gd name="connsiteY938" fmla="*/ 1391170 h 3345776"/>
              <a:gd name="connsiteX939" fmla="*/ 8010717 w 8965936"/>
              <a:gd name="connsiteY939" fmla="*/ 1326426 h 3345776"/>
              <a:gd name="connsiteX940" fmla="*/ 7751100 w 8965936"/>
              <a:gd name="connsiteY940" fmla="*/ 1270876 h 3345776"/>
              <a:gd name="connsiteX941" fmla="*/ 7452407 w 8965936"/>
              <a:gd name="connsiteY941" fmla="*/ 1453105 h 3345776"/>
              <a:gd name="connsiteX942" fmla="*/ 7406102 w 8965936"/>
              <a:gd name="connsiteY942" fmla="*/ 1536121 h 3345776"/>
              <a:gd name="connsiteX943" fmla="*/ 7424206 w 8965936"/>
              <a:gd name="connsiteY943" fmla="*/ 1492292 h 3345776"/>
              <a:gd name="connsiteX944" fmla="*/ 7485480 w 8965936"/>
              <a:gd name="connsiteY944" fmla="*/ 1393596 h 3345776"/>
              <a:gd name="connsiteX945" fmla="*/ 7785834 w 8965936"/>
              <a:gd name="connsiteY945" fmla="*/ 1233076 h 3345776"/>
              <a:gd name="connsiteX946" fmla="*/ 2122787 w 8965936"/>
              <a:gd name="connsiteY946" fmla="*/ 1232929 h 3345776"/>
              <a:gd name="connsiteX947" fmla="*/ 2140851 w 8965936"/>
              <a:gd name="connsiteY947" fmla="*/ 1237774 h 3345776"/>
              <a:gd name="connsiteX948" fmla="*/ 2165908 w 8965936"/>
              <a:gd name="connsiteY948" fmla="*/ 1299639 h 3345776"/>
              <a:gd name="connsiteX949" fmla="*/ 2165951 w 8965936"/>
              <a:gd name="connsiteY949" fmla="*/ 1299687 h 3345776"/>
              <a:gd name="connsiteX950" fmla="*/ 2163275 w 8965936"/>
              <a:gd name="connsiteY950" fmla="*/ 1299712 h 3345776"/>
              <a:gd name="connsiteX951" fmla="*/ 2129322 w 8965936"/>
              <a:gd name="connsiteY951" fmla="*/ 1253923 h 3345776"/>
              <a:gd name="connsiteX952" fmla="*/ 2146290 w 8965936"/>
              <a:gd name="connsiteY952" fmla="*/ 1215315 h 3345776"/>
              <a:gd name="connsiteX953" fmla="*/ 2153665 w 8965936"/>
              <a:gd name="connsiteY953" fmla="*/ 1228824 h 3345776"/>
              <a:gd name="connsiteX954" fmla="*/ 2151514 w 8965936"/>
              <a:gd name="connsiteY954" fmla="*/ 1228186 h 3345776"/>
              <a:gd name="connsiteX955" fmla="*/ 3196022 w 8965936"/>
              <a:gd name="connsiteY955" fmla="*/ 1152927 h 3345776"/>
              <a:gd name="connsiteX956" fmla="*/ 3289471 w 8965936"/>
              <a:gd name="connsiteY956" fmla="*/ 1167437 h 3345776"/>
              <a:gd name="connsiteX957" fmla="*/ 3687515 w 8965936"/>
              <a:gd name="connsiteY957" fmla="*/ 1578763 h 3345776"/>
              <a:gd name="connsiteX958" fmla="*/ 3720462 w 8965936"/>
              <a:gd name="connsiteY958" fmla="*/ 1639676 h 3345776"/>
              <a:gd name="connsiteX959" fmla="*/ 3755453 w 8965936"/>
              <a:gd name="connsiteY959" fmla="*/ 1703527 h 3345776"/>
              <a:gd name="connsiteX960" fmla="*/ 3945856 w 8965936"/>
              <a:gd name="connsiteY960" fmla="*/ 2025590 h 3345776"/>
              <a:gd name="connsiteX961" fmla="*/ 4295501 w 8965936"/>
              <a:gd name="connsiteY961" fmla="*/ 2259410 h 3345776"/>
              <a:gd name="connsiteX962" fmla="*/ 4392681 w 8965936"/>
              <a:gd name="connsiteY962" fmla="*/ 2254686 h 3345776"/>
              <a:gd name="connsiteX963" fmla="*/ 4836444 w 8965936"/>
              <a:gd name="connsiteY963" fmla="*/ 1991366 h 3345776"/>
              <a:gd name="connsiteX964" fmla="*/ 4928900 w 8965936"/>
              <a:gd name="connsiteY964" fmla="*/ 1902741 h 3345776"/>
              <a:gd name="connsiteX965" fmla="*/ 5366022 w 8965936"/>
              <a:gd name="connsiteY965" fmla="*/ 1568292 h 3345776"/>
              <a:gd name="connsiteX966" fmla="*/ 5945531 w 8965936"/>
              <a:gd name="connsiteY966" fmla="*/ 1666494 h 3345776"/>
              <a:gd name="connsiteX967" fmla="*/ 6042584 w 8965936"/>
              <a:gd name="connsiteY967" fmla="*/ 1811435 h 3345776"/>
              <a:gd name="connsiteX968" fmla="*/ 6055914 w 8965936"/>
              <a:gd name="connsiteY968" fmla="*/ 1843300 h 3345776"/>
              <a:gd name="connsiteX969" fmla="*/ 5960472 w 8965936"/>
              <a:gd name="connsiteY969" fmla="*/ 1701996 h 3345776"/>
              <a:gd name="connsiteX970" fmla="*/ 5377515 w 8965936"/>
              <a:gd name="connsiteY970" fmla="*/ 1585403 h 3345776"/>
              <a:gd name="connsiteX971" fmla="*/ 4914853 w 8965936"/>
              <a:gd name="connsiteY971" fmla="*/ 1932113 h 3345776"/>
              <a:gd name="connsiteX972" fmla="*/ 4845894 w 8965936"/>
              <a:gd name="connsiteY972" fmla="*/ 1998773 h 3345776"/>
              <a:gd name="connsiteX973" fmla="*/ 4423458 w 8965936"/>
              <a:gd name="connsiteY973" fmla="*/ 2266946 h 3345776"/>
              <a:gd name="connsiteX974" fmla="*/ 4333302 w 8965936"/>
              <a:gd name="connsiteY974" fmla="*/ 2277800 h 3345776"/>
              <a:gd name="connsiteX975" fmla="*/ 3991957 w 8965936"/>
              <a:gd name="connsiteY975" fmla="*/ 2099785 h 3345776"/>
              <a:gd name="connsiteX976" fmla="*/ 3785335 w 8965936"/>
              <a:gd name="connsiteY976" fmla="*/ 1811179 h 3345776"/>
              <a:gd name="connsiteX977" fmla="*/ 3713950 w 8965936"/>
              <a:gd name="connsiteY977" fmla="*/ 1691269 h 3345776"/>
              <a:gd name="connsiteX978" fmla="*/ 3319608 w 8965936"/>
              <a:gd name="connsiteY978" fmla="*/ 1272919 h 3345776"/>
              <a:gd name="connsiteX979" fmla="*/ 3030623 w 8965936"/>
              <a:gd name="connsiteY979" fmla="*/ 1289520 h 3345776"/>
              <a:gd name="connsiteX980" fmla="*/ 2966006 w 8965936"/>
              <a:gd name="connsiteY980" fmla="*/ 1326681 h 3345776"/>
              <a:gd name="connsiteX981" fmla="*/ 2924886 w 8965936"/>
              <a:gd name="connsiteY981" fmla="*/ 1351200 h 3345776"/>
              <a:gd name="connsiteX982" fmla="*/ 2779179 w 8965936"/>
              <a:gd name="connsiteY982" fmla="*/ 1415945 h 3345776"/>
              <a:gd name="connsiteX983" fmla="*/ 2463045 w 8965936"/>
              <a:gd name="connsiteY983" fmla="*/ 1445503 h 3345776"/>
              <a:gd name="connsiteX984" fmla="*/ 2456028 w 8965936"/>
              <a:gd name="connsiteY984" fmla="*/ 1443755 h 3345776"/>
              <a:gd name="connsiteX985" fmla="*/ 2531326 w 8965936"/>
              <a:gd name="connsiteY985" fmla="*/ 1446337 h 3345776"/>
              <a:gd name="connsiteX986" fmla="*/ 2742018 w 8965936"/>
              <a:gd name="connsiteY986" fmla="*/ 1396916 h 3345776"/>
              <a:gd name="connsiteX987" fmla="*/ 2890151 w 8965936"/>
              <a:gd name="connsiteY987" fmla="*/ 1308163 h 3345776"/>
              <a:gd name="connsiteX988" fmla="*/ 2936634 w 8965936"/>
              <a:gd name="connsiteY988" fmla="*/ 1271258 h 3345776"/>
              <a:gd name="connsiteX989" fmla="*/ 2997675 w 8965936"/>
              <a:gd name="connsiteY989" fmla="*/ 1223753 h 3345776"/>
              <a:gd name="connsiteX990" fmla="*/ 3196022 w 8965936"/>
              <a:gd name="connsiteY990" fmla="*/ 1152927 h 3345776"/>
              <a:gd name="connsiteX991" fmla="*/ 1911040 w 8965936"/>
              <a:gd name="connsiteY991" fmla="*/ 1150186 h 3345776"/>
              <a:gd name="connsiteX992" fmla="*/ 1928065 w 8965936"/>
              <a:gd name="connsiteY992" fmla="*/ 1190026 h 3345776"/>
              <a:gd name="connsiteX993" fmla="*/ 1988444 w 8965936"/>
              <a:gd name="connsiteY993" fmla="*/ 1258193 h 3345776"/>
              <a:gd name="connsiteX994" fmla="*/ 1985488 w 8965936"/>
              <a:gd name="connsiteY994" fmla="*/ 1259690 h 3345776"/>
              <a:gd name="connsiteX995" fmla="*/ 1967893 w 8965936"/>
              <a:gd name="connsiteY995" fmla="*/ 1249039 h 3345776"/>
              <a:gd name="connsiteX996" fmla="*/ 1906490 w 8965936"/>
              <a:gd name="connsiteY996" fmla="*/ 1182090 h 3345776"/>
              <a:gd name="connsiteX997" fmla="*/ 1893881 w 8965936"/>
              <a:gd name="connsiteY997" fmla="*/ 1156106 h 3345776"/>
              <a:gd name="connsiteX998" fmla="*/ 2094871 w 8965936"/>
              <a:gd name="connsiteY998" fmla="*/ 1143259 h 3345776"/>
              <a:gd name="connsiteX999" fmla="*/ 2105334 w 8965936"/>
              <a:gd name="connsiteY999" fmla="*/ 1149532 h 3345776"/>
              <a:gd name="connsiteX1000" fmla="*/ 2113088 w 8965936"/>
              <a:gd name="connsiteY1000" fmla="*/ 1169224 h 3345776"/>
              <a:gd name="connsiteX1001" fmla="*/ 2134977 w 8965936"/>
              <a:gd name="connsiteY1001" fmla="*/ 1223269 h 3345776"/>
              <a:gd name="connsiteX1002" fmla="*/ 2123652 w 8965936"/>
              <a:gd name="connsiteY1002" fmla="*/ 1219903 h 3345776"/>
              <a:gd name="connsiteX1003" fmla="*/ 2118925 w 8965936"/>
              <a:gd name="connsiteY1003" fmla="*/ 1220526 h 3345776"/>
              <a:gd name="connsiteX1004" fmla="*/ 1939801 w 8965936"/>
              <a:gd name="connsiteY1004" fmla="*/ 1140265 h 3345776"/>
              <a:gd name="connsiteX1005" fmla="*/ 1939844 w 8965936"/>
              <a:gd name="connsiteY1005" fmla="*/ 1140430 h 3345776"/>
              <a:gd name="connsiteX1006" fmla="*/ 1976498 w 8965936"/>
              <a:gd name="connsiteY1006" fmla="*/ 1217480 h 3345776"/>
              <a:gd name="connsiteX1007" fmla="*/ 2007581 w 8965936"/>
              <a:gd name="connsiteY1007" fmla="*/ 1249808 h 3345776"/>
              <a:gd name="connsiteX1008" fmla="*/ 2001233 w 8965936"/>
              <a:gd name="connsiteY1008" fmla="*/ 1252144 h 3345776"/>
              <a:gd name="connsiteX1009" fmla="*/ 1932411 w 8965936"/>
              <a:gd name="connsiteY1009" fmla="*/ 1170724 h 3345776"/>
              <a:gd name="connsiteX1010" fmla="*/ 1924155 w 8965936"/>
              <a:gd name="connsiteY1010" fmla="*/ 1145663 h 3345776"/>
              <a:gd name="connsiteX1011" fmla="*/ 1975811 w 8965936"/>
              <a:gd name="connsiteY1011" fmla="*/ 1133198 h 3345776"/>
              <a:gd name="connsiteX1012" fmla="*/ 1988195 w 8965936"/>
              <a:gd name="connsiteY1012" fmla="*/ 1175645 h 3345776"/>
              <a:gd name="connsiteX1013" fmla="*/ 2024435 w 8965936"/>
              <a:gd name="connsiteY1013" fmla="*/ 1243611 h 3345776"/>
              <a:gd name="connsiteX1014" fmla="*/ 2016992 w 8965936"/>
              <a:gd name="connsiteY1014" fmla="*/ 1246349 h 3345776"/>
              <a:gd name="connsiteX1015" fmla="*/ 2002685 w 8965936"/>
              <a:gd name="connsiteY1015" fmla="*/ 1232895 h 3345776"/>
              <a:gd name="connsiteX1016" fmla="*/ 1961504 w 8965936"/>
              <a:gd name="connsiteY1016" fmla="*/ 1162544 h 3345776"/>
              <a:gd name="connsiteX1017" fmla="*/ 1955568 w 8965936"/>
              <a:gd name="connsiteY1017" fmla="*/ 1136763 h 3345776"/>
              <a:gd name="connsiteX1018" fmla="*/ 2058934 w 8965936"/>
              <a:gd name="connsiteY1018" fmla="*/ 1129521 h 3345776"/>
              <a:gd name="connsiteX1019" fmla="*/ 2074244 w 8965936"/>
              <a:gd name="connsiteY1019" fmla="*/ 1130893 h 3345776"/>
              <a:gd name="connsiteX1020" fmla="*/ 2077694 w 8965936"/>
              <a:gd name="connsiteY1020" fmla="*/ 1132962 h 3345776"/>
              <a:gd name="connsiteX1021" fmla="*/ 2105691 w 8965936"/>
              <a:gd name="connsiteY1021" fmla="*/ 1222270 h 3345776"/>
              <a:gd name="connsiteX1022" fmla="*/ 2094741 w 8965936"/>
              <a:gd name="connsiteY1022" fmla="*/ 1223713 h 3345776"/>
              <a:gd name="connsiteX1023" fmla="*/ 2068123 w 8965936"/>
              <a:gd name="connsiteY1023" fmla="*/ 1174299 h 3345776"/>
              <a:gd name="connsiteX1024" fmla="*/ 2013113 w 8965936"/>
              <a:gd name="connsiteY1024" fmla="*/ 1126630 h 3345776"/>
              <a:gd name="connsiteX1025" fmla="*/ 2024510 w 8965936"/>
              <a:gd name="connsiteY1025" fmla="*/ 1185891 h 3345776"/>
              <a:gd name="connsiteX1026" fmla="*/ 2051007 w 8965936"/>
              <a:gd name="connsiteY1026" fmla="*/ 1233841 h 3345776"/>
              <a:gd name="connsiteX1027" fmla="*/ 2037473 w 8965936"/>
              <a:gd name="connsiteY1027" fmla="*/ 1238817 h 3345776"/>
              <a:gd name="connsiteX1028" fmla="*/ 2035317 w 8965936"/>
              <a:gd name="connsiteY1028" fmla="*/ 1236749 h 3345776"/>
              <a:gd name="connsiteX1029" fmla="*/ 1998942 w 8965936"/>
              <a:gd name="connsiteY1029" fmla="*/ 1167760 h 3345776"/>
              <a:gd name="connsiteX1030" fmla="*/ 1988331 w 8965936"/>
              <a:gd name="connsiteY1030" fmla="*/ 1130993 h 3345776"/>
              <a:gd name="connsiteX1031" fmla="*/ 2021416 w 8965936"/>
              <a:gd name="connsiteY1031" fmla="*/ 1126156 h 3345776"/>
              <a:gd name="connsiteX1032" fmla="*/ 2048947 w 8965936"/>
              <a:gd name="connsiteY1032" fmla="*/ 1128625 h 3345776"/>
              <a:gd name="connsiteX1033" fmla="*/ 2072240 w 8965936"/>
              <a:gd name="connsiteY1033" fmla="*/ 1223418 h 3345776"/>
              <a:gd name="connsiteX1034" fmla="*/ 2074157 w 8965936"/>
              <a:gd name="connsiteY1034" fmla="*/ 1226427 h 3345776"/>
              <a:gd name="connsiteX1035" fmla="*/ 2069495 w 8965936"/>
              <a:gd name="connsiteY1035" fmla="*/ 1227042 h 3345776"/>
              <a:gd name="connsiteX1036" fmla="*/ 2066408 w 8965936"/>
              <a:gd name="connsiteY1036" fmla="*/ 1228177 h 3345776"/>
              <a:gd name="connsiteX1037" fmla="*/ 2022534 w 8965936"/>
              <a:gd name="connsiteY1037" fmla="*/ 1133231 h 3345776"/>
              <a:gd name="connsiteX1038" fmla="*/ 2071005 w 8965936"/>
              <a:gd name="connsiteY1038" fmla="*/ 1065366 h 3345776"/>
              <a:gd name="connsiteX1039" fmla="*/ 2072863 w 8965936"/>
              <a:gd name="connsiteY1039" fmla="*/ 1067063 h 3345776"/>
              <a:gd name="connsiteX1040" fmla="*/ 2097265 w 8965936"/>
              <a:gd name="connsiteY1040" fmla="*/ 1129037 h 3345776"/>
              <a:gd name="connsiteX1041" fmla="*/ 2088848 w 8965936"/>
              <a:gd name="connsiteY1041" fmla="*/ 1123912 h 3345776"/>
              <a:gd name="connsiteX1042" fmla="*/ 2082441 w 8965936"/>
              <a:gd name="connsiteY1042" fmla="*/ 1103330 h 3345776"/>
              <a:gd name="connsiteX1043" fmla="*/ 3185071 w 8965936"/>
              <a:gd name="connsiteY1043" fmla="*/ 1039875 h 3345776"/>
              <a:gd name="connsiteX1044" fmla="*/ 3264062 w 8965936"/>
              <a:gd name="connsiteY1044" fmla="*/ 1047653 h 3345776"/>
              <a:gd name="connsiteX1045" fmla="*/ 3672702 w 8965936"/>
              <a:gd name="connsiteY1045" fmla="*/ 1457575 h 3345776"/>
              <a:gd name="connsiteX1046" fmla="*/ 3717547 w 8965936"/>
              <a:gd name="connsiteY1046" fmla="*/ 1548943 h 3345776"/>
              <a:gd name="connsiteX1047" fmla="*/ 3718011 w 8965936"/>
              <a:gd name="connsiteY1047" fmla="*/ 1551224 h 3345776"/>
              <a:gd name="connsiteX1048" fmla="*/ 3764663 w 8965936"/>
              <a:gd name="connsiteY1048" fmla="*/ 1691727 h 3345776"/>
              <a:gd name="connsiteX1049" fmla="*/ 3732339 w 8965936"/>
              <a:gd name="connsiteY1049" fmla="*/ 1632525 h 3345776"/>
              <a:gd name="connsiteX1050" fmla="*/ 3699264 w 8965936"/>
              <a:gd name="connsiteY1050" fmla="*/ 1571357 h 3345776"/>
              <a:gd name="connsiteX1051" fmla="*/ 3293429 w 8965936"/>
              <a:gd name="connsiteY1051" fmla="*/ 1153773 h 3345776"/>
              <a:gd name="connsiteX1052" fmla="*/ 2989885 w 8965936"/>
              <a:gd name="connsiteY1052" fmla="*/ 1211877 h 3345776"/>
              <a:gd name="connsiteX1053" fmla="*/ 2928077 w 8965936"/>
              <a:gd name="connsiteY1053" fmla="*/ 1259893 h 3345776"/>
              <a:gd name="connsiteX1054" fmla="*/ 2881978 w 8965936"/>
              <a:gd name="connsiteY1054" fmla="*/ 1296543 h 3345776"/>
              <a:gd name="connsiteX1055" fmla="*/ 2736653 w 8965936"/>
              <a:gd name="connsiteY1055" fmla="*/ 1383635 h 3345776"/>
              <a:gd name="connsiteX1056" fmla="*/ 2417629 w 8965936"/>
              <a:gd name="connsiteY1056" fmla="*/ 1428296 h 3345776"/>
              <a:gd name="connsiteX1057" fmla="*/ 2400952 w 8965936"/>
              <a:gd name="connsiteY1057" fmla="*/ 1423691 h 3345776"/>
              <a:gd name="connsiteX1058" fmla="*/ 2486278 w 8965936"/>
              <a:gd name="connsiteY1058" fmla="*/ 1425139 h 3345776"/>
              <a:gd name="connsiteX1059" fmla="*/ 2698216 w 8965936"/>
              <a:gd name="connsiteY1059" fmla="*/ 1362565 h 3345776"/>
              <a:gd name="connsiteX1060" fmla="*/ 2847754 w 8965936"/>
              <a:gd name="connsiteY1060" fmla="*/ 1251720 h 3345776"/>
              <a:gd name="connsiteX1061" fmla="*/ 2896792 w 8965936"/>
              <a:gd name="connsiteY1061" fmla="*/ 1203193 h 3345776"/>
              <a:gd name="connsiteX1062" fmla="*/ 2957577 w 8965936"/>
              <a:gd name="connsiteY1062" fmla="*/ 1144067 h 3345776"/>
              <a:gd name="connsiteX1063" fmla="*/ 3185071 w 8965936"/>
              <a:gd name="connsiteY1063" fmla="*/ 1039875 h 3345776"/>
              <a:gd name="connsiteX1064" fmla="*/ 2039691 w 8965936"/>
              <a:gd name="connsiteY1064" fmla="*/ 1036722 h 3345776"/>
              <a:gd name="connsiteX1065" fmla="*/ 2051779 w 8965936"/>
              <a:gd name="connsiteY1065" fmla="*/ 1047777 h 3345776"/>
              <a:gd name="connsiteX1066" fmla="*/ 2069288 w 8965936"/>
              <a:gd name="connsiteY1066" fmla="*/ 1106141 h 3345776"/>
              <a:gd name="connsiteX1067" fmla="*/ 2072947 w 8965936"/>
              <a:gd name="connsiteY1067" fmla="*/ 1117814 h 3345776"/>
              <a:gd name="connsiteX1068" fmla="*/ 2056167 w 8965936"/>
              <a:gd name="connsiteY1068" fmla="*/ 1116030 h 3345776"/>
              <a:gd name="connsiteX1069" fmla="*/ 2041193 w 8965936"/>
              <a:gd name="connsiteY1069" fmla="*/ 1043055 h 3345776"/>
              <a:gd name="connsiteX1070" fmla="*/ 2004789 w 8965936"/>
              <a:gd name="connsiteY1070" fmla="*/ 1021052 h 3345776"/>
              <a:gd name="connsiteX1071" fmla="*/ 2024167 w 8965936"/>
              <a:gd name="connsiteY1071" fmla="*/ 1027050 h 3345776"/>
              <a:gd name="connsiteX1072" fmla="*/ 2028551 w 8965936"/>
              <a:gd name="connsiteY1072" fmla="*/ 1045609 h 3345776"/>
              <a:gd name="connsiteX1073" fmla="*/ 2045578 w 8965936"/>
              <a:gd name="connsiteY1073" fmla="*/ 1114903 h 3345776"/>
              <a:gd name="connsiteX1074" fmla="*/ 2019916 w 8965936"/>
              <a:gd name="connsiteY1074" fmla="*/ 1112175 h 3345776"/>
              <a:gd name="connsiteX1075" fmla="*/ 2019221 w 8965936"/>
              <a:gd name="connsiteY1075" fmla="*/ 1112289 h 3345776"/>
              <a:gd name="connsiteX1076" fmla="*/ 1872644 w 8965936"/>
              <a:gd name="connsiteY1076" fmla="*/ 1014443 h 3345776"/>
              <a:gd name="connsiteX1077" fmla="*/ 1872688 w 8965936"/>
              <a:gd name="connsiteY1077" fmla="*/ 1015064 h 3345776"/>
              <a:gd name="connsiteX1078" fmla="*/ 1892596 w 8965936"/>
              <a:gd name="connsiteY1078" fmla="*/ 1107028 h 3345776"/>
              <a:gd name="connsiteX1079" fmla="*/ 1905635 w 8965936"/>
              <a:gd name="connsiteY1079" fmla="*/ 1137538 h 3345776"/>
              <a:gd name="connsiteX1080" fmla="*/ 1887817 w 8965936"/>
              <a:gd name="connsiteY1080" fmla="*/ 1143610 h 3345776"/>
              <a:gd name="connsiteX1081" fmla="*/ 1867142 w 8965936"/>
              <a:gd name="connsiteY1081" fmla="*/ 1101008 h 3345776"/>
              <a:gd name="connsiteX1082" fmla="*/ 1847427 w 8965936"/>
              <a:gd name="connsiteY1082" fmla="*/ 1019564 h 3345776"/>
              <a:gd name="connsiteX1083" fmla="*/ 1914293 w 8965936"/>
              <a:gd name="connsiteY1083" fmla="*/ 1010580 h 3345776"/>
              <a:gd name="connsiteX1084" fmla="*/ 1918483 w 8965936"/>
              <a:gd name="connsiteY1084" fmla="*/ 1055230 h 3345776"/>
              <a:gd name="connsiteX1085" fmla="*/ 1936483 w 8965936"/>
              <a:gd name="connsiteY1085" fmla="*/ 1127026 h 3345776"/>
              <a:gd name="connsiteX1086" fmla="*/ 1919881 w 8965936"/>
              <a:gd name="connsiteY1086" fmla="*/ 1132684 h 3345776"/>
              <a:gd name="connsiteX1087" fmla="*/ 1891040 w 8965936"/>
              <a:gd name="connsiteY1087" fmla="*/ 1045144 h 3345776"/>
              <a:gd name="connsiteX1088" fmla="*/ 1886724 w 8965936"/>
              <a:gd name="connsiteY1088" fmla="*/ 1011585 h 3345776"/>
              <a:gd name="connsiteX1089" fmla="*/ 1891469 w 8965936"/>
              <a:gd name="connsiteY1089" fmla="*/ 1010622 h 3345776"/>
              <a:gd name="connsiteX1090" fmla="*/ 1954668 w 8965936"/>
              <a:gd name="connsiteY1090" fmla="*/ 1010506 h 3345776"/>
              <a:gd name="connsiteX1091" fmla="*/ 1965360 w 8965936"/>
              <a:gd name="connsiteY1091" fmla="*/ 1097375 h 3345776"/>
              <a:gd name="connsiteX1092" fmla="*/ 1971990 w 8965936"/>
              <a:gd name="connsiteY1092" fmla="*/ 1120101 h 3345776"/>
              <a:gd name="connsiteX1093" fmla="*/ 1952476 w 8965936"/>
              <a:gd name="connsiteY1093" fmla="*/ 1123330 h 3345776"/>
              <a:gd name="connsiteX1094" fmla="*/ 1926505 w 8965936"/>
              <a:gd name="connsiteY1094" fmla="*/ 1010557 h 3345776"/>
              <a:gd name="connsiteX1095" fmla="*/ 1970621 w 8965936"/>
              <a:gd name="connsiteY1095" fmla="*/ 1010476 h 3345776"/>
              <a:gd name="connsiteX1096" fmla="*/ 1992048 w 8965936"/>
              <a:gd name="connsiteY1096" fmla="*/ 1017107 h 3345776"/>
              <a:gd name="connsiteX1097" fmla="*/ 2010629 w 8965936"/>
              <a:gd name="connsiteY1097" fmla="*/ 1113711 h 3345776"/>
              <a:gd name="connsiteX1098" fmla="*/ 1984588 w 8965936"/>
              <a:gd name="connsiteY1098" fmla="*/ 1118018 h 3345776"/>
              <a:gd name="connsiteX1099" fmla="*/ 1976921 w 8965936"/>
              <a:gd name="connsiteY1099" fmla="*/ 1091444 h 3345776"/>
              <a:gd name="connsiteX1100" fmla="*/ 1967009 w 8965936"/>
              <a:gd name="connsiteY1100" fmla="*/ 1010483 h 3345776"/>
              <a:gd name="connsiteX1101" fmla="*/ 2023845 w 8965936"/>
              <a:gd name="connsiteY1101" fmla="*/ 969879 h 3345776"/>
              <a:gd name="connsiteX1102" fmla="*/ 2030977 w 8965936"/>
              <a:gd name="connsiteY1102" fmla="*/ 978439 h 3345776"/>
              <a:gd name="connsiteX1103" fmla="*/ 2043984 w 8965936"/>
              <a:gd name="connsiteY1103" fmla="*/ 1021793 h 3345776"/>
              <a:gd name="connsiteX1104" fmla="*/ 2039574 w 8965936"/>
              <a:gd name="connsiteY1104" fmla="*/ 1017694 h 3345776"/>
              <a:gd name="connsiteX1105" fmla="*/ 2034814 w 8965936"/>
              <a:gd name="connsiteY1105" fmla="*/ 1016149 h 3345776"/>
              <a:gd name="connsiteX1106" fmla="*/ 1992001 w 8965936"/>
              <a:gd name="connsiteY1106" fmla="*/ 931652 h 3345776"/>
              <a:gd name="connsiteX1107" fmla="*/ 2005448 w 8965936"/>
              <a:gd name="connsiteY1107" fmla="*/ 947795 h 3345776"/>
              <a:gd name="connsiteX1108" fmla="*/ 2020495 w 8965936"/>
              <a:gd name="connsiteY1108" fmla="*/ 1011503 h 3345776"/>
              <a:gd name="connsiteX1109" fmla="*/ 2002346 w 8965936"/>
              <a:gd name="connsiteY1109" fmla="*/ 1005617 h 3345776"/>
              <a:gd name="connsiteX1110" fmla="*/ 1999178 w 8965936"/>
              <a:gd name="connsiteY1110" fmla="*/ 985591 h 3345776"/>
              <a:gd name="connsiteX1111" fmla="*/ 3155701 w 8965936"/>
              <a:gd name="connsiteY1111" fmla="*/ 926365 h 3345776"/>
              <a:gd name="connsiteX1112" fmla="*/ 3239287 w 8965936"/>
              <a:gd name="connsiteY1112" fmla="*/ 927997 h 3345776"/>
              <a:gd name="connsiteX1113" fmla="*/ 3658144 w 8965936"/>
              <a:gd name="connsiteY1113" fmla="*/ 1336641 h 3345776"/>
              <a:gd name="connsiteX1114" fmla="*/ 3691378 w 8965936"/>
              <a:gd name="connsiteY1114" fmla="*/ 1409382 h 3345776"/>
              <a:gd name="connsiteX1115" fmla="*/ 3692083 w 8965936"/>
              <a:gd name="connsiteY1115" fmla="*/ 1411015 h 3345776"/>
              <a:gd name="connsiteX1116" fmla="*/ 3696072 w 8965936"/>
              <a:gd name="connsiteY1116" fmla="*/ 1443401 h 3345776"/>
              <a:gd name="connsiteX1117" fmla="*/ 3707548 w 8965936"/>
              <a:gd name="connsiteY1117" fmla="*/ 1499804 h 3345776"/>
              <a:gd name="connsiteX1118" fmla="*/ 3683812 w 8965936"/>
              <a:gd name="connsiteY1118" fmla="*/ 1451445 h 3345776"/>
              <a:gd name="connsiteX1119" fmla="*/ 3266356 w 8965936"/>
              <a:gd name="connsiteY1119" fmla="*/ 1034500 h 3345776"/>
              <a:gd name="connsiteX1120" fmla="*/ 2948510 w 8965936"/>
              <a:gd name="connsiteY1120" fmla="*/ 1134107 h 3345776"/>
              <a:gd name="connsiteX1121" fmla="*/ 2887213 w 8965936"/>
              <a:gd name="connsiteY1121" fmla="*/ 1193743 h 3345776"/>
              <a:gd name="connsiteX1122" fmla="*/ 2838432 w 8965936"/>
              <a:gd name="connsiteY1122" fmla="*/ 1242015 h 3345776"/>
              <a:gd name="connsiteX1123" fmla="*/ 2691831 w 8965936"/>
              <a:gd name="connsiteY1123" fmla="*/ 1350689 h 3345776"/>
              <a:gd name="connsiteX1124" fmla="*/ 2369915 w 8965936"/>
              <a:gd name="connsiteY1124" fmla="*/ 1409932 h 3345776"/>
              <a:gd name="connsiteX1125" fmla="*/ 2367072 w 8965936"/>
              <a:gd name="connsiteY1125" fmla="*/ 1409082 h 3345776"/>
              <a:gd name="connsiteX1126" fmla="*/ 2472614 w 8965936"/>
              <a:gd name="connsiteY1126" fmla="*/ 1400738 h 3345776"/>
              <a:gd name="connsiteX1127" fmla="*/ 2656713 w 8965936"/>
              <a:gd name="connsiteY1127" fmla="*/ 1329106 h 3345776"/>
              <a:gd name="connsiteX1128" fmla="*/ 2807146 w 8965936"/>
              <a:gd name="connsiteY1128" fmla="*/ 1195531 h 3345776"/>
              <a:gd name="connsiteX1129" fmla="*/ 2857458 w 8965936"/>
              <a:gd name="connsiteY1129" fmla="*/ 1136533 h 3345776"/>
              <a:gd name="connsiteX1130" fmla="*/ 2919267 w 8965936"/>
              <a:gd name="connsiteY1130" fmla="*/ 1064893 h 3345776"/>
              <a:gd name="connsiteX1131" fmla="*/ 3155701 w 8965936"/>
              <a:gd name="connsiteY1131" fmla="*/ 926365 h 3345776"/>
              <a:gd name="connsiteX1132" fmla="*/ 1955130 w 8965936"/>
              <a:gd name="connsiteY1132" fmla="*/ 910009 h 3345776"/>
              <a:gd name="connsiteX1133" fmla="*/ 1973401 w 8965936"/>
              <a:gd name="connsiteY1133" fmla="*/ 919171 h 3345776"/>
              <a:gd name="connsiteX1134" fmla="*/ 1986280 w 8965936"/>
              <a:gd name="connsiteY1134" fmla="*/ 987123 h 3345776"/>
              <a:gd name="connsiteX1135" fmla="*/ 1989005 w 8965936"/>
              <a:gd name="connsiteY1135" fmla="*/ 1001289 h 3345776"/>
              <a:gd name="connsiteX1136" fmla="*/ 1975010 w 8965936"/>
              <a:gd name="connsiteY1136" fmla="*/ 996748 h 3345776"/>
              <a:gd name="connsiteX1137" fmla="*/ 1965320 w 8965936"/>
              <a:gd name="connsiteY1137" fmla="*/ 996682 h 3345776"/>
              <a:gd name="connsiteX1138" fmla="*/ 1956911 w 8965936"/>
              <a:gd name="connsiteY1138" fmla="*/ 927997 h 3345776"/>
              <a:gd name="connsiteX1139" fmla="*/ 1915693 w 8965936"/>
              <a:gd name="connsiteY1139" fmla="*/ 892437 h 3345776"/>
              <a:gd name="connsiteX1140" fmla="*/ 1921967 w 8965936"/>
              <a:gd name="connsiteY1140" fmla="*/ 893375 h 3345776"/>
              <a:gd name="connsiteX1141" fmla="*/ 1942143 w 8965936"/>
              <a:gd name="connsiteY1141" fmla="*/ 903494 h 3345776"/>
              <a:gd name="connsiteX1142" fmla="*/ 1944781 w 8965936"/>
              <a:gd name="connsiteY1142" fmla="*/ 930167 h 3345776"/>
              <a:gd name="connsiteX1143" fmla="*/ 1952957 w 8965936"/>
              <a:gd name="connsiteY1143" fmla="*/ 996598 h 3345776"/>
              <a:gd name="connsiteX1144" fmla="*/ 1923244 w 8965936"/>
              <a:gd name="connsiteY1144" fmla="*/ 996394 h 3345776"/>
              <a:gd name="connsiteX1145" fmla="*/ 1923097 w 8965936"/>
              <a:gd name="connsiteY1145" fmla="*/ 995760 h 3345776"/>
              <a:gd name="connsiteX1146" fmla="*/ 1875702 w 8965936"/>
              <a:gd name="connsiteY1146" fmla="*/ 886471 h 3345776"/>
              <a:gd name="connsiteX1147" fmla="*/ 1903026 w 8965936"/>
              <a:gd name="connsiteY1147" fmla="*/ 890549 h 3345776"/>
              <a:gd name="connsiteX1148" fmla="*/ 1912954 w 8965936"/>
              <a:gd name="connsiteY1148" fmla="*/ 996324 h 3345776"/>
              <a:gd name="connsiteX1149" fmla="*/ 1891818 w 8965936"/>
              <a:gd name="connsiteY1149" fmla="*/ 996179 h 3345776"/>
              <a:gd name="connsiteX1150" fmla="*/ 1884922 w 8965936"/>
              <a:gd name="connsiteY1150" fmla="*/ 997563 h 3345776"/>
              <a:gd name="connsiteX1151" fmla="*/ 1878934 w 8965936"/>
              <a:gd name="connsiteY1151" fmla="*/ 950996 h 3345776"/>
              <a:gd name="connsiteX1152" fmla="*/ 1819715 w 8965936"/>
              <a:gd name="connsiteY1152" fmla="*/ 882109 h 3345776"/>
              <a:gd name="connsiteX1153" fmla="*/ 1820590 w 8965936"/>
              <a:gd name="connsiteY1153" fmla="*/ 910289 h 3345776"/>
              <a:gd name="connsiteX1154" fmla="*/ 1830961 w 8965936"/>
              <a:gd name="connsiteY1154" fmla="*/ 1008384 h 3345776"/>
              <a:gd name="connsiteX1155" fmla="*/ 1791791 w 8965936"/>
              <a:gd name="connsiteY1155" fmla="*/ 1016239 h 3345776"/>
              <a:gd name="connsiteX1156" fmla="*/ 1353776 w 8965936"/>
              <a:gd name="connsiteY1156" fmla="*/ 1235374 h 3345776"/>
              <a:gd name="connsiteX1157" fmla="*/ 1092881 w 8965936"/>
              <a:gd name="connsiteY1157" fmla="*/ 1319146 h 3345776"/>
              <a:gd name="connsiteX1158" fmla="*/ 908355 w 8965936"/>
              <a:gd name="connsiteY1158" fmla="*/ 1221966 h 3345776"/>
              <a:gd name="connsiteX1159" fmla="*/ 849358 w 8965936"/>
              <a:gd name="connsiteY1159" fmla="*/ 1175483 h 3345776"/>
              <a:gd name="connsiteX1160" fmla="*/ 296409 w 8965936"/>
              <a:gd name="connsiteY1160" fmla="*/ 1207535 h 3345776"/>
              <a:gd name="connsiteX1161" fmla="*/ 57974 w 8965936"/>
              <a:gd name="connsiteY1161" fmla="*/ 1489212 h 3345776"/>
              <a:gd name="connsiteX1162" fmla="*/ 8776 w 8965936"/>
              <a:gd name="connsiteY1162" fmla="*/ 1613636 h 3345776"/>
              <a:gd name="connsiteX1163" fmla="*/ 16990 w 8965936"/>
              <a:gd name="connsiteY1163" fmla="*/ 1569415 h 3345776"/>
              <a:gd name="connsiteX1164" fmla="*/ 300368 w 8965936"/>
              <a:gd name="connsiteY1164" fmla="*/ 1141386 h 3345776"/>
              <a:gd name="connsiteX1165" fmla="*/ 794955 w 8965936"/>
              <a:gd name="connsiteY1165" fmla="*/ 1067957 h 3345776"/>
              <a:gd name="connsiteX1166" fmla="*/ 851654 w 8965936"/>
              <a:gd name="connsiteY1166" fmla="*/ 1100649 h 3345776"/>
              <a:gd name="connsiteX1167" fmla="*/ 1034141 w 8965936"/>
              <a:gd name="connsiteY1167" fmla="*/ 1168715 h 3345776"/>
              <a:gd name="connsiteX1168" fmla="*/ 1286095 w 8965936"/>
              <a:gd name="connsiteY1168" fmla="*/ 1082005 h 3345776"/>
              <a:gd name="connsiteX1169" fmla="*/ 1735093 w 8965936"/>
              <a:gd name="connsiteY1169" fmla="*/ 889048 h 3345776"/>
              <a:gd name="connsiteX1170" fmla="*/ 1836975 w 8965936"/>
              <a:gd name="connsiteY1170" fmla="*/ 880694 h 3345776"/>
              <a:gd name="connsiteX1171" fmla="*/ 1863525 w 8965936"/>
              <a:gd name="connsiteY1171" fmla="*/ 884655 h 3345776"/>
              <a:gd name="connsiteX1172" fmla="*/ 1871645 w 8965936"/>
              <a:gd name="connsiteY1172" fmla="*/ 1000224 h 3345776"/>
              <a:gd name="connsiteX1173" fmla="*/ 1844459 w 8965936"/>
              <a:gd name="connsiteY1173" fmla="*/ 1005677 h 3345776"/>
              <a:gd name="connsiteX1174" fmla="*/ 1834232 w 8965936"/>
              <a:gd name="connsiteY1174" fmla="*/ 907388 h 3345776"/>
              <a:gd name="connsiteX1175" fmla="*/ 1833426 w 8965936"/>
              <a:gd name="connsiteY1175" fmla="*/ 880985 h 3345776"/>
              <a:gd name="connsiteX1176" fmla="*/ 1983571 w 8965936"/>
              <a:gd name="connsiteY1176" fmla="*/ 878497 h 3345776"/>
              <a:gd name="connsiteX1177" fmla="*/ 1992027 w 8965936"/>
              <a:gd name="connsiteY1177" fmla="*/ 890963 h 3345776"/>
              <a:gd name="connsiteX1178" fmla="*/ 1998554 w 8965936"/>
              <a:gd name="connsiteY1178" fmla="*/ 918601 h 3345776"/>
              <a:gd name="connsiteX1179" fmla="*/ 1996940 w 8965936"/>
              <a:gd name="connsiteY1179" fmla="*/ 916651 h 3345776"/>
              <a:gd name="connsiteX1180" fmla="*/ 1989497 w 8965936"/>
              <a:gd name="connsiteY1180" fmla="*/ 912840 h 3345776"/>
              <a:gd name="connsiteX1181" fmla="*/ 1986456 w 8965936"/>
              <a:gd name="connsiteY1181" fmla="*/ 889991 h 3345776"/>
              <a:gd name="connsiteX1182" fmla="*/ 1946629 w 8965936"/>
              <a:gd name="connsiteY1182" fmla="*/ 824042 h 3345776"/>
              <a:gd name="connsiteX1183" fmla="*/ 1958757 w 8965936"/>
              <a:gd name="connsiteY1183" fmla="*/ 841921 h 3345776"/>
              <a:gd name="connsiteX1184" fmla="*/ 1970342 w 8965936"/>
              <a:gd name="connsiteY1184" fmla="*/ 903036 h 3345776"/>
              <a:gd name="connsiteX1185" fmla="*/ 1953594 w 8965936"/>
              <a:gd name="connsiteY1185" fmla="*/ 894462 h 3345776"/>
              <a:gd name="connsiteX1186" fmla="*/ 3213872 w 8965936"/>
              <a:gd name="connsiteY1186" fmla="*/ 809746 h 3345776"/>
              <a:gd name="connsiteX1187" fmla="*/ 3643203 w 8965936"/>
              <a:gd name="connsiteY1187" fmla="*/ 1217241 h 3345776"/>
              <a:gd name="connsiteX1188" fmla="*/ 3671089 w 8965936"/>
              <a:gd name="connsiteY1188" fmla="*/ 1283406 h 3345776"/>
              <a:gd name="connsiteX1189" fmla="*/ 3678839 w 8965936"/>
              <a:gd name="connsiteY1189" fmla="*/ 1303508 h 3345776"/>
              <a:gd name="connsiteX1190" fmla="*/ 3686880 w 8965936"/>
              <a:gd name="connsiteY1190" fmla="*/ 1368782 h 3345776"/>
              <a:gd name="connsiteX1191" fmla="*/ 3670275 w 8965936"/>
              <a:gd name="connsiteY1191" fmla="*/ 1332427 h 3345776"/>
              <a:gd name="connsiteX1192" fmla="*/ 3241458 w 8965936"/>
              <a:gd name="connsiteY1192" fmla="*/ 916248 h 3345776"/>
              <a:gd name="connsiteX1193" fmla="*/ 2909433 w 8965936"/>
              <a:gd name="connsiteY1193" fmla="*/ 1056720 h 3345776"/>
              <a:gd name="connsiteX1194" fmla="*/ 2847245 w 8965936"/>
              <a:gd name="connsiteY1194" fmla="*/ 1128998 h 3345776"/>
              <a:gd name="connsiteX1195" fmla="*/ 2797186 w 8965936"/>
              <a:gd name="connsiteY1195" fmla="*/ 1187613 h 3345776"/>
              <a:gd name="connsiteX1196" fmla="*/ 2648795 w 8965936"/>
              <a:gd name="connsiteY1196" fmla="*/ 1316847 h 3345776"/>
              <a:gd name="connsiteX1197" fmla="*/ 2323900 w 8965936"/>
              <a:gd name="connsiteY1197" fmla="*/ 1391607 h 3345776"/>
              <a:gd name="connsiteX1198" fmla="*/ 2317215 w 8965936"/>
              <a:gd name="connsiteY1198" fmla="*/ 1390070 h 3345776"/>
              <a:gd name="connsiteX1199" fmla="*/ 2423368 w 8965936"/>
              <a:gd name="connsiteY1199" fmla="*/ 1380082 h 3345776"/>
              <a:gd name="connsiteX1200" fmla="*/ 2613423 w 8965936"/>
              <a:gd name="connsiteY1200" fmla="*/ 1295778 h 3345776"/>
              <a:gd name="connsiteX1201" fmla="*/ 2765643 w 8965936"/>
              <a:gd name="connsiteY1201" fmla="*/ 1140875 h 3345776"/>
              <a:gd name="connsiteX1202" fmla="*/ 2816722 w 8965936"/>
              <a:gd name="connsiteY1202" fmla="*/ 1071151 h 3345776"/>
              <a:gd name="connsiteX1203" fmla="*/ 2879552 w 8965936"/>
              <a:gd name="connsiteY1203" fmla="*/ 987123 h 3345776"/>
              <a:gd name="connsiteX1204" fmla="*/ 3213872 w 8965936"/>
              <a:gd name="connsiteY1204" fmla="*/ 809746 h 3345776"/>
              <a:gd name="connsiteX1205" fmla="*/ 1908867 w 8965936"/>
              <a:gd name="connsiteY1205" fmla="*/ 798382 h 3345776"/>
              <a:gd name="connsiteX1206" fmla="*/ 1932623 w 8965936"/>
              <a:gd name="connsiteY1206" fmla="*/ 814479 h 3345776"/>
              <a:gd name="connsiteX1207" fmla="*/ 1933973 w 8965936"/>
              <a:gd name="connsiteY1207" fmla="*/ 820840 h 3345776"/>
              <a:gd name="connsiteX1208" fmla="*/ 1940592 w 8965936"/>
              <a:gd name="connsiteY1208" fmla="*/ 887807 h 3345776"/>
              <a:gd name="connsiteX1209" fmla="*/ 1928079 w 8965936"/>
              <a:gd name="connsiteY1209" fmla="*/ 881402 h 3345776"/>
              <a:gd name="connsiteX1210" fmla="*/ 1914750 w 8965936"/>
              <a:gd name="connsiteY1210" fmla="*/ 879295 h 3345776"/>
              <a:gd name="connsiteX1211" fmla="*/ 1914258 w 8965936"/>
              <a:gd name="connsiteY1211" fmla="*/ 872448 h 3345776"/>
              <a:gd name="connsiteX1212" fmla="*/ 1938117 w 8965936"/>
              <a:gd name="connsiteY1212" fmla="*/ 780658 h 3345776"/>
              <a:gd name="connsiteX1213" fmla="*/ 1951545 w 8965936"/>
              <a:gd name="connsiteY1213" fmla="*/ 803871 h 3345776"/>
              <a:gd name="connsiteX1214" fmla="*/ 1953165 w 8965936"/>
              <a:gd name="connsiteY1214" fmla="*/ 812414 h 3345776"/>
              <a:gd name="connsiteX1215" fmla="*/ 1943481 w 8965936"/>
              <a:gd name="connsiteY1215" fmla="*/ 805767 h 3345776"/>
              <a:gd name="connsiteX1216" fmla="*/ 1870006 w 8965936"/>
              <a:gd name="connsiteY1216" fmla="*/ 774817 h 3345776"/>
              <a:gd name="connsiteX1217" fmla="*/ 1877063 w 8965936"/>
              <a:gd name="connsiteY1217" fmla="*/ 776831 h 3345776"/>
              <a:gd name="connsiteX1218" fmla="*/ 1895244 w 8965936"/>
              <a:gd name="connsiteY1218" fmla="*/ 789150 h 3345776"/>
              <a:gd name="connsiteX1219" fmla="*/ 1901362 w 8965936"/>
              <a:gd name="connsiteY1219" fmla="*/ 872830 h 3345776"/>
              <a:gd name="connsiteX1220" fmla="*/ 1901776 w 8965936"/>
              <a:gd name="connsiteY1220" fmla="*/ 877245 h 3345776"/>
              <a:gd name="connsiteX1221" fmla="*/ 1875028 w 8965936"/>
              <a:gd name="connsiteY1221" fmla="*/ 873016 h 3345776"/>
              <a:gd name="connsiteX1222" fmla="*/ 1872245 w 8965936"/>
              <a:gd name="connsiteY1222" fmla="*/ 817408 h 3345776"/>
              <a:gd name="connsiteX1223" fmla="*/ 1829833 w 8965936"/>
              <a:gd name="connsiteY1223" fmla="*/ 763359 h 3345776"/>
              <a:gd name="connsiteX1224" fmla="*/ 1856433 w 8965936"/>
              <a:gd name="connsiteY1224" fmla="*/ 770945 h 3345776"/>
              <a:gd name="connsiteX1225" fmla="*/ 1858835 w 8965936"/>
              <a:gd name="connsiteY1225" fmla="*/ 817919 h 3345776"/>
              <a:gd name="connsiteX1226" fmla="*/ 1862569 w 8965936"/>
              <a:gd name="connsiteY1226" fmla="*/ 871047 h 3345776"/>
              <a:gd name="connsiteX1227" fmla="*/ 1839156 w 8965936"/>
              <a:gd name="connsiteY1227" fmla="*/ 867345 h 3345776"/>
              <a:gd name="connsiteX1228" fmla="*/ 1833024 w 8965936"/>
              <a:gd name="connsiteY1228" fmla="*/ 867802 h 3345776"/>
              <a:gd name="connsiteX1229" fmla="*/ 1829848 w 8965936"/>
              <a:gd name="connsiteY1229" fmla="*/ 763773 h 3345776"/>
              <a:gd name="connsiteX1230" fmla="*/ 1677243 w 8965936"/>
              <a:gd name="connsiteY1230" fmla="*/ 747555 h 3345776"/>
              <a:gd name="connsiteX1231" fmla="*/ 1786373 w 8965936"/>
              <a:gd name="connsiteY1231" fmla="*/ 750963 h 3345776"/>
              <a:gd name="connsiteX1232" fmla="*/ 1815894 w 8965936"/>
              <a:gd name="connsiteY1232" fmla="*/ 759383 h 3345776"/>
              <a:gd name="connsiteX1233" fmla="*/ 1816056 w 8965936"/>
              <a:gd name="connsiteY1233" fmla="*/ 764284 h 3345776"/>
              <a:gd name="connsiteX1234" fmla="*/ 1819303 w 8965936"/>
              <a:gd name="connsiteY1234" fmla="*/ 868824 h 3345776"/>
              <a:gd name="connsiteX1235" fmla="*/ 1732921 w 8965936"/>
              <a:gd name="connsiteY1235" fmla="*/ 875257 h 3345776"/>
              <a:gd name="connsiteX1236" fmla="*/ 1277539 w 8965936"/>
              <a:gd name="connsiteY1236" fmla="*/ 1070895 h 3345776"/>
              <a:gd name="connsiteX1237" fmla="*/ 1034906 w 8965936"/>
              <a:gd name="connsiteY1237" fmla="*/ 1155305 h 3345776"/>
              <a:gd name="connsiteX1238" fmla="*/ 858806 w 8965936"/>
              <a:gd name="connsiteY1238" fmla="*/ 1089157 h 3345776"/>
              <a:gd name="connsiteX1239" fmla="*/ 800830 w 8965936"/>
              <a:gd name="connsiteY1239" fmla="*/ 1055954 h 3345776"/>
              <a:gd name="connsiteX1240" fmla="*/ 292322 w 8965936"/>
              <a:gd name="connsiteY1240" fmla="*/ 1130659 h 3345776"/>
              <a:gd name="connsiteX1241" fmla="*/ 72628 w 8965936"/>
              <a:gd name="connsiteY1241" fmla="*/ 1397491 h 3345776"/>
              <a:gd name="connsiteX1242" fmla="*/ 21920 w 8965936"/>
              <a:gd name="connsiteY1242" fmla="*/ 1522071 h 3345776"/>
              <a:gd name="connsiteX1243" fmla="*/ 34383 w 8965936"/>
              <a:gd name="connsiteY1243" fmla="*/ 1465324 h 3345776"/>
              <a:gd name="connsiteX1244" fmla="*/ 296409 w 8965936"/>
              <a:gd name="connsiteY1244" fmla="*/ 1063998 h 3345776"/>
              <a:gd name="connsiteX1245" fmla="*/ 747961 w 8965936"/>
              <a:gd name="connsiteY1245" fmla="*/ 949067 h 3345776"/>
              <a:gd name="connsiteX1246" fmla="*/ 805042 w 8965936"/>
              <a:gd name="connsiteY1246" fmla="*/ 968861 h 3345776"/>
              <a:gd name="connsiteX1247" fmla="*/ 971054 w 8965936"/>
              <a:gd name="connsiteY1247" fmla="*/ 1004872 h 3345776"/>
              <a:gd name="connsiteX1248" fmla="*/ 978207 w 8965936"/>
              <a:gd name="connsiteY1248" fmla="*/ 1004872 h 3345776"/>
              <a:gd name="connsiteX1249" fmla="*/ 1211261 w 8965936"/>
              <a:gd name="connsiteY1249" fmla="*/ 917525 h 3345776"/>
              <a:gd name="connsiteX1250" fmla="*/ 1677243 w 8965936"/>
              <a:gd name="connsiteY1250" fmla="*/ 747555 h 3345776"/>
              <a:gd name="connsiteX1251" fmla="*/ 1899995 w 8965936"/>
              <a:gd name="connsiteY1251" fmla="*/ 718561 h 3345776"/>
              <a:gd name="connsiteX1252" fmla="*/ 1904239 w 8965936"/>
              <a:gd name="connsiteY1252" fmla="*/ 722105 h 3345776"/>
              <a:gd name="connsiteX1253" fmla="*/ 1918094 w 8965936"/>
              <a:gd name="connsiteY1253" fmla="*/ 746051 h 3345776"/>
              <a:gd name="connsiteX1254" fmla="*/ 1928604 w 8965936"/>
              <a:gd name="connsiteY1254" fmla="*/ 795553 h 3345776"/>
              <a:gd name="connsiteX1255" fmla="*/ 1907613 w 8965936"/>
              <a:gd name="connsiteY1255" fmla="*/ 781144 h 3345776"/>
              <a:gd name="connsiteX1256" fmla="*/ 1905081 w 8965936"/>
              <a:gd name="connsiteY1256" fmla="*/ 746342 h 3345776"/>
              <a:gd name="connsiteX1257" fmla="*/ 3189102 w 8965936"/>
              <a:gd name="connsiteY1257" fmla="*/ 691238 h 3345776"/>
              <a:gd name="connsiteX1258" fmla="*/ 3628902 w 8965936"/>
              <a:gd name="connsiteY1258" fmla="*/ 1097457 h 3345776"/>
              <a:gd name="connsiteX1259" fmla="*/ 3666102 w 8965936"/>
              <a:gd name="connsiteY1259" fmla="*/ 1200113 h 3345776"/>
              <a:gd name="connsiteX1260" fmla="*/ 3672392 w 8965936"/>
              <a:gd name="connsiteY1260" fmla="*/ 1251174 h 3345776"/>
              <a:gd name="connsiteX1261" fmla="*/ 3655717 w 8965936"/>
              <a:gd name="connsiteY1261" fmla="*/ 1211750 h 3345776"/>
              <a:gd name="connsiteX1262" fmla="*/ 3215405 w 8965936"/>
              <a:gd name="connsiteY1262" fmla="*/ 796338 h 3345776"/>
              <a:gd name="connsiteX1263" fmla="*/ 2869335 w 8965936"/>
              <a:gd name="connsiteY1263" fmla="*/ 978695 h 3345776"/>
              <a:gd name="connsiteX1264" fmla="*/ 2805485 w 8965936"/>
              <a:gd name="connsiteY1264" fmla="*/ 1063233 h 3345776"/>
              <a:gd name="connsiteX1265" fmla="*/ 2754404 w 8965936"/>
              <a:gd name="connsiteY1265" fmla="*/ 1132702 h 3345776"/>
              <a:gd name="connsiteX1266" fmla="*/ 2604994 w 8965936"/>
              <a:gd name="connsiteY1266" fmla="*/ 1284922 h 3345776"/>
              <a:gd name="connsiteX1267" fmla="*/ 2361761 w 8965936"/>
              <a:gd name="connsiteY1267" fmla="*/ 1375700 h 3345776"/>
              <a:gd name="connsiteX1268" fmla="*/ 2289858 w 8965936"/>
              <a:gd name="connsiteY1268" fmla="*/ 1373482 h 3345776"/>
              <a:gd name="connsiteX1269" fmla="*/ 2285753 w 8965936"/>
              <a:gd name="connsiteY1269" fmla="*/ 1370715 h 3345776"/>
              <a:gd name="connsiteX1270" fmla="*/ 2378742 w 8965936"/>
              <a:gd name="connsiteY1270" fmla="*/ 1359873 h 3345776"/>
              <a:gd name="connsiteX1271" fmla="*/ 2571154 w 8965936"/>
              <a:gd name="connsiteY1271" fmla="*/ 1262829 h 3345776"/>
              <a:gd name="connsiteX1272" fmla="*/ 2724397 w 8965936"/>
              <a:gd name="connsiteY1272" fmla="*/ 1085963 h 3345776"/>
              <a:gd name="connsiteX1273" fmla="*/ 2775476 w 8965936"/>
              <a:gd name="connsiteY1273" fmla="*/ 1007044 h 3345776"/>
              <a:gd name="connsiteX1274" fmla="*/ 2840350 w 8965936"/>
              <a:gd name="connsiteY1274" fmla="*/ 909097 h 3345776"/>
              <a:gd name="connsiteX1275" fmla="*/ 3189102 w 8965936"/>
              <a:gd name="connsiteY1275" fmla="*/ 691238 h 3345776"/>
              <a:gd name="connsiteX1276" fmla="*/ 1865541 w 8965936"/>
              <a:gd name="connsiteY1276" fmla="*/ 689799 h 3345776"/>
              <a:gd name="connsiteX1277" fmla="*/ 1884493 w 8965936"/>
              <a:gd name="connsiteY1277" fmla="*/ 705621 h 3345776"/>
              <a:gd name="connsiteX1278" fmla="*/ 1892230 w 8965936"/>
              <a:gd name="connsiteY1278" fmla="*/ 747906 h 3345776"/>
              <a:gd name="connsiteX1279" fmla="*/ 1893975 w 8965936"/>
              <a:gd name="connsiteY1279" fmla="*/ 771781 h 3345776"/>
              <a:gd name="connsiteX1280" fmla="*/ 1883657 w 8965936"/>
              <a:gd name="connsiteY1280" fmla="*/ 764699 h 3345776"/>
              <a:gd name="connsiteX1281" fmla="*/ 1869255 w 8965936"/>
              <a:gd name="connsiteY1281" fmla="*/ 760522 h 3345776"/>
              <a:gd name="connsiteX1282" fmla="*/ 1892999 w 8965936"/>
              <a:gd name="connsiteY1282" fmla="*/ 680357 h 3345776"/>
              <a:gd name="connsiteX1283" fmla="*/ 1907017 w 8965936"/>
              <a:gd name="connsiteY1283" fmla="*/ 707570 h 3345776"/>
              <a:gd name="connsiteX1284" fmla="*/ 1896338 w 8965936"/>
              <a:gd name="connsiteY1284" fmla="*/ 698594 h 3345776"/>
              <a:gd name="connsiteX1285" fmla="*/ 1826552 w 8965936"/>
              <a:gd name="connsiteY1285" fmla="*/ 659134 h 3345776"/>
              <a:gd name="connsiteX1286" fmla="*/ 1830916 w 8965936"/>
              <a:gd name="connsiteY1286" fmla="*/ 660894 h 3345776"/>
              <a:gd name="connsiteX1287" fmla="*/ 1851688 w 8965936"/>
              <a:gd name="connsiteY1287" fmla="*/ 678234 h 3345776"/>
              <a:gd name="connsiteX1288" fmla="*/ 1855698 w 8965936"/>
              <a:gd name="connsiteY1288" fmla="*/ 756590 h 3345776"/>
              <a:gd name="connsiteX1289" fmla="*/ 1829381 w 8965936"/>
              <a:gd name="connsiteY1289" fmla="*/ 748959 h 3345776"/>
              <a:gd name="connsiteX1290" fmla="*/ 1854962 w 8965936"/>
              <a:gd name="connsiteY1290" fmla="*/ 613361 h 3345776"/>
              <a:gd name="connsiteX1291" fmla="*/ 1862043 w 8965936"/>
              <a:gd name="connsiteY1291" fmla="*/ 620271 h 3345776"/>
              <a:gd name="connsiteX1292" fmla="*/ 1872635 w 8965936"/>
              <a:gd name="connsiteY1292" fmla="*/ 640830 h 3345776"/>
              <a:gd name="connsiteX1293" fmla="*/ 1880819 w 8965936"/>
              <a:gd name="connsiteY1293" fmla="*/ 685552 h 3345776"/>
              <a:gd name="connsiteX1294" fmla="*/ 1864199 w 8965936"/>
              <a:gd name="connsiteY1294" fmla="*/ 671582 h 3345776"/>
              <a:gd name="connsiteX1295" fmla="*/ 1617864 w 8965936"/>
              <a:gd name="connsiteY1295" fmla="*/ 607084 h 3345776"/>
              <a:gd name="connsiteX1296" fmla="*/ 1734488 w 8965936"/>
              <a:gd name="connsiteY1296" fmla="*/ 621975 h 3345776"/>
              <a:gd name="connsiteX1297" fmla="*/ 1812393 w 8965936"/>
              <a:gd name="connsiteY1297" fmla="*/ 653418 h 3345776"/>
              <a:gd name="connsiteX1298" fmla="*/ 1815417 w 8965936"/>
              <a:gd name="connsiteY1298" fmla="*/ 744909 h 3345776"/>
              <a:gd name="connsiteX1299" fmla="*/ 1789233 w 8965936"/>
              <a:gd name="connsiteY1299" fmla="*/ 737315 h 3345776"/>
              <a:gd name="connsiteX1300" fmla="*/ 1675712 w 8965936"/>
              <a:gd name="connsiteY1300" fmla="*/ 733635 h 3345776"/>
              <a:gd name="connsiteX1301" fmla="*/ 1203216 w 8965936"/>
              <a:gd name="connsiteY1301" fmla="*/ 905776 h 3345776"/>
              <a:gd name="connsiteX1302" fmla="*/ 977440 w 8965936"/>
              <a:gd name="connsiteY1302" fmla="*/ 990953 h 3345776"/>
              <a:gd name="connsiteX1303" fmla="*/ 810279 w 8965936"/>
              <a:gd name="connsiteY1303" fmla="*/ 955964 h 3345776"/>
              <a:gd name="connsiteX1304" fmla="*/ 752176 w 8965936"/>
              <a:gd name="connsiteY1304" fmla="*/ 935786 h 3345776"/>
              <a:gd name="connsiteX1305" fmla="*/ 288491 w 8965936"/>
              <a:gd name="connsiteY1305" fmla="*/ 1053144 h 3345776"/>
              <a:gd name="connsiteX1306" fmla="*/ 87760 w 8965936"/>
              <a:gd name="connsiteY1306" fmla="*/ 1305115 h 3345776"/>
              <a:gd name="connsiteX1307" fmla="*/ 37428 w 8965936"/>
              <a:gd name="connsiteY1307" fmla="*/ 1424664 h 3345776"/>
              <a:gd name="connsiteX1308" fmla="*/ 53400 w 8965936"/>
              <a:gd name="connsiteY1308" fmla="*/ 1363523 h 3345776"/>
              <a:gd name="connsiteX1309" fmla="*/ 293982 w 8965936"/>
              <a:gd name="connsiteY1309" fmla="*/ 987123 h 3345776"/>
              <a:gd name="connsiteX1310" fmla="*/ 702627 w 8965936"/>
              <a:gd name="connsiteY1310" fmla="*/ 830689 h 3345776"/>
              <a:gd name="connsiteX1311" fmla="*/ 763413 w 8965936"/>
              <a:gd name="connsiteY1311" fmla="*/ 837075 h 3345776"/>
              <a:gd name="connsiteX1312" fmla="*/ 921507 w 8965936"/>
              <a:gd name="connsiteY1312" fmla="*/ 841416 h 3345776"/>
              <a:gd name="connsiteX1313" fmla="*/ 1135536 w 8965936"/>
              <a:gd name="connsiteY1313" fmla="*/ 753430 h 3345776"/>
              <a:gd name="connsiteX1314" fmla="*/ 1617864 w 8965936"/>
              <a:gd name="connsiteY1314" fmla="*/ 607084 h 3345776"/>
              <a:gd name="connsiteX1315" fmla="*/ 1850521 w 8965936"/>
              <a:gd name="connsiteY1315" fmla="*/ 585375 h 3345776"/>
              <a:gd name="connsiteX1316" fmla="*/ 1854610 w 8965936"/>
              <a:gd name="connsiteY1316" fmla="*/ 594308 h 3345776"/>
              <a:gd name="connsiteX1317" fmla="*/ 1851449 w 8965936"/>
              <a:gd name="connsiteY1317" fmla="*/ 591206 h 3345776"/>
              <a:gd name="connsiteX1318" fmla="*/ 1821388 w 8965936"/>
              <a:gd name="connsiteY1318" fmla="*/ 580601 h 3345776"/>
              <a:gd name="connsiteX1319" fmla="*/ 1839078 w 8965936"/>
              <a:gd name="connsiteY1319" fmla="*/ 597862 h 3345776"/>
              <a:gd name="connsiteX1320" fmla="*/ 1848706 w 8965936"/>
              <a:gd name="connsiteY1320" fmla="*/ 658563 h 3345776"/>
              <a:gd name="connsiteX1321" fmla="*/ 1838242 w 8965936"/>
              <a:gd name="connsiteY1321" fmla="*/ 649769 h 3345776"/>
              <a:gd name="connsiteX1322" fmla="*/ 1826103 w 8965936"/>
              <a:gd name="connsiteY1322" fmla="*/ 644828 h 3345776"/>
              <a:gd name="connsiteX1323" fmla="*/ 1824852 w 8965936"/>
              <a:gd name="connsiteY1323" fmla="*/ 605137 h 3345776"/>
              <a:gd name="connsiteX1324" fmla="*/ 3163689 w 8965936"/>
              <a:gd name="connsiteY1324" fmla="*/ 571073 h 3345776"/>
              <a:gd name="connsiteX1325" fmla="*/ 3614088 w 8965936"/>
              <a:gd name="connsiteY1325" fmla="*/ 976268 h 3345776"/>
              <a:gd name="connsiteX1326" fmla="*/ 3653729 w 8965936"/>
              <a:gd name="connsiteY1326" fmla="*/ 1098055 h 3345776"/>
              <a:gd name="connsiteX1327" fmla="*/ 3659136 w 8965936"/>
              <a:gd name="connsiteY1327" fmla="*/ 1142681 h 3345776"/>
              <a:gd name="connsiteX1328" fmla="*/ 3640521 w 8965936"/>
              <a:gd name="connsiteY1328" fmla="*/ 1091327 h 3345776"/>
              <a:gd name="connsiteX1329" fmla="*/ 3188719 w 8965936"/>
              <a:gd name="connsiteY1329" fmla="*/ 676681 h 3345776"/>
              <a:gd name="connsiteX1330" fmla="*/ 2828474 w 8965936"/>
              <a:gd name="connsiteY1330" fmla="*/ 900286 h 3345776"/>
              <a:gd name="connsiteX1331" fmla="*/ 2763345 w 8965936"/>
              <a:gd name="connsiteY1331" fmla="*/ 998743 h 3345776"/>
              <a:gd name="connsiteX1332" fmla="*/ 2712265 w 8965936"/>
              <a:gd name="connsiteY1332" fmla="*/ 1077407 h 3345776"/>
              <a:gd name="connsiteX1333" fmla="*/ 2561321 w 8965936"/>
              <a:gd name="connsiteY1333" fmla="*/ 1251464 h 3345776"/>
              <a:gd name="connsiteX1334" fmla="*/ 2315311 w 8965936"/>
              <a:gd name="connsiteY1334" fmla="*/ 1356355 h 3345776"/>
              <a:gd name="connsiteX1335" fmla="*/ 2262767 w 8965936"/>
              <a:gd name="connsiteY1335" fmla="*/ 1355218 h 3345776"/>
              <a:gd name="connsiteX1336" fmla="*/ 2261808 w 8965936"/>
              <a:gd name="connsiteY1336" fmla="*/ 1354571 h 3345776"/>
              <a:gd name="connsiteX1337" fmla="*/ 2257235 w 8965936"/>
              <a:gd name="connsiteY1337" fmla="*/ 1348737 h 3345776"/>
              <a:gd name="connsiteX1338" fmla="*/ 2305412 w 8965936"/>
              <a:gd name="connsiteY1338" fmla="*/ 1343688 h 3345776"/>
              <a:gd name="connsiteX1339" fmla="*/ 2526715 w 8965936"/>
              <a:gd name="connsiteY1339" fmla="*/ 1228350 h 3345776"/>
              <a:gd name="connsiteX1340" fmla="*/ 2681362 w 8965936"/>
              <a:gd name="connsiteY1340" fmla="*/ 1029647 h 3345776"/>
              <a:gd name="connsiteX1341" fmla="*/ 2732442 w 8965936"/>
              <a:gd name="connsiteY1341" fmla="*/ 943705 h 3345776"/>
              <a:gd name="connsiteX1342" fmla="*/ 2800507 w 8965936"/>
              <a:gd name="connsiteY1342" fmla="*/ 829540 h 3345776"/>
              <a:gd name="connsiteX1343" fmla="*/ 3163689 w 8965936"/>
              <a:gd name="connsiteY1343" fmla="*/ 571073 h 3345776"/>
              <a:gd name="connsiteX1344" fmla="*/ 1811252 w 8965936"/>
              <a:gd name="connsiteY1344" fmla="*/ 508844 h 3345776"/>
              <a:gd name="connsiteX1345" fmla="*/ 1819811 w 8965936"/>
              <a:gd name="connsiteY1345" fmla="*/ 518288 h 3345776"/>
              <a:gd name="connsiteX1346" fmla="*/ 1825092 w 8965936"/>
              <a:gd name="connsiteY1346" fmla="*/ 529822 h 3345776"/>
              <a:gd name="connsiteX1347" fmla="*/ 1830231 w 8965936"/>
              <a:gd name="connsiteY1347" fmla="*/ 542084 h 3345776"/>
              <a:gd name="connsiteX1348" fmla="*/ 1835551 w 8965936"/>
              <a:gd name="connsiteY1348" fmla="*/ 575626 h 3345776"/>
              <a:gd name="connsiteX1349" fmla="*/ 1818294 w 8965936"/>
              <a:gd name="connsiteY1349" fmla="*/ 558711 h 3345776"/>
              <a:gd name="connsiteX1350" fmla="*/ 3138020 w 8965936"/>
              <a:gd name="connsiteY1350" fmla="*/ 452437 h 3345776"/>
              <a:gd name="connsiteX1351" fmla="*/ 3598891 w 8965936"/>
              <a:gd name="connsiteY1351" fmla="*/ 856485 h 3345776"/>
              <a:gd name="connsiteX1352" fmla="*/ 3642692 w 8965936"/>
              <a:gd name="connsiteY1352" fmla="*/ 1006974 h 3345776"/>
              <a:gd name="connsiteX1353" fmla="*/ 3645843 w 8965936"/>
              <a:gd name="connsiteY1353" fmla="*/ 1032971 h 3345776"/>
              <a:gd name="connsiteX1354" fmla="*/ 3625837 w 8965936"/>
              <a:gd name="connsiteY1354" fmla="*/ 971415 h 3345776"/>
              <a:gd name="connsiteX1355" fmla="*/ 3167521 w 8965936"/>
              <a:gd name="connsiteY1355" fmla="*/ 557663 h 3345776"/>
              <a:gd name="connsiteX1356" fmla="*/ 3162668 w 8965936"/>
              <a:gd name="connsiteY1356" fmla="*/ 557663 h 3345776"/>
              <a:gd name="connsiteX1357" fmla="*/ 2788503 w 8965936"/>
              <a:gd name="connsiteY1357" fmla="*/ 822389 h 3345776"/>
              <a:gd name="connsiteX1358" fmla="*/ 2719927 w 8965936"/>
              <a:gd name="connsiteY1358" fmla="*/ 937320 h 3345776"/>
              <a:gd name="connsiteX1359" fmla="*/ 2669486 w 8965936"/>
              <a:gd name="connsiteY1359" fmla="*/ 1023007 h 3345776"/>
              <a:gd name="connsiteX1360" fmla="*/ 2517137 w 8965936"/>
              <a:gd name="connsiteY1360" fmla="*/ 1218901 h 3345776"/>
              <a:gd name="connsiteX1361" fmla="*/ 2268927 w 8965936"/>
              <a:gd name="connsiteY1361" fmla="*/ 1336696 h 3345776"/>
              <a:gd name="connsiteX1362" fmla="*/ 2247666 w 8965936"/>
              <a:gd name="connsiteY1362" fmla="*/ 1336526 h 3345776"/>
              <a:gd name="connsiteX1363" fmla="*/ 2240002 w 8965936"/>
              <a:gd name="connsiteY1363" fmla="*/ 1326747 h 3345776"/>
              <a:gd name="connsiteX1364" fmla="*/ 2259745 w 8965936"/>
              <a:gd name="connsiteY1364" fmla="*/ 1324317 h 3345776"/>
              <a:gd name="connsiteX1365" fmla="*/ 2483550 w 8965936"/>
              <a:gd name="connsiteY1365" fmla="*/ 1195277 h 3345776"/>
              <a:gd name="connsiteX1366" fmla="*/ 2639476 w 8965936"/>
              <a:gd name="connsiteY1366" fmla="*/ 974736 h 3345776"/>
              <a:gd name="connsiteX1367" fmla="*/ 2688768 w 8965936"/>
              <a:gd name="connsiteY1367" fmla="*/ 882664 h 3345776"/>
              <a:gd name="connsiteX1368" fmla="*/ 2760407 w 8965936"/>
              <a:gd name="connsiteY1368" fmla="*/ 751514 h 3345776"/>
              <a:gd name="connsiteX1369" fmla="*/ 3138020 w 8965936"/>
              <a:gd name="connsiteY1369" fmla="*/ 452437 h 3345776"/>
              <a:gd name="connsiteX1370" fmla="*/ 3112480 w 8965936"/>
              <a:gd name="connsiteY1370" fmla="*/ 334059 h 3345776"/>
              <a:gd name="connsiteX1371" fmla="*/ 3584078 w 8965936"/>
              <a:gd name="connsiteY1371" fmla="*/ 736957 h 3345776"/>
              <a:gd name="connsiteX1372" fmla="*/ 3612681 w 8965936"/>
              <a:gd name="connsiteY1372" fmla="*/ 858522 h 3345776"/>
              <a:gd name="connsiteX1373" fmla="*/ 3610895 w 8965936"/>
              <a:gd name="connsiteY1373" fmla="*/ 852398 h 3345776"/>
              <a:gd name="connsiteX1374" fmla="*/ 3136489 w 8965936"/>
              <a:gd name="connsiteY1374" fmla="*/ 439539 h 3345776"/>
              <a:gd name="connsiteX1375" fmla="*/ 2748149 w 8965936"/>
              <a:gd name="connsiteY1375" fmla="*/ 745257 h 3345776"/>
              <a:gd name="connsiteX1376" fmla="*/ 2676251 w 8965936"/>
              <a:gd name="connsiteY1376" fmla="*/ 876916 h 3345776"/>
              <a:gd name="connsiteX1377" fmla="*/ 2627086 w 8965936"/>
              <a:gd name="connsiteY1377" fmla="*/ 968734 h 3345776"/>
              <a:gd name="connsiteX1378" fmla="*/ 2473846 w 8965936"/>
              <a:gd name="connsiteY1378" fmla="*/ 1185826 h 3345776"/>
              <a:gd name="connsiteX1379" fmla="*/ 2292234 w 8965936"/>
              <a:gd name="connsiteY1379" fmla="*/ 1300934 h 3345776"/>
              <a:gd name="connsiteX1380" fmla="*/ 2231427 w 8965936"/>
              <a:gd name="connsiteY1380" fmla="*/ 1315807 h 3345776"/>
              <a:gd name="connsiteX1381" fmla="*/ 2221381 w 8965936"/>
              <a:gd name="connsiteY1381" fmla="*/ 1302987 h 3345776"/>
              <a:gd name="connsiteX1382" fmla="*/ 2225861 w 8965936"/>
              <a:gd name="connsiteY1382" fmla="*/ 1302162 h 3345776"/>
              <a:gd name="connsiteX1383" fmla="*/ 2440133 w 8965936"/>
              <a:gd name="connsiteY1383" fmla="*/ 1162585 h 3345776"/>
              <a:gd name="connsiteX1384" fmla="*/ 2645349 w 8965936"/>
              <a:gd name="connsiteY1384" fmla="*/ 822900 h 3345776"/>
              <a:gd name="connsiteX1385" fmla="*/ 2720565 w 8965936"/>
              <a:gd name="connsiteY1385" fmla="*/ 673872 h 3345776"/>
              <a:gd name="connsiteX1386" fmla="*/ 3112480 w 8965936"/>
              <a:gd name="connsiteY1386" fmla="*/ 334059 h 3345776"/>
              <a:gd name="connsiteX1387" fmla="*/ 1147215 w 8965936"/>
              <a:gd name="connsiteY1387" fmla="*/ 407 h 3345776"/>
              <a:gd name="connsiteX1388" fmla="*/ 826882 w 8965936"/>
              <a:gd name="connsiteY1388" fmla="*/ 84659 h 3345776"/>
              <a:gd name="connsiteX1389" fmla="*/ 60674 w 8965936"/>
              <a:gd name="connsiteY1389" fmla="*/ 1040886 h 3345776"/>
              <a:gd name="connsiteX1390" fmla="*/ 72550 w 8965936"/>
              <a:gd name="connsiteY1390" fmla="*/ 1047143 h 3345776"/>
              <a:gd name="connsiteX1391" fmla="*/ 832885 w 8965936"/>
              <a:gd name="connsiteY1391" fmla="*/ 96023 h 3345776"/>
              <a:gd name="connsiteX1392" fmla="*/ 1466537 w 8965936"/>
              <a:gd name="connsiteY1392" fmla="*/ 75081 h 3345776"/>
              <a:gd name="connsiteX1393" fmla="*/ 1746199 w 8965936"/>
              <a:gd name="connsiteY1393" fmla="*/ 334933 h 3345776"/>
              <a:gd name="connsiteX1394" fmla="*/ 1760742 w 8965936"/>
              <a:gd name="connsiteY1394" fmla="*/ 375280 h 3345776"/>
              <a:gd name="connsiteX1395" fmla="*/ 1702385 w 8965936"/>
              <a:gd name="connsiteY1395" fmla="*/ 303985 h 3345776"/>
              <a:gd name="connsiteX1396" fmla="*/ 1442786 w 8965936"/>
              <a:gd name="connsiteY1396" fmla="*/ 171112 h 3345776"/>
              <a:gd name="connsiteX1397" fmla="*/ 901843 w 8965936"/>
              <a:gd name="connsiteY1397" fmla="*/ 248626 h 3345776"/>
              <a:gd name="connsiteX1398" fmla="*/ 861361 w 8965936"/>
              <a:gd name="connsiteY1398" fmla="*/ 271868 h 3345776"/>
              <a:gd name="connsiteX1399" fmla="*/ 745408 w 8965936"/>
              <a:gd name="connsiteY1399" fmla="*/ 337635 h 3345776"/>
              <a:gd name="connsiteX1400" fmla="*/ 555134 w 8965936"/>
              <a:gd name="connsiteY1400" fmla="*/ 461377 h 3345776"/>
              <a:gd name="connsiteX1401" fmla="*/ 271892 w 8965936"/>
              <a:gd name="connsiteY1401" fmla="*/ 747044 h 3345776"/>
              <a:gd name="connsiteX1402" fmla="*/ 45350 w 8965936"/>
              <a:gd name="connsiteY1402" fmla="*/ 1157094 h 3345776"/>
              <a:gd name="connsiteX1403" fmla="*/ 58120 w 8965936"/>
              <a:gd name="connsiteY1403" fmla="*/ 1162074 h 3345776"/>
              <a:gd name="connsiteX1404" fmla="*/ 282491 w 8965936"/>
              <a:gd name="connsiteY1404" fmla="*/ 755473 h 3345776"/>
              <a:gd name="connsiteX1405" fmla="*/ 563434 w 8965936"/>
              <a:gd name="connsiteY1405" fmla="*/ 472487 h 3345776"/>
              <a:gd name="connsiteX1406" fmla="*/ 751921 w 8965936"/>
              <a:gd name="connsiteY1406" fmla="*/ 349638 h 3345776"/>
              <a:gd name="connsiteX1407" fmla="*/ 868129 w 8965936"/>
              <a:gd name="connsiteY1407" fmla="*/ 283744 h 3345776"/>
              <a:gd name="connsiteX1408" fmla="*/ 908612 w 8965936"/>
              <a:gd name="connsiteY1408" fmla="*/ 260503 h 3345776"/>
              <a:gd name="connsiteX1409" fmla="*/ 1439849 w 8965936"/>
              <a:gd name="connsiteY1409" fmla="*/ 184520 h 3345776"/>
              <a:gd name="connsiteX1410" fmla="*/ 1693031 w 8965936"/>
              <a:gd name="connsiteY1410" fmla="*/ 313691 h 3345776"/>
              <a:gd name="connsiteX1411" fmla="*/ 1774216 w 8965936"/>
              <a:gd name="connsiteY1411" fmla="*/ 412664 h 3345776"/>
              <a:gd name="connsiteX1412" fmla="*/ 1789752 w 8965936"/>
              <a:gd name="connsiteY1412" fmla="*/ 455758 h 3345776"/>
              <a:gd name="connsiteX1413" fmla="*/ 1791466 w 8965936"/>
              <a:gd name="connsiteY1413" fmla="*/ 468032 h 3345776"/>
              <a:gd name="connsiteX1414" fmla="*/ 1747371 w 8965936"/>
              <a:gd name="connsiteY1414" fmla="*/ 419251 h 3345776"/>
              <a:gd name="connsiteX1415" fmla="*/ 1500763 w 8965936"/>
              <a:gd name="connsiteY1415" fmla="*/ 311838 h 3345776"/>
              <a:gd name="connsiteX1416" fmla="*/ 977185 w 8965936"/>
              <a:gd name="connsiteY1416" fmla="*/ 413105 h 3345776"/>
              <a:gd name="connsiteX1417" fmla="*/ 803513 w 8965936"/>
              <a:gd name="connsiteY1417" fmla="*/ 500964 h 3345776"/>
              <a:gd name="connsiteX1418" fmla="*/ 760732 w 8965936"/>
              <a:gd name="connsiteY1418" fmla="*/ 516798 h 3345776"/>
              <a:gd name="connsiteX1419" fmla="*/ 604299 w 8965936"/>
              <a:gd name="connsiteY1419" fmla="*/ 579627 h 3345776"/>
              <a:gd name="connsiteX1420" fmla="*/ 276105 w 8965936"/>
              <a:gd name="connsiteY1420" fmla="*/ 823665 h 3345776"/>
              <a:gd name="connsiteX1421" fmla="*/ 30792 w 8965936"/>
              <a:gd name="connsiteY1421" fmla="*/ 1274451 h 3345776"/>
              <a:gd name="connsiteX1422" fmla="*/ 43562 w 8965936"/>
              <a:gd name="connsiteY1422" fmla="*/ 1278409 h 3345776"/>
              <a:gd name="connsiteX1423" fmla="*/ 286195 w 8965936"/>
              <a:gd name="connsiteY1423" fmla="*/ 832476 h 3345776"/>
              <a:gd name="connsiteX1424" fmla="*/ 609790 w 8965936"/>
              <a:gd name="connsiteY1424" fmla="*/ 592398 h 3345776"/>
              <a:gd name="connsiteX1425" fmla="*/ 765202 w 8965936"/>
              <a:gd name="connsiteY1425" fmla="*/ 529952 h 3345776"/>
              <a:gd name="connsiteX1426" fmla="*/ 807982 w 8965936"/>
              <a:gd name="connsiteY1426" fmla="*/ 513990 h 3345776"/>
              <a:gd name="connsiteX1427" fmla="*/ 983826 w 8965936"/>
              <a:gd name="connsiteY1427" fmla="*/ 424599 h 3345776"/>
              <a:gd name="connsiteX1428" fmla="*/ 1498973 w 8965936"/>
              <a:gd name="connsiteY1428" fmla="*/ 324736 h 3345776"/>
              <a:gd name="connsiteX1429" fmla="*/ 1738829 w 8965936"/>
              <a:gd name="connsiteY1429" fmla="*/ 428941 h 3345776"/>
              <a:gd name="connsiteX1430" fmla="*/ 1794601 w 8965936"/>
              <a:gd name="connsiteY1430" fmla="*/ 490474 h 3345776"/>
              <a:gd name="connsiteX1431" fmla="*/ 1801890 w 8965936"/>
              <a:gd name="connsiteY1431" fmla="*/ 542632 h 3345776"/>
              <a:gd name="connsiteX1432" fmla="*/ 1792941 w 8965936"/>
              <a:gd name="connsiteY1432" fmla="*/ 533863 h 3345776"/>
              <a:gd name="connsiteX1433" fmla="*/ 1559377 w 8965936"/>
              <a:gd name="connsiteY1433" fmla="*/ 452310 h 3345776"/>
              <a:gd name="connsiteX1434" fmla="*/ 1052401 w 8965936"/>
              <a:gd name="connsiteY1434" fmla="*/ 577201 h 3345776"/>
              <a:gd name="connsiteX1435" fmla="*/ 861488 w 8965936"/>
              <a:gd name="connsiteY1435" fmla="*/ 664038 h 3345776"/>
              <a:gd name="connsiteX1436" fmla="*/ 730340 w 8965936"/>
              <a:gd name="connsiteY1436" fmla="*/ 686641 h 3345776"/>
              <a:gd name="connsiteX1437" fmla="*/ 653719 w 8965936"/>
              <a:gd name="connsiteY1437" fmla="*/ 698262 h 3345776"/>
              <a:gd name="connsiteX1438" fmla="*/ 280447 w 8965936"/>
              <a:gd name="connsiteY1438" fmla="*/ 900286 h 3345776"/>
              <a:gd name="connsiteX1439" fmla="*/ 16106 w 8965936"/>
              <a:gd name="connsiteY1439" fmla="*/ 1391297 h 3345776"/>
              <a:gd name="connsiteX1440" fmla="*/ 28876 w 8965936"/>
              <a:gd name="connsiteY1440" fmla="*/ 1394362 h 3345776"/>
              <a:gd name="connsiteX1441" fmla="*/ 289641 w 8965936"/>
              <a:gd name="connsiteY1441" fmla="*/ 909735 h 3345776"/>
              <a:gd name="connsiteX1442" fmla="*/ 656528 w 8965936"/>
              <a:gd name="connsiteY1442" fmla="*/ 711415 h 3345776"/>
              <a:gd name="connsiteX1443" fmla="*/ 733150 w 8965936"/>
              <a:gd name="connsiteY1443" fmla="*/ 699922 h 3345776"/>
              <a:gd name="connsiteX1444" fmla="*/ 865447 w 8965936"/>
              <a:gd name="connsiteY1444" fmla="*/ 677446 h 3345776"/>
              <a:gd name="connsiteX1445" fmla="*/ 1060446 w 8965936"/>
              <a:gd name="connsiteY1445" fmla="*/ 588950 h 3345776"/>
              <a:gd name="connsiteX1446" fmla="*/ 1558483 w 8965936"/>
              <a:gd name="connsiteY1446" fmla="*/ 466102 h 3345776"/>
              <a:gd name="connsiteX1447" fmla="*/ 1784641 w 8965936"/>
              <a:gd name="connsiteY1447" fmla="*/ 544749 h 3345776"/>
              <a:gd name="connsiteX1448" fmla="*/ 1804955 w 8965936"/>
              <a:gd name="connsiteY1448" fmla="*/ 564570 h 3345776"/>
              <a:gd name="connsiteX1449" fmla="*/ 1810853 w 8965936"/>
              <a:gd name="connsiteY1449" fmla="*/ 606766 h 3345776"/>
              <a:gd name="connsiteX1450" fmla="*/ 1811919 w 8965936"/>
              <a:gd name="connsiteY1450" fmla="*/ 639057 h 3345776"/>
              <a:gd name="connsiteX1451" fmla="*/ 1738305 w 8965936"/>
              <a:gd name="connsiteY1451" fmla="*/ 609100 h 3345776"/>
              <a:gd name="connsiteX1452" fmla="*/ 1617606 w 8965936"/>
              <a:gd name="connsiteY1452" fmla="*/ 593548 h 3345776"/>
              <a:gd name="connsiteX1453" fmla="*/ 1127745 w 8965936"/>
              <a:gd name="connsiteY1453" fmla="*/ 742192 h 3345776"/>
              <a:gd name="connsiteX1454" fmla="*/ 919464 w 8965936"/>
              <a:gd name="connsiteY1454" fmla="*/ 828008 h 3345776"/>
              <a:gd name="connsiteX1455" fmla="*/ 764690 w 8965936"/>
              <a:gd name="connsiteY1455" fmla="*/ 823792 h 3345776"/>
              <a:gd name="connsiteX1456" fmla="*/ 702881 w 8965936"/>
              <a:gd name="connsiteY1456" fmla="*/ 817281 h 3345776"/>
              <a:gd name="connsiteX1457" fmla="*/ 285426 w 8965936"/>
              <a:gd name="connsiteY1457" fmla="*/ 977290 h 3345776"/>
              <a:gd name="connsiteX1458" fmla="*/ 2185 w 8965936"/>
              <a:gd name="connsiteY1458" fmla="*/ 1508400 h 3345776"/>
              <a:gd name="connsiteX1459" fmla="*/ 11374 w 8965936"/>
              <a:gd name="connsiteY1459" fmla="*/ 1510053 h 3345776"/>
              <a:gd name="connsiteX1460" fmla="*/ 0 w 8965936"/>
              <a:gd name="connsiteY1460" fmla="*/ 1561947 h 3345776"/>
              <a:gd name="connsiteX1461" fmla="*/ 0 w 8965936"/>
              <a:gd name="connsiteY1461" fmla="*/ 1671412 h 3345776"/>
              <a:gd name="connsiteX1462" fmla="*/ 48514 w 8965936"/>
              <a:gd name="connsiteY1462" fmla="*/ 1538362 h 3345776"/>
              <a:gd name="connsiteX1463" fmla="*/ 303815 w 8965936"/>
              <a:gd name="connsiteY1463" fmla="*/ 1219539 h 3345776"/>
              <a:gd name="connsiteX1464" fmla="*/ 841564 w 8965936"/>
              <a:gd name="connsiteY1464" fmla="*/ 1187359 h 3345776"/>
              <a:gd name="connsiteX1465" fmla="*/ 899415 w 8965936"/>
              <a:gd name="connsiteY1465" fmla="*/ 1233075 h 3345776"/>
              <a:gd name="connsiteX1466" fmla="*/ 1090965 w 8965936"/>
              <a:gd name="connsiteY1466" fmla="*/ 1333321 h 3345776"/>
              <a:gd name="connsiteX1467" fmla="*/ 1361693 w 8965936"/>
              <a:gd name="connsiteY1467" fmla="*/ 1247123 h 3345776"/>
              <a:gd name="connsiteX1468" fmla="*/ 1795877 w 8965936"/>
              <a:gd name="connsiteY1468" fmla="*/ 1030031 h 3345776"/>
              <a:gd name="connsiteX1469" fmla="*/ 1833705 w 8965936"/>
              <a:gd name="connsiteY1469" fmla="*/ 1022350 h 3345776"/>
              <a:gd name="connsiteX1470" fmla="*/ 1854656 w 8965936"/>
              <a:gd name="connsiteY1470" fmla="*/ 1107667 h 3345776"/>
              <a:gd name="connsiteX1471" fmla="*/ 1874505 w 8965936"/>
              <a:gd name="connsiteY1471" fmla="*/ 1148146 h 3345776"/>
              <a:gd name="connsiteX1472" fmla="*/ 1848619 w 8965936"/>
              <a:gd name="connsiteY1472" fmla="*/ 1156966 h 3345776"/>
              <a:gd name="connsiteX1473" fmla="*/ 1427970 w 8965936"/>
              <a:gd name="connsiteY1473" fmla="*/ 1399599 h 3345776"/>
              <a:gd name="connsiteX1474" fmla="*/ 1149325 w 8965936"/>
              <a:gd name="connsiteY1474" fmla="*/ 1482604 h 3345776"/>
              <a:gd name="connsiteX1475" fmla="*/ 957774 w 8965936"/>
              <a:gd name="connsiteY1475" fmla="*/ 1354903 h 3345776"/>
              <a:gd name="connsiteX1476" fmla="*/ 897245 w 8965936"/>
              <a:gd name="connsiteY1476" fmla="*/ 1294884 h 3345776"/>
              <a:gd name="connsiteX1477" fmla="*/ 299857 w 8965936"/>
              <a:gd name="connsiteY1477" fmla="*/ 1284412 h 3345776"/>
              <a:gd name="connsiteX1478" fmla="*/ 41614 w 8965936"/>
              <a:gd name="connsiteY1478" fmla="*/ 1579530 h 3345776"/>
              <a:gd name="connsiteX1479" fmla="*/ 0 w 8965936"/>
              <a:gd name="connsiteY1479" fmla="*/ 1688171 h 3345776"/>
              <a:gd name="connsiteX1480" fmla="*/ 0 w 8965936"/>
              <a:gd name="connsiteY1480" fmla="*/ 1728239 h 3345776"/>
              <a:gd name="connsiteX1481" fmla="*/ 54447 w 8965936"/>
              <a:gd name="connsiteY1481" fmla="*/ 1586681 h 3345776"/>
              <a:gd name="connsiteX1482" fmla="*/ 307137 w 8965936"/>
              <a:gd name="connsiteY1482" fmla="*/ 1295649 h 3345776"/>
              <a:gd name="connsiteX1483" fmla="*/ 888434 w 8965936"/>
              <a:gd name="connsiteY1483" fmla="*/ 1305100 h 3345776"/>
              <a:gd name="connsiteX1484" fmla="*/ 947942 w 8965936"/>
              <a:gd name="connsiteY1484" fmla="*/ 1364226 h 3345776"/>
              <a:gd name="connsiteX1485" fmla="*/ 1147156 w 8965936"/>
              <a:gd name="connsiteY1485" fmla="*/ 1496012 h 3345776"/>
              <a:gd name="connsiteX1486" fmla="*/ 1436526 w 8965936"/>
              <a:gd name="connsiteY1486" fmla="*/ 1410580 h 3345776"/>
              <a:gd name="connsiteX1487" fmla="*/ 1854366 w 8965936"/>
              <a:gd name="connsiteY1487" fmla="*/ 1169737 h 3345776"/>
              <a:gd name="connsiteX1488" fmla="*/ 1880648 w 8965936"/>
              <a:gd name="connsiteY1488" fmla="*/ 1160671 h 3345776"/>
              <a:gd name="connsiteX1489" fmla="*/ 1895427 w 8965936"/>
              <a:gd name="connsiteY1489" fmla="*/ 1190814 h 3345776"/>
              <a:gd name="connsiteX1490" fmla="*/ 1959081 w 8965936"/>
              <a:gd name="connsiteY1490" fmla="*/ 1260022 h 3345776"/>
              <a:gd name="connsiteX1491" fmla="*/ 1970807 w 8965936"/>
              <a:gd name="connsiteY1491" fmla="*/ 1267133 h 3345776"/>
              <a:gd name="connsiteX1492" fmla="*/ 1907744 w 8965936"/>
              <a:gd name="connsiteY1492" fmla="*/ 1299098 h 3345776"/>
              <a:gd name="connsiteX1493" fmla="*/ 1504462 w 8965936"/>
              <a:gd name="connsiteY1493" fmla="*/ 1564844 h 3345776"/>
              <a:gd name="connsiteX1494" fmla="*/ 1208069 w 8965936"/>
              <a:gd name="connsiteY1494" fmla="*/ 1647338 h 3345776"/>
              <a:gd name="connsiteX1495" fmla="*/ 1008854 w 8965936"/>
              <a:gd name="connsiteY1495" fmla="*/ 1487712 h 3345776"/>
              <a:gd name="connsiteX1496" fmla="*/ 946408 w 8965936"/>
              <a:gd name="connsiteY1496" fmla="*/ 1413900 h 3345776"/>
              <a:gd name="connsiteX1497" fmla="*/ 304965 w 8965936"/>
              <a:gd name="connsiteY1497" fmla="*/ 1360776 h 3345776"/>
              <a:gd name="connsiteX1498" fmla="*/ 28315 w 8965936"/>
              <a:gd name="connsiteY1498" fmla="*/ 1670437 h 3345776"/>
              <a:gd name="connsiteX1499" fmla="*/ 0 w 8965936"/>
              <a:gd name="connsiteY1499" fmla="*/ 1746016 h 3345776"/>
              <a:gd name="connsiteX1500" fmla="*/ 0 w 8965936"/>
              <a:gd name="connsiteY1500" fmla="*/ 1783074 h 3345776"/>
              <a:gd name="connsiteX1501" fmla="*/ 39554 w 8965936"/>
              <a:gd name="connsiteY1501" fmla="*/ 1677189 h 3345776"/>
              <a:gd name="connsiteX1502" fmla="*/ 311351 w 8965936"/>
              <a:gd name="connsiteY1502" fmla="*/ 1372653 h 3345776"/>
              <a:gd name="connsiteX1503" fmla="*/ 936192 w 8965936"/>
              <a:gd name="connsiteY1503" fmla="*/ 1423734 h 3345776"/>
              <a:gd name="connsiteX1504" fmla="*/ 997743 w 8965936"/>
              <a:gd name="connsiteY1504" fmla="*/ 1496523 h 3345776"/>
              <a:gd name="connsiteX1505" fmla="*/ 1204494 w 8965936"/>
              <a:gd name="connsiteY1505" fmla="*/ 1659599 h 3345776"/>
              <a:gd name="connsiteX1506" fmla="*/ 1512509 w 8965936"/>
              <a:gd name="connsiteY1506" fmla="*/ 1574932 h 3345776"/>
              <a:gd name="connsiteX1507" fmla="*/ 1914640 w 8965936"/>
              <a:gd name="connsiteY1507" fmla="*/ 1309825 h 3345776"/>
              <a:gd name="connsiteX1508" fmla="*/ 1983446 w 8965936"/>
              <a:gd name="connsiteY1508" fmla="*/ 1274795 h 3345776"/>
              <a:gd name="connsiteX1509" fmla="*/ 2017532 w 8965936"/>
              <a:gd name="connsiteY1509" fmla="*/ 1295464 h 3345776"/>
              <a:gd name="connsiteX1510" fmla="*/ 2052206 w 8965936"/>
              <a:gd name="connsiteY1510" fmla="*/ 1305726 h 3345776"/>
              <a:gd name="connsiteX1511" fmla="*/ 2066085 w 8965936"/>
              <a:gd name="connsiteY1511" fmla="*/ 1313631 h 3345776"/>
              <a:gd name="connsiteX1512" fmla="*/ 2096050 w 8965936"/>
              <a:gd name="connsiteY1512" fmla="*/ 1322529 h 3345776"/>
              <a:gd name="connsiteX1513" fmla="*/ 2114515 w 8965936"/>
              <a:gd name="connsiteY1513" fmla="*/ 1332392 h 3345776"/>
              <a:gd name="connsiteX1514" fmla="*/ 2131277 w 8965936"/>
              <a:gd name="connsiteY1514" fmla="*/ 1337121 h 3345776"/>
              <a:gd name="connsiteX1515" fmla="*/ 2109225 w 8965936"/>
              <a:gd name="connsiteY1515" fmla="*/ 1346873 h 3345776"/>
              <a:gd name="connsiteX1516" fmla="*/ 1965849 w 8965936"/>
              <a:gd name="connsiteY1516" fmla="*/ 1439824 h 3345776"/>
              <a:gd name="connsiteX1517" fmla="*/ 1579808 w 8965936"/>
              <a:gd name="connsiteY1517" fmla="*/ 1728812 h 3345776"/>
              <a:gd name="connsiteX1518" fmla="*/ 1265534 w 8965936"/>
              <a:gd name="connsiteY1518" fmla="*/ 1810541 h 3345776"/>
              <a:gd name="connsiteX1519" fmla="*/ 1058402 w 8965936"/>
              <a:gd name="connsiteY1519" fmla="*/ 1621798 h 3345776"/>
              <a:gd name="connsiteX1520" fmla="*/ 994425 w 8965936"/>
              <a:gd name="connsiteY1520" fmla="*/ 1533685 h 3345776"/>
              <a:gd name="connsiteX1521" fmla="*/ 308923 w 8965936"/>
              <a:gd name="connsiteY1521" fmla="*/ 1438164 h 3345776"/>
              <a:gd name="connsiteX1522" fmla="*/ 14301 w 8965936"/>
              <a:gd name="connsiteY1522" fmla="*/ 1762525 h 3345776"/>
              <a:gd name="connsiteX1523" fmla="*/ 0 w 8965936"/>
              <a:gd name="connsiteY1523" fmla="*/ 1801440 h 3345776"/>
              <a:gd name="connsiteX1524" fmla="*/ 0 w 8965936"/>
              <a:gd name="connsiteY1524" fmla="*/ 1837855 h 3345776"/>
              <a:gd name="connsiteX1525" fmla="*/ 25331 w 8965936"/>
              <a:gd name="connsiteY1525" fmla="*/ 1768863 h 3345776"/>
              <a:gd name="connsiteX1526" fmla="*/ 315436 w 8965936"/>
              <a:gd name="connsiteY1526" fmla="*/ 1449785 h 3345776"/>
              <a:gd name="connsiteX1527" fmla="*/ 983954 w 8965936"/>
              <a:gd name="connsiteY1527" fmla="*/ 1542368 h 3345776"/>
              <a:gd name="connsiteX1528" fmla="*/ 1047805 w 8965936"/>
              <a:gd name="connsiteY1528" fmla="*/ 1629078 h 3345776"/>
              <a:gd name="connsiteX1529" fmla="*/ 1261958 w 8965936"/>
              <a:gd name="connsiteY1529" fmla="*/ 1823182 h 3345776"/>
              <a:gd name="connsiteX1530" fmla="*/ 1588490 w 8965936"/>
              <a:gd name="connsiteY1530" fmla="*/ 1739156 h 3345776"/>
              <a:gd name="connsiteX1531" fmla="*/ 1974276 w 8965936"/>
              <a:gd name="connsiteY1531" fmla="*/ 1450551 h 3345776"/>
              <a:gd name="connsiteX1532" fmla="*/ 2112291 w 8965936"/>
              <a:gd name="connsiteY1532" fmla="*/ 1360554 h 3345776"/>
              <a:gd name="connsiteX1533" fmla="*/ 2147494 w 8965936"/>
              <a:gd name="connsiteY1533" fmla="*/ 1344457 h 3345776"/>
              <a:gd name="connsiteX1534" fmla="*/ 2164470 w 8965936"/>
              <a:gd name="connsiteY1534" fmla="*/ 1352945 h 3345776"/>
              <a:gd name="connsiteX1535" fmla="*/ 2176885 w 8965936"/>
              <a:gd name="connsiteY1535" fmla="*/ 1355242 h 3345776"/>
              <a:gd name="connsiteX1536" fmla="*/ 2212055 w 8965936"/>
              <a:gd name="connsiteY1536" fmla="*/ 1371562 h 3345776"/>
              <a:gd name="connsiteX1537" fmla="*/ 2219086 w 8965936"/>
              <a:gd name="connsiteY1537" fmla="*/ 1372817 h 3345776"/>
              <a:gd name="connsiteX1538" fmla="*/ 2249145 w 8965936"/>
              <a:gd name="connsiteY1538" fmla="*/ 1385649 h 3345776"/>
              <a:gd name="connsiteX1539" fmla="*/ 2254326 w 8965936"/>
              <a:gd name="connsiteY1539" fmla="*/ 1389254 h 3345776"/>
              <a:gd name="connsiteX1540" fmla="*/ 2280103 w 8965936"/>
              <a:gd name="connsiteY1540" fmla="*/ 1396983 h 3345776"/>
              <a:gd name="connsiteX1541" fmla="*/ 2290091 w 8965936"/>
              <a:gd name="connsiteY1541" fmla="*/ 1403038 h 3345776"/>
              <a:gd name="connsiteX1542" fmla="*/ 2307466 w 8965936"/>
              <a:gd name="connsiteY1542" fmla="*/ 1416805 h 3345776"/>
              <a:gd name="connsiteX1543" fmla="*/ 2424117 w 8965936"/>
              <a:gd name="connsiteY1543" fmla="*/ 1463844 h 3345776"/>
              <a:gd name="connsiteX1544" fmla="*/ 2404435 w 8965936"/>
              <a:gd name="connsiteY1544" fmla="*/ 1458828 h 3345776"/>
              <a:gd name="connsiteX1545" fmla="*/ 2306811 w 8965936"/>
              <a:gd name="connsiteY1545" fmla="*/ 1422840 h 3345776"/>
              <a:gd name="connsiteX1546" fmla="*/ 2239129 w 8965936"/>
              <a:gd name="connsiteY1546" fmla="*/ 1403813 h 3345776"/>
              <a:gd name="connsiteX1547" fmla="*/ 2237471 w 8965936"/>
              <a:gd name="connsiteY1547" fmla="*/ 1403813 h 3345776"/>
              <a:gd name="connsiteX1548" fmla="*/ 2236064 w 8965936"/>
              <a:gd name="connsiteY1548" fmla="*/ 1404578 h 3345776"/>
              <a:gd name="connsiteX1549" fmla="*/ 2037872 w 8965936"/>
              <a:gd name="connsiteY1549" fmla="*/ 1568165 h 3345776"/>
              <a:gd name="connsiteX1550" fmla="*/ 2023824 w 8965936"/>
              <a:gd name="connsiteY1550" fmla="*/ 1580935 h 3345776"/>
              <a:gd name="connsiteX1551" fmla="*/ 1655024 w 8965936"/>
              <a:gd name="connsiteY1551" fmla="*/ 1893037 h 3345776"/>
              <a:gd name="connsiteX1552" fmla="*/ 1322999 w 8965936"/>
              <a:gd name="connsiteY1552" fmla="*/ 1974126 h 3345776"/>
              <a:gd name="connsiteX1553" fmla="*/ 1108461 w 8965936"/>
              <a:gd name="connsiteY1553" fmla="*/ 1755247 h 3345776"/>
              <a:gd name="connsiteX1554" fmla="*/ 1041803 w 8965936"/>
              <a:gd name="connsiteY1554" fmla="*/ 1653086 h 3345776"/>
              <a:gd name="connsiteX1555" fmla="*/ 312371 w 8965936"/>
              <a:gd name="connsiteY1555" fmla="*/ 1515168 h 3345776"/>
              <a:gd name="connsiteX1556" fmla="*/ 60014 w 8965936"/>
              <a:gd name="connsiteY1556" fmla="*/ 1749248 h 3345776"/>
              <a:gd name="connsiteX1557" fmla="*/ 0 w 8965936"/>
              <a:gd name="connsiteY1557" fmla="*/ 1849699 h 3345776"/>
              <a:gd name="connsiteX1558" fmla="*/ 0 w 8965936"/>
              <a:gd name="connsiteY1558" fmla="*/ 1886744 h 3345776"/>
              <a:gd name="connsiteX1559" fmla="*/ 9735 w 8965936"/>
              <a:gd name="connsiteY1559" fmla="*/ 1859562 h 3345776"/>
              <a:gd name="connsiteX1560" fmla="*/ 318756 w 8965936"/>
              <a:gd name="connsiteY1560" fmla="*/ 1527044 h 3345776"/>
              <a:gd name="connsiteX1561" fmla="*/ 1031074 w 8965936"/>
              <a:gd name="connsiteY1561" fmla="*/ 1661131 h 3345776"/>
              <a:gd name="connsiteX1562" fmla="*/ 1096968 w 8965936"/>
              <a:gd name="connsiteY1562" fmla="*/ 1762271 h 3345776"/>
              <a:gd name="connsiteX1563" fmla="*/ 1318785 w 8965936"/>
              <a:gd name="connsiteY1563" fmla="*/ 1986769 h 3345776"/>
              <a:gd name="connsiteX1564" fmla="*/ 1663579 w 8965936"/>
              <a:gd name="connsiteY1564" fmla="*/ 1903508 h 3345776"/>
              <a:gd name="connsiteX1565" fmla="*/ 2033147 w 8965936"/>
              <a:gd name="connsiteY1565" fmla="*/ 1590767 h 3345776"/>
              <a:gd name="connsiteX1566" fmla="*/ 2047194 w 8965936"/>
              <a:gd name="connsiteY1566" fmla="*/ 1577997 h 3345776"/>
              <a:gd name="connsiteX1567" fmla="*/ 2240661 w 8965936"/>
              <a:gd name="connsiteY1567" fmla="*/ 1417221 h 3345776"/>
              <a:gd name="connsiteX1568" fmla="*/ 2301703 w 8965936"/>
              <a:gd name="connsiteY1568" fmla="*/ 1435099 h 3345776"/>
              <a:gd name="connsiteX1569" fmla="*/ 2400467 w 8965936"/>
              <a:gd name="connsiteY1569" fmla="*/ 1471499 h 3345776"/>
              <a:gd name="connsiteX1570" fmla="*/ 2496468 w 8965936"/>
              <a:gd name="connsiteY1570" fmla="*/ 1496018 h 3345776"/>
              <a:gd name="connsiteX1571" fmla="*/ 2459798 w 8965936"/>
              <a:gd name="connsiteY1571" fmla="*/ 1489757 h 3345776"/>
              <a:gd name="connsiteX1572" fmla="*/ 2275396 w 8965936"/>
              <a:gd name="connsiteY1572" fmla="*/ 1491927 h 3345776"/>
              <a:gd name="connsiteX1573" fmla="*/ 2175791 w 8965936"/>
              <a:gd name="connsiteY1573" fmla="*/ 1604304 h 3345776"/>
              <a:gd name="connsiteX1574" fmla="*/ 2082056 w 8965936"/>
              <a:gd name="connsiteY1574" fmla="*/ 1722428 h 3345776"/>
              <a:gd name="connsiteX1575" fmla="*/ 1730494 w 8965936"/>
              <a:gd name="connsiteY1575" fmla="*/ 2057643 h 3345776"/>
              <a:gd name="connsiteX1576" fmla="*/ 1380467 w 8965936"/>
              <a:gd name="connsiteY1576" fmla="*/ 2138096 h 3345776"/>
              <a:gd name="connsiteX1577" fmla="*/ 1158520 w 8965936"/>
              <a:gd name="connsiteY1577" fmla="*/ 1889078 h 3345776"/>
              <a:gd name="connsiteX1578" fmla="*/ 1089690 w 8965936"/>
              <a:gd name="connsiteY1578" fmla="*/ 1772359 h 3345776"/>
              <a:gd name="connsiteX1579" fmla="*/ 316329 w 8965936"/>
              <a:gd name="connsiteY1579" fmla="*/ 1592045 h 3345776"/>
              <a:gd name="connsiteX1580" fmla="*/ 47382 w 8965936"/>
              <a:gd name="connsiteY1580" fmla="*/ 1834866 h 3345776"/>
              <a:gd name="connsiteX1581" fmla="*/ 0 w 8965936"/>
              <a:gd name="connsiteY1581" fmla="*/ 1913969 h 3345776"/>
              <a:gd name="connsiteX1582" fmla="*/ 0 w 8965936"/>
              <a:gd name="connsiteY1582" fmla="*/ 1939996 h 3345776"/>
              <a:gd name="connsiteX1583" fmla="*/ 58082 w 8965936"/>
              <a:gd name="connsiteY1583" fmla="*/ 1842948 h 3345776"/>
              <a:gd name="connsiteX1584" fmla="*/ 322459 w 8965936"/>
              <a:gd name="connsiteY1584" fmla="*/ 1604048 h 3345776"/>
              <a:gd name="connsiteX1585" fmla="*/ 1078579 w 8965936"/>
              <a:gd name="connsiteY1585" fmla="*/ 1780276 h 3345776"/>
              <a:gd name="connsiteX1586" fmla="*/ 1146516 w 8965936"/>
              <a:gd name="connsiteY1586" fmla="*/ 1895207 h 3345776"/>
              <a:gd name="connsiteX1587" fmla="*/ 1375229 w 8965936"/>
              <a:gd name="connsiteY1587" fmla="*/ 2150610 h 3345776"/>
              <a:gd name="connsiteX1588" fmla="*/ 1738922 w 8965936"/>
              <a:gd name="connsiteY1588" fmla="*/ 2068116 h 3345776"/>
              <a:gd name="connsiteX1589" fmla="*/ 2092272 w 8965936"/>
              <a:gd name="connsiteY1589" fmla="*/ 1731366 h 3345776"/>
              <a:gd name="connsiteX1590" fmla="*/ 2186517 w 8965936"/>
              <a:gd name="connsiteY1590" fmla="*/ 1612605 h 3345776"/>
              <a:gd name="connsiteX1591" fmla="*/ 2283186 w 8965936"/>
              <a:gd name="connsiteY1591" fmla="*/ 1503036 h 3345776"/>
              <a:gd name="connsiteX1592" fmla="*/ 2342072 w 8965936"/>
              <a:gd name="connsiteY1592" fmla="*/ 1486611 h 3345776"/>
              <a:gd name="connsiteX1593" fmla="*/ 2457370 w 8965936"/>
              <a:gd name="connsiteY1593" fmla="*/ 1503036 h 3345776"/>
              <a:gd name="connsiteX1594" fmla="*/ 2551868 w 8965936"/>
              <a:gd name="connsiteY1594" fmla="*/ 1519127 h 3345776"/>
              <a:gd name="connsiteX1595" fmla="*/ 2844433 w 8965936"/>
              <a:gd name="connsiteY1595" fmla="*/ 1552074 h 3345776"/>
              <a:gd name="connsiteX1596" fmla="*/ 2955790 w 8965936"/>
              <a:gd name="connsiteY1596" fmla="*/ 1562673 h 3345776"/>
              <a:gd name="connsiteX1597" fmla="*/ 3094983 w 8965936"/>
              <a:gd name="connsiteY1597" fmla="*/ 1583872 h 3345776"/>
              <a:gd name="connsiteX1598" fmla="*/ 3190376 w 8965936"/>
              <a:gd name="connsiteY1598" fmla="*/ 1614520 h 3345776"/>
              <a:gd name="connsiteX1599" fmla="*/ 3415384 w 8965936"/>
              <a:gd name="connsiteY1599" fmla="*/ 1760611 h 3345776"/>
              <a:gd name="connsiteX1600" fmla="*/ 3687005 w 8965936"/>
              <a:gd name="connsiteY1600" fmla="*/ 2080758 h 3345776"/>
              <a:gd name="connsiteX1601" fmla="*/ 3761455 w 8965936"/>
              <a:gd name="connsiteY1601" fmla="*/ 2179088 h 3345776"/>
              <a:gd name="connsiteX1602" fmla="*/ 3848292 w 8965936"/>
              <a:gd name="connsiteY1602" fmla="*/ 2278184 h 3345776"/>
              <a:gd name="connsiteX1603" fmla="*/ 4127191 w 8965936"/>
              <a:gd name="connsiteY1603" fmla="*/ 2441769 h 3345776"/>
              <a:gd name="connsiteX1604" fmla="*/ 4483988 w 8965936"/>
              <a:gd name="connsiteY1604" fmla="*/ 2419039 h 3345776"/>
              <a:gd name="connsiteX1605" fmla="*/ 4562652 w 8965936"/>
              <a:gd name="connsiteY1605" fmla="*/ 2382261 h 3345776"/>
              <a:gd name="connsiteX1606" fmla="*/ 4929539 w 8965936"/>
              <a:gd name="connsiteY1606" fmla="*/ 2074373 h 3345776"/>
              <a:gd name="connsiteX1607" fmla="*/ 5447240 w 8965936"/>
              <a:gd name="connsiteY1607" fmla="*/ 1714382 h 3345776"/>
              <a:gd name="connsiteX1608" fmla="*/ 5970815 w 8965936"/>
              <a:gd name="connsiteY1608" fmla="*/ 1887034 h 3345776"/>
              <a:gd name="connsiteX1609" fmla="*/ 6063527 w 8965936"/>
              <a:gd name="connsiteY1609" fmla="*/ 2020483 h 3345776"/>
              <a:gd name="connsiteX1610" fmla="*/ 6099211 w 8965936"/>
              <a:gd name="connsiteY1610" fmla="*/ 2097565 h 3345776"/>
              <a:gd name="connsiteX1611" fmla="*/ 6079106 w 8965936"/>
              <a:gd name="connsiteY1611" fmla="*/ 2055984 h 3345776"/>
              <a:gd name="connsiteX1612" fmla="*/ 5987033 w 8965936"/>
              <a:gd name="connsiteY1612" fmla="*/ 1922663 h 3345776"/>
              <a:gd name="connsiteX1613" fmla="*/ 5462180 w 8965936"/>
              <a:gd name="connsiteY1613" fmla="*/ 1731111 h 3345776"/>
              <a:gd name="connsiteX1614" fmla="*/ 4939754 w 8965936"/>
              <a:gd name="connsiteY1614" fmla="*/ 2082289 h 3345776"/>
              <a:gd name="connsiteX1615" fmla="*/ 4590363 w 8965936"/>
              <a:gd name="connsiteY1615" fmla="*/ 2397202 h 3345776"/>
              <a:gd name="connsiteX1616" fmla="*/ 4516807 w 8965936"/>
              <a:gd name="connsiteY1616" fmla="*/ 2439342 h 3345776"/>
              <a:gd name="connsiteX1617" fmla="*/ 4166140 w 8965936"/>
              <a:gd name="connsiteY1617" fmla="*/ 2512005 h 3345776"/>
              <a:gd name="connsiteX1618" fmla="*/ 3876897 w 8965936"/>
              <a:gd name="connsiteY1618" fmla="*/ 2383665 h 3345776"/>
              <a:gd name="connsiteX1619" fmla="*/ 3787506 w 8965936"/>
              <a:gd name="connsiteY1619" fmla="*/ 2291337 h 3345776"/>
              <a:gd name="connsiteX1620" fmla="*/ 3651759 w 8965936"/>
              <a:gd name="connsiteY1620" fmla="*/ 2117024 h 3345776"/>
              <a:gd name="connsiteX1621" fmla="*/ 3451012 w 8965936"/>
              <a:gd name="connsiteY1621" fmla="*/ 1870561 h 3345776"/>
              <a:gd name="connsiteX1622" fmla="*/ 3237625 w 8965936"/>
              <a:gd name="connsiteY1622" fmla="*/ 1681691 h 3345776"/>
              <a:gd name="connsiteX1623" fmla="*/ 3142105 w 8965936"/>
              <a:gd name="connsiteY1623" fmla="*/ 1626907 h 3345776"/>
              <a:gd name="connsiteX1624" fmla="*/ 3001633 w 8965936"/>
              <a:gd name="connsiteY1624" fmla="*/ 1583233 h 3345776"/>
              <a:gd name="connsiteX1625" fmla="*/ 2602948 w 8965936"/>
              <a:gd name="connsiteY1625" fmla="*/ 1527938 h 3345776"/>
              <a:gd name="connsiteX1626" fmla="*/ 2314474 w 8965936"/>
              <a:gd name="connsiteY1626" fmla="*/ 1580807 h 3345776"/>
              <a:gd name="connsiteX1627" fmla="*/ 2238746 w 8965936"/>
              <a:gd name="connsiteY1627" fmla="*/ 1702123 h 3345776"/>
              <a:gd name="connsiteX1628" fmla="*/ 2140415 w 8965936"/>
              <a:gd name="connsiteY1628" fmla="*/ 1864432 h 3345776"/>
              <a:gd name="connsiteX1629" fmla="*/ 1805839 w 8965936"/>
              <a:gd name="connsiteY1629" fmla="*/ 2221995 h 3345776"/>
              <a:gd name="connsiteX1630" fmla="*/ 1437930 w 8965936"/>
              <a:gd name="connsiteY1630" fmla="*/ 2301808 h 3345776"/>
              <a:gd name="connsiteX1631" fmla="*/ 1208068 w 8965936"/>
              <a:gd name="connsiteY1631" fmla="*/ 2023037 h 3345776"/>
              <a:gd name="connsiteX1632" fmla="*/ 1137066 w 8965936"/>
              <a:gd name="connsiteY1632" fmla="*/ 1891632 h 3345776"/>
              <a:gd name="connsiteX1633" fmla="*/ 319777 w 8965936"/>
              <a:gd name="connsiteY1633" fmla="*/ 1669048 h 3345776"/>
              <a:gd name="connsiteX1634" fmla="*/ 37116 w 8965936"/>
              <a:gd name="connsiteY1634" fmla="*/ 1920984 h 3345776"/>
              <a:gd name="connsiteX1635" fmla="*/ 0 w 8965936"/>
              <a:gd name="connsiteY1635" fmla="*/ 1983062 h 3345776"/>
              <a:gd name="connsiteX1636" fmla="*/ 0 w 8965936"/>
              <a:gd name="connsiteY1636" fmla="*/ 2008583 h 3345776"/>
              <a:gd name="connsiteX1637" fmla="*/ 47597 w 8965936"/>
              <a:gd name="connsiteY1637" fmla="*/ 1929075 h 3345776"/>
              <a:gd name="connsiteX1638" fmla="*/ 326162 w 8965936"/>
              <a:gd name="connsiteY1638" fmla="*/ 1681053 h 3345776"/>
              <a:gd name="connsiteX1639" fmla="*/ 1126211 w 8965936"/>
              <a:gd name="connsiteY1639" fmla="*/ 1899294 h 3345776"/>
              <a:gd name="connsiteX1640" fmla="*/ 1196447 w 8965936"/>
              <a:gd name="connsiteY1640" fmla="*/ 2029549 h 3345776"/>
              <a:gd name="connsiteX1641" fmla="*/ 1432439 w 8965936"/>
              <a:gd name="connsiteY1641" fmla="*/ 2314707 h 3345776"/>
              <a:gd name="connsiteX1642" fmla="*/ 1814522 w 8965936"/>
              <a:gd name="connsiteY1642" fmla="*/ 2232850 h 3345776"/>
              <a:gd name="connsiteX1643" fmla="*/ 2151525 w 8965936"/>
              <a:gd name="connsiteY1643" fmla="*/ 1871966 h 3345776"/>
              <a:gd name="connsiteX1644" fmla="*/ 2250494 w 8965936"/>
              <a:gd name="connsiteY1644" fmla="*/ 1708509 h 3345776"/>
              <a:gd name="connsiteX1645" fmla="*/ 2324815 w 8965936"/>
              <a:gd name="connsiteY1645" fmla="*/ 1589235 h 3345776"/>
              <a:gd name="connsiteX1646" fmla="*/ 2486403 w 8965936"/>
              <a:gd name="connsiteY1646" fmla="*/ 1533045 h 3345776"/>
              <a:gd name="connsiteX1647" fmla="*/ 2601545 w 8965936"/>
              <a:gd name="connsiteY1647" fmla="*/ 1541219 h 3345776"/>
              <a:gd name="connsiteX1648" fmla="*/ 2803185 w 8965936"/>
              <a:gd name="connsiteY1648" fmla="*/ 1563951 h 3345776"/>
              <a:gd name="connsiteX1649" fmla="*/ 2822159 w 8965936"/>
              <a:gd name="connsiteY1649" fmla="*/ 1567085 h 3345776"/>
              <a:gd name="connsiteX1650" fmla="*/ 2651732 w 8965936"/>
              <a:gd name="connsiteY1650" fmla="*/ 1548627 h 3345776"/>
              <a:gd name="connsiteX1651" fmla="*/ 2354060 w 8965936"/>
              <a:gd name="connsiteY1651" fmla="*/ 1667772 h 3345776"/>
              <a:gd name="connsiteX1652" fmla="*/ 2291359 w 8965936"/>
              <a:gd name="connsiteY1652" fmla="*/ 1805178 h 3345776"/>
              <a:gd name="connsiteX1653" fmla="*/ 2198903 w 8965936"/>
              <a:gd name="connsiteY1653" fmla="*/ 2004903 h 3345776"/>
              <a:gd name="connsiteX1654" fmla="*/ 1881820 w 8965936"/>
              <a:gd name="connsiteY1654" fmla="*/ 2386475 h 3345776"/>
              <a:gd name="connsiteX1655" fmla="*/ 1495779 w 8965936"/>
              <a:gd name="connsiteY1655" fmla="*/ 2465649 h 3345776"/>
              <a:gd name="connsiteX1656" fmla="*/ 1259021 w 8965936"/>
              <a:gd name="connsiteY1656" fmla="*/ 2156996 h 3345776"/>
              <a:gd name="connsiteX1657" fmla="*/ 1185848 w 8965936"/>
              <a:gd name="connsiteY1657" fmla="*/ 2010777 h 3345776"/>
              <a:gd name="connsiteX1658" fmla="*/ 324758 w 8965936"/>
              <a:gd name="connsiteY1658" fmla="*/ 1745925 h 3345776"/>
              <a:gd name="connsiteX1659" fmla="*/ 25216 w 8965936"/>
              <a:gd name="connsiteY1659" fmla="*/ 2006599 h 3345776"/>
              <a:gd name="connsiteX1660" fmla="*/ 0 w 8965936"/>
              <a:gd name="connsiteY1660" fmla="*/ 2048591 h 3345776"/>
              <a:gd name="connsiteX1661" fmla="*/ 0 w 8965936"/>
              <a:gd name="connsiteY1661" fmla="*/ 2073509 h 3345776"/>
              <a:gd name="connsiteX1662" fmla="*/ 35226 w 8965936"/>
              <a:gd name="connsiteY1662" fmla="*/ 2014795 h 3345776"/>
              <a:gd name="connsiteX1663" fmla="*/ 329993 w 8965936"/>
              <a:gd name="connsiteY1663" fmla="*/ 1758184 h 3345776"/>
              <a:gd name="connsiteX1664" fmla="*/ 563847 w 8965936"/>
              <a:gd name="connsiteY1664" fmla="*/ 1699673 h 3345776"/>
              <a:gd name="connsiteX1665" fmla="*/ 1173844 w 8965936"/>
              <a:gd name="connsiteY1665" fmla="*/ 2017673 h 3345776"/>
              <a:gd name="connsiteX1666" fmla="*/ 1222205 w 8965936"/>
              <a:gd name="connsiteY1666" fmla="*/ 2113380 h 3345776"/>
              <a:gd name="connsiteX1667" fmla="*/ 1157701 w 8965936"/>
              <a:gd name="connsiteY1667" fmla="*/ 2020132 h 3345776"/>
              <a:gd name="connsiteX1668" fmla="*/ 328588 w 8965936"/>
              <a:gd name="connsiteY1668" fmla="*/ 1822928 h 3345776"/>
              <a:gd name="connsiteX1669" fmla="*/ 12626 w 8965936"/>
              <a:gd name="connsiteY1669" fmla="*/ 2092244 h 3345776"/>
              <a:gd name="connsiteX1670" fmla="*/ 0 w 8965936"/>
              <a:gd name="connsiteY1670" fmla="*/ 2113221 h 3345776"/>
              <a:gd name="connsiteX1671" fmla="*/ 0 w 8965936"/>
              <a:gd name="connsiteY1671" fmla="*/ 2138078 h 3345776"/>
              <a:gd name="connsiteX1672" fmla="*/ 22638 w 8965936"/>
              <a:gd name="connsiteY1672" fmla="*/ 2100428 h 3345776"/>
              <a:gd name="connsiteX1673" fmla="*/ 333696 w 8965936"/>
              <a:gd name="connsiteY1673" fmla="*/ 1835187 h 3345776"/>
              <a:gd name="connsiteX1674" fmla="*/ 582064 w 8965936"/>
              <a:gd name="connsiteY1674" fmla="*/ 1777959 h 3345776"/>
              <a:gd name="connsiteX1675" fmla="*/ 1221603 w 8965936"/>
              <a:gd name="connsiteY1675" fmla="*/ 2136562 h 3345776"/>
              <a:gd name="connsiteX1676" fmla="*/ 1256259 w 8965936"/>
              <a:gd name="connsiteY1676" fmla="*/ 2210733 h 3345776"/>
              <a:gd name="connsiteX1677" fmla="*/ 1203097 w 8965936"/>
              <a:gd name="connsiteY1677" fmla="*/ 2129706 h 3345776"/>
              <a:gd name="connsiteX1678" fmla="*/ 332546 w 8965936"/>
              <a:gd name="connsiteY1678" fmla="*/ 1899932 h 3345776"/>
              <a:gd name="connsiteX1679" fmla="*/ 2572 w 8965936"/>
              <a:gd name="connsiteY1679" fmla="*/ 2178456 h 3345776"/>
              <a:gd name="connsiteX1680" fmla="*/ 0 w 8965936"/>
              <a:gd name="connsiteY1680" fmla="*/ 2182732 h 3345776"/>
              <a:gd name="connsiteX1681" fmla="*/ 0 w 8965936"/>
              <a:gd name="connsiteY1681" fmla="*/ 2207706 h 3345776"/>
              <a:gd name="connsiteX1682" fmla="*/ 12584 w 8965936"/>
              <a:gd name="connsiteY1682" fmla="*/ 2186745 h 3345776"/>
              <a:gd name="connsiteX1683" fmla="*/ 337143 w 8965936"/>
              <a:gd name="connsiteY1683" fmla="*/ 1912191 h 3345776"/>
              <a:gd name="connsiteX1684" fmla="*/ 600266 w 8965936"/>
              <a:gd name="connsiteY1684" fmla="*/ 1856515 h 3345776"/>
              <a:gd name="connsiteX1685" fmla="*/ 1269364 w 8965936"/>
              <a:gd name="connsiteY1685" fmla="*/ 2255452 h 3345776"/>
              <a:gd name="connsiteX1686" fmla="*/ 1295675 w 8965936"/>
              <a:gd name="connsiteY1686" fmla="*/ 2315532 h 3345776"/>
              <a:gd name="connsiteX1687" fmla="*/ 1248090 w 8965936"/>
              <a:gd name="connsiteY1687" fmla="*/ 2239246 h 3345776"/>
              <a:gd name="connsiteX1688" fmla="*/ 335740 w 8965936"/>
              <a:gd name="connsiteY1688" fmla="*/ 1977064 h 3345776"/>
              <a:gd name="connsiteX1689" fmla="*/ 89494 w 8965936"/>
              <a:gd name="connsiteY1689" fmla="*/ 2145745 h 3345776"/>
              <a:gd name="connsiteX1690" fmla="*/ 0 w 8965936"/>
              <a:gd name="connsiteY1690" fmla="*/ 2251780 h 3345776"/>
              <a:gd name="connsiteX1691" fmla="*/ 0 w 8965936"/>
              <a:gd name="connsiteY1691" fmla="*/ 2273803 h 3345776"/>
              <a:gd name="connsiteX1692" fmla="*/ 1120 w 8965936"/>
              <a:gd name="connsiteY1692" fmla="*/ 2271944 h 3345776"/>
              <a:gd name="connsiteX1693" fmla="*/ 341230 w 8965936"/>
              <a:gd name="connsiteY1693" fmla="*/ 1989323 h 3345776"/>
              <a:gd name="connsiteX1694" fmla="*/ 618783 w 8965936"/>
              <a:gd name="connsiteY1694" fmla="*/ 1934982 h 3345776"/>
              <a:gd name="connsiteX1695" fmla="*/ 1316613 w 8965936"/>
              <a:gd name="connsiteY1695" fmla="*/ 2374343 h 3345776"/>
              <a:gd name="connsiteX1696" fmla="*/ 1334073 w 8965936"/>
              <a:gd name="connsiteY1696" fmla="*/ 2416241 h 3345776"/>
              <a:gd name="connsiteX1697" fmla="*/ 1295705 w 8965936"/>
              <a:gd name="connsiteY1697" fmla="*/ 2352280 h 3345776"/>
              <a:gd name="connsiteX1698" fmla="*/ 931467 w 8965936"/>
              <a:gd name="connsiteY1698" fmla="*/ 2065560 h 3345776"/>
              <a:gd name="connsiteX1699" fmla="*/ 339826 w 8965936"/>
              <a:gd name="connsiteY1699" fmla="*/ 2053812 h 3345776"/>
              <a:gd name="connsiteX1700" fmla="*/ 81630 w 8965936"/>
              <a:gd name="connsiteY1700" fmla="*/ 2227406 h 3345776"/>
              <a:gd name="connsiteX1701" fmla="*/ 0 w 8965936"/>
              <a:gd name="connsiteY1701" fmla="*/ 2323298 h 3345776"/>
              <a:gd name="connsiteX1702" fmla="*/ 0 w 8965936"/>
              <a:gd name="connsiteY1702" fmla="*/ 2344677 h 3345776"/>
              <a:gd name="connsiteX1703" fmla="*/ 91437 w 8965936"/>
              <a:gd name="connsiteY1703" fmla="*/ 2237192 h 3345776"/>
              <a:gd name="connsiteX1704" fmla="*/ 345316 w 8965936"/>
              <a:gd name="connsiteY1704" fmla="*/ 2066327 h 3345776"/>
              <a:gd name="connsiteX1705" fmla="*/ 636948 w 8965936"/>
              <a:gd name="connsiteY1705" fmla="*/ 2013522 h 3345776"/>
              <a:gd name="connsiteX1706" fmla="*/ 1364374 w 8965936"/>
              <a:gd name="connsiteY1706" fmla="*/ 2493360 h 3345776"/>
              <a:gd name="connsiteX1707" fmla="*/ 1376408 w 8965936"/>
              <a:gd name="connsiteY1707" fmla="*/ 2523661 h 3345776"/>
              <a:gd name="connsiteX1708" fmla="*/ 1341286 w 8965936"/>
              <a:gd name="connsiteY1708" fmla="*/ 2462770 h 3345776"/>
              <a:gd name="connsiteX1709" fmla="*/ 961602 w 8965936"/>
              <a:gd name="connsiteY1709" fmla="*/ 2152781 h 3345776"/>
              <a:gd name="connsiteX1710" fmla="*/ 343784 w 8965936"/>
              <a:gd name="connsiteY1710" fmla="*/ 2130816 h 3345776"/>
              <a:gd name="connsiteX1711" fmla="*/ 79489 w 8965936"/>
              <a:gd name="connsiteY1711" fmla="*/ 2304346 h 3345776"/>
              <a:gd name="connsiteX1712" fmla="*/ 0 w 8965936"/>
              <a:gd name="connsiteY1712" fmla="*/ 2396547 h 3345776"/>
              <a:gd name="connsiteX1713" fmla="*/ 0 w 8965936"/>
              <a:gd name="connsiteY1713" fmla="*/ 2420186 h 3345776"/>
              <a:gd name="connsiteX1714" fmla="*/ 86037 w 8965936"/>
              <a:gd name="connsiteY1714" fmla="*/ 2318954 h 3345776"/>
              <a:gd name="connsiteX1715" fmla="*/ 349403 w 8965936"/>
              <a:gd name="connsiteY1715" fmla="*/ 2143330 h 3345776"/>
              <a:gd name="connsiteX1716" fmla="*/ 1328299 w 8965936"/>
              <a:gd name="connsiteY1716" fmla="*/ 2466473 h 3345776"/>
              <a:gd name="connsiteX1717" fmla="*/ 1409017 w 8965936"/>
              <a:gd name="connsiteY1717" fmla="*/ 2605771 h 3345776"/>
              <a:gd name="connsiteX1718" fmla="*/ 1445974 w 8965936"/>
              <a:gd name="connsiteY1718" fmla="*/ 2698831 h 3345776"/>
              <a:gd name="connsiteX1719" fmla="*/ 1493538 w 8965936"/>
              <a:gd name="connsiteY1719" fmla="*/ 2826479 h 3345776"/>
              <a:gd name="connsiteX1720" fmla="*/ 1495594 w 8965936"/>
              <a:gd name="connsiteY1720" fmla="*/ 2830910 h 3345776"/>
              <a:gd name="connsiteX1721" fmla="*/ 1496161 w 8965936"/>
              <a:gd name="connsiteY1721" fmla="*/ 2832534 h 3345776"/>
              <a:gd name="connsiteX1722" fmla="*/ 1775571 w 8965936"/>
              <a:gd name="connsiteY1722" fmla="*/ 3295963 h 3345776"/>
              <a:gd name="connsiteX1723" fmla="*/ 1958694 w 8965936"/>
              <a:gd name="connsiteY1723" fmla="*/ 3345766 h 3345776"/>
              <a:gd name="connsiteX1724" fmla="*/ 2268370 w 8965936"/>
              <a:gd name="connsiteY1724" fmla="*/ 3217937 h 3345776"/>
              <a:gd name="connsiteX1725" fmla="*/ 2506023 w 8965936"/>
              <a:gd name="connsiteY1725" fmla="*/ 2713134 h 3345776"/>
              <a:gd name="connsiteX1726" fmla="*/ 2531563 w 8965936"/>
              <a:gd name="connsiteY1726" fmla="*/ 2441258 h 3345776"/>
              <a:gd name="connsiteX1727" fmla="*/ 2568723 w 8965936"/>
              <a:gd name="connsiteY1727" fmla="*/ 2107319 h 3345776"/>
              <a:gd name="connsiteX1728" fmla="*/ 2899725 w 8965936"/>
              <a:gd name="connsiteY1728" fmla="*/ 1669303 h 3345776"/>
              <a:gd name="connsiteX1729" fmla="*/ 3046611 w 8965936"/>
              <a:gd name="connsiteY1729" fmla="*/ 1669407 h 3345776"/>
              <a:gd name="connsiteX1730" fmla="*/ 3093444 w 8965936"/>
              <a:gd name="connsiteY1730" fmla="*/ 1685963 h 3345776"/>
              <a:gd name="connsiteX1731" fmla="*/ 3114523 w 8965936"/>
              <a:gd name="connsiteY1731" fmla="*/ 1695008 h 3345776"/>
              <a:gd name="connsiteX1732" fmla="*/ 3143264 w 8965936"/>
              <a:gd name="connsiteY1732" fmla="*/ 1711811 h 3345776"/>
              <a:gd name="connsiteX1733" fmla="*/ 3189395 w 8965936"/>
              <a:gd name="connsiteY1733" fmla="*/ 1743642 h 3345776"/>
              <a:gd name="connsiteX1734" fmla="*/ 3236599 w 8965936"/>
              <a:gd name="connsiteY1734" fmla="*/ 1783037 h 3345776"/>
              <a:gd name="connsiteX1735" fmla="*/ 3245004 w 8965936"/>
              <a:gd name="connsiteY1735" fmla="*/ 1791332 h 3345776"/>
              <a:gd name="connsiteX1736" fmla="*/ 3284420 w 8965936"/>
              <a:gd name="connsiteY1736" fmla="*/ 1836815 h 3345776"/>
              <a:gd name="connsiteX1737" fmla="*/ 3315680 w 8965936"/>
              <a:gd name="connsiteY1737" fmla="*/ 1880788 h 3345776"/>
              <a:gd name="connsiteX1738" fmla="*/ 3386396 w 8965936"/>
              <a:gd name="connsiteY1738" fmla="*/ 2002093 h 3345776"/>
              <a:gd name="connsiteX1739" fmla="*/ 3453513 w 8965936"/>
              <a:gd name="connsiteY1739" fmla="*/ 2154552 h 3345776"/>
              <a:gd name="connsiteX1740" fmla="*/ 3492389 w 8965936"/>
              <a:gd name="connsiteY1740" fmla="*/ 2262860 h 3345776"/>
              <a:gd name="connsiteX1741" fmla="*/ 3522029 w 8965936"/>
              <a:gd name="connsiteY1741" fmla="*/ 2344657 h 3345776"/>
              <a:gd name="connsiteX1742" fmla="*/ 3531209 w 8965936"/>
              <a:gd name="connsiteY1742" fmla="*/ 2376002 h 3345776"/>
              <a:gd name="connsiteX1743" fmla="*/ 3594293 w 8965936"/>
              <a:gd name="connsiteY1743" fmla="*/ 2590668 h 3345776"/>
              <a:gd name="connsiteX1744" fmla="*/ 3980334 w 8965936"/>
              <a:gd name="connsiteY1744" fmla="*/ 3081935 h 3345776"/>
              <a:gd name="connsiteX1745" fmla="*/ 4115314 w 8965936"/>
              <a:gd name="connsiteY1745" fmla="*/ 3105687 h 3345776"/>
              <a:gd name="connsiteX1746" fmla="*/ 4801198 w 8965936"/>
              <a:gd name="connsiteY1746" fmla="*/ 2559509 h 3345776"/>
              <a:gd name="connsiteX1747" fmla="*/ 5561787 w 8965936"/>
              <a:gd name="connsiteY1747" fmla="*/ 1918576 h 3345776"/>
              <a:gd name="connsiteX1748" fmla="*/ 6093790 w 8965936"/>
              <a:gd name="connsiteY1748" fmla="*/ 2313045 h 3345776"/>
              <a:gd name="connsiteX1749" fmla="*/ 6203614 w 8965936"/>
              <a:gd name="connsiteY1749" fmla="*/ 2488124 h 3345776"/>
              <a:gd name="connsiteX1750" fmla="*/ 6504734 w 8965936"/>
              <a:gd name="connsiteY1750" fmla="*/ 2895746 h 3345776"/>
              <a:gd name="connsiteX1751" fmla="*/ 7126895 w 8965936"/>
              <a:gd name="connsiteY1751" fmla="*/ 2975561 h 3345776"/>
              <a:gd name="connsiteX1752" fmla="*/ 7305614 w 8965936"/>
              <a:gd name="connsiteY1752" fmla="*/ 2437341 h 3345776"/>
              <a:gd name="connsiteX1753" fmla="*/ 7304593 w 8965936"/>
              <a:gd name="connsiteY1753" fmla="*/ 2369196 h 3345776"/>
              <a:gd name="connsiteX1754" fmla="*/ 7306784 w 8965936"/>
              <a:gd name="connsiteY1754" fmla="*/ 2204545 h 3345776"/>
              <a:gd name="connsiteX1755" fmla="*/ 7308232 w 8965936"/>
              <a:gd name="connsiteY1755" fmla="*/ 2164274 h 3345776"/>
              <a:gd name="connsiteX1756" fmla="*/ 7309070 w 8965936"/>
              <a:gd name="connsiteY1756" fmla="*/ 2136252 h 3345776"/>
              <a:gd name="connsiteX1757" fmla="*/ 7309507 w 8965936"/>
              <a:gd name="connsiteY1757" fmla="*/ 2128389 h 3345776"/>
              <a:gd name="connsiteX1758" fmla="*/ 7316148 w 8965936"/>
              <a:gd name="connsiteY1758" fmla="*/ 2009628 h 3345776"/>
              <a:gd name="connsiteX1759" fmla="*/ 7322366 w 8965936"/>
              <a:gd name="connsiteY1759" fmla="*/ 1946198 h 3345776"/>
              <a:gd name="connsiteX1760" fmla="*/ 7323075 w 8965936"/>
              <a:gd name="connsiteY1760" fmla="*/ 1941077 h 3345776"/>
              <a:gd name="connsiteX1761" fmla="*/ 7367697 w 8965936"/>
              <a:gd name="connsiteY1761" fmla="*/ 1768680 h 3345776"/>
              <a:gd name="connsiteX1762" fmla="*/ 7371545 w 8965936"/>
              <a:gd name="connsiteY1762" fmla="*/ 1757124 h 3345776"/>
              <a:gd name="connsiteX1763" fmla="*/ 7583427 w 8965936"/>
              <a:gd name="connsiteY1763" fmla="*/ 1542496 h 3345776"/>
              <a:gd name="connsiteX1764" fmla="*/ 7831934 w 8965936"/>
              <a:gd name="connsiteY1764" fmla="*/ 1546582 h 3345776"/>
              <a:gd name="connsiteX1765" fmla="*/ 8965936 w 8965936"/>
              <a:gd name="connsiteY1765" fmla="*/ 1745211 h 3345776"/>
              <a:gd name="connsiteX1766" fmla="*/ 8965936 w 8965936"/>
              <a:gd name="connsiteY1766" fmla="*/ 1667475 h 3345776"/>
              <a:gd name="connsiteX1767" fmla="*/ 8826985 w 8965936"/>
              <a:gd name="connsiteY1767" fmla="*/ 1629156 h 3345776"/>
              <a:gd name="connsiteX1768" fmla="*/ 8352445 w 8965936"/>
              <a:gd name="connsiteY1768" fmla="*/ 1426033 h 3345776"/>
              <a:gd name="connsiteX1769" fmla="*/ 8209547 w 8965936"/>
              <a:gd name="connsiteY1769" fmla="*/ 1357967 h 3345776"/>
              <a:gd name="connsiteX1770" fmla="*/ 8046344 w 8965936"/>
              <a:gd name="connsiteY1770" fmla="*/ 1286073 h 3345776"/>
              <a:gd name="connsiteX1771" fmla="*/ 7785579 w 8965936"/>
              <a:gd name="connsiteY1771" fmla="*/ 1220179 h 3345776"/>
              <a:gd name="connsiteX1772" fmla="*/ 7474626 w 8965936"/>
              <a:gd name="connsiteY1772" fmla="*/ 1386190 h 3345776"/>
              <a:gd name="connsiteX1773" fmla="*/ 7412286 w 8965936"/>
              <a:gd name="connsiteY1773" fmla="*/ 1486598 h 3345776"/>
              <a:gd name="connsiteX1774" fmla="*/ 7376850 w 8965936"/>
              <a:gd name="connsiteY1774" fmla="*/ 1572232 h 3345776"/>
              <a:gd name="connsiteX1775" fmla="*/ 7390407 w 8965936"/>
              <a:gd name="connsiteY1775" fmla="*/ 1529232 h 3345776"/>
              <a:gd name="connsiteX1776" fmla="*/ 7505912 w 8965936"/>
              <a:gd name="connsiteY1776" fmla="*/ 1325915 h 3345776"/>
              <a:gd name="connsiteX1777" fmla="*/ 7818527 w 8965936"/>
              <a:gd name="connsiteY1777" fmla="*/ 1181485 h 3345776"/>
              <a:gd name="connsiteX1778" fmla="*/ 8075078 w 8965936"/>
              <a:gd name="connsiteY1778" fmla="*/ 1256446 h 3345776"/>
              <a:gd name="connsiteX1779" fmla="*/ 8237003 w 8965936"/>
              <a:gd name="connsiteY1779" fmla="*/ 1335110 h 3345776"/>
              <a:gd name="connsiteX1780" fmla="*/ 8377475 w 8965936"/>
              <a:gd name="connsiteY1780" fmla="*/ 1409304 h 3345776"/>
              <a:gd name="connsiteX1781" fmla="*/ 8854187 w 8965936"/>
              <a:gd name="connsiteY1781" fmla="*/ 1633851 h 3345776"/>
              <a:gd name="connsiteX1782" fmla="*/ 8965936 w 8965936"/>
              <a:gd name="connsiteY1782" fmla="*/ 1666483 h 3345776"/>
              <a:gd name="connsiteX1783" fmla="*/ 8965936 w 8965936"/>
              <a:gd name="connsiteY1783" fmla="*/ 1652984 h 3345776"/>
              <a:gd name="connsiteX1784" fmla="*/ 8858291 w 8965936"/>
              <a:gd name="connsiteY1784" fmla="*/ 1621552 h 3345776"/>
              <a:gd name="connsiteX1785" fmla="*/ 8383859 w 8965936"/>
              <a:gd name="connsiteY1785" fmla="*/ 1397939 h 3345776"/>
              <a:gd name="connsiteX1786" fmla="*/ 8243388 w 8965936"/>
              <a:gd name="connsiteY1786" fmla="*/ 1323745 h 3345776"/>
              <a:gd name="connsiteX1787" fmla="*/ 8080824 w 8965936"/>
              <a:gd name="connsiteY1787" fmla="*/ 1244698 h 3345776"/>
              <a:gd name="connsiteX1788" fmla="*/ 7819165 w 8965936"/>
              <a:gd name="connsiteY1788" fmla="*/ 1168077 h 3345776"/>
              <a:gd name="connsiteX1789" fmla="*/ 7495825 w 8965936"/>
              <a:gd name="connsiteY1789" fmla="*/ 1317359 h 3345776"/>
              <a:gd name="connsiteX1790" fmla="*/ 7428136 w 8965936"/>
              <a:gd name="connsiteY1790" fmla="*/ 1415777 h 3345776"/>
              <a:gd name="connsiteX1791" fmla="*/ 7390232 w 8965936"/>
              <a:gd name="connsiteY1791" fmla="*/ 1498345 h 3345776"/>
              <a:gd name="connsiteX1792" fmla="*/ 7403881 w 8965936"/>
              <a:gd name="connsiteY1792" fmla="*/ 1459426 h 3345776"/>
              <a:gd name="connsiteX1793" fmla="*/ 7528900 w 8965936"/>
              <a:gd name="connsiteY1793" fmla="*/ 1258360 h 3345776"/>
              <a:gd name="connsiteX1794" fmla="*/ 7853645 w 8965936"/>
              <a:gd name="connsiteY1794" fmla="*/ 1129894 h 3345776"/>
              <a:gd name="connsiteX1795" fmla="*/ 8111345 w 8965936"/>
              <a:gd name="connsiteY1795" fmla="*/ 1214942 h 3345776"/>
              <a:gd name="connsiteX1796" fmla="*/ 8272505 w 8965936"/>
              <a:gd name="connsiteY1796" fmla="*/ 1300757 h 3345776"/>
              <a:gd name="connsiteX1797" fmla="*/ 8410166 w 8965936"/>
              <a:gd name="connsiteY1797" fmla="*/ 1380954 h 3345776"/>
              <a:gd name="connsiteX1798" fmla="*/ 8887419 w 8965936"/>
              <a:gd name="connsiteY1798" fmla="*/ 1626368 h 3345776"/>
              <a:gd name="connsiteX1799" fmla="*/ 8965936 w 8965936"/>
              <a:gd name="connsiteY1799" fmla="*/ 1650464 h 3345776"/>
              <a:gd name="connsiteX1800" fmla="*/ 8965936 w 8965936"/>
              <a:gd name="connsiteY1800" fmla="*/ 1636618 h 3345776"/>
              <a:gd name="connsiteX1801" fmla="*/ 8892025 w 8965936"/>
              <a:gd name="connsiteY1801" fmla="*/ 1613891 h 3345776"/>
              <a:gd name="connsiteX1802" fmla="*/ 8417701 w 8965936"/>
              <a:gd name="connsiteY1802" fmla="*/ 1369716 h 3345776"/>
              <a:gd name="connsiteX1803" fmla="*/ 8280038 w 8965936"/>
              <a:gd name="connsiteY1803" fmla="*/ 1289520 h 3345776"/>
              <a:gd name="connsiteX1804" fmla="*/ 8118113 w 8965936"/>
              <a:gd name="connsiteY1804" fmla="*/ 1203321 h 3345776"/>
              <a:gd name="connsiteX1805" fmla="*/ 7855432 w 8965936"/>
              <a:gd name="connsiteY1805" fmla="*/ 1116867 h 3345776"/>
              <a:gd name="connsiteX1806" fmla="*/ 7519962 w 8965936"/>
              <a:gd name="connsiteY1806" fmla="*/ 1249422 h 3345776"/>
              <a:gd name="connsiteX1807" fmla="*/ 7446537 w 8965936"/>
              <a:gd name="connsiteY1807" fmla="*/ 1345853 h 3345776"/>
              <a:gd name="connsiteX1808" fmla="*/ 7397958 w 8965936"/>
              <a:gd name="connsiteY1808" fmla="*/ 1441741 h 3345776"/>
              <a:gd name="connsiteX1809" fmla="*/ 7386920 w 8965936"/>
              <a:gd name="connsiteY1809" fmla="*/ 1467854 h 3345776"/>
              <a:gd name="connsiteX1810" fmla="*/ 7368340 w 8965936"/>
              <a:gd name="connsiteY1810" fmla="*/ 1520649 h 3345776"/>
              <a:gd name="connsiteX1811" fmla="*/ 7375377 w 8965936"/>
              <a:gd name="connsiteY1811" fmla="*/ 1495165 h 3345776"/>
              <a:gd name="connsiteX1812" fmla="*/ 7386920 w 8965936"/>
              <a:gd name="connsiteY1812" fmla="*/ 1467854 h 3345776"/>
              <a:gd name="connsiteX1813" fmla="*/ 7391909 w 8965936"/>
              <a:gd name="connsiteY1813" fmla="*/ 1453680 h 3345776"/>
              <a:gd name="connsiteX1814" fmla="*/ 7397958 w 8965936"/>
              <a:gd name="connsiteY1814" fmla="*/ 1441741 h 3345776"/>
              <a:gd name="connsiteX1815" fmla="*/ 7443813 w 8965936"/>
              <a:gd name="connsiteY1815" fmla="*/ 1333253 h 3345776"/>
              <a:gd name="connsiteX1816" fmla="*/ 7551886 w 8965936"/>
              <a:gd name="connsiteY1816" fmla="*/ 1188891 h 3345776"/>
              <a:gd name="connsiteX1817" fmla="*/ 7794948 w 8965936"/>
              <a:gd name="connsiteY1817" fmla="*/ 1074121 h 3345776"/>
              <a:gd name="connsiteX1818" fmla="*/ 7888763 w 8965936"/>
              <a:gd name="connsiteY1818" fmla="*/ 1076385 h 3345776"/>
              <a:gd name="connsiteX1819" fmla="*/ 8147613 w 8965936"/>
              <a:gd name="connsiteY1819" fmla="*/ 1171651 h 3345776"/>
              <a:gd name="connsiteX1820" fmla="*/ 8308133 w 8965936"/>
              <a:gd name="connsiteY1820" fmla="*/ 1264490 h 3345776"/>
              <a:gd name="connsiteX1821" fmla="*/ 8443114 w 8965936"/>
              <a:gd name="connsiteY1821" fmla="*/ 1350560 h 3345776"/>
              <a:gd name="connsiteX1822" fmla="*/ 8919934 w 8965936"/>
              <a:gd name="connsiteY1822" fmla="*/ 1616717 h 3345776"/>
              <a:gd name="connsiteX1823" fmla="*/ 8965936 w 8965936"/>
              <a:gd name="connsiteY1823" fmla="*/ 1631565 h 3345776"/>
              <a:gd name="connsiteX1824" fmla="*/ 8965936 w 8965936"/>
              <a:gd name="connsiteY1824" fmla="*/ 1617962 h 3345776"/>
              <a:gd name="connsiteX1825" fmla="*/ 8924645 w 8965936"/>
              <a:gd name="connsiteY1825" fmla="*/ 1604605 h 3345776"/>
              <a:gd name="connsiteX1826" fmla="*/ 8450393 w 8965936"/>
              <a:gd name="connsiteY1826" fmla="*/ 1339706 h 3345776"/>
              <a:gd name="connsiteX1827" fmla="*/ 8315156 w 8965936"/>
              <a:gd name="connsiteY1827" fmla="*/ 1253636 h 3345776"/>
              <a:gd name="connsiteX1828" fmla="*/ 8153997 w 8965936"/>
              <a:gd name="connsiteY1828" fmla="*/ 1160286 h 3345776"/>
              <a:gd name="connsiteX1829" fmla="*/ 7890423 w 8965936"/>
              <a:gd name="connsiteY1829" fmla="*/ 1063488 h 3345776"/>
              <a:gd name="connsiteX1830" fmla="*/ 7542563 w 8965936"/>
              <a:gd name="connsiteY1830" fmla="*/ 1179568 h 3345776"/>
              <a:gd name="connsiteX1831" fmla="*/ 7405014 w 8965936"/>
              <a:gd name="connsiteY1831" fmla="*/ 1381225 h 3345776"/>
              <a:gd name="connsiteX1832" fmla="*/ 7367703 w 8965936"/>
              <a:gd name="connsiteY1832" fmla="*/ 1478079 h 3345776"/>
              <a:gd name="connsiteX1833" fmla="*/ 7383016 w 8965936"/>
              <a:gd name="connsiteY1833" fmla="*/ 1427735 h 3345776"/>
              <a:gd name="connsiteX1834" fmla="*/ 7573084 w 8965936"/>
              <a:gd name="connsiteY1834" fmla="*/ 1123508 h 3345776"/>
              <a:gd name="connsiteX1835" fmla="*/ 7825646 w 8965936"/>
              <a:gd name="connsiteY1835" fmla="*/ 1020268 h 3345776"/>
              <a:gd name="connsiteX1836" fmla="*/ 7922220 w 8965936"/>
              <a:gd name="connsiteY1836" fmla="*/ 1026966 h 3345776"/>
              <a:gd name="connsiteX1837" fmla="*/ 8182220 w 8965936"/>
              <a:gd name="connsiteY1837" fmla="*/ 1132575 h 3345776"/>
              <a:gd name="connsiteX1838" fmla="*/ 8341973 w 8965936"/>
              <a:gd name="connsiteY1838" fmla="*/ 1232437 h 3345776"/>
              <a:gd name="connsiteX1839" fmla="*/ 8474528 w 8965936"/>
              <a:gd name="connsiteY1839" fmla="*/ 1324254 h 3345776"/>
              <a:gd name="connsiteX1840" fmla="*/ 8951403 w 8965936"/>
              <a:gd name="connsiteY1840" fmla="*/ 1611386 h 3345776"/>
              <a:gd name="connsiteX1841" fmla="*/ 8965936 w 8965936"/>
              <a:gd name="connsiteY1841" fmla="*/ 1616300 h 3345776"/>
              <a:gd name="connsiteX1842" fmla="*/ 8965936 w 8965936"/>
              <a:gd name="connsiteY1842" fmla="*/ 1603118 h 3345776"/>
              <a:gd name="connsiteX1843" fmla="*/ 8956612 w 8965936"/>
              <a:gd name="connsiteY1843" fmla="*/ 1599553 h 3345776"/>
              <a:gd name="connsiteX1844" fmla="*/ 8482701 w 8965936"/>
              <a:gd name="connsiteY1844" fmla="*/ 1314038 h 3345776"/>
              <a:gd name="connsiteX1845" fmla="*/ 8349891 w 8965936"/>
              <a:gd name="connsiteY1845" fmla="*/ 1222221 h 3345776"/>
              <a:gd name="connsiteX1846" fmla="*/ 8189242 w 8965936"/>
              <a:gd name="connsiteY1846" fmla="*/ 1121719 h 3345776"/>
              <a:gd name="connsiteX1847" fmla="*/ 7924774 w 8965936"/>
              <a:gd name="connsiteY1847" fmla="*/ 1014706 h 3345776"/>
              <a:gd name="connsiteX1848" fmla="*/ 7564784 w 8965936"/>
              <a:gd name="connsiteY1848" fmla="*/ 1114186 h 3345776"/>
              <a:gd name="connsiteX1849" fmla="*/ 7370873 w 8965936"/>
              <a:gd name="connsiteY1849" fmla="*/ 1423692 h 3345776"/>
              <a:gd name="connsiteX1850" fmla="*/ 7351959 w 8965936"/>
              <a:gd name="connsiteY1850" fmla="*/ 1485787 h 3345776"/>
              <a:gd name="connsiteX1851" fmla="*/ 7357269 w 8965936"/>
              <a:gd name="connsiteY1851" fmla="*/ 1460895 h 3345776"/>
              <a:gd name="connsiteX1852" fmla="*/ 7595176 w 8965936"/>
              <a:gd name="connsiteY1852" fmla="*/ 1055954 h 3345776"/>
              <a:gd name="connsiteX1853" fmla="*/ 7857023 w 8965936"/>
              <a:gd name="connsiteY1853" fmla="*/ 964099 h 3345776"/>
              <a:gd name="connsiteX1854" fmla="*/ 7956444 w 8965936"/>
              <a:gd name="connsiteY1854" fmla="*/ 975374 h 3345776"/>
              <a:gd name="connsiteX1855" fmla="*/ 8217593 w 8965936"/>
              <a:gd name="connsiteY1855" fmla="*/ 1091072 h 3345776"/>
              <a:gd name="connsiteX1856" fmla="*/ 8376709 w 8965936"/>
              <a:gd name="connsiteY1856" fmla="*/ 1198085 h 3345776"/>
              <a:gd name="connsiteX1857" fmla="*/ 8506708 w 8965936"/>
              <a:gd name="connsiteY1857" fmla="*/ 1295395 h 3345776"/>
              <a:gd name="connsiteX1858" fmla="*/ 8857255 w 8965936"/>
              <a:gd name="connsiteY1858" fmla="*/ 1538419 h 3345776"/>
              <a:gd name="connsiteX1859" fmla="*/ 8965936 w 8965936"/>
              <a:gd name="connsiteY1859" fmla="*/ 1594370 h 3345776"/>
              <a:gd name="connsiteX1860" fmla="*/ 8965936 w 8965936"/>
              <a:gd name="connsiteY1860" fmla="*/ 1579027 h 3345776"/>
              <a:gd name="connsiteX1861" fmla="*/ 8822497 w 8965936"/>
              <a:gd name="connsiteY1861" fmla="*/ 1502255 h 3345776"/>
              <a:gd name="connsiteX1862" fmla="*/ 8514625 w 8965936"/>
              <a:gd name="connsiteY1862" fmla="*/ 1284540 h 3345776"/>
              <a:gd name="connsiteX1863" fmla="*/ 8384371 w 8965936"/>
              <a:gd name="connsiteY1863" fmla="*/ 1187104 h 3345776"/>
              <a:gd name="connsiteX1864" fmla="*/ 8224360 w 8965936"/>
              <a:gd name="connsiteY1864" fmla="*/ 1079579 h 3345776"/>
              <a:gd name="connsiteX1865" fmla="*/ 7958871 w 8965936"/>
              <a:gd name="connsiteY1865" fmla="*/ 962093 h 3345776"/>
              <a:gd name="connsiteX1866" fmla="*/ 7586621 w 8965936"/>
              <a:gd name="connsiteY1866" fmla="*/ 1045227 h 3345776"/>
              <a:gd name="connsiteX1867" fmla="*/ 7389316 w 8965936"/>
              <a:gd name="connsiteY1867" fmla="*/ 1325659 h 3345776"/>
              <a:gd name="connsiteX1868" fmla="*/ 7352963 w 8965936"/>
              <a:gd name="connsiteY1868" fmla="*/ 1431048 h 3345776"/>
              <a:gd name="connsiteX1869" fmla="*/ 7361994 w 8965936"/>
              <a:gd name="connsiteY1869" fmla="*/ 1391935 h 3345776"/>
              <a:gd name="connsiteX1870" fmla="*/ 7616630 w 8965936"/>
              <a:gd name="connsiteY1870" fmla="*/ 986867 h 3345776"/>
              <a:gd name="connsiteX1871" fmla="*/ 7888083 w 8965936"/>
              <a:gd name="connsiteY1871" fmla="*/ 906954 h 3345776"/>
              <a:gd name="connsiteX1872" fmla="*/ 7990156 w 8965936"/>
              <a:gd name="connsiteY1872" fmla="*/ 923016 h 3345776"/>
              <a:gd name="connsiteX1873" fmla="*/ 8252455 w 8965936"/>
              <a:gd name="connsiteY1873" fmla="*/ 1048930 h 3345776"/>
              <a:gd name="connsiteX1874" fmla="*/ 8410804 w 8965936"/>
              <a:gd name="connsiteY1874" fmla="*/ 1162967 h 3345776"/>
              <a:gd name="connsiteX1875" fmla="*/ 8538506 w 8965936"/>
              <a:gd name="connsiteY1875" fmla="*/ 1265766 h 3345776"/>
              <a:gd name="connsiteX1876" fmla="*/ 8888380 w 8965936"/>
              <a:gd name="connsiteY1876" fmla="*/ 1525656 h 3345776"/>
              <a:gd name="connsiteX1877" fmla="*/ 8965936 w 8965936"/>
              <a:gd name="connsiteY1877" fmla="*/ 1567940 h 3345776"/>
              <a:gd name="connsiteX1878" fmla="*/ 8965936 w 8965936"/>
              <a:gd name="connsiteY1878" fmla="*/ 1552969 h 3345776"/>
              <a:gd name="connsiteX1879" fmla="*/ 8894584 w 8965936"/>
              <a:gd name="connsiteY1879" fmla="*/ 1514075 h 3345776"/>
              <a:gd name="connsiteX1880" fmla="*/ 8547062 w 8965936"/>
              <a:gd name="connsiteY1880" fmla="*/ 1255679 h 3345776"/>
              <a:gd name="connsiteX1881" fmla="*/ 8419361 w 8965936"/>
              <a:gd name="connsiteY1881" fmla="*/ 1152624 h 3345776"/>
              <a:gd name="connsiteX1882" fmla="*/ 8260117 w 8965936"/>
              <a:gd name="connsiteY1882" fmla="*/ 1037693 h 3345776"/>
              <a:gd name="connsiteX1883" fmla="*/ 7993731 w 8965936"/>
              <a:gd name="connsiteY1883" fmla="*/ 909991 h 3345776"/>
              <a:gd name="connsiteX1884" fmla="*/ 7609095 w 8965936"/>
              <a:gd name="connsiteY1884" fmla="*/ 976523 h 3345776"/>
              <a:gd name="connsiteX1885" fmla="*/ 7398915 w 8965936"/>
              <a:gd name="connsiteY1885" fmla="*/ 1254639 h 3345776"/>
              <a:gd name="connsiteX1886" fmla="*/ 7351472 w 8965936"/>
              <a:gd name="connsiteY1886" fmla="*/ 1382234 h 3345776"/>
              <a:gd name="connsiteX1887" fmla="*/ 7366591 w 8965936"/>
              <a:gd name="connsiteY1887" fmla="*/ 1321317 h 3345776"/>
              <a:gd name="connsiteX1888" fmla="*/ 7637956 w 8965936"/>
              <a:gd name="connsiteY1888" fmla="*/ 918291 h 3345776"/>
              <a:gd name="connsiteX1889" fmla="*/ 7843937 w 8965936"/>
              <a:gd name="connsiteY1889" fmla="*/ 847760 h 3345776"/>
              <a:gd name="connsiteX1890" fmla="*/ 7918604 w 8965936"/>
              <a:gd name="connsiteY1890" fmla="*/ 849028 h 3345776"/>
              <a:gd name="connsiteX1891" fmla="*/ 8023614 w 8965936"/>
              <a:gd name="connsiteY1891" fmla="*/ 869892 h 3345776"/>
              <a:gd name="connsiteX1892" fmla="*/ 8287062 w 8965936"/>
              <a:gd name="connsiteY1892" fmla="*/ 1005895 h 3345776"/>
              <a:gd name="connsiteX1893" fmla="*/ 8444772 w 8965936"/>
              <a:gd name="connsiteY1893" fmla="*/ 1127083 h 3345776"/>
              <a:gd name="connsiteX1894" fmla="*/ 8570047 w 8965936"/>
              <a:gd name="connsiteY1894" fmla="*/ 1235247 h 3345776"/>
              <a:gd name="connsiteX1895" fmla="*/ 8919262 w 8965936"/>
              <a:gd name="connsiteY1895" fmla="*/ 1513074 h 3345776"/>
              <a:gd name="connsiteX1896" fmla="*/ 8965936 w 8965936"/>
              <a:gd name="connsiteY1896" fmla="*/ 1539956 h 3345776"/>
              <a:gd name="connsiteX1897" fmla="*/ 8965936 w 8965936"/>
              <a:gd name="connsiteY1897" fmla="*/ 1527172 h 3345776"/>
              <a:gd name="connsiteX1898" fmla="*/ 8884704 w 8965936"/>
              <a:gd name="connsiteY1898" fmla="*/ 1474367 h 3345776"/>
              <a:gd name="connsiteX1899" fmla="*/ 8578476 w 8965936"/>
              <a:gd name="connsiteY1899" fmla="*/ 1225796 h 3345776"/>
              <a:gd name="connsiteX1900" fmla="*/ 8452945 w 8965936"/>
              <a:gd name="connsiteY1900" fmla="*/ 1117506 h 3345776"/>
              <a:gd name="connsiteX1901" fmla="*/ 8294213 w 8965936"/>
              <a:gd name="connsiteY1901" fmla="*/ 995679 h 3345776"/>
              <a:gd name="connsiteX1902" fmla="*/ 8026934 w 8965936"/>
              <a:gd name="connsiteY1902" fmla="*/ 857762 h 3345776"/>
              <a:gd name="connsiteX1903" fmla="*/ 7630167 w 8965936"/>
              <a:gd name="connsiteY1903" fmla="*/ 907821 h 3345776"/>
              <a:gd name="connsiteX1904" fmla="*/ 7406968 w 8965936"/>
              <a:gd name="connsiteY1904" fmla="*/ 1183745 h 3345776"/>
              <a:gd name="connsiteX1905" fmla="*/ 7360093 w 8965936"/>
              <a:gd name="connsiteY1905" fmla="*/ 1300916 h 3345776"/>
              <a:gd name="connsiteX1906" fmla="*/ 7372592 w 8965936"/>
              <a:gd name="connsiteY1906" fmla="*/ 1254145 h 3345776"/>
              <a:gd name="connsiteX1907" fmla="*/ 7660686 w 8965936"/>
              <a:gd name="connsiteY1907" fmla="*/ 852141 h 3345776"/>
              <a:gd name="connsiteX1908" fmla="*/ 7849111 w 8965936"/>
              <a:gd name="connsiteY1908" fmla="*/ 791436 h 3345776"/>
              <a:gd name="connsiteX1909" fmla="*/ 8058604 w 8965936"/>
              <a:gd name="connsiteY1909" fmla="*/ 819706 h 3345776"/>
              <a:gd name="connsiteX1910" fmla="*/ 8323072 w 8965936"/>
              <a:gd name="connsiteY1910" fmla="*/ 966051 h 3345776"/>
              <a:gd name="connsiteX1911" fmla="*/ 8480018 w 8965936"/>
              <a:gd name="connsiteY1911" fmla="*/ 1093753 h 3345776"/>
              <a:gd name="connsiteX1912" fmla="*/ 8600184 w 8965936"/>
              <a:gd name="connsiteY1912" fmla="*/ 1204726 h 3345776"/>
              <a:gd name="connsiteX1913" fmla="*/ 8868021 w 8965936"/>
              <a:gd name="connsiteY1913" fmla="*/ 1441254 h 3345776"/>
              <a:gd name="connsiteX1914" fmla="*/ 8965936 w 8965936"/>
              <a:gd name="connsiteY1914" fmla="*/ 1509571 h 3345776"/>
              <a:gd name="connsiteX1915" fmla="*/ 8965936 w 8965936"/>
              <a:gd name="connsiteY1915" fmla="*/ 1495480 h 3345776"/>
              <a:gd name="connsiteX1916" fmla="*/ 8915447 w 8965936"/>
              <a:gd name="connsiteY1916" fmla="*/ 1460798 h 3345776"/>
              <a:gd name="connsiteX1917" fmla="*/ 8608103 w 8965936"/>
              <a:gd name="connsiteY1917" fmla="*/ 1196553 h 3345776"/>
              <a:gd name="connsiteX1918" fmla="*/ 8487807 w 8965936"/>
              <a:gd name="connsiteY1918" fmla="*/ 1085452 h 3345776"/>
              <a:gd name="connsiteX1919" fmla="*/ 8329841 w 8965936"/>
              <a:gd name="connsiteY1919" fmla="*/ 956475 h 3345776"/>
              <a:gd name="connsiteX1920" fmla="*/ 8061669 w 8965936"/>
              <a:gd name="connsiteY1920" fmla="*/ 808212 h 3345776"/>
              <a:gd name="connsiteX1921" fmla="*/ 7653024 w 8965936"/>
              <a:gd name="connsiteY1921" fmla="*/ 841798 h 3345776"/>
              <a:gd name="connsiteX1922" fmla="*/ 7359311 w 8965936"/>
              <a:gd name="connsiteY1922" fmla="*/ 1250442 h 3345776"/>
              <a:gd name="connsiteX1923" fmla="*/ 7282690 w 8965936"/>
              <a:gd name="connsiteY1923" fmla="*/ 1538920 h 3345776"/>
              <a:gd name="connsiteX1924" fmla="*/ 7263791 w 8965936"/>
              <a:gd name="connsiteY1924" fmla="*/ 1635973 h 3345776"/>
              <a:gd name="connsiteX1925" fmla="*/ 7097779 w 8965936"/>
              <a:gd name="connsiteY1925" fmla="*/ 2198753 h 3345776"/>
              <a:gd name="connsiteX1926" fmla="*/ 7012091 w 8965936"/>
              <a:gd name="connsiteY1926" fmla="*/ 2325049 h 3345776"/>
              <a:gd name="connsiteX1927" fmla="*/ 6433605 w 8965936"/>
              <a:gd name="connsiteY1927" fmla="*/ 2484548 h 3345776"/>
              <a:gd name="connsiteX1928" fmla="*/ 6347150 w 8965936"/>
              <a:gd name="connsiteY1928" fmla="*/ 2423635 h 3345776"/>
              <a:gd name="connsiteX1929" fmla="*/ 6331814 w 8965936"/>
              <a:gd name="connsiteY1929" fmla="*/ 2404975 h 3345776"/>
              <a:gd name="connsiteX1930" fmla="*/ 6421727 w 8965936"/>
              <a:gd name="connsiteY1930" fmla="*/ 2466798 h 3345776"/>
              <a:gd name="connsiteX1931" fmla="*/ 6593358 w 8965936"/>
              <a:gd name="connsiteY1931" fmla="*/ 2505109 h 3345776"/>
              <a:gd name="connsiteX1932" fmla="*/ 7022691 w 8965936"/>
              <a:gd name="connsiteY1932" fmla="*/ 2282270 h 3345776"/>
              <a:gd name="connsiteX1933" fmla="*/ 7108122 w 8965936"/>
              <a:gd name="connsiteY1933" fmla="*/ 2149334 h 3345776"/>
              <a:gd name="connsiteX1934" fmla="*/ 7271069 w 8965936"/>
              <a:gd name="connsiteY1934" fmla="*/ 1595492 h 3345776"/>
              <a:gd name="connsiteX1935" fmla="*/ 7295333 w 8965936"/>
              <a:gd name="connsiteY1935" fmla="*/ 1475198 h 3345776"/>
              <a:gd name="connsiteX1936" fmla="*/ 7377062 w 8965936"/>
              <a:gd name="connsiteY1936" fmla="*/ 1185444 h 3345776"/>
              <a:gd name="connsiteX1937" fmla="*/ 7681886 w 8965936"/>
              <a:gd name="connsiteY1937" fmla="*/ 784333 h 3345776"/>
              <a:gd name="connsiteX1938" fmla="*/ 7876821 w 8965936"/>
              <a:gd name="connsiteY1938" fmla="*/ 730380 h 3345776"/>
              <a:gd name="connsiteX1939" fmla="*/ 8092062 w 8965936"/>
              <a:gd name="connsiteY1939" fmla="*/ 767987 h 3345776"/>
              <a:gd name="connsiteX1940" fmla="*/ 8357808 w 8965936"/>
              <a:gd name="connsiteY1940" fmla="*/ 924550 h 3345776"/>
              <a:gd name="connsiteX1941" fmla="*/ 8513986 w 8965936"/>
              <a:gd name="connsiteY1941" fmla="*/ 1059657 h 3345776"/>
              <a:gd name="connsiteX1942" fmla="*/ 8632365 w 8965936"/>
              <a:gd name="connsiteY1942" fmla="*/ 1176121 h 3345776"/>
              <a:gd name="connsiteX1943" fmla="*/ 8899698 w 8965936"/>
              <a:gd name="connsiteY1943" fmla="*/ 1426032 h 3345776"/>
              <a:gd name="connsiteX1944" fmla="*/ 8965936 w 8965936"/>
              <a:gd name="connsiteY1944" fmla="*/ 1474691 h 3345776"/>
              <a:gd name="connsiteX1945" fmla="*/ 8965936 w 8965936"/>
              <a:gd name="connsiteY1945" fmla="*/ 1460164 h 3345776"/>
              <a:gd name="connsiteX1946" fmla="*/ 8947612 w 8965936"/>
              <a:gd name="connsiteY1946" fmla="*/ 1446880 h 3345776"/>
              <a:gd name="connsiteX1947" fmla="*/ 8642071 w 8965936"/>
              <a:gd name="connsiteY1947" fmla="*/ 1166033 h 3345776"/>
              <a:gd name="connsiteX1948" fmla="*/ 8523436 w 8965936"/>
              <a:gd name="connsiteY1948" fmla="*/ 1049441 h 3345776"/>
              <a:gd name="connsiteX1949" fmla="*/ 8366108 w 8965936"/>
              <a:gd name="connsiteY1949" fmla="*/ 913312 h 3345776"/>
              <a:gd name="connsiteX1950" fmla="*/ 8096914 w 8965936"/>
              <a:gd name="connsiteY1950" fmla="*/ 754835 h 3345776"/>
              <a:gd name="connsiteX1951" fmla="*/ 7675500 w 8965936"/>
              <a:gd name="connsiteY1951" fmla="*/ 771947 h 3345776"/>
              <a:gd name="connsiteX1952" fmla="*/ 7364419 w 8965936"/>
              <a:gd name="connsiteY1952" fmla="*/ 1180591 h 3345776"/>
              <a:gd name="connsiteX1953" fmla="*/ 7282180 w 8965936"/>
              <a:gd name="connsiteY1953" fmla="*/ 1472388 h 3345776"/>
              <a:gd name="connsiteX1954" fmla="*/ 7257916 w 8965936"/>
              <a:gd name="connsiteY1954" fmla="*/ 1592938 h 3345776"/>
              <a:gd name="connsiteX1955" fmla="*/ 7096119 w 8965936"/>
              <a:gd name="connsiteY1955" fmla="*/ 2143075 h 3345776"/>
              <a:gd name="connsiteX1956" fmla="*/ 7012091 w 8965936"/>
              <a:gd name="connsiteY1956" fmla="*/ 2273970 h 3345776"/>
              <a:gd name="connsiteX1957" fmla="*/ 6427730 w 8965936"/>
              <a:gd name="connsiteY1957" fmla="*/ 2455050 h 3345776"/>
              <a:gd name="connsiteX1958" fmla="*/ 6339360 w 8965936"/>
              <a:gd name="connsiteY1958" fmla="*/ 2394264 h 3345776"/>
              <a:gd name="connsiteX1959" fmla="*/ 6325385 w 8965936"/>
              <a:gd name="connsiteY1959" fmla="*/ 2377241 h 3345776"/>
              <a:gd name="connsiteX1960" fmla="*/ 6378175 w 8965936"/>
              <a:gd name="connsiteY1960" fmla="*/ 2417581 h 3345776"/>
              <a:gd name="connsiteX1961" fmla="*/ 6576248 w 8965936"/>
              <a:gd name="connsiteY1961" fmla="*/ 2472161 h 3345776"/>
              <a:gd name="connsiteX1962" fmla="*/ 7023074 w 8965936"/>
              <a:gd name="connsiteY1962" fmla="*/ 2230678 h 3345776"/>
              <a:gd name="connsiteX1963" fmla="*/ 7106719 w 8965936"/>
              <a:gd name="connsiteY1963" fmla="*/ 2093144 h 3345776"/>
              <a:gd name="connsiteX1964" fmla="*/ 7264558 w 8965936"/>
              <a:gd name="connsiteY1964" fmla="*/ 1552584 h 3345776"/>
              <a:gd name="connsiteX1965" fmla="*/ 7294695 w 8965936"/>
              <a:gd name="connsiteY1965" fmla="*/ 1408537 h 3345776"/>
              <a:gd name="connsiteX1966" fmla="*/ 7382043 w 8965936"/>
              <a:gd name="connsiteY1966" fmla="*/ 1115590 h 3345776"/>
              <a:gd name="connsiteX1967" fmla="*/ 7703595 w 8965936"/>
              <a:gd name="connsiteY1967" fmla="*/ 715374 h 3345776"/>
              <a:gd name="connsiteX1968" fmla="*/ 7904996 w 8965936"/>
              <a:gd name="connsiteY1968" fmla="*/ 668301 h 3345776"/>
              <a:gd name="connsiteX1969" fmla="*/ 8126031 w 8965936"/>
              <a:gd name="connsiteY1969" fmla="*/ 715374 h 3345776"/>
              <a:gd name="connsiteX1970" fmla="*/ 8392799 w 8965936"/>
              <a:gd name="connsiteY1970" fmla="*/ 882024 h 3345776"/>
              <a:gd name="connsiteX1971" fmla="*/ 8548338 w 8965936"/>
              <a:gd name="connsiteY1971" fmla="*/ 1024283 h 3345776"/>
              <a:gd name="connsiteX1972" fmla="*/ 8665185 w 8965936"/>
              <a:gd name="connsiteY1972" fmla="*/ 1146111 h 3345776"/>
              <a:gd name="connsiteX1973" fmla="*/ 8931155 w 8965936"/>
              <a:gd name="connsiteY1973" fmla="*/ 1410464 h 3345776"/>
              <a:gd name="connsiteX1974" fmla="*/ 8965936 w 8965936"/>
              <a:gd name="connsiteY1974" fmla="*/ 1437384 h 3345776"/>
              <a:gd name="connsiteX1975" fmla="*/ 8965936 w 8965936"/>
              <a:gd name="connsiteY1975" fmla="*/ 1421020 h 3345776"/>
              <a:gd name="connsiteX1976" fmla="*/ 8823621 w 8965936"/>
              <a:gd name="connsiteY1976" fmla="*/ 1290980 h 3345776"/>
              <a:gd name="connsiteX1977" fmla="*/ 8675274 w 8965936"/>
              <a:gd name="connsiteY1977" fmla="*/ 1137427 h 3345776"/>
              <a:gd name="connsiteX1978" fmla="*/ 8558300 w 8965936"/>
              <a:gd name="connsiteY1978" fmla="*/ 1015345 h 3345776"/>
              <a:gd name="connsiteX1979" fmla="*/ 8401739 w 8965936"/>
              <a:gd name="connsiteY1979" fmla="*/ 872192 h 3345776"/>
              <a:gd name="connsiteX1980" fmla="*/ 8131394 w 8965936"/>
              <a:gd name="connsiteY1980" fmla="*/ 703370 h 3345776"/>
              <a:gd name="connsiteX1981" fmla="*/ 7698104 w 8965936"/>
              <a:gd name="connsiteY1981" fmla="*/ 703370 h 3345776"/>
              <a:gd name="connsiteX1982" fmla="*/ 7369912 w 8965936"/>
              <a:gd name="connsiteY1982" fmla="*/ 1110609 h 3345776"/>
              <a:gd name="connsiteX1983" fmla="*/ 7281925 w 8965936"/>
              <a:gd name="connsiteY1983" fmla="*/ 1405600 h 3345776"/>
              <a:gd name="connsiteX1984" fmla="*/ 7251660 w 8965936"/>
              <a:gd name="connsiteY1984" fmla="*/ 1549902 h 3345776"/>
              <a:gd name="connsiteX1985" fmla="*/ 7095098 w 8965936"/>
              <a:gd name="connsiteY1985" fmla="*/ 2087141 h 3345776"/>
              <a:gd name="connsiteX1986" fmla="*/ 7012731 w 8965936"/>
              <a:gd name="connsiteY1986" fmla="*/ 2222761 h 3345776"/>
              <a:gd name="connsiteX1987" fmla="*/ 6422240 w 8965936"/>
              <a:gd name="connsiteY1987" fmla="*/ 2425295 h 3345776"/>
              <a:gd name="connsiteX1988" fmla="*/ 6332083 w 8965936"/>
              <a:gd name="connsiteY1988" fmla="*/ 2364509 h 3345776"/>
              <a:gd name="connsiteX1989" fmla="*/ 6319225 w 8965936"/>
              <a:gd name="connsiteY1989" fmla="*/ 2348844 h 3345776"/>
              <a:gd name="connsiteX1990" fmla="*/ 6411131 w 8965936"/>
              <a:gd name="connsiteY1990" fmla="*/ 2409461 h 3345776"/>
              <a:gd name="connsiteX1991" fmla="*/ 6564372 w 8965936"/>
              <a:gd name="connsiteY1991" fmla="*/ 2441769 h 3345776"/>
              <a:gd name="connsiteX1992" fmla="*/ 7024097 w 8965936"/>
              <a:gd name="connsiteY1992" fmla="*/ 2180875 h 3345776"/>
              <a:gd name="connsiteX1993" fmla="*/ 7106464 w 8965936"/>
              <a:gd name="connsiteY1993" fmla="*/ 2038744 h 3345776"/>
              <a:gd name="connsiteX1994" fmla="*/ 7258811 w 8965936"/>
              <a:gd name="connsiteY1994" fmla="*/ 1511720 h 3345776"/>
              <a:gd name="connsiteX1995" fmla="*/ 7295079 w 8965936"/>
              <a:gd name="connsiteY1995" fmla="*/ 1343538 h 3345776"/>
              <a:gd name="connsiteX1996" fmla="*/ 7388045 w 8965936"/>
              <a:gd name="connsiteY1996" fmla="*/ 1047398 h 3345776"/>
              <a:gd name="connsiteX1997" fmla="*/ 7726454 w 8965936"/>
              <a:gd name="connsiteY1997" fmla="*/ 648204 h 3345776"/>
              <a:gd name="connsiteX1998" fmla="*/ 7933825 w 8965936"/>
              <a:gd name="connsiteY1998" fmla="*/ 607467 h 3345776"/>
              <a:gd name="connsiteX1999" fmla="*/ 8160639 w 8965936"/>
              <a:gd name="connsiteY1999" fmla="*/ 664039 h 3345776"/>
              <a:gd name="connsiteX2000" fmla="*/ 8428811 w 8965936"/>
              <a:gd name="connsiteY2000" fmla="*/ 841032 h 3345776"/>
              <a:gd name="connsiteX2001" fmla="*/ 8582180 w 8965936"/>
              <a:gd name="connsiteY2001" fmla="*/ 989039 h 3345776"/>
              <a:gd name="connsiteX2002" fmla="*/ 8697111 w 8965936"/>
              <a:gd name="connsiteY2002" fmla="*/ 1116740 h 3345776"/>
              <a:gd name="connsiteX2003" fmla="*/ 8962207 w 8965936"/>
              <a:gd name="connsiteY2003" fmla="*/ 1394621 h 3345776"/>
              <a:gd name="connsiteX2004" fmla="*/ 8965936 w 8965936"/>
              <a:gd name="connsiteY2004" fmla="*/ 1397645 h 3345776"/>
              <a:gd name="connsiteX2005" fmla="*/ 8965936 w 8965936"/>
              <a:gd name="connsiteY2005" fmla="*/ 1377355 h 3345776"/>
              <a:gd name="connsiteX2006" fmla="*/ 8854679 w 8965936"/>
              <a:gd name="connsiteY2006" fmla="*/ 1270170 h 3345776"/>
              <a:gd name="connsiteX2007" fmla="*/ 8707200 w 8965936"/>
              <a:gd name="connsiteY2007" fmla="*/ 1108440 h 3345776"/>
              <a:gd name="connsiteX2008" fmla="*/ 8592269 w 8965936"/>
              <a:gd name="connsiteY2008" fmla="*/ 980738 h 3345776"/>
              <a:gd name="connsiteX2009" fmla="*/ 8436346 w 8965936"/>
              <a:gd name="connsiteY2009" fmla="*/ 830433 h 3345776"/>
              <a:gd name="connsiteX2010" fmla="*/ 8165107 w 8965936"/>
              <a:gd name="connsiteY2010" fmla="*/ 651651 h 3345776"/>
              <a:gd name="connsiteX2011" fmla="*/ 7719558 w 8965936"/>
              <a:gd name="connsiteY2011" fmla="*/ 635816 h 3345776"/>
              <a:gd name="connsiteX2012" fmla="*/ 7374764 w 8965936"/>
              <a:gd name="connsiteY2012" fmla="*/ 1042035 h 3345776"/>
              <a:gd name="connsiteX2013" fmla="*/ 7281159 w 8965936"/>
              <a:gd name="connsiteY2013" fmla="*/ 1340473 h 3345776"/>
              <a:gd name="connsiteX2014" fmla="*/ 7244765 w 8965936"/>
              <a:gd name="connsiteY2014" fmla="*/ 1508782 h 3345776"/>
              <a:gd name="connsiteX2015" fmla="*/ 7093438 w 8965936"/>
              <a:gd name="connsiteY2015" fmla="*/ 2032358 h 3345776"/>
              <a:gd name="connsiteX2016" fmla="*/ 7012731 w 8965936"/>
              <a:gd name="connsiteY2016" fmla="*/ 2172829 h 3345776"/>
              <a:gd name="connsiteX2017" fmla="*/ 6416366 w 8965936"/>
              <a:gd name="connsiteY2017" fmla="*/ 2396945 h 3345776"/>
              <a:gd name="connsiteX2018" fmla="*/ 6324294 w 8965936"/>
              <a:gd name="connsiteY2018" fmla="*/ 2336160 h 3345776"/>
              <a:gd name="connsiteX2019" fmla="*/ 6310743 w 8965936"/>
              <a:gd name="connsiteY2019" fmla="*/ 2319658 h 3345776"/>
              <a:gd name="connsiteX2020" fmla="*/ 6405383 w 8965936"/>
              <a:gd name="connsiteY2020" fmla="*/ 2380727 h 3345776"/>
              <a:gd name="connsiteX2021" fmla="*/ 6552239 w 8965936"/>
              <a:gd name="connsiteY2021" fmla="*/ 2410482 h 3345776"/>
              <a:gd name="connsiteX2022" fmla="*/ 7024096 w 8965936"/>
              <a:gd name="connsiteY2022" fmla="*/ 2130305 h 3345776"/>
              <a:gd name="connsiteX2023" fmla="*/ 7104165 w 8965936"/>
              <a:gd name="connsiteY2023" fmla="*/ 1984215 h 3345776"/>
              <a:gd name="connsiteX2024" fmla="*/ 7250766 w 8965936"/>
              <a:gd name="connsiteY2024" fmla="*/ 1471112 h 3345776"/>
              <a:gd name="connsiteX2025" fmla="*/ 7293419 w 8965936"/>
              <a:gd name="connsiteY2025" fmla="*/ 1278538 h 3345776"/>
              <a:gd name="connsiteX2026" fmla="*/ 7392003 w 8965936"/>
              <a:gd name="connsiteY2026" fmla="*/ 979206 h 3345776"/>
              <a:gd name="connsiteX2027" fmla="*/ 7747269 w 8965936"/>
              <a:gd name="connsiteY2027" fmla="*/ 581033 h 3345776"/>
              <a:gd name="connsiteX2028" fmla="*/ 7961982 w 8965936"/>
              <a:gd name="connsiteY2028" fmla="*/ 546714 h 3345776"/>
              <a:gd name="connsiteX2029" fmla="*/ 8194223 w 8965936"/>
              <a:gd name="connsiteY2029" fmla="*/ 612959 h 3345776"/>
              <a:gd name="connsiteX2030" fmla="*/ 8463290 w 8965936"/>
              <a:gd name="connsiteY2030" fmla="*/ 799402 h 3345776"/>
              <a:gd name="connsiteX2031" fmla="*/ 8617170 w 8965936"/>
              <a:gd name="connsiteY2031" fmla="*/ 955836 h 3345776"/>
              <a:gd name="connsiteX2032" fmla="*/ 8730825 w 8965936"/>
              <a:gd name="connsiteY2032" fmla="*/ 1088390 h 3345776"/>
              <a:gd name="connsiteX2033" fmla="*/ 8859694 w 8965936"/>
              <a:gd name="connsiteY2033" fmla="*/ 1238233 h 3345776"/>
              <a:gd name="connsiteX2034" fmla="*/ 8965936 w 8965936"/>
              <a:gd name="connsiteY2034" fmla="*/ 1349827 h 3345776"/>
              <a:gd name="connsiteX2035" fmla="*/ 8965936 w 8965936"/>
              <a:gd name="connsiteY2035" fmla="*/ 1328338 h 3345776"/>
              <a:gd name="connsiteX2036" fmla="*/ 8887776 w 8965936"/>
              <a:gd name="connsiteY2036" fmla="*/ 1249141 h 3345776"/>
              <a:gd name="connsiteX2037" fmla="*/ 8741041 w 8965936"/>
              <a:gd name="connsiteY2037" fmla="*/ 1079451 h 3345776"/>
              <a:gd name="connsiteX2038" fmla="*/ 8627257 w 8965936"/>
              <a:gd name="connsiteY2038" fmla="*/ 946642 h 3345776"/>
              <a:gd name="connsiteX2039" fmla="*/ 8471974 w 8965936"/>
              <a:gd name="connsiteY2039" fmla="*/ 789187 h 3345776"/>
              <a:gd name="connsiteX2040" fmla="*/ 8199842 w 8965936"/>
              <a:gd name="connsiteY2040" fmla="*/ 599932 h 3345776"/>
              <a:gd name="connsiteX2041" fmla="*/ 7742032 w 8965936"/>
              <a:gd name="connsiteY2041" fmla="*/ 567624 h 3345776"/>
              <a:gd name="connsiteX2042" fmla="*/ 7379616 w 8965936"/>
              <a:gd name="connsiteY2042" fmla="*/ 972949 h 3345776"/>
              <a:gd name="connsiteX2043" fmla="*/ 7280265 w 8965936"/>
              <a:gd name="connsiteY2043" fmla="*/ 1274579 h 3345776"/>
              <a:gd name="connsiteX2044" fmla="*/ 7237485 w 8965936"/>
              <a:gd name="connsiteY2044" fmla="*/ 1467409 h 3345776"/>
              <a:gd name="connsiteX2045" fmla="*/ 7091778 w 8965936"/>
              <a:gd name="connsiteY2045" fmla="*/ 1978214 h 3345776"/>
              <a:gd name="connsiteX2046" fmla="*/ 7012858 w 8965936"/>
              <a:gd name="connsiteY2046" fmla="*/ 2123026 h 3345776"/>
              <a:gd name="connsiteX2047" fmla="*/ 6410364 w 8965936"/>
              <a:gd name="connsiteY2047" fmla="*/ 2368469 h 3345776"/>
              <a:gd name="connsiteX2048" fmla="*/ 6316503 w 8965936"/>
              <a:gd name="connsiteY2048" fmla="*/ 2307811 h 3345776"/>
              <a:gd name="connsiteX2049" fmla="*/ 6302786 w 8965936"/>
              <a:gd name="connsiteY2049" fmla="*/ 2291155 h 3345776"/>
              <a:gd name="connsiteX2050" fmla="*/ 6352513 w 8965936"/>
              <a:gd name="connsiteY2050" fmla="*/ 2328152 h 3345776"/>
              <a:gd name="connsiteX2051" fmla="*/ 6537682 w 8965936"/>
              <a:gd name="connsiteY2051" fmla="*/ 2378685 h 3345776"/>
              <a:gd name="connsiteX2052" fmla="*/ 6596808 w 8965936"/>
              <a:gd name="connsiteY2052" fmla="*/ 2374599 h 3345776"/>
              <a:gd name="connsiteX2053" fmla="*/ 7024224 w 8965936"/>
              <a:gd name="connsiteY2053" fmla="*/ 2079864 h 3345776"/>
              <a:gd name="connsiteX2054" fmla="*/ 7243104 w 8965936"/>
              <a:gd name="connsiteY2054" fmla="*/ 1429864 h 3345776"/>
              <a:gd name="connsiteX2055" fmla="*/ 7292524 w 8965936"/>
              <a:gd name="connsiteY2055" fmla="*/ 1212771 h 3345776"/>
              <a:gd name="connsiteX2056" fmla="*/ 7768722 w 8965936"/>
              <a:gd name="connsiteY2056" fmla="*/ 512841 h 3345776"/>
              <a:gd name="connsiteX2057" fmla="*/ 7907649 w 8965936"/>
              <a:gd name="connsiteY2057" fmla="*/ 483339 h 3345776"/>
              <a:gd name="connsiteX2058" fmla="*/ 8651521 w 8965936"/>
              <a:gd name="connsiteY2058" fmla="*/ 921485 h 3345776"/>
              <a:gd name="connsiteX2059" fmla="*/ 8763516 w 8965936"/>
              <a:gd name="connsiteY2059" fmla="*/ 1059275 h 3345776"/>
              <a:gd name="connsiteX2060" fmla="*/ 8891676 w 8965936"/>
              <a:gd name="connsiteY2060" fmla="*/ 1216078 h 3345776"/>
              <a:gd name="connsiteX2061" fmla="*/ 8965936 w 8965936"/>
              <a:gd name="connsiteY2061" fmla="*/ 1298018 h 3345776"/>
              <a:gd name="connsiteX2062" fmla="*/ 8965936 w 8965936"/>
              <a:gd name="connsiteY2062" fmla="*/ 1278101 h 3345776"/>
              <a:gd name="connsiteX2063" fmla="*/ 8919907 w 8965936"/>
              <a:gd name="connsiteY2063" fmla="*/ 1229152 h 3345776"/>
              <a:gd name="connsiteX2064" fmla="*/ 8773987 w 8965936"/>
              <a:gd name="connsiteY2064" fmla="*/ 1051357 h 3345776"/>
              <a:gd name="connsiteX2065" fmla="*/ 8661737 w 8965936"/>
              <a:gd name="connsiteY2065" fmla="*/ 913312 h 3345776"/>
              <a:gd name="connsiteX2066" fmla="*/ 7763998 w 8965936"/>
              <a:gd name="connsiteY2066" fmla="*/ 500454 h 3345776"/>
              <a:gd name="connsiteX2067" fmla="*/ 7279498 w 8965936"/>
              <a:gd name="connsiteY2067" fmla="*/ 1209707 h 3345776"/>
              <a:gd name="connsiteX2068" fmla="*/ 7229950 w 8965936"/>
              <a:gd name="connsiteY2068" fmla="*/ 1426799 h 3345776"/>
              <a:gd name="connsiteX2069" fmla="*/ 7012858 w 8965936"/>
              <a:gd name="connsiteY2069" fmla="*/ 2072584 h 3345776"/>
              <a:gd name="connsiteX2070" fmla="*/ 6594892 w 8965936"/>
              <a:gd name="connsiteY2070" fmla="*/ 2361189 h 3345776"/>
              <a:gd name="connsiteX2071" fmla="*/ 6308713 w 8965936"/>
              <a:gd name="connsiteY2071" fmla="*/ 2279078 h 3345776"/>
              <a:gd name="connsiteX2072" fmla="*/ 6108605 w 8965936"/>
              <a:gd name="connsiteY2072" fmla="*/ 1811563 h 3345776"/>
              <a:gd name="connsiteX2073" fmla="*/ 5919224 w 8965936"/>
              <a:gd name="connsiteY2073" fmla="*/ 1347880 h 3345776"/>
              <a:gd name="connsiteX2074" fmla="*/ 5243812 w 8965936"/>
              <a:gd name="connsiteY2074" fmla="*/ 1351710 h 3345776"/>
              <a:gd name="connsiteX2075" fmla="*/ 4919194 w 8965936"/>
              <a:gd name="connsiteY2075" fmla="*/ 1647339 h 3345776"/>
              <a:gd name="connsiteX2076" fmla="*/ 4696867 w 8965936"/>
              <a:gd name="connsiteY2076" fmla="*/ 1864432 h 3345776"/>
              <a:gd name="connsiteX2077" fmla="*/ 4038439 w 8965936"/>
              <a:gd name="connsiteY2077" fmla="*/ 2022143 h 3345776"/>
              <a:gd name="connsiteX2078" fmla="*/ 3961539 w 8965936"/>
              <a:gd name="connsiteY2078" fmla="*/ 1971292 h 3345776"/>
              <a:gd name="connsiteX2079" fmla="*/ 3954380 w 8965936"/>
              <a:gd name="connsiteY2079" fmla="*/ 1964143 h 3345776"/>
              <a:gd name="connsiteX2080" fmla="*/ 3929799 w 8965936"/>
              <a:gd name="connsiteY2080" fmla="*/ 1932955 h 3345776"/>
              <a:gd name="connsiteX2081" fmla="*/ 3900174 w 8965936"/>
              <a:gd name="connsiteY2081" fmla="*/ 1878706 h 3345776"/>
              <a:gd name="connsiteX2082" fmla="*/ 3868027 w 8965936"/>
              <a:gd name="connsiteY2082" fmla="*/ 1808305 h 3345776"/>
              <a:gd name="connsiteX2083" fmla="*/ 3843492 w 8965936"/>
              <a:gd name="connsiteY2083" fmla="*/ 1748247 h 3345776"/>
              <a:gd name="connsiteX2084" fmla="*/ 3787121 w 8965936"/>
              <a:gd name="connsiteY2084" fmla="*/ 1577103 h 3345776"/>
              <a:gd name="connsiteX2085" fmla="*/ 3780191 w 8965936"/>
              <a:gd name="connsiteY2085" fmla="*/ 1556250 h 3345776"/>
              <a:gd name="connsiteX2086" fmla="*/ 3762222 w 8965936"/>
              <a:gd name="connsiteY2086" fmla="*/ 1489116 h 3345776"/>
              <a:gd name="connsiteX2087" fmla="*/ 3730277 w 8965936"/>
              <a:gd name="connsiteY2087" fmla="*/ 1371927 h 3345776"/>
              <a:gd name="connsiteX2088" fmla="*/ 3681868 w 8965936"/>
              <a:gd name="connsiteY2088" fmla="*/ 1152846 h 3345776"/>
              <a:gd name="connsiteX2089" fmla="*/ 3657123 w 8965936"/>
              <a:gd name="connsiteY2089" fmla="*/ 1011003 h 3345776"/>
              <a:gd name="connsiteX2090" fmla="*/ 3655588 w 8965936"/>
              <a:gd name="connsiteY2090" fmla="*/ 1005734 h 3345776"/>
              <a:gd name="connsiteX2091" fmla="*/ 3650178 w 8965936"/>
              <a:gd name="connsiteY2091" fmla="*/ 961136 h 3345776"/>
              <a:gd name="connsiteX2092" fmla="*/ 3596209 w 8965936"/>
              <a:gd name="connsiteY2092" fmla="*/ 731976 h 3345776"/>
              <a:gd name="connsiteX2093" fmla="*/ 3110948 w 8965936"/>
              <a:gd name="connsiteY2093" fmla="*/ 319884 h 3345776"/>
              <a:gd name="connsiteX2094" fmla="*/ 2708689 w 8965936"/>
              <a:gd name="connsiteY2094" fmla="*/ 666721 h 3345776"/>
              <a:gd name="connsiteX2095" fmla="*/ 2633601 w 8965936"/>
              <a:gd name="connsiteY2095" fmla="*/ 816643 h 3345776"/>
              <a:gd name="connsiteX2096" fmla="*/ 2430555 w 8965936"/>
              <a:gd name="connsiteY2096" fmla="*/ 1153263 h 3345776"/>
              <a:gd name="connsiteX2097" fmla="*/ 2247094 w 8965936"/>
              <a:gd name="connsiteY2097" fmla="*/ 1280540 h 3345776"/>
              <a:gd name="connsiteX2098" fmla="*/ 2211472 w 8965936"/>
              <a:gd name="connsiteY2098" fmla="*/ 1290240 h 3345776"/>
              <a:gd name="connsiteX2099" fmla="*/ 2189549 w 8965936"/>
              <a:gd name="connsiteY2099" fmla="*/ 1257339 h 3345776"/>
              <a:gd name="connsiteX2100" fmla="*/ 2178688 w 8965936"/>
              <a:gd name="connsiteY2100" fmla="*/ 1246975 h 3345776"/>
              <a:gd name="connsiteX2101" fmla="*/ 2167234 w 8965936"/>
              <a:gd name="connsiteY2101" fmla="*/ 1226052 h 3345776"/>
              <a:gd name="connsiteX2102" fmla="*/ 2122156 w 8965936"/>
              <a:gd name="connsiteY2102" fmla="*/ 1144196 h 3345776"/>
              <a:gd name="connsiteX2103" fmla="*/ 2116151 w 8965936"/>
              <a:gd name="connsiteY2103" fmla="*/ 1140539 h 3345776"/>
              <a:gd name="connsiteX2104" fmla="*/ 2083717 w 8965936"/>
              <a:gd name="connsiteY2104" fmla="*/ 1058763 h 3345776"/>
              <a:gd name="connsiteX2105" fmla="*/ 2063295 w 8965936"/>
              <a:gd name="connsiteY2105" fmla="*/ 1039763 h 3345776"/>
              <a:gd name="connsiteX2106" fmla="*/ 2042980 w 8965936"/>
              <a:gd name="connsiteY2106" fmla="*/ 972309 h 3345776"/>
              <a:gd name="connsiteX2107" fmla="*/ 2016966 w 8965936"/>
              <a:gd name="connsiteY2107" fmla="*/ 940861 h 3345776"/>
              <a:gd name="connsiteX2108" fmla="*/ 2003775 w 8965936"/>
              <a:gd name="connsiteY2108" fmla="*/ 885217 h 3345776"/>
              <a:gd name="connsiteX2109" fmla="*/ 1974245 w 8965936"/>
              <a:gd name="connsiteY2109" fmla="*/ 841358 h 3345776"/>
              <a:gd name="connsiteX2110" fmla="*/ 1963678 w 8965936"/>
              <a:gd name="connsiteY2110" fmla="*/ 799274 h 3345776"/>
              <a:gd name="connsiteX2111" fmla="*/ 1929377 w 8965936"/>
              <a:gd name="connsiteY2111" fmla="*/ 739773 h 3345776"/>
              <a:gd name="connsiteX2112" fmla="*/ 1923453 w 8965936"/>
              <a:gd name="connsiteY2112" fmla="*/ 712053 h 3345776"/>
              <a:gd name="connsiteX2113" fmla="*/ 1884893 w 8965936"/>
              <a:gd name="connsiteY2113" fmla="*/ 636086 h 3345776"/>
              <a:gd name="connsiteX2114" fmla="*/ 1882973 w 8965936"/>
              <a:gd name="connsiteY2114" fmla="*/ 625600 h 3345776"/>
              <a:gd name="connsiteX2115" fmla="*/ 1842218 w 8965936"/>
              <a:gd name="connsiteY2115" fmla="*/ 536587 h 3345776"/>
              <a:gd name="connsiteX2116" fmla="*/ 1789358 w 8965936"/>
              <a:gd name="connsiteY2116" fmla="*/ 410240 h 3345776"/>
              <a:gd name="connsiteX2117" fmla="*/ 1786700 w 8965936"/>
              <a:gd name="connsiteY2117" fmla="*/ 406996 h 3345776"/>
              <a:gd name="connsiteX2118" fmla="*/ 1758249 w 8965936"/>
              <a:gd name="connsiteY2118" fmla="*/ 329039 h 3345776"/>
              <a:gd name="connsiteX2119" fmla="*/ 1472413 w 8965936"/>
              <a:gd name="connsiteY2119" fmla="*/ 63332 h 3345776"/>
              <a:gd name="connsiteX2120" fmla="*/ 1147215 w 8965936"/>
              <a:gd name="connsiteY2120" fmla="*/ 407 h 334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</a:cxnLst>
            <a:rect l="l" t="t" r="r" b="b"/>
            <a:pathLst>
              <a:path w="8965936" h="3345775">
                <a:moveTo>
                  <a:pt x="7263937" y="2681044"/>
                </a:moveTo>
                <a:lnTo>
                  <a:pt x="7224122" y="2821258"/>
                </a:lnTo>
                <a:cubicBezTo>
                  <a:pt x="7198680" y="2876703"/>
                  <a:pt x="7164024" y="2925852"/>
                  <a:pt x="7117062" y="2965854"/>
                </a:cubicBezTo>
                <a:cubicBezTo>
                  <a:pt x="6939557" y="3116287"/>
                  <a:pt x="6678791" y="3039666"/>
                  <a:pt x="6512780" y="2886424"/>
                </a:cubicBezTo>
                <a:lnTo>
                  <a:pt x="6439675" y="2809169"/>
                </a:lnTo>
                <a:lnTo>
                  <a:pt x="6498989" y="2867653"/>
                </a:lnTo>
                <a:cubicBezTo>
                  <a:pt x="6651464" y="3002506"/>
                  <a:pt x="6858723" y="3051798"/>
                  <a:pt x="7014902" y="2989736"/>
                </a:cubicBezTo>
                <a:cubicBezTo>
                  <a:pt x="7055614" y="2973645"/>
                  <a:pt x="7093068" y="2950326"/>
                  <a:pt x="7125491" y="2920904"/>
                </a:cubicBezTo>
                <a:cubicBezTo>
                  <a:pt x="7161823" y="2887958"/>
                  <a:pt x="7190731" y="2849535"/>
                  <a:pt x="7213765" y="2807677"/>
                </a:cubicBezTo>
                <a:close/>
                <a:moveTo>
                  <a:pt x="6339956" y="2678993"/>
                </a:moveTo>
                <a:lnTo>
                  <a:pt x="6433922" y="2803089"/>
                </a:lnTo>
                <a:lnTo>
                  <a:pt x="6427318" y="2796110"/>
                </a:lnTo>
                <a:cubicBezTo>
                  <a:pt x="6400463" y="2764146"/>
                  <a:pt x="6375094" y="2730540"/>
                  <a:pt x="6350775" y="2695941"/>
                </a:cubicBezTo>
                <a:close/>
                <a:moveTo>
                  <a:pt x="7277482" y="2617686"/>
                </a:moveTo>
                <a:lnTo>
                  <a:pt x="7275907" y="2638892"/>
                </a:lnTo>
                <a:lnTo>
                  <a:pt x="7268439" y="2665189"/>
                </a:lnTo>
                <a:close/>
                <a:moveTo>
                  <a:pt x="7281492" y="2515472"/>
                </a:moveTo>
                <a:lnTo>
                  <a:pt x="7280488" y="2528816"/>
                </a:lnTo>
                <a:lnTo>
                  <a:pt x="7270699" y="2570625"/>
                </a:lnTo>
                <a:lnTo>
                  <a:pt x="7261525" y="2617502"/>
                </a:lnTo>
                <a:lnTo>
                  <a:pt x="7257052" y="2628907"/>
                </a:lnTo>
                <a:lnTo>
                  <a:pt x="7231908" y="2736305"/>
                </a:lnTo>
                <a:cubicBezTo>
                  <a:pt x="7206243" y="2802298"/>
                  <a:pt x="7169404" y="2862817"/>
                  <a:pt x="7116297" y="2910944"/>
                </a:cubicBezTo>
                <a:cubicBezTo>
                  <a:pt x="7085099" y="2939305"/>
                  <a:pt x="7049011" y="2961755"/>
                  <a:pt x="7009794" y="2977220"/>
                </a:cubicBezTo>
                <a:cubicBezTo>
                  <a:pt x="6858213" y="3037495"/>
                  <a:pt x="6656572" y="2989480"/>
                  <a:pt x="6507800" y="2857565"/>
                </a:cubicBezTo>
                <a:cubicBezTo>
                  <a:pt x="6485771" y="2838090"/>
                  <a:pt x="6464842" y="2817415"/>
                  <a:pt x="6445098" y="2795630"/>
                </a:cubicBezTo>
                <a:lnTo>
                  <a:pt x="6439135" y="2787741"/>
                </a:lnTo>
                <a:lnTo>
                  <a:pt x="6492731" y="2839048"/>
                </a:lnTo>
                <a:cubicBezTo>
                  <a:pt x="6647123" y="2970069"/>
                  <a:pt x="6856935" y="3010295"/>
                  <a:pt x="7014774" y="2939293"/>
                </a:cubicBezTo>
                <a:cubicBezTo>
                  <a:pt x="7054961" y="2921147"/>
                  <a:pt x="7091753" y="2896270"/>
                  <a:pt x="7123575" y="2865737"/>
                </a:cubicBezTo>
                <a:cubicBezTo>
                  <a:pt x="7158470" y="2832024"/>
                  <a:pt x="7186461" y="2793435"/>
                  <a:pt x="7208975" y="2751538"/>
                </a:cubicBezTo>
                <a:lnTo>
                  <a:pt x="7257052" y="2628907"/>
                </a:lnTo>
                <a:lnTo>
                  <a:pt x="7270699" y="2570625"/>
                </a:lnTo>
                <a:close/>
                <a:moveTo>
                  <a:pt x="7277962" y="2457910"/>
                </a:moveTo>
                <a:lnTo>
                  <a:pt x="7276860" y="2470713"/>
                </a:lnTo>
                <a:lnTo>
                  <a:pt x="7267593" y="2509671"/>
                </a:lnTo>
                <a:lnTo>
                  <a:pt x="7258204" y="2556541"/>
                </a:lnTo>
                <a:lnTo>
                  <a:pt x="7253573" y="2568616"/>
                </a:lnTo>
                <a:lnTo>
                  <a:pt x="7226911" y="2680709"/>
                </a:lnTo>
                <a:cubicBezTo>
                  <a:pt x="7201345" y="2746757"/>
                  <a:pt x="7165286" y="2807091"/>
                  <a:pt x="7113997" y="2856416"/>
                </a:cubicBezTo>
                <a:cubicBezTo>
                  <a:pt x="7083324" y="2885888"/>
                  <a:pt x="7047823" y="2909858"/>
                  <a:pt x="7009028" y="2927289"/>
                </a:cubicBezTo>
                <a:cubicBezTo>
                  <a:pt x="6855786" y="2996376"/>
                  <a:pt x="6651719" y="2956788"/>
                  <a:pt x="6501160" y="2829087"/>
                </a:cubicBezTo>
                <a:cubicBezTo>
                  <a:pt x="6478391" y="2809855"/>
                  <a:pt x="6456859" y="2789205"/>
                  <a:pt x="6436670" y="2767279"/>
                </a:cubicBezTo>
                <a:lnTo>
                  <a:pt x="6426189" y="2753179"/>
                </a:lnTo>
                <a:lnTo>
                  <a:pt x="6487750" y="2810442"/>
                </a:lnTo>
                <a:cubicBezTo>
                  <a:pt x="6582312" y="2888187"/>
                  <a:pt x="6700551" y="2931389"/>
                  <a:pt x="6822966" y="2932908"/>
                </a:cubicBezTo>
                <a:cubicBezTo>
                  <a:pt x="6889613" y="2933444"/>
                  <a:pt x="6955444" y="2918311"/>
                  <a:pt x="7015156" y="2888724"/>
                </a:cubicBezTo>
                <a:cubicBezTo>
                  <a:pt x="7054820" y="2868687"/>
                  <a:pt x="7090960" y="2842329"/>
                  <a:pt x="7122170" y="2810698"/>
                </a:cubicBezTo>
                <a:cubicBezTo>
                  <a:pt x="7156075" y="2775931"/>
                  <a:pt x="7183475" y="2736320"/>
                  <a:pt x="7205702" y="2693436"/>
                </a:cubicBezTo>
                <a:lnTo>
                  <a:pt x="7253573" y="2568616"/>
                </a:lnTo>
                <a:lnTo>
                  <a:pt x="7267593" y="2509671"/>
                </a:lnTo>
                <a:close/>
                <a:moveTo>
                  <a:pt x="7275225" y="2399563"/>
                </a:moveTo>
                <a:lnTo>
                  <a:pt x="7274429" y="2407709"/>
                </a:lnTo>
                <a:lnTo>
                  <a:pt x="7268330" y="2433201"/>
                </a:lnTo>
                <a:lnTo>
                  <a:pt x="7254438" y="2500974"/>
                </a:lnTo>
                <a:lnTo>
                  <a:pt x="7248157" y="2517513"/>
                </a:lnTo>
                <a:lnTo>
                  <a:pt x="7223196" y="2621835"/>
                </a:lnTo>
                <a:cubicBezTo>
                  <a:pt x="7197696" y="2689295"/>
                  <a:pt x="7162300" y="2751077"/>
                  <a:pt x="7112592" y="2801887"/>
                </a:cubicBezTo>
                <a:cubicBezTo>
                  <a:pt x="7082417" y="2832457"/>
                  <a:pt x="7047477" y="2857947"/>
                  <a:pt x="7009155" y="2877357"/>
                </a:cubicBezTo>
                <a:cubicBezTo>
                  <a:pt x="6854508" y="2955639"/>
                  <a:pt x="6648143" y="2924735"/>
                  <a:pt x="6495540" y="2800736"/>
                </a:cubicBezTo>
                <a:cubicBezTo>
                  <a:pt x="6472042" y="2781697"/>
                  <a:pt x="6449849" y="2761099"/>
                  <a:pt x="6429135" y="2739056"/>
                </a:cubicBezTo>
                <a:lnTo>
                  <a:pt x="6397026" y="2699770"/>
                </a:lnTo>
                <a:lnTo>
                  <a:pt x="6412662" y="2718753"/>
                </a:lnTo>
                <a:cubicBezTo>
                  <a:pt x="6434243" y="2741547"/>
                  <a:pt x="6457562" y="2762631"/>
                  <a:pt x="6482386" y="2781837"/>
                </a:cubicBezTo>
                <a:cubicBezTo>
                  <a:pt x="6573808" y="2852621"/>
                  <a:pt x="6686019" y="2891264"/>
                  <a:pt x="6801639" y="2891788"/>
                </a:cubicBezTo>
                <a:lnTo>
                  <a:pt x="6802150" y="2891916"/>
                </a:lnTo>
                <a:cubicBezTo>
                  <a:pt x="6923109" y="2894023"/>
                  <a:pt x="7039240" y="2844462"/>
                  <a:pt x="7121403" y="2755658"/>
                </a:cubicBezTo>
                <a:cubicBezTo>
                  <a:pt x="7154063" y="2720445"/>
                  <a:pt x="7180641" y="2680842"/>
                  <a:pt x="7202395" y="2638008"/>
                </a:cubicBezTo>
                <a:lnTo>
                  <a:pt x="7248157" y="2517513"/>
                </a:lnTo>
                <a:lnTo>
                  <a:pt x="7268330" y="2433201"/>
                </a:lnTo>
                <a:close/>
                <a:moveTo>
                  <a:pt x="7247646" y="2381192"/>
                </a:moveTo>
                <a:lnTo>
                  <a:pt x="7240374" y="2427323"/>
                </a:lnTo>
                <a:cubicBezTo>
                  <a:pt x="7214371" y="2525030"/>
                  <a:pt x="7174401" y="2616912"/>
                  <a:pt x="7109529" y="2690787"/>
                </a:cubicBezTo>
                <a:cubicBezTo>
                  <a:pt x="7080515" y="2723849"/>
                  <a:pt x="7046725" y="2752378"/>
                  <a:pt x="7009284" y="2775452"/>
                </a:cubicBezTo>
                <a:cubicBezTo>
                  <a:pt x="6855275" y="2870973"/>
                  <a:pt x="6639332" y="2856670"/>
                  <a:pt x="6484047" y="2741739"/>
                </a:cubicBezTo>
                <a:cubicBezTo>
                  <a:pt x="6459043" y="2723172"/>
                  <a:pt x="6435597" y="2702573"/>
                  <a:pt x="6413939" y="2680188"/>
                </a:cubicBezTo>
                <a:lnTo>
                  <a:pt x="6401486" y="2665089"/>
                </a:lnTo>
                <a:lnTo>
                  <a:pt x="6471021" y="2724500"/>
                </a:lnTo>
                <a:cubicBezTo>
                  <a:pt x="6554601" y="2783537"/>
                  <a:pt x="6654490" y="2815079"/>
                  <a:pt x="6756817" y="2814786"/>
                </a:cubicBezTo>
                <a:cubicBezTo>
                  <a:pt x="6849617" y="2815500"/>
                  <a:pt x="6940490" y="2788363"/>
                  <a:pt x="7017710" y="2736887"/>
                </a:cubicBezTo>
                <a:cubicBezTo>
                  <a:pt x="7055637" y="2711169"/>
                  <a:pt x="7089760" y="2680264"/>
                  <a:pt x="7119105" y="2645070"/>
                </a:cubicBezTo>
                <a:cubicBezTo>
                  <a:pt x="7150967" y="2606727"/>
                  <a:pt x="7176875" y="2564394"/>
                  <a:pt x="7198158" y="2519193"/>
                </a:cubicBezTo>
                <a:close/>
                <a:moveTo>
                  <a:pt x="7286737" y="2219445"/>
                </a:moveTo>
                <a:lnTo>
                  <a:pt x="7272792" y="2348497"/>
                </a:lnTo>
                <a:lnTo>
                  <a:pt x="7254087" y="2425640"/>
                </a:lnTo>
                <a:lnTo>
                  <a:pt x="7253162" y="2431489"/>
                </a:lnTo>
                <a:lnTo>
                  <a:pt x="7251680" y="2435567"/>
                </a:lnTo>
                <a:lnTo>
                  <a:pt x="7220181" y="2565480"/>
                </a:lnTo>
                <a:cubicBezTo>
                  <a:pt x="7194805" y="2633113"/>
                  <a:pt x="7160225" y="2694745"/>
                  <a:pt x="7112336" y="2746464"/>
                </a:cubicBezTo>
                <a:cubicBezTo>
                  <a:pt x="7082672" y="2778313"/>
                  <a:pt x="7048193" y="2805334"/>
                  <a:pt x="7010175" y="2826533"/>
                </a:cubicBezTo>
                <a:cubicBezTo>
                  <a:pt x="6856806" y="2912732"/>
                  <a:pt x="6643290" y="2890000"/>
                  <a:pt x="6490688" y="2771238"/>
                </a:cubicBezTo>
                <a:cubicBezTo>
                  <a:pt x="6466462" y="2752453"/>
                  <a:pt x="6443668" y="2731868"/>
                  <a:pt x="6422494" y="2709686"/>
                </a:cubicBezTo>
                <a:lnTo>
                  <a:pt x="6410840" y="2695505"/>
                </a:lnTo>
                <a:lnTo>
                  <a:pt x="6476512" y="2753233"/>
                </a:lnTo>
                <a:cubicBezTo>
                  <a:pt x="6564179" y="2817786"/>
                  <a:pt x="6670172" y="2852635"/>
                  <a:pt x="6779038" y="2852713"/>
                </a:cubicBezTo>
                <a:cubicBezTo>
                  <a:pt x="6862835" y="2853108"/>
                  <a:pt x="6945075" y="2830159"/>
                  <a:pt x="7016561" y="2786435"/>
                </a:cubicBezTo>
                <a:cubicBezTo>
                  <a:pt x="7055076" y="2762619"/>
                  <a:pt x="7089850" y="2733222"/>
                  <a:pt x="7119745" y="2699215"/>
                </a:cubicBezTo>
                <a:cubicBezTo>
                  <a:pt x="7152852" y="2661480"/>
                  <a:pt x="7179590" y="2619289"/>
                  <a:pt x="7201358" y="2574163"/>
                </a:cubicBezTo>
                <a:lnTo>
                  <a:pt x="7251680" y="2435567"/>
                </a:lnTo>
                <a:lnTo>
                  <a:pt x="7254087" y="2425640"/>
                </a:lnTo>
                <a:close/>
                <a:moveTo>
                  <a:pt x="7272680" y="2179430"/>
                </a:moveTo>
                <a:lnTo>
                  <a:pt x="7267541" y="2220240"/>
                </a:lnTo>
                <a:cubicBezTo>
                  <a:pt x="7243471" y="2375237"/>
                  <a:pt x="7202144" y="2524360"/>
                  <a:pt x="7108379" y="2637280"/>
                </a:cubicBezTo>
                <a:cubicBezTo>
                  <a:pt x="7079863" y="2671543"/>
                  <a:pt x="7046673" y="2701628"/>
                  <a:pt x="7009793" y="2726671"/>
                </a:cubicBezTo>
                <a:cubicBezTo>
                  <a:pt x="6855019" y="2831259"/>
                  <a:pt x="6636522" y="2826151"/>
                  <a:pt x="6478556" y="2713901"/>
                </a:cubicBezTo>
                <a:cubicBezTo>
                  <a:pt x="6452812" y="2695563"/>
                  <a:pt x="6428753" y="2674964"/>
                  <a:pt x="6406659" y="2652349"/>
                </a:cubicBezTo>
                <a:lnTo>
                  <a:pt x="6392370" y="2634969"/>
                </a:lnTo>
                <a:lnTo>
                  <a:pt x="6465531" y="2695895"/>
                </a:lnTo>
                <a:cubicBezTo>
                  <a:pt x="6545254" y="2749696"/>
                  <a:pt x="6639318" y="2778262"/>
                  <a:pt x="6735491" y="2777879"/>
                </a:cubicBezTo>
                <a:cubicBezTo>
                  <a:pt x="6836593" y="2777853"/>
                  <a:pt x="6935049" y="2745596"/>
                  <a:pt x="7016561" y="2685807"/>
                </a:cubicBezTo>
                <a:cubicBezTo>
                  <a:pt x="7053940" y="2658287"/>
                  <a:pt x="7087449" y="2625851"/>
                  <a:pt x="7116169" y="2589392"/>
                </a:cubicBezTo>
                <a:cubicBezTo>
                  <a:pt x="7177339" y="2511622"/>
                  <a:pt x="7216350" y="2419614"/>
                  <a:pt x="7243344" y="2319256"/>
                </a:cubicBezTo>
                <a:close/>
                <a:moveTo>
                  <a:pt x="7264179" y="2152149"/>
                </a:moveTo>
                <a:lnTo>
                  <a:pt x="7263009" y="2160705"/>
                </a:lnTo>
                <a:lnTo>
                  <a:pt x="7256977" y="2185807"/>
                </a:lnTo>
                <a:lnTo>
                  <a:pt x="7240008" y="2265111"/>
                </a:lnTo>
                <a:lnTo>
                  <a:pt x="7233293" y="2284371"/>
                </a:lnTo>
                <a:lnTo>
                  <a:pt x="7208435" y="2387817"/>
                </a:lnTo>
                <a:cubicBezTo>
                  <a:pt x="7183634" y="2458808"/>
                  <a:pt x="7150808" y="2524265"/>
                  <a:pt x="7105697" y="2581730"/>
                </a:cubicBezTo>
                <a:cubicBezTo>
                  <a:pt x="7077693" y="2617218"/>
                  <a:pt x="7045052" y="2648786"/>
                  <a:pt x="7008644" y="2675590"/>
                </a:cubicBezTo>
                <a:cubicBezTo>
                  <a:pt x="6849349" y="2790445"/>
                  <a:pt x="6635437" y="2794123"/>
                  <a:pt x="6472299" y="2684785"/>
                </a:cubicBezTo>
                <a:cubicBezTo>
                  <a:pt x="6445776" y="2666741"/>
                  <a:pt x="6421052" y="2646168"/>
                  <a:pt x="6398488" y="2623361"/>
                </a:cubicBezTo>
                <a:lnTo>
                  <a:pt x="6384436" y="2606274"/>
                </a:lnTo>
                <a:lnTo>
                  <a:pt x="6459656" y="2667289"/>
                </a:lnTo>
                <a:cubicBezTo>
                  <a:pt x="6535716" y="2716467"/>
                  <a:pt x="6624481" y="2742391"/>
                  <a:pt x="6715058" y="2741866"/>
                </a:cubicBezTo>
                <a:cubicBezTo>
                  <a:pt x="6825099" y="2742199"/>
                  <a:pt x="6931999" y="2705243"/>
                  <a:pt x="7018349" y="2637024"/>
                </a:cubicBezTo>
                <a:cubicBezTo>
                  <a:pt x="7055038" y="2607653"/>
                  <a:pt x="7087858" y="2573761"/>
                  <a:pt x="7116042" y="2536141"/>
                </a:cubicBezTo>
                <a:cubicBezTo>
                  <a:pt x="7145382" y="2496841"/>
                  <a:pt x="7169565" y="2454363"/>
                  <a:pt x="7189818" y="2409072"/>
                </a:cubicBezTo>
                <a:lnTo>
                  <a:pt x="7233293" y="2284371"/>
                </a:lnTo>
                <a:lnTo>
                  <a:pt x="7256977" y="2185807"/>
                </a:lnTo>
                <a:close/>
                <a:moveTo>
                  <a:pt x="4036141" y="2093597"/>
                </a:moveTo>
                <a:lnTo>
                  <a:pt x="4060276" y="2115642"/>
                </a:lnTo>
                <a:lnTo>
                  <a:pt x="4045685" y="2104845"/>
                </a:lnTo>
                <a:close/>
                <a:moveTo>
                  <a:pt x="7264415" y="2079097"/>
                </a:moveTo>
                <a:lnTo>
                  <a:pt x="7261050" y="2102112"/>
                </a:lnTo>
                <a:lnTo>
                  <a:pt x="7251078" y="2143181"/>
                </a:lnTo>
                <a:lnTo>
                  <a:pt x="7242211" y="2185791"/>
                </a:lnTo>
                <a:lnTo>
                  <a:pt x="7236552" y="2203004"/>
                </a:lnTo>
                <a:lnTo>
                  <a:pt x="7205116" y="2332471"/>
                </a:lnTo>
                <a:cubicBezTo>
                  <a:pt x="7180527" y="2403674"/>
                  <a:pt x="7148669" y="2468874"/>
                  <a:pt x="7105570" y="2526817"/>
                </a:cubicBezTo>
                <a:cubicBezTo>
                  <a:pt x="7078089" y="2563595"/>
                  <a:pt x="7046036" y="2596735"/>
                  <a:pt x="7010177" y="2625403"/>
                </a:cubicBezTo>
                <a:cubicBezTo>
                  <a:pt x="6856680" y="2748508"/>
                  <a:pt x="6628350" y="2761278"/>
                  <a:pt x="6467190" y="2656051"/>
                </a:cubicBezTo>
                <a:cubicBezTo>
                  <a:pt x="6440041" y="2638212"/>
                  <a:pt x="6414757" y="2617678"/>
                  <a:pt x="6391720" y="2594755"/>
                </a:cubicBezTo>
                <a:lnTo>
                  <a:pt x="6377856" y="2577868"/>
                </a:lnTo>
                <a:lnTo>
                  <a:pt x="6454676" y="2638684"/>
                </a:lnTo>
                <a:cubicBezTo>
                  <a:pt x="6526763" y="2682881"/>
                  <a:pt x="6609820" y="2705944"/>
                  <a:pt x="6694371" y="2705216"/>
                </a:cubicBezTo>
                <a:cubicBezTo>
                  <a:pt x="6814027" y="2704987"/>
                  <a:pt x="6929636" y="2661797"/>
                  <a:pt x="7020138" y="2583517"/>
                </a:cubicBezTo>
                <a:cubicBezTo>
                  <a:pt x="7056290" y="2552371"/>
                  <a:pt x="7088547" y="2516946"/>
                  <a:pt x="7116169" y="2478035"/>
                </a:cubicBezTo>
                <a:cubicBezTo>
                  <a:pt x="7146371" y="2435351"/>
                  <a:pt x="7171104" y="2388708"/>
                  <a:pt x="7191676" y="2339527"/>
                </a:cubicBezTo>
                <a:lnTo>
                  <a:pt x="7236552" y="2203004"/>
                </a:lnTo>
                <a:lnTo>
                  <a:pt x="7251078" y="2143181"/>
                </a:lnTo>
                <a:close/>
                <a:moveTo>
                  <a:pt x="4033273" y="2076022"/>
                </a:moveTo>
                <a:lnTo>
                  <a:pt x="4041286" y="2083019"/>
                </a:lnTo>
                <a:lnTo>
                  <a:pt x="4035309" y="2078522"/>
                </a:lnTo>
                <a:close/>
                <a:moveTo>
                  <a:pt x="3978487" y="2045172"/>
                </a:moveTo>
                <a:lnTo>
                  <a:pt x="4035480" y="2112218"/>
                </a:lnTo>
                <a:lnTo>
                  <a:pt x="4015568" y="2093149"/>
                </a:lnTo>
                <a:close/>
                <a:moveTo>
                  <a:pt x="3381665" y="1958660"/>
                </a:moveTo>
                <a:lnTo>
                  <a:pt x="3386395" y="1965570"/>
                </a:lnTo>
                <a:lnTo>
                  <a:pt x="3393124" y="1981757"/>
                </a:lnTo>
                <a:lnTo>
                  <a:pt x="3391865" y="1979450"/>
                </a:lnTo>
                <a:close/>
                <a:moveTo>
                  <a:pt x="3902656" y="1931181"/>
                </a:moveTo>
                <a:lnTo>
                  <a:pt x="3906070" y="1934576"/>
                </a:lnTo>
                <a:lnTo>
                  <a:pt x="3909971" y="1942073"/>
                </a:lnTo>
                <a:lnTo>
                  <a:pt x="3959142" y="2020143"/>
                </a:lnTo>
                <a:lnTo>
                  <a:pt x="3956837" y="2017161"/>
                </a:lnTo>
                <a:close/>
                <a:moveTo>
                  <a:pt x="5545187" y="1889843"/>
                </a:moveTo>
                <a:cubicBezTo>
                  <a:pt x="5746317" y="1893802"/>
                  <a:pt x="5904539" y="2034530"/>
                  <a:pt x="6001719" y="2151759"/>
                </a:cubicBezTo>
                <a:cubicBezTo>
                  <a:pt x="6033109" y="2190057"/>
                  <a:pt x="6062314" y="2230092"/>
                  <a:pt x="6089196" y="2271671"/>
                </a:cubicBezTo>
                <a:cubicBezTo>
                  <a:pt x="6127888" y="2331179"/>
                  <a:pt x="6164412" y="2394519"/>
                  <a:pt x="6199657" y="2455815"/>
                </a:cubicBezTo>
                <a:lnTo>
                  <a:pt x="6232821" y="2511158"/>
                </a:lnTo>
                <a:lnTo>
                  <a:pt x="6213958" y="2481610"/>
                </a:lnTo>
                <a:cubicBezTo>
                  <a:pt x="6178585" y="2423379"/>
                  <a:pt x="6142190" y="2363232"/>
                  <a:pt x="6103879" y="2306149"/>
                </a:cubicBezTo>
                <a:cubicBezTo>
                  <a:pt x="5934037" y="2052152"/>
                  <a:pt x="5751552" y="1917427"/>
                  <a:pt x="5561533" y="1905678"/>
                </a:cubicBezTo>
                <a:cubicBezTo>
                  <a:pt x="5208054" y="1883841"/>
                  <a:pt x="4955716" y="2286483"/>
                  <a:pt x="4788683" y="2552868"/>
                </a:cubicBezTo>
                <a:cubicBezTo>
                  <a:pt x="4635441" y="2798182"/>
                  <a:pt x="4326149" y="3191630"/>
                  <a:pt x="3984165" y="3069803"/>
                </a:cubicBezTo>
                <a:cubicBezTo>
                  <a:pt x="3780993" y="2997525"/>
                  <a:pt x="3666444" y="2767279"/>
                  <a:pt x="3606169" y="2586965"/>
                </a:cubicBezTo>
                <a:lnTo>
                  <a:pt x="3580283" y="2498601"/>
                </a:lnTo>
                <a:lnTo>
                  <a:pt x="3631087" y="2609734"/>
                </a:lnTo>
                <a:cubicBezTo>
                  <a:pt x="3696616" y="2737039"/>
                  <a:pt x="3770459" y="2834515"/>
                  <a:pt x="3851485" y="2900600"/>
                </a:cubicBezTo>
                <a:cubicBezTo>
                  <a:pt x="3884739" y="2928030"/>
                  <a:pt x="3921707" y="2950608"/>
                  <a:pt x="3961308" y="2967644"/>
                </a:cubicBezTo>
                <a:cubicBezTo>
                  <a:pt x="4084667" y="3019745"/>
                  <a:pt x="4210453" y="3009912"/>
                  <a:pt x="4345816" y="2937761"/>
                </a:cubicBezTo>
                <a:cubicBezTo>
                  <a:pt x="4464834" y="2874165"/>
                  <a:pt x="4587556" y="2763704"/>
                  <a:pt x="4710404" y="2609186"/>
                </a:cubicBezTo>
                <a:cubicBezTo>
                  <a:pt x="4730326" y="2584028"/>
                  <a:pt x="4749352" y="2558999"/>
                  <a:pt x="4766976" y="2534736"/>
                </a:cubicBezTo>
                <a:lnTo>
                  <a:pt x="4795070" y="2495658"/>
                </a:lnTo>
                <a:cubicBezTo>
                  <a:pt x="4869264" y="2392221"/>
                  <a:pt x="4953420" y="2275119"/>
                  <a:pt x="5042171" y="2174107"/>
                </a:cubicBezTo>
                <a:cubicBezTo>
                  <a:pt x="5214825" y="1976809"/>
                  <a:pt x="5374834" y="1886396"/>
                  <a:pt x="5545187" y="1889843"/>
                </a:cubicBezTo>
                <a:close/>
                <a:moveTo>
                  <a:pt x="7282735" y="1888637"/>
                </a:moveTo>
                <a:lnTo>
                  <a:pt x="7262407" y="2022759"/>
                </a:lnTo>
                <a:lnTo>
                  <a:pt x="7237435" y="2129447"/>
                </a:lnTo>
                <a:lnTo>
                  <a:pt x="7236096" y="2136562"/>
                </a:lnTo>
                <a:lnTo>
                  <a:pt x="7234942" y="2140100"/>
                </a:lnTo>
                <a:lnTo>
                  <a:pt x="7207020" y="2259383"/>
                </a:lnTo>
                <a:cubicBezTo>
                  <a:pt x="7182236" y="2335664"/>
                  <a:pt x="7149691" y="2407735"/>
                  <a:pt x="7105059" y="2470756"/>
                </a:cubicBezTo>
                <a:cubicBezTo>
                  <a:pt x="7078049" y="2508773"/>
                  <a:pt x="7046534" y="2543380"/>
                  <a:pt x="7011198" y="2573811"/>
                </a:cubicBezTo>
                <a:cubicBezTo>
                  <a:pt x="6857064" y="2707004"/>
                  <a:pt x="6626307" y="2728842"/>
                  <a:pt x="6462082" y="2625914"/>
                </a:cubicBezTo>
                <a:cubicBezTo>
                  <a:pt x="6434103" y="2608444"/>
                  <a:pt x="6408154" y="2587936"/>
                  <a:pt x="6384696" y="2564744"/>
                </a:cubicBezTo>
                <a:lnTo>
                  <a:pt x="6374921" y="2552879"/>
                </a:lnTo>
                <a:lnTo>
                  <a:pt x="6434039" y="2600493"/>
                </a:lnTo>
                <a:cubicBezTo>
                  <a:pt x="6505264" y="2647030"/>
                  <a:pt x="6589257" y="2671838"/>
                  <a:pt x="6675599" y="2670737"/>
                </a:cubicBezTo>
                <a:cubicBezTo>
                  <a:pt x="6803288" y="2670559"/>
                  <a:pt x="6926252" y="2622428"/>
                  <a:pt x="7020138" y="2535885"/>
                </a:cubicBezTo>
                <a:cubicBezTo>
                  <a:pt x="7055613" y="2502874"/>
                  <a:pt x="7087218" y="2465943"/>
                  <a:pt x="7114381" y="2425805"/>
                </a:cubicBezTo>
                <a:cubicBezTo>
                  <a:pt x="7143018" y="2383025"/>
                  <a:pt x="7166659" y="2336893"/>
                  <a:pt x="7186534" y="2288367"/>
                </a:cubicBezTo>
                <a:lnTo>
                  <a:pt x="7234942" y="2140100"/>
                </a:lnTo>
                <a:lnTo>
                  <a:pt x="7237435" y="2129447"/>
                </a:lnTo>
                <a:close/>
                <a:moveTo>
                  <a:pt x="7272763" y="1872023"/>
                </a:moveTo>
                <a:lnTo>
                  <a:pt x="7223741" y="2132986"/>
                </a:lnTo>
                <a:cubicBezTo>
                  <a:pt x="7196877" y="2236744"/>
                  <a:pt x="7160034" y="2334563"/>
                  <a:pt x="7103527" y="2418654"/>
                </a:cubicBezTo>
                <a:cubicBezTo>
                  <a:pt x="7077016" y="2457987"/>
                  <a:pt x="7046074" y="2494151"/>
                  <a:pt x="7011326" y="2526434"/>
                </a:cubicBezTo>
                <a:cubicBezTo>
                  <a:pt x="6857318" y="2669716"/>
                  <a:pt x="6624135" y="2700620"/>
                  <a:pt x="6456591" y="2599991"/>
                </a:cubicBezTo>
                <a:cubicBezTo>
                  <a:pt x="6427909" y="2582751"/>
                  <a:pt x="6401335" y="2562217"/>
                  <a:pt x="6377416" y="2538822"/>
                </a:cubicBezTo>
                <a:lnTo>
                  <a:pt x="6361393" y="2519332"/>
                </a:lnTo>
                <a:lnTo>
                  <a:pt x="6424574" y="2569698"/>
                </a:lnTo>
                <a:cubicBezTo>
                  <a:pt x="6493524" y="2614305"/>
                  <a:pt x="6574651" y="2637985"/>
                  <a:pt x="6657977" y="2636769"/>
                </a:cubicBezTo>
                <a:cubicBezTo>
                  <a:pt x="6794221" y="2635671"/>
                  <a:pt x="6924578" y="2581041"/>
                  <a:pt x="7020903" y="2484677"/>
                </a:cubicBezTo>
                <a:cubicBezTo>
                  <a:pt x="7055855" y="2449878"/>
                  <a:pt x="7086862" y="2411338"/>
                  <a:pt x="7113359" y="2369745"/>
                </a:cubicBezTo>
                <a:cubicBezTo>
                  <a:pt x="7167696" y="2284952"/>
                  <a:pt x="7203868" y="2187804"/>
                  <a:pt x="7230814" y="2085403"/>
                </a:cubicBezTo>
                <a:close/>
                <a:moveTo>
                  <a:pt x="5528330" y="1860983"/>
                </a:moveTo>
                <a:cubicBezTo>
                  <a:pt x="5693577" y="1857280"/>
                  <a:pt x="5859332" y="1945139"/>
                  <a:pt x="5995973" y="2108084"/>
                </a:cubicBezTo>
                <a:cubicBezTo>
                  <a:pt x="6028154" y="2146778"/>
                  <a:pt x="6057677" y="2187617"/>
                  <a:pt x="6084343" y="2230296"/>
                </a:cubicBezTo>
                <a:lnTo>
                  <a:pt x="6187524" y="2409429"/>
                </a:lnTo>
                <a:lnTo>
                  <a:pt x="6100561" y="2264392"/>
                </a:lnTo>
                <a:cubicBezTo>
                  <a:pt x="6073322" y="2222391"/>
                  <a:pt x="6043785" y="2181935"/>
                  <a:pt x="6012063" y="2143203"/>
                </a:cubicBezTo>
                <a:cubicBezTo>
                  <a:pt x="5913095" y="2023674"/>
                  <a:pt x="5751808" y="1880521"/>
                  <a:pt x="5545443" y="1876435"/>
                </a:cubicBezTo>
                <a:cubicBezTo>
                  <a:pt x="5370748" y="1873115"/>
                  <a:pt x="5207545" y="1964677"/>
                  <a:pt x="5031956" y="2165296"/>
                </a:cubicBezTo>
                <a:cubicBezTo>
                  <a:pt x="4942565" y="2266690"/>
                  <a:pt x="4858027" y="2384175"/>
                  <a:pt x="4783449" y="2487614"/>
                </a:cubicBezTo>
                <a:lnTo>
                  <a:pt x="4755482" y="2526563"/>
                </a:lnTo>
                <a:cubicBezTo>
                  <a:pt x="4737476" y="2550698"/>
                  <a:pt x="4719087" y="2575089"/>
                  <a:pt x="4699166" y="2600629"/>
                </a:cubicBezTo>
                <a:cubicBezTo>
                  <a:pt x="4577467" y="2753615"/>
                  <a:pt x="4456279" y="2862927"/>
                  <a:pt x="4338794" y="2925629"/>
                </a:cubicBezTo>
                <a:cubicBezTo>
                  <a:pt x="4207260" y="2995737"/>
                  <a:pt x="4085305" y="3005442"/>
                  <a:pt x="3965904" y="2955001"/>
                </a:cubicBezTo>
                <a:cubicBezTo>
                  <a:pt x="3927454" y="2938450"/>
                  <a:pt x="3891557" y="2916524"/>
                  <a:pt x="3859275" y="2889873"/>
                </a:cubicBezTo>
                <a:cubicBezTo>
                  <a:pt x="3753027" y="2803292"/>
                  <a:pt x="3659166" y="2661032"/>
                  <a:pt x="3580119" y="2467182"/>
                </a:cubicBezTo>
                <a:lnTo>
                  <a:pt x="3533018" y="2337235"/>
                </a:lnTo>
                <a:lnTo>
                  <a:pt x="3529547" y="2325376"/>
                </a:lnTo>
                <a:lnTo>
                  <a:pt x="3542192" y="2353783"/>
                </a:lnTo>
                <a:cubicBezTo>
                  <a:pt x="3639372" y="2551847"/>
                  <a:pt x="3735404" y="2690786"/>
                  <a:pt x="3835905" y="2780177"/>
                </a:cubicBezTo>
                <a:cubicBezTo>
                  <a:pt x="3867894" y="2808909"/>
                  <a:pt x="3903535" y="2833301"/>
                  <a:pt x="3941898" y="2852711"/>
                </a:cubicBezTo>
                <a:cubicBezTo>
                  <a:pt x="4058233" y="2910561"/>
                  <a:pt x="4178272" y="2911326"/>
                  <a:pt x="4309165" y="2855138"/>
                </a:cubicBezTo>
                <a:cubicBezTo>
                  <a:pt x="4425502" y="2805079"/>
                  <a:pt x="4547585" y="2711602"/>
                  <a:pt x="4672221" y="2577387"/>
                </a:cubicBezTo>
                <a:cubicBezTo>
                  <a:pt x="4694185" y="2553252"/>
                  <a:pt x="4714363" y="2530904"/>
                  <a:pt x="4732496" y="2509195"/>
                </a:cubicBezTo>
                <a:cubicBezTo>
                  <a:pt x="4762250" y="2473183"/>
                  <a:pt x="4793537" y="2434872"/>
                  <a:pt x="4826100" y="2394264"/>
                </a:cubicBezTo>
                <a:cubicBezTo>
                  <a:pt x="4889313" y="2315344"/>
                  <a:pt x="4954696" y="2233744"/>
                  <a:pt x="5022889" y="2157889"/>
                </a:cubicBezTo>
                <a:cubicBezTo>
                  <a:pt x="5202564" y="1956377"/>
                  <a:pt x="5358488" y="1864814"/>
                  <a:pt x="5528330" y="1860983"/>
                </a:cubicBezTo>
                <a:close/>
                <a:moveTo>
                  <a:pt x="5512495" y="1831357"/>
                </a:moveTo>
                <a:cubicBezTo>
                  <a:pt x="5682465" y="1820884"/>
                  <a:pt x="5857033" y="1905167"/>
                  <a:pt x="5991247" y="2063517"/>
                </a:cubicBezTo>
                <a:cubicBezTo>
                  <a:pt x="6024219" y="2102645"/>
                  <a:pt x="6054114" y="2144275"/>
                  <a:pt x="6080638" y="2188026"/>
                </a:cubicBezTo>
                <a:lnTo>
                  <a:pt x="6184824" y="2377454"/>
                </a:lnTo>
                <a:lnTo>
                  <a:pt x="6096091" y="2223016"/>
                </a:lnTo>
                <a:cubicBezTo>
                  <a:pt x="6069120" y="2179841"/>
                  <a:pt x="6039264" y="2138542"/>
                  <a:pt x="6006700" y="2099401"/>
                </a:cubicBezTo>
                <a:cubicBezTo>
                  <a:pt x="5867378" y="1933262"/>
                  <a:pt x="5697023" y="1843871"/>
                  <a:pt x="5528459" y="1847574"/>
                </a:cubicBezTo>
                <a:cubicBezTo>
                  <a:pt x="5302938" y="1852554"/>
                  <a:pt x="5126327" y="2022014"/>
                  <a:pt x="5013184" y="2148950"/>
                </a:cubicBezTo>
                <a:cubicBezTo>
                  <a:pt x="4944863" y="2225059"/>
                  <a:pt x="4879735" y="2306789"/>
                  <a:pt x="4815884" y="2385835"/>
                </a:cubicBezTo>
                <a:cubicBezTo>
                  <a:pt x="4783449" y="2425934"/>
                  <a:pt x="4752673" y="2464244"/>
                  <a:pt x="4722536" y="2500766"/>
                </a:cubicBezTo>
                <a:cubicBezTo>
                  <a:pt x="4704657" y="2522220"/>
                  <a:pt x="4685118" y="2544441"/>
                  <a:pt x="4662771" y="2568449"/>
                </a:cubicBezTo>
                <a:cubicBezTo>
                  <a:pt x="4539411" y="2701258"/>
                  <a:pt x="4419118" y="2793587"/>
                  <a:pt x="4304186" y="2842879"/>
                </a:cubicBezTo>
                <a:cubicBezTo>
                  <a:pt x="4177250" y="2897407"/>
                  <a:pt x="4060787" y="2896769"/>
                  <a:pt x="3948282" y="2840835"/>
                </a:cubicBezTo>
                <a:cubicBezTo>
                  <a:pt x="3910968" y="2821936"/>
                  <a:pt x="3876323" y="2798196"/>
                  <a:pt x="3845227" y="2770217"/>
                </a:cubicBezTo>
                <a:cubicBezTo>
                  <a:pt x="3746131" y="2682613"/>
                  <a:pt x="3650994" y="2544441"/>
                  <a:pt x="3554579" y="2347908"/>
                </a:cubicBezTo>
                <a:lnTo>
                  <a:pt x="3500689" y="2226795"/>
                </a:lnTo>
                <a:lnTo>
                  <a:pt x="3487195" y="2180695"/>
                </a:lnTo>
                <a:lnTo>
                  <a:pt x="3517161" y="2235402"/>
                </a:lnTo>
                <a:cubicBezTo>
                  <a:pt x="3607190" y="2389156"/>
                  <a:pt x="3705010" y="2548655"/>
                  <a:pt x="3821346" y="2660265"/>
                </a:cubicBezTo>
                <a:cubicBezTo>
                  <a:pt x="3852173" y="2690185"/>
                  <a:pt x="3886461" y="2716289"/>
                  <a:pt x="3923508" y="2738036"/>
                </a:cubicBezTo>
                <a:cubicBezTo>
                  <a:pt x="4034607" y="2802269"/>
                  <a:pt x="4145708" y="2813252"/>
                  <a:pt x="4273409" y="2772771"/>
                </a:cubicBezTo>
                <a:cubicBezTo>
                  <a:pt x="4388722" y="2736248"/>
                  <a:pt x="4510423" y="2660010"/>
                  <a:pt x="4635059" y="2545973"/>
                </a:cubicBezTo>
                <a:cubicBezTo>
                  <a:pt x="4659194" y="2524009"/>
                  <a:pt x="4680137" y="2503704"/>
                  <a:pt x="4698910" y="2484037"/>
                </a:cubicBezTo>
                <a:cubicBezTo>
                  <a:pt x="4753183" y="2427210"/>
                  <a:pt x="4809499" y="2362594"/>
                  <a:pt x="4869135" y="2294146"/>
                </a:cubicBezTo>
                <a:cubicBezTo>
                  <a:pt x="4913320" y="2243066"/>
                  <a:pt x="4958910" y="2190835"/>
                  <a:pt x="5004499" y="2140905"/>
                </a:cubicBezTo>
                <a:cubicBezTo>
                  <a:pt x="5129390" y="2003880"/>
                  <a:pt x="5300128" y="1844892"/>
                  <a:pt x="5512495" y="1831357"/>
                </a:cubicBezTo>
                <a:close/>
                <a:moveTo>
                  <a:pt x="3846720" y="1822981"/>
                </a:moveTo>
                <a:lnTo>
                  <a:pt x="3848490" y="1826655"/>
                </a:lnTo>
                <a:lnTo>
                  <a:pt x="3847973" y="1825930"/>
                </a:lnTo>
                <a:close/>
                <a:moveTo>
                  <a:pt x="5562802" y="1799831"/>
                </a:moveTo>
                <a:cubicBezTo>
                  <a:pt x="5717467" y="1804696"/>
                  <a:pt x="5868845" y="1882341"/>
                  <a:pt x="5986394" y="2019333"/>
                </a:cubicBezTo>
                <a:cubicBezTo>
                  <a:pt x="6019966" y="2058984"/>
                  <a:pt x="6050131" y="2101406"/>
                  <a:pt x="6076552" y="2146140"/>
                </a:cubicBezTo>
                <a:lnTo>
                  <a:pt x="6177457" y="2337861"/>
                </a:lnTo>
                <a:lnTo>
                  <a:pt x="6091365" y="2181258"/>
                </a:lnTo>
                <a:cubicBezTo>
                  <a:pt x="6064535" y="2136971"/>
                  <a:pt x="6034308" y="2094829"/>
                  <a:pt x="6000953" y="2055217"/>
                </a:cubicBezTo>
                <a:cubicBezTo>
                  <a:pt x="5863801" y="1893546"/>
                  <a:pt x="5685530" y="1807220"/>
                  <a:pt x="5511090" y="1818330"/>
                </a:cubicBezTo>
                <a:cubicBezTo>
                  <a:pt x="5293869" y="1832250"/>
                  <a:pt x="5120579" y="1993409"/>
                  <a:pt x="4994027" y="2132221"/>
                </a:cubicBezTo>
                <a:cubicBezTo>
                  <a:pt x="4948310" y="2182151"/>
                  <a:pt x="4902593" y="2234382"/>
                  <a:pt x="4858281" y="2285463"/>
                </a:cubicBezTo>
                <a:cubicBezTo>
                  <a:pt x="4798772" y="2353782"/>
                  <a:pt x="4742584" y="2418272"/>
                  <a:pt x="4688565" y="2474971"/>
                </a:cubicBezTo>
                <a:cubicBezTo>
                  <a:pt x="4669921" y="2494253"/>
                  <a:pt x="4649362" y="2514303"/>
                  <a:pt x="4625354" y="2536267"/>
                </a:cubicBezTo>
                <a:cubicBezTo>
                  <a:pt x="4502122" y="2648773"/>
                  <a:pt x="4382082" y="2724116"/>
                  <a:pt x="4268683" y="2760128"/>
                </a:cubicBezTo>
                <a:cubicBezTo>
                  <a:pt x="4144941" y="2799333"/>
                  <a:pt x="4037161" y="2788733"/>
                  <a:pt x="3929637" y="2726542"/>
                </a:cubicBezTo>
                <a:cubicBezTo>
                  <a:pt x="3893548" y="2705294"/>
                  <a:pt x="3860115" y="2679830"/>
                  <a:pt x="3830030" y="2650688"/>
                </a:cubicBezTo>
                <a:cubicBezTo>
                  <a:pt x="3714843" y="2540226"/>
                  <a:pt x="3617406" y="2381876"/>
                  <a:pt x="3528016" y="2228634"/>
                </a:cubicBezTo>
                <a:lnTo>
                  <a:pt x="3450291" y="2086494"/>
                </a:lnTo>
                <a:lnTo>
                  <a:pt x="3417000" y="2006606"/>
                </a:lnTo>
                <a:lnTo>
                  <a:pt x="3491494" y="2116641"/>
                </a:lnTo>
                <a:cubicBezTo>
                  <a:pt x="3510010" y="2143330"/>
                  <a:pt x="3529549" y="2172064"/>
                  <a:pt x="3549853" y="2202073"/>
                </a:cubicBezTo>
                <a:cubicBezTo>
                  <a:pt x="3626219" y="2315089"/>
                  <a:pt x="3712800" y="2443045"/>
                  <a:pt x="3806277" y="2539844"/>
                </a:cubicBezTo>
                <a:cubicBezTo>
                  <a:pt x="3835968" y="2570989"/>
                  <a:pt x="3868889" y="2598905"/>
                  <a:pt x="3904479" y="2623105"/>
                </a:cubicBezTo>
                <a:cubicBezTo>
                  <a:pt x="4000970" y="2690760"/>
                  <a:pt x="4121316" y="2715062"/>
                  <a:pt x="4236502" y="2690148"/>
                </a:cubicBezTo>
                <a:cubicBezTo>
                  <a:pt x="4354244" y="2667416"/>
                  <a:pt x="4471984" y="2609824"/>
                  <a:pt x="4596876" y="2514175"/>
                </a:cubicBezTo>
                <a:cubicBezTo>
                  <a:pt x="4622544" y="2494637"/>
                  <a:pt x="4644637" y="2476376"/>
                  <a:pt x="4664302" y="2458626"/>
                </a:cubicBezTo>
                <a:cubicBezTo>
                  <a:pt x="4744499" y="2385835"/>
                  <a:pt x="4832230" y="2290442"/>
                  <a:pt x="4917024" y="2198115"/>
                </a:cubicBezTo>
                <a:lnTo>
                  <a:pt x="4985599" y="2124430"/>
                </a:lnTo>
                <a:cubicBezTo>
                  <a:pt x="5122750" y="1977191"/>
                  <a:pt x="5290422" y="1823949"/>
                  <a:pt x="5496404" y="1802241"/>
                </a:cubicBezTo>
                <a:cubicBezTo>
                  <a:pt x="5518544" y="1799926"/>
                  <a:pt x="5540707" y="1799136"/>
                  <a:pt x="5562802" y="1799831"/>
                </a:cubicBezTo>
                <a:close/>
                <a:moveTo>
                  <a:pt x="7273405" y="1796984"/>
                </a:moveTo>
                <a:lnTo>
                  <a:pt x="7217628" y="2080997"/>
                </a:lnTo>
                <a:cubicBezTo>
                  <a:pt x="7190939" y="2182631"/>
                  <a:pt x="7155182" y="2278951"/>
                  <a:pt x="7101612" y="2362850"/>
                </a:cubicBezTo>
                <a:cubicBezTo>
                  <a:pt x="7075624" y="2403535"/>
                  <a:pt x="7045256" y="2441272"/>
                  <a:pt x="7011071" y="2475355"/>
                </a:cubicBezTo>
                <a:cubicBezTo>
                  <a:pt x="6857064" y="2628851"/>
                  <a:pt x="6621326" y="2668823"/>
                  <a:pt x="6450463" y="2570365"/>
                </a:cubicBezTo>
                <a:cubicBezTo>
                  <a:pt x="6421014" y="2553381"/>
                  <a:pt x="6393789" y="2532847"/>
                  <a:pt x="6369372" y="2509195"/>
                </a:cubicBezTo>
                <a:lnTo>
                  <a:pt x="6354525" y="2491136"/>
                </a:lnTo>
                <a:lnTo>
                  <a:pt x="6438202" y="2552741"/>
                </a:lnTo>
                <a:cubicBezTo>
                  <a:pt x="6499741" y="2585879"/>
                  <a:pt x="6568674" y="2602876"/>
                  <a:pt x="6638565" y="2602161"/>
                </a:cubicBezTo>
                <a:cubicBezTo>
                  <a:pt x="6783520" y="2600667"/>
                  <a:pt x="6921628" y="2540278"/>
                  <a:pt x="7021158" y="2434872"/>
                </a:cubicBezTo>
                <a:cubicBezTo>
                  <a:pt x="7055421" y="2398363"/>
                  <a:pt x="7085813" y="2358392"/>
                  <a:pt x="7111827" y="2315599"/>
                </a:cubicBezTo>
                <a:cubicBezTo>
                  <a:pt x="7163162" y="2230869"/>
                  <a:pt x="7198153" y="2135189"/>
                  <a:pt x="7224810" y="2034896"/>
                </a:cubicBezTo>
                <a:close/>
                <a:moveTo>
                  <a:pt x="3785864" y="1711293"/>
                </a:moveTo>
                <a:lnTo>
                  <a:pt x="3808749" y="1764990"/>
                </a:lnTo>
                <a:lnTo>
                  <a:pt x="3800564" y="1751831"/>
                </a:lnTo>
                <a:close/>
                <a:moveTo>
                  <a:pt x="8855255" y="1679877"/>
                </a:moveTo>
                <a:lnTo>
                  <a:pt x="8898248" y="1690285"/>
                </a:lnTo>
                <a:lnTo>
                  <a:pt x="8894664" y="1689735"/>
                </a:lnTo>
                <a:close/>
                <a:moveTo>
                  <a:pt x="7269908" y="1671357"/>
                </a:moveTo>
                <a:lnTo>
                  <a:pt x="7268388" y="1679647"/>
                </a:lnTo>
                <a:cubicBezTo>
                  <a:pt x="7231866" y="1879500"/>
                  <a:pt x="7193938" y="2086503"/>
                  <a:pt x="7098035" y="2252515"/>
                </a:cubicBezTo>
                <a:cubicBezTo>
                  <a:pt x="7072967" y="2295832"/>
                  <a:pt x="7043710" y="2336594"/>
                  <a:pt x="7010687" y="2374215"/>
                </a:cubicBezTo>
                <a:cubicBezTo>
                  <a:pt x="6859489" y="2546101"/>
                  <a:pt x="6613153" y="2605481"/>
                  <a:pt x="6438075" y="2512133"/>
                </a:cubicBezTo>
                <a:cubicBezTo>
                  <a:pt x="6407209" y="2495787"/>
                  <a:pt x="6378719" y="2475290"/>
                  <a:pt x="6353408" y="2451218"/>
                </a:cubicBezTo>
                <a:lnTo>
                  <a:pt x="6337965" y="2432415"/>
                </a:lnTo>
                <a:lnTo>
                  <a:pt x="6427219" y="2495402"/>
                </a:lnTo>
                <a:cubicBezTo>
                  <a:pt x="6483165" y="2523408"/>
                  <a:pt x="6544972" y="2537711"/>
                  <a:pt x="6607533" y="2537161"/>
                </a:cubicBezTo>
                <a:cubicBezTo>
                  <a:pt x="6755923" y="2537161"/>
                  <a:pt x="6913762" y="2463478"/>
                  <a:pt x="7022180" y="2332201"/>
                </a:cubicBezTo>
                <a:cubicBezTo>
                  <a:pt x="7055139" y="2292448"/>
                  <a:pt x="7084293" y="2249693"/>
                  <a:pt x="7109271" y="2204499"/>
                </a:cubicBezTo>
                <a:cubicBezTo>
                  <a:pt x="7154925" y="2120600"/>
                  <a:pt x="7187521" y="2027952"/>
                  <a:pt x="7213397" y="1931760"/>
                </a:cubicBezTo>
                <a:close/>
                <a:moveTo>
                  <a:pt x="3099006" y="1654709"/>
                </a:moveTo>
                <a:lnTo>
                  <a:pt x="3163672" y="1684170"/>
                </a:lnTo>
                <a:cubicBezTo>
                  <a:pt x="3201761" y="1707774"/>
                  <a:pt x="3236852" y="1736213"/>
                  <a:pt x="3268017" y="1768911"/>
                </a:cubicBezTo>
                <a:cubicBezTo>
                  <a:pt x="3324843" y="1827015"/>
                  <a:pt x="3379500" y="1893675"/>
                  <a:pt x="3456121" y="1986003"/>
                </a:cubicBezTo>
                <a:lnTo>
                  <a:pt x="3465955" y="1998007"/>
                </a:lnTo>
                <a:cubicBezTo>
                  <a:pt x="3506052" y="2046533"/>
                  <a:pt x="3549087" y="2105276"/>
                  <a:pt x="3594549" y="2167467"/>
                </a:cubicBezTo>
                <a:cubicBezTo>
                  <a:pt x="3658145" y="2254558"/>
                  <a:pt x="3723911" y="2344461"/>
                  <a:pt x="3791209" y="2419550"/>
                </a:cubicBezTo>
                <a:cubicBezTo>
                  <a:pt x="3819840" y="2452011"/>
                  <a:pt x="3851484" y="2481676"/>
                  <a:pt x="3885708" y="2508174"/>
                </a:cubicBezTo>
                <a:cubicBezTo>
                  <a:pt x="3983272" y="2582751"/>
                  <a:pt x="4083646" y="2614294"/>
                  <a:pt x="4200364" y="2607526"/>
                </a:cubicBezTo>
                <a:cubicBezTo>
                  <a:pt x="4319382" y="2600502"/>
                  <a:pt x="4436867" y="2559127"/>
                  <a:pt x="4559461" y="2482506"/>
                </a:cubicBezTo>
                <a:cubicBezTo>
                  <a:pt x="4584043" y="2467309"/>
                  <a:pt x="4607821" y="2450848"/>
                  <a:pt x="4630719" y="2433213"/>
                </a:cubicBezTo>
                <a:cubicBezTo>
                  <a:pt x="4737349" y="2350207"/>
                  <a:pt x="4853046" y="2227998"/>
                  <a:pt x="4964785" y="2109873"/>
                </a:cubicBezTo>
                <a:lnTo>
                  <a:pt x="4966955" y="2107575"/>
                </a:lnTo>
                <a:cubicBezTo>
                  <a:pt x="5115345" y="1951012"/>
                  <a:pt x="5280079" y="1801985"/>
                  <a:pt x="5479804" y="1772997"/>
                </a:cubicBezTo>
                <a:cubicBezTo>
                  <a:pt x="5663566" y="1746180"/>
                  <a:pt x="5846180" y="1819992"/>
                  <a:pt x="5980904" y="1975276"/>
                </a:cubicBezTo>
                <a:cubicBezTo>
                  <a:pt x="6015243" y="2015311"/>
                  <a:pt x="6045725" y="2058499"/>
                  <a:pt x="6071955" y="2104254"/>
                </a:cubicBezTo>
                <a:lnTo>
                  <a:pt x="6122054" y="2203558"/>
                </a:lnTo>
                <a:lnTo>
                  <a:pt x="6088173" y="2139244"/>
                </a:lnTo>
                <a:cubicBezTo>
                  <a:pt x="6061394" y="2093911"/>
                  <a:pt x="6030809" y="2050927"/>
                  <a:pt x="5996737" y="2010777"/>
                </a:cubicBezTo>
                <a:cubicBezTo>
                  <a:pt x="5859460" y="1850767"/>
                  <a:pt x="5676591" y="1769804"/>
                  <a:pt x="5495128" y="1788960"/>
                </a:cubicBezTo>
                <a:cubicBezTo>
                  <a:pt x="5284676" y="1811052"/>
                  <a:pt x="5114833" y="1966209"/>
                  <a:pt x="4976277" y="2115237"/>
                </a:cubicBezTo>
                <a:cubicBezTo>
                  <a:pt x="4953546" y="2139627"/>
                  <a:pt x="4930815" y="2164402"/>
                  <a:pt x="4908084" y="2189175"/>
                </a:cubicBezTo>
                <a:cubicBezTo>
                  <a:pt x="4823419" y="2281249"/>
                  <a:pt x="4735943" y="2376386"/>
                  <a:pt x="4656257" y="2448664"/>
                </a:cubicBezTo>
                <a:cubicBezTo>
                  <a:pt x="4636719" y="2466288"/>
                  <a:pt x="4615138" y="2484293"/>
                  <a:pt x="4589598" y="2503704"/>
                </a:cubicBezTo>
                <a:cubicBezTo>
                  <a:pt x="4466365" y="2597947"/>
                  <a:pt x="4349774" y="2654646"/>
                  <a:pt x="4234843" y="2676994"/>
                </a:cubicBezTo>
                <a:cubicBezTo>
                  <a:pt x="4123041" y="2701411"/>
                  <a:pt x="4006117" y="2677837"/>
                  <a:pt x="3912524" y="2611995"/>
                </a:cubicBezTo>
                <a:cubicBezTo>
                  <a:pt x="3877650" y="2588408"/>
                  <a:pt x="3845405" y="2561131"/>
                  <a:pt x="3816366" y="2530649"/>
                </a:cubicBezTo>
                <a:cubicBezTo>
                  <a:pt x="3723272" y="2434618"/>
                  <a:pt x="3637584" y="2307171"/>
                  <a:pt x="3560963" y="2194667"/>
                </a:cubicBezTo>
                <a:cubicBezTo>
                  <a:pt x="3540786" y="2164656"/>
                  <a:pt x="3521120" y="2135797"/>
                  <a:pt x="3502475" y="2108979"/>
                </a:cubicBezTo>
                <a:cubicBezTo>
                  <a:pt x="3470296" y="2062623"/>
                  <a:pt x="3442840" y="2021248"/>
                  <a:pt x="3416278" y="1981277"/>
                </a:cubicBezTo>
                <a:cubicBezTo>
                  <a:pt x="3381160" y="1928281"/>
                  <a:pt x="3350895" y="1882692"/>
                  <a:pt x="3318203" y="1838890"/>
                </a:cubicBezTo>
                <a:cubicBezTo>
                  <a:pt x="3291309" y="1802100"/>
                  <a:pt x="3260713" y="1768170"/>
                  <a:pt x="3226898" y="1737623"/>
                </a:cubicBezTo>
                <a:cubicBezTo>
                  <a:pt x="3206325" y="1719560"/>
                  <a:pt x="3184446" y="1703103"/>
                  <a:pt x="3161458" y="1688375"/>
                </a:cubicBezTo>
                <a:close/>
                <a:moveTo>
                  <a:pt x="2941014" y="1643000"/>
                </a:moveTo>
                <a:lnTo>
                  <a:pt x="2967470" y="1647980"/>
                </a:lnTo>
                <a:lnTo>
                  <a:pt x="2895639" y="1656789"/>
                </a:lnTo>
                <a:cubicBezTo>
                  <a:pt x="2704215" y="1704932"/>
                  <a:pt x="2594008" y="1919981"/>
                  <a:pt x="2554804" y="2105020"/>
                </a:cubicBezTo>
                <a:cubicBezTo>
                  <a:pt x="2531434" y="2215226"/>
                  <a:pt x="2524283" y="2329903"/>
                  <a:pt x="2517261" y="2440875"/>
                </a:cubicBezTo>
                <a:cubicBezTo>
                  <a:pt x="2511642" y="2530137"/>
                  <a:pt x="2505894" y="2622211"/>
                  <a:pt x="2491720" y="2711602"/>
                </a:cubicBezTo>
                <a:cubicBezTo>
                  <a:pt x="2467967" y="2861139"/>
                  <a:pt x="2408203" y="3068782"/>
                  <a:pt x="2258154" y="3208615"/>
                </a:cubicBezTo>
                <a:cubicBezTo>
                  <a:pt x="2118449" y="3338871"/>
                  <a:pt x="1922427" y="3370030"/>
                  <a:pt x="1781956" y="3284469"/>
                </a:cubicBezTo>
                <a:cubicBezTo>
                  <a:pt x="1670568" y="3216757"/>
                  <a:pt x="1606949" y="3095168"/>
                  <a:pt x="1556134" y="2962644"/>
                </a:cubicBezTo>
                <a:lnTo>
                  <a:pt x="1551837" y="2950558"/>
                </a:lnTo>
                <a:lnTo>
                  <a:pt x="1621803" y="3052227"/>
                </a:lnTo>
                <a:cubicBezTo>
                  <a:pt x="1649420" y="3083556"/>
                  <a:pt x="1681011" y="3110734"/>
                  <a:pt x="1717851" y="3132250"/>
                </a:cubicBezTo>
                <a:cubicBezTo>
                  <a:pt x="1770108" y="3162298"/>
                  <a:pt x="1829463" y="3177826"/>
                  <a:pt x="1889737" y="3177201"/>
                </a:cubicBezTo>
                <a:cubicBezTo>
                  <a:pt x="2002448" y="3175170"/>
                  <a:pt x="2110367" y="3131292"/>
                  <a:pt x="2192517" y="3054097"/>
                </a:cubicBezTo>
                <a:cubicBezTo>
                  <a:pt x="2313705" y="2943507"/>
                  <a:pt x="2403990" y="2772387"/>
                  <a:pt x="2446898" y="2573173"/>
                </a:cubicBezTo>
                <a:cubicBezTo>
                  <a:pt x="2464496" y="2484319"/>
                  <a:pt x="2477280" y="2394595"/>
                  <a:pt x="2485209" y="2304362"/>
                </a:cubicBezTo>
                <a:cubicBezTo>
                  <a:pt x="2495679" y="2205650"/>
                  <a:pt x="2505513" y="2112554"/>
                  <a:pt x="2527990" y="2020993"/>
                </a:cubicBezTo>
                <a:cubicBezTo>
                  <a:pt x="2552125" y="1922663"/>
                  <a:pt x="2631937" y="1689353"/>
                  <a:pt x="2849796" y="1648361"/>
                </a:cubicBezTo>
                <a:cubicBezTo>
                  <a:pt x="2879519" y="1642647"/>
                  <a:pt x="2910103" y="1640915"/>
                  <a:pt x="2941014" y="1643000"/>
                </a:cubicBezTo>
                <a:close/>
                <a:moveTo>
                  <a:pt x="7307461" y="1628102"/>
                </a:moveTo>
                <a:lnTo>
                  <a:pt x="7293724" y="1692427"/>
                </a:lnTo>
                <a:lnTo>
                  <a:pt x="7297122" y="1672878"/>
                </a:lnTo>
                <a:close/>
                <a:moveTo>
                  <a:pt x="3755422" y="1627342"/>
                </a:moveTo>
                <a:lnTo>
                  <a:pt x="3762301" y="1641856"/>
                </a:lnTo>
                <a:lnTo>
                  <a:pt x="3766606" y="1658186"/>
                </a:lnTo>
                <a:close/>
                <a:moveTo>
                  <a:pt x="2893031" y="1624796"/>
                </a:moveTo>
                <a:lnTo>
                  <a:pt x="2923872" y="1630231"/>
                </a:lnTo>
                <a:lnTo>
                  <a:pt x="2846603" y="1634824"/>
                </a:lnTo>
                <a:cubicBezTo>
                  <a:pt x="2621337" y="1677732"/>
                  <a:pt x="2539354" y="1917045"/>
                  <a:pt x="2514579" y="2017928"/>
                </a:cubicBezTo>
                <a:cubicBezTo>
                  <a:pt x="2491850" y="2110256"/>
                  <a:pt x="2481888" y="2203988"/>
                  <a:pt x="2471417" y="2303085"/>
                </a:cubicBezTo>
                <a:cubicBezTo>
                  <a:pt x="2463448" y="2392847"/>
                  <a:pt x="2450667" y="2482109"/>
                  <a:pt x="2433106" y="2570492"/>
                </a:cubicBezTo>
                <a:cubicBezTo>
                  <a:pt x="2390837" y="2767025"/>
                  <a:pt x="2301957" y="2935334"/>
                  <a:pt x="2182812" y="3044392"/>
                </a:cubicBezTo>
                <a:cubicBezTo>
                  <a:pt x="2047448" y="3168389"/>
                  <a:pt x="1859090" y="3199804"/>
                  <a:pt x="1724619" y="3121013"/>
                </a:cubicBezTo>
                <a:cubicBezTo>
                  <a:pt x="1644168" y="3073891"/>
                  <a:pt x="1589171" y="2998162"/>
                  <a:pt x="1545698" y="2910918"/>
                </a:cubicBezTo>
                <a:lnTo>
                  <a:pt x="1505891" y="2821237"/>
                </a:lnTo>
                <a:lnTo>
                  <a:pt x="1496173" y="2793589"/>
                </a:lnTo>
                <a:lnTo>
                  <a:pt x="1497757" y="2796842"/>
                </a:lnTo>
                <a:cubicBezTo>
                  <a:pt x="1538622" y="2867844"/>
                  <a:pt x="1589704" y="2928886"/>
                  <a:pt x="1660641" y="2968664"/>
                </a:cubicBezTo>
                <a:cubicBezTo>
                  <a:pt x="1796003" y="3044774"/>
                  <a:pt x="1979129" y="3013744"/>
                  <a:pt x="2116152" y="2889745"/>
                </a:cubicBezTo>
                <a:cubicBezTo>
                  <a:pt x="2239382" y="2779028"/>
                  <a:pt x="2336053" y="2616719"/>
                  <a:pt x="2387135" y="2432829"/>
                </a:cubicBezTo>
                <a:cubicBezTo>
                  <a:pt x="2409930" y="2346669"/>
                  <a:pt x="2427462" y="2259206"/>
                  <a:pt x="2439619" y="2170915"/>
                </a:cubicBezTo>
                <a:cubicBezTo>
                  <a:pt x="2450526" y="2091101"/>
                  <a:pt x="2466346" y="2012029"/>
                  <a:pt x="2486997" y="1934156"/>
                </a:cubicBezTo>
                <a:cubicBezTo>
                  <a:pt x="2523646" y="1807604"/>
                  <a:pt x="2608057" y="1651553"/>
                  <a:pt x="2799610" y="1626778"/>
                </a:cubicBezTo>
                <a:cubicBezTo>
                  <a:pt x="2829907" y="1622852"/>
                  <a:pt x="2861281" y="1622254"/>
                  <a:pt x="2893031" y="1624796"/>
                </a:cubicBezTo>
                <a:close/>
                <a:moveTo>
                  <a:pt x="2965640" y="1610093"/>
                </a:moveTo>
                <a:lnTo>
                  <a:pt x="3041348" y="1628440"/>
                </a:lnTo>
                <a:lnTo>
                  <a:pt x="3083486" y="1647638"/>
                </a:lnTo>
                <a:close/>
                <a:moveTo>
                  <a:pt x="2750060" y="1605325"/>
                </a:moveTo>
                <a:cubicBezTo>
                  <a:pt x="2782972" y="1603543"/>
                  <a:pt x="2815836" y="1604147"/>
                  <a:pt x="2848409" y="1607078"/>
                </a:cubicBezTo>
                <a:lnTo>
                  <a:pt x="2877515" y="1611815"/>
                </a:lnTo>
                <a:lnTo>
                  <a:pt x="2798203" y="1613498"/>
                </a:lnTo>
                <a:cubicBezTo>
                  <a:pt x="2598991" y="1639294"/>
                  <a:pt x="2512792" y="1800198"/>
                  <a:pt x="2474483" y="1930580"/>
                </a:cubicBezTo>
                <a:cubicBezTo>
                  <a:pt x="2453654" y="2008939"/>
                  <a:pt x="2437756" y="2088521"/>
                  <a:pt x="2426848" y="2168872"/>
                </a:cubicBezTo>
                <a:cubicBezTo>
                  <a:pt x="2414615" y="2256615"/>
                  <a:pt x="2397044" y="2343528"/>
                  <a:pt x="2374236" y="2429126"/>
                </a:cubicBezTo>
                <a:cubicBezTo>
                  <a:pt x="2323539" y="2610589"/>
                  <a:pt x="2228656" y="2770728"/>
                  <a:pt x="2107213" y="2879784"/>
                </a:cubicBezTo>
                <a:cubicBezTo>
                  <a:pt x="1973636" y="2998674"/>
                  <a:pt x="1797408" y="3029706"/>
                  <a:pt x="1667153" y="2956405"/>
                </a:cubicBezTo>
                <a:cubicBezTo>
                  <a:pt x="1564004" y="2898940"/>
                  <a:pt x="1503664" y="2793274"/>
                  <a:pt x="1454890" y="2677823"/>
                </a:cubicBezTo>
                <a:lnTo>
                  <a:pt x="1431347" y="2617892"/>
                </a:lnTo>
                <a:lnTo>
                  <a:pt x="1445734" y="2645932"/>
                </a:lnTo>
                <a:cubicBezTo>
                  <a:pt x="1485658" y="2711953"/>
                  <a:pt x="1535301" y="2768620"/>
                  <a:pt x="1603813" y="2805334"/>
                </a:cubicBezTo>
                <a:cubicBezTo>
                  <a:pt x="1732664" y="2874548"/>
                  <a:pt x="1908382" y="2842622"/>
                  <a:pt x="2041063" y="2725648"/>
                </a:cubicBezTo>
                <a:cubicBezTo>
                  <a:pt x="2171291" y="2607333"/>
                  <a:pt x="2270121" y="2458536"/>
                  <a:pt x="2328646" y="2292614"/>
                </a:cubicBezTo>
                <a:cubicBezTo>
                  <a:pt x="2356254" y="2211293"/>
                  <a:pt x="2378603" y="2128287"/>
                  <a:pt x="2395562" y="2044106"/>
                </a:cubicBezTo>
                <a:cubicBezTo>
                  <a:pt x="2408792" y="1977792"/>
                  <a:pt x="2425852" y="1912305"/>
                  <a:pt x="2446642" y="1847957"/>
                </a:cubicBezTo>
                <a:cubicBezTo>
                  <a:pt x="2500660" y="1692928"/>
                  <a:pt x="2596817" y="1616052"/>
                  <a:pt x="2750060" y="1605325"/>
                </a:cubicBezTo>
                <a:close/>
                <a:moveTo>
                  <a:pt x="2700768" y="1584127"/>
                </a:moveTo>
                <a:cubicBezTo>
                  <a:pt x="2733693" y="1583942"/>
                  <a:pt x="2766538" y="1585457"/>
                  <a:pt x="2799175" y="1588648"/>
                </a:cubicBezTo>
                <a:lnTo>
                  <a:pt x="2830514" y="1593348"/>
                </a:lnTo>
                <a:lnTo>
                  <a:pt x="2749806" y="1591916"/>
                </a:lnTo>
                <a:cubicBezTo>
                  <a:pt x="2592987" y="1602898"/>
                  <a:pt x="2489804" y="1685010"/>
                  <a:pt x="2434639" y="1843233"/>
                </a:cubicBezTo>
                <a:cubicBezTo>
                  <a:pt x="2413567" y="1908079"/>
                  <a:pt x="2396264" y="1974075"/>
                  <a:pt x="2382791" y="2040914"/>
                </a:cubicBezTo>
                <a:cubicBezTo>
                  <a:pt x="2365935" y="2124571"/>
                  <a:pt x="2343753" y="2207067"/>
                  <a:pt x="2316387" y="2287888"/>
                </a:cubicBezTo>
                <a:cubicBezTo>
                  <a:pt x="2258666" y="2451704"/>
                  <a:pt x="2161115" y="2598585"/>
                  <a:pt x="2032506" y="2715305"/>
                </a:cubicBezTo>
                <a:cubicBezTo>
                  <a:pt x="1904167" y="2828576"/>
                  <a:pt x="1734452" y="2859862"/>
                  <a:pt x="1610454" y="2793203"/>
                </a:cubicBezTo>
                <a:cubicBezTo>
                  <a:pt x="1511038" y="2740144"/>
                  <a:pt x="1452207" y="2641900"/>
                  <a:pt x="1404332" y="2534518"/>
                </a:cubicBezTo>
                <a:lnTo>
                  <a:pt x="1367525" y="2445918"/>
                </a:lnTo>
                <a:lnTo>
                  <a:pt x="1394272" y="2495084"/>
                </a:lnTo>
                <a:cubicBezTo>
                  <a:pt x="1433077" y="2555870"/>
                  <a:pt x="1480964" y="2607908"/>
                  <a:pt x="1546732" y="2641238"/>
                </a:cubicBezTo>
                <a:cubicBezTo>
                  <a:pt x="1669580" y="2703556"/>
                  <a:pt x="1837891" y="2671375"/>
                  <a:pt x="1965592" y="2560914"/>
                </a:cubicBezTo>
                <a:cubicBezTo>
                  <a:pt x="2094902" y="2447924"/>
                  <a:pt x="2198570" y="2308602"/>
                  <a:pt x="2269649" y="2152270"/>
                </a:cubicBezTo>
                <a:cubicBezTo>
                  <a:pt x="2301816" y="2077755"/>
                  <a:pt x="2328992" y="2001173"/>
                  <a:pt x="2350994" y="1923046"/>
                </a:cubicBezTo>
                <a:cubicBezTo>
                  <a:pt x="2366408" y="1868147"/>
                  <a:pt x="2384911" y="1814181"/>
                  <a:pt x="2406417" y="1761376"/>
                </a:cubicBezTo>
                <a:cubicBezTo>
                  <a:pt x="2444215" y="1674794"/>
                  <a:pt x="2509216" y="1586041"/>
                  <a:pt x="2700768" y="1584127"/>
                </a:cubicBezTo>
                <a:close/>
                <a:moveTo>
                  <a:pt x="2894149" y="1578983"/>
                </a:moveTo>
                <a:lnTo>
                  <a:pt x="2998695" y="1596259"/>
                </a:lnTo>
                <a:cubicBezTo>
                  <a:pt x="3045894" y="1605671"/>
                  <a:pt x="3092008" y="1619832"/>
                  <a:pt x="3136358" y="1638528"/>
                </a:cubicBezTo>
                <a:cubicBezTo>
                  <a:pt x="3169166" y="1653162"/>
                  <a:pt x="3200400" y="1671079"/>
                  <a:pt x="3229579" y="1692034"/>
                </a:cubicBezTo>
                <a:cubicBezTo>
                  <a:pt x="3305611" y="1747929"/>
                  <a:pt x="3376435" y="1810593"/>
                  <a:pt x="3441180" y="1879245"/>
                </a:cubicBezTo>
                <a:cubicBezTo>
                  <a:pt x="3503880" y="1943350"/>
                  <a:pt x="3573479" y="2035168"/>
                  <a:pt x="3640776" y="2124559"/>
                </a:cubicBezTo>
                <a:cubicBezTo>
                  <a:pt x="3685600" y="2184450"/>
                  <a:pt x="3731956" y="2245365"/>
                  <a:pt x="3776779" y="2299382"/>
                </a:cubicBezTo>
                <a:cubicBezTo>
                  <a:pt x="3804464" y="2333018"/>
                  <a:pt x="3834780" y="2364408"/>
                  <a:pt x="3867446" y="2393242"/>
                </a:cubicBezTo>
                <a:cubicBezTo>
                  <a:pt x="3960796" y="2473695"/>
                  <a:pt x="4052358" y="2514559"/>
                  <a:pt x="4164351" y="2524776"/>
                </a:cubicBezTo>
                <a:cubicBezTo>
                  <a:pt x="4286307" y="2535885"/>
                  <a:pt x="4399961" y="2512260"/>
                  <a:pt x="4521916" y="2450836"/>
                </a:cubicBezTo>
                <a:cubicBezTo>
                  <a:pt x="4547698" y="2437990"/>
                  <a:pt x="4572677" y="2423623"/>
                  <a:pt x="4596749" y="2407801"/>
                </a:cubicBezTo>
                <a:cubicBezTo>
                  <a:pt x="4710403" y="2332073"/>
                  <a:pt x="4833379" y="2210758"/>
                  <a:pt x="4948310" y="2090973"/>
                </a:cubicBezTo>
                <a:cubicBezTo>
                  <a:pt x="5097849" y="1935944"/>
                  <a:pt x="5260668" y="1781937"/>
                  <a:pt x="5463585" y="1743626"/>
                </a:cubicBezTo>
                <a:cubicBezTo>
                  <a:pt x="5650924" y="1708892"/>
                  <a:pt x="5842476" y="1778871"/>
                  <a:pt x="5975923" y="1931091"/>
                </a:cubicBezTo>
                <a:cubicBezTo>
                  <a:pt x="6010914" y="1971611"/>
                  <a:pt x="6041676" y="2015605"/>
                  <a:pt x="6067741" y="2062368"/>
                </a:cubicBezTo>
                <a:lnTo>
                  <a:pt x="6115207" y="2160559"/>
                </a:lnTo>
                <a:lnTo>
                  <a:pt x="6083065" y="2096848"/>
                </a:lnTo>
                <a:cubicBezTo>
                  <a:pt x="6056440" y="2050351"/>
                  <a:pt x="6025485" y="2006486"/>
                  <a:pt x="5990609" y="1965826"/>
                </a:cubicBezTo>
                <a:cubicBezTo>
                  <a:pt x="5852819" y="1806965"/>
                  <a:pt x="5665737" y="1731622"/>
                  <a:pt x="5477379" y="1758950"/>
                </a:cubicBezTo>
                <a:cubicBezTo>
                  <a:pt x="5273566" y="1788705"/>
                  <a:pt x="5106661" y="1939264"/>
                  <a:pt x="4956739" y="2097741"/>
                </a:cubicBezTo>
                <a:lnTo>
                  <a:pt x="4954569" y="2100040"/>
                </a:lnTo>
                <a:cubicBezTo>
                  <a:pt x="4843596" y="2217653"/>
                  <a:pt x="4728282" y="2339481"/>
                  <a:pt x="4622545" y="2421975"/>
                </a:cubicBezTo>
                <a:cubicBezTo>
                  <a:pt x="4602113" y="2437810"/>
                  <a:pt x="4579765" y="2453261"/>
                  <a:pt x="4552437" y="2470501"/>
                </a:cubicBezTo>
                <a:cubicBezTo>
                  <a:pt x="4431759" y="2546357"/>
                  <a:pt x="4316445" y="2586582"/>
                  <a:pt x="4199599" y="2593478"/>
                </a:cubicBezTo>
                <a:cubicBezTo>
                  <a:pt x="4084795" y="2600119"/>
                  <a:pt x="3990552" y="2570365"/>
                  <a:pt x="3894009" y="2496809"/>
                </a:cubicBezTo>
                <a:cubicBezTo>
                  <a:pt x="3860449" y="2470873"/>
                  <a:pt x="3829456" y="2441794"/>
                  <a:pt x="3801425" y="2409972"/>
                </a:cubicBezTo>
                <a:cubicBezTo>
                  <a:pt x="3734510" y="2335267"/>
                  <a:pt x="3669382" y="2245620"/>
                  <a:pt x="3605532" y="2158910"/>
                </a:cubicBezTo>
                <a:cubicBezTo>
                  <a:pt x="3559943" y="2096592"/>
                  <a:pt x="3516907" y="2037595"/>
                  <a:pt x="3476426" y="1988812"/>
                </a:cubicBezTo>
                <a:lnTo>
                  <a:pt x="3466593" y="1976809"/>
                </a:lnTo>
                <a:cubicBezTo>
                  <a:pt x="3390227" y="1884608"/>
                  <a:pt x="3334932" y="1817821"/>
                  <a:pt x="3277722" y="1759717"/>
                </a:cubicBezTo>
                <a:cubicBezTo>
                  <a:pt x="3249489" y="1730536"/>
                  <a:pt x="3218291" y="1704397"/>
                  <a:pt x="3184630" y="1681691"/>
                </a:cubicBezTo>
                <a:cubicBezTo>
                  <a:pt x="3141390" y="1653724"/>
                  <a:pt x="3094677" y="1631530"/>
                  <a:pt x="3045691" y="1615669"/>
                </a:cubicBezTo>
                <a:close/>
                <a:moveTo>
                  <a:pt x="2588989" y="1561186"/>
                </a:moveTo>
                <a:cubicBezTo>
                  <a:pt x="2607929" y="1560678"/>
                  <a:pt x="2628521" y="1560950"/>
                  <a:pt x="2650964" y="1562035"/>
                </a:cubicBezTo>
                <a:lnTo>
                  <a:pt x="2747842" y="1572510"/>
                </a:lnTo>
                <a:lnTo>
                  <a:pt x="2708430" y="1570335"/>
                </a:lnTo>
                <a:lnTo>
                  <a:pt x="2700001" y="1570335"/>
                </a:lnTo>
                <a:cubicBezTo>
                  <a:pt x="2500275" y="1572378"/>
                  <a:pt x="2432979" y="1665216"/>
                  <a:pt x="2393517" y="1755757"/>
                </a:cubicBezTo>
                <a:cubicBezTo>
                  <a:pt x="2371733" y="1809009"/>
                  <a:pt x="2353025" y="1863448"/>
                  <a:pt x="2337458" y="1918832"/>
                </a:cubicBezTo>
                <a:cubicBezTo>
                  <a:pt x="2316042" y="1996435"/>
                  <a:pt x="2289416" y="2072508"/>
                  <a:pt x="2257773" y="2146524"/>
                </a:cubicBezTo>
                <a:cubicBezTo>
                  <a:pt x="2187550" y="2301221"/>
                  <a:pt x="2085056" y="2439125"/>
                  <a:pt x="1957163" y="2550954"/>
                </a:cubicBezTo>
                <a:cubicBezTo>
                  <a:pt x="1834059" y="2657711"/>
                  <a:pt x="1671240" y="2689254"/>
                  <a:pt x="1553116" y="2629362"/>
                </a:cubicBezTo>
                <a:cubicBezTo>
                  <a:pt x="1426053" y="2564873"/>
                  <a:pt x="1366543" y="2425678"/>
                  <a:pt x="1309079" y="2291081"/>
                </a:cubicBezTo>
                <a:lnTo>
                  <a:pt x="1299215" y="2269999"/>
                </a:lnTo>
                <a:lnTo>
                  <a:pt x="1342202" y="2344286"/>
                </a:lnTo>
                <a:cubicBezTo>
                  <a:pt x="1379954" y="2399883"/>
                  <a:pt x="1426373" y="2447325"/>
                  <a:pt x="1489522" y="2477398"/>
                </a:cubicBezTo>
                <a:cubicBezTo>
                  <a:pt x="1608028" y="2534225"/>
                  <a:pt x="1765229" y="2502938"/>
                  <a:pt x="1890504" y="2396691"/>
                </a:cubicBezTo>
                <a:cubicBezTo>
                  <a:pt x="2018704" y="2287825"/>
                  <a:pt x="2126981" y="2157506"/>
                  <a:pt x="2210524" y="2011544"/>
                </a:cubicBezTo>
                <a:cubicBezTo>
                  <a:pt x="2245769" y="1946492"/>
                  <a:pt x="2276864" y="1879270"/>
                  <a:pt x="2303617" y="1810286"/>
                </a:cubicBezTo>
                <a:cubicBezTo>
                  <a:pt x="2321355" y="1763752"/>
                  <a:pt x="2342094" y="1718404"/>
                  <a:pt x="2365681" y="1674539"/>
                </a:cubicBezTo>
                <a:cubicBezTo>
                  <a:pt x="2404789" y="1606491"/>
                  <a:pt x="2456412" y="1564743"/>
                  <a:pt x="2588989" y="1561186"/>
                </a:cubicBezTo>
                <a:close/>
                <a:moveTo>
                  <a:pt x="3754013" y="1561082"/>
                </a:moveTo>
                <a:lnTo>
                  <a:pt x="3761547" y="1579937"/>
                </a:lnTo>
                <a:lnTo>
                  <a:pt x="3767713" y="1609029"/>
                </a:lnTo>
                <a:lnTo>
                  <a:pt x="3781088" y="1652096"/>
                </a:lnTo>
                <a:lnTo>
                  <a:pt x="3773803" y="1636745"/>
                </a:lnTo>
                <a:close/>
                <a:moveTo>
                  <a:pt x="7352073" y="1529467"/>
                </a:moveTo>
                <a:lnTo>
                  <a:pt x="7352019" y="1529662"/>
                </a:lnTo>
                <a:lnTo>
                  <a:pt x="7352033" y="1529598"/>
                </a:lnTo>
                <a:close/>
                <a:moveTo>
                  <a:pt x="2707954" y="1523172"/>
                </a:moveTo>
                <a:lnTo>
                  <a:pt x="2913266" y="1529471"/>
                </a:lnTo>
                <a:lnTo>
                  <a:pt x="2957577" y="1529471"/>
                </a:lnTo>
                <a:cubicBezTo>
                  <a:pt x="2994610" y="1529471"/>
                  <a:pt x="3026536" y="1529471"/>
                  <a:pt x="3054374" y="1529471"/>
                </a:cubicBezTo>
                <a:cubicBezTo>
                  <a:pt x="3087130" y="1529674"/>
                  <a:pt x="3119822" y="1532267"/>
                  <a:pt x="3152196" y="1537260"/>
                </a:cubicBezTo>
                <a:cubicBezTo>
                  <a:pt x="3211575" y="1547476"/>
                  <a:pt x="3286406" y="1567908"/>
                  <a:pt x="3390356" y="1642486"/>
                </a:cubicBezTo>
                <a:cubicBezTo>
                  <a:pt x="3506563" y="1725747"/>
                  <a:pt x="3628902" y="1895591"/>
                  <a:pt x="3736425" y="2045001"/>
                </a:cubicBezTo>
                <a:lnTo>
                  <a:pt x="3746769" y="2059303"/>
                </a:lnTo>
                <a:cubicBezTo>
                  <a:pt x="3772528" y="2095596"/>
                  <a:pt x="3800239" y="2130471"/>
                  <a:pt x="3829775" y="2163764"/>
                </a:cubicBezTo>
                <a:cubicBezTo>
                  <a:pt x="3912909" y="2256347"/>
                  <a:pt x="3993360" y="2316622"/>
                  <a:pt x="4090797" y="2359146"/>
                </a:cubicBezTo>
                <a:cubicBezTo>
                  <a:pt x="4174313" y="2395669"/>
                  <a:pt x="4290139" y="2431936"/>
                  <a:pt x="4446318" y="2387624"/>
                </a:cubicBezTo>
                <a:cubicBezTo>
                  <a:pt x="4474564" y="2379834"/>
                  <a:pt x="4502110" y="2369707"/>
                  <a:pt x="4528684" y="2357359"/>
                </a:cubicBezTo>
                <a:cubicBezTo>
                  <a:pt x="4635570" y="2306789"/>
                  <a:pt x="4760590" y="2208969"/>
                  <a:pt x="4911023" y="2058282"/>
                </a:cubicBezTo>
                <a:cubicBezTo>
                  <a:pt x="5067584" y="1901464"/>
                  <a:pt x="5229254" y="1739284"/>
                  <a:pt x="5431150" y="1685650"/>
                </a:cubicBezTo>
                <a:cubicBezTo>
                  <a:pt x="5624579" y="1631223"/>
                  <a:pt x="5832095" y="1692316"/>
                  <a:pt x="5965196" y="1842849"/>
                </a:cubicBezTo>
                <a:cubicBezTo>
                  <a:pt x="6001682" y="1884224"/>
                  <a:pt x="6033096" y="1929789"/>
                  <a:pt x="6058802" y="1978596"/>
                </a:cubicBezTo>
                <a:lnTo>
                  <a:pt x="6077451" y="2020589"/>
                </a:lnTo>
                <a:lnTo>
                  <a:pt x="6074381" y="2013970"/>
                </a:lnTo>
                <a:cubicBezTo>
                  <a:pt x="6048087" y="1965303"/>
                  <a:pt x="6016431" y="1919726"/>
                  <a:pt x="5980010" y="1878096"/>
                </a:cubicBezTo>
                <a:cubicBezTo>
                  <a:pt x="5842348" y="1722555"/>
                  <a:pt x="5642751" y="1656150"/>
                  <a:pt x="5443664" y="1701229"/>
                </a:cubicBezTo>
                <a:cubicBezTo>
                  <a:pt x="5244577" y="1746308"/>
                  <a:pt x="5088400" y="1892653"/>
                  <a:pt x="4919323" y="2064923"/>
                </a:cubicBezTo>
                <a:cubicBezTo>
                  <a:pt x="4824824" y="2161337"/>
                  <a:pt x="4684353" y="2297851"/>
                  <a:pt x="4555374" y="2370512"/>
                </a:cubicBezTo>
                <a:cubicBezTo>
                  <a:pt x="4530702" y="2384279"/>
                  <a:pt x="4505097" y="2396307"/>
                  <a:pt x="4478753" y="2406523"/>
                </a:cubicBezTo>
                <a:cubicBezTo>
                  <a:pt x="4368215" y="2452343"/>
                  <a:pt x="4245583" y="2460158"/>
                  <a:pt x="4130129" y="2428744"/>
                </a:cubicBezTo>
                <a:cubicBezTo>
                  <a:pt x="4027457" y="2402566"/>
                  <a:pt x="3943302" y="2353272"/>
                  <a:pt x="3857359" y="2268606"/>
                </a:cubicBezTo>
                <a:cubicBezTo>
                  <a:pt x="3826634" y="2237997"/>
                  <a:pt x="3798055" y="2205305"/>
                  <a:pt x="3771798" y="2170787"/>
                </a:cubicBezTo>
                <a:cubicBezTo>
                  <a:pt x="3747536" y="2139501"/>
                  <a:pt x="3722888" y="2107064"/>
                  <a:pt x="3697348" y="2072713"/>
                </a:cubicBezTo>
                <a:cubicBezTo>
                  <a:pt x="3606425" y="1951652"/>
                  <a:pt x="3512437" y="1827015"/>
                  <a:pt x="3423813" y="1750395"/>
                </a:cubicBezTo>
                <a:cubicBezTo>
                  <a:pt x="3321268" y="1662407"/>
                  <a:pt x="3250778" y="1626140"/>
                  <a:pt x="3195357" y="1602134"/>
                </a:cubicBezTo>
                <a:cubicBezTo>
                  <a:pt x="3163826" y="1588724"/>
                  <a:pt x="3131124" y="1578240"/>
                  <a:pt x="3097664" y="1570846"/>
                </a:cubicBezTo>
                <a:cubicBezTo>
                  <a:pt x="3051322" y="1560822"/>
                  <a:pt x="3004404" y="1553607"/>
                  <a:pt x="2957193" y="1549265"/>
                </a:cubicBezTo>
                <a:cubicBezTo>
                  <a:pt x="2923736" y="1545689"/>
                  <a:pt x="2885810" y="1542241"/>
                  <a:pt x="2845582" y="1538665"/>
                </a:cubicBezTo>
                <a:close/>
                <a:moveTo>
                  <a:pt x="2518149" y="1499719"/>
                </a:moveTo>
                <a:lnTo>
                  <a:pt x="2598735" y="1510878"/>
                </a:lnTo>
                <a:lnTo>
                  <a:pt x="2554041" y="1505846"/>
                </a:lnTo>
                <a:close/>
                <a:moveTo>
                  <a:pt x="5642767" y="1482923"/>
                </a:moveTo>
                <a:cubicBezTo>
                  <a:pt x="5748328" y="1490395"/>
                  <a:pt x="5854672" y="1530238"/>
                  <a:pt x="5940423" y="1621799"/>
                </a:cubicBezTo>
                <a:cubicBezTo>
                  <a:pt x="5980495" y="1665613"/>
                  <a:pt x="6013531" y="1715365"/>
                  <a:pt x="6038369" y="1769293"/>
                </a:cubicBezTo>
                <a:lnTo>
                  <a:pt x="6050235" y="1798633"/>
                </a:lnTo>
                <a:lnTo>
                  <a:pt x="5955364" y="1657299"/>
                </a:lnTo>
                <a:cubicBezTo>
                  <a:pt x="5812593" y="1502909"/>
                  <a:pt x="5579282" y="1463066"/>
                  <a:pt x="5360914" y="1555138"/>
                </a:cubicBezTo>
                <a:cubicBezTo>
                  <a:pt x="5194774" y="1624991"/>
                  <a:pt x="5061071" y="1754863"/>
                  <a:pt x="4919450" y="1892270"/>
                </a:cubicBezTo>
                <a:cubicBezTo>
                  <a:pt x="4889440" y="1921513"/>
                  <a:pt x="4858409" y="1951651"/>
                  <a:pt x="4827249" y="1980894"/>
                </a:cubicBezTo>
                <a:cubicBezTo>
                  <a:pt x="4672987" y="2125708"/>
                  <a:pt x="4517957" y="2218164"/>
                  <a:pt x="4390257" y="2240639"/>
                </a:cubicBezTo>
                <a:cubicBezTo>
                  <a:pt x="4359276" y="2246027"/>
                  <a:pt x="4327746" y="2247573"/>
                  <a:pt x="4296396" y="2245236"/>
                </a:cubicBezTo>
                <a:cubicBezTo>
                  <a:pt x="4212177" y="2239107"/>
                  <a:pt x="4144686" y="2207021"/>
                  <a:pt x="4089551" y="2164002"/>
                </a:cubicBezTo>
                <a:lnTo>
                  <a:pt x="4040853" y="2117363"/>
                </a:lnTo>
                <a:lnTo>
                  <a:pt x="4134249" y="2186357"/>
                </a:lnTo>
                <a:cubicBezTo>
                  <a:pt x="4170458" y="2205753"/>
                  <a:pt x="4211059" y="2220047"/>
                  <a:pt x="4256680" y="2226720"/>
                </a:cubicBezTo>
                <a:cubicBezTo>
                  <a:pt x="4290088" y="2231674"/>
                  <a:pt x="4324004" y="2232237"/>
                  <a:pt x="4357565" y="2228380"/>
                </a:cubicBezTo>
                <a:cubicBezTo>
                  <a:pt x="4542348" y="2206415"/>
                  <a:pt x="4724961" y="2059687"/>
                  <a:pt x="4817290" y="1974126"/>
                </a:cubicBezTo>
                <a:cubicBezTo>
                  <a:pt x="4856620" y="1938242"/>
                  <a:pt x="4895059" y="1900826"/>
                  <a:pt x="4932221" y="1864686"/>
                </a:cubicBezTo>
                <a:cubicBezTo>
                  <a:pt x="5066817" y="1733664"/>
                  <a:pt x="5194008" y="1609922"/>
                  <a:pt x="5349803" y="1538282"/>
                </a:cubicBezTo>
                <a:cubicBezTo>
                  <a:pt x="5432426" y="1500355"/>
                  <a:pt x="5537206" y="1475453"/>
                  <a:pt x="5642767" y="1482923"/>
                </a:cubicBezTo>
                <a:close/>
                <a:moveTo>
                  <a:pt x="7676284" y="1482607"/>
                </a:moveTo>
                <a:cubicBezTo>
                  <a:pt x="7736168" y="1479212"/>
                  <a:pt x="7798924" y="1491064"/>
                  <a:pt x="7866926" y="1505718"/>
                </a:cubicBezTo>
                <a:cubicBezTo>
                  <a:pt x="7922220" y="1517595"/>
                  <a:pt x="7977642" y="1529854"/>
                  <a:pt x="8032937" y="1541985"/>
                </a:cubicBezTo>
                <a:lnTo>
                  <a:pt x="8176473" y="1573911"/>
                </a:lnTo>
                <a:cubicBezTo>
                  <a:pt x="8281955" y="1597408"/>
                  <a:pt x="8389225" y="1621512"/>
                  <a:pt x="8497451" y="1644737"/>
                </a:cubicBezTo>
                <a:lnTo>
                  <a:pt x="8703048" y="1685992"/>
                </a:lnTo>
                <a:lnTo>
                  <a:pt x="7834233" y="1533812"/>
                </a:lnTo>
                <a:cubicBezTo>
                  <a:pt x="7753909" y="1519764"/>
                  <a:pt x="7663368" y="1503929"/>
                  <a:pt x="7578830" y="1530109"/>
                </a:cubicBezTo>
                <a:cubicBezTo>
                  <a:pt x="7543074" y="1541187"/>
                  <a:pt x="7511648" y="1558053"/>
                  <a:pt x="7484035" y="1579359"/>
                </a:cubicBezTo>
                <a:lnTo>
                  <a:pt x="7420706" y="1646189"/>
                </a:lnTo>
                <a:lnTo>
                  <a:pt x="7422677" y="1642301"/>
                </a:lnTo>
                <a:cubicBezTo>
                  <a:pt x="7473103" y="1562346"/>
                  <a:pt x="7538254" y="1511752"/>
                  <a:pt x="7617269" y="1491544"/>
                </a:cubicBezTo>
                <a:cubicBezTo>
                  <a:pt x="7636680" y="1486563"/>
                  <a:pt x="7656322" y="1483738"/>
                  <a:pt x="7676284" y="1482607"/>
                </a:cubicBezTo>
                <a:close/>
                <a:moveTo>
                  <a:pt x="3733863" y="1460330"/>
                </a:moveTo>
                <a:lnTo>
                  <a:pt x="3740308" y="1479730"/>
                </a:lnTo>
                <a:lnTo>
                  <a:pt x="3745888" y="1506057"/>
                </a:lnTo>
                <a:lnTo>
                  <a:pt x="3738225" y="1486873"/>
                </a:lnTo>
                <a:close/>
                <a:moveTo>
                  <a:pt x="3164848" y="1457595"/>
                </a:moveTo>
                <a:cubicBezTo>
                  <a:pt x="3218758" y="1459858"/>
                  <a:pt x="3283694" y="1474367"/>
                  <a:pt x="3365581" y="1523212"/>
                </a:cubicBezTo>
                <a:cubicBezTo>
                  <a:pt x="3495453" y="1600473"/>
                  <a:pt x="3630305" y="1785384"/>
                  <a:pt x="3732466" y="1938626"/>
                </a:cubicBezTo>
                <a:cubicBezTo>
                  <a:pt x="3761455" y="1981788"/>
                  <a:pt x="3787379" y="2017672"/>
                  <a:pt x="3811641" y="2048320"/>
                </a:cubicBezTo>
                <a:cubicBezTo>
                  <a:pt x="3890689" y="2148567"/>
                  <a:pt x="3967309" y="2219569"/>
                  <a:pt x="4054274" y="2275374"/>
                </a:cubicBezTo>
                <a:cubicBezTo>
                  <a:pt x="4141239" y="2331179"/>
                  <a:pt x="4251317" y="2384303"/>
                  <a:pt x="4408645" y="2355187"/>
                </a:cubicBezTo>
                <a:cubicBezTo>
                  <a:pt x="4438029" y="2349951"/>
                  <a:pt x="4466839" y="2341957"/>
                  <a:pt x="4494716" y="2331306"/>
                </a:cubicBezTo>
                <a:cubicBezTo>
                  <a:pt x="4607987" y="2287250"/>
                  <a:pt x="4741690" y="2189559"/>
                  <a:pt x="4892378" y="2041042"/>
                </a:cubicBezTo>
                <a:lnTo>
                  <a:pt x="4911534" y="2022269"/>
                </a:lnTo>
                <a:cubicBezTo>
                  <a:pt x="5071926" y="1863920"/>
                  <a:pt x="5223380" y="1714254"/>
                  <a:pt x="5414932" y="1655894"/>
                </a:cubicBezTo>
                <a:cubicBezTo>
                  <a:pt x="5615934" y="1594343"/>
                  <a:pt x="5825492" y="1649127"/>
                  <a:pt x="5960728" y="1798665"/>
                </a:cubicBezTo>
                <a:cubicBezTo>
                  <a:pt x="5997889" y="1840512"/>
                  <a:pt x="6029597" y="1886894"/>
                  <a:pt x="6055099" y="1936710"/>
                </a:cubicBezTo>
                <a:lnTo>
                  <a:pt x="6068840" y="1968990"/>
                </a:lnTo>
                <a:lnTo>
                  <a:pt x="5975668" y="1833911"/>
                </a:lnTo>
                <a:cubicBezTo>
                  <a:pt x="5839207" y="1679201"/>
                  <a:pt x="5626188" y="1616308"/>
                  <a:pt x="5427574" y="1672113"/>
                </a:cubicBezTo>
                <a:cubicBezTo>
                  <a:pt x="5222231" y="1726642"/>
                  <a:pt x="5059156" y="1890099"/>
                  <a:pt x="4901445" y="2048194"/>
                </a:cubicBezTo>
                <a:cubicBezTo>
                  <a:pt x="4752673" y="2197859"/>
                  <a:pt x="4628291" y="2294784"/>
                  <a:pt x="4522811" y="2344589"/>
                </a:cubicBezTo>
                <a:cubicBezTo>
                  <a:pt x="4496963" y="2356707"/>
                  <a:pt x="4470133" y="2366616"/>
                  <a:pt x="4442614" y="2374215"/>
                </a:cubicBezTo>
                <a:cubicBezTo>
                  <a:pt x="4290650" y="2417250"/>
                  <a:pt x="4177506" y="2382005"/>
                  <a:pt x="4096032" y="2346376"/>
                </a:cubicBezTo>
                <a:cubicBezTo>
                  <a:pt x="4000512" y="2305129"/>
                  <a:pt x="3921466" y="2245874"/>
                  <a:pt x="3839608" y="2154824"/>
                </a:cubicBezTo>
                <a:cubicBezTo>
                  <a:pt x="3810480" y="2121827"/>
                  <a:pt x="3783062" y="2087347"/>
                  <a:pt x="3757497" y="2051514"/>
                </a:cubicBezTo>
                <a:lnTo>
                  <a:pt x="3747152" y="2037084"/>
                </a:lnTo>
                <a:cubicBezTo>
                  <a:pt x="3638990" y="1886907"/>
                  <a:pt x="3516524" y="1716553"/>
                  <a:pt x="3398018" y="1631504"/>
                </a:cubicBezTo>
                <a:cubicBezTo>
                  <a:pt x="3292025" y="1555394"/>
                  <a:pt x="3215279" y="1534451"/>
                  <a:pt x="3154366" y="1523979"/>
                </a:cubicBezTo>
                <a:cubicBezTo>
                  <a:pt x="3121317" y="1518885"/>
                  <a:pt x="3087935" y="1516241"/>
                  <a:pt x="3054503" y="1516062"/>
                </a:cubicBezTo>
                <a:cubicBezTo>
                  <a:pt x="3026536" y="1515423"/>
                  <a:pt x="2994484" y="1516062"/>
                  <a:pt x="2957321" y="1516062"/>
                </a:cubicBezTo>
                <a:lnTo>
                  <a:pt x="2913010" y="1516062"/>
                </a:lnTo>
                <a:cubicBezTo>
                  <a:pt x="2827066" y="1516638"/>
                  <a:pt x="2750668" y="1514370"/>
                  <a:pt x="2682987" y="1509151"/>
                </a:cubicBezTo>
                <a:lnTo>
                  <a:pt x="2625432" y="1501174"/>
                </a:lnTo>
                <a:lnTo>
                  <a:pt x="2702877" y="1505207"/>
                </a:lnTo>
                <a:cubicBezTo>
                  <a:pt x="2779784" y="1505463"/>
                  <a:pt x="2843158" y="1499269"/>
                  <a:pt x="2870997" y="1496012"/>
                </a:cubicBezTo>
                <a:cubicBezTo>
                  <a:pt x="2926674" y="1489499"/>
                  <a:pt x="2971114" y="1481454"/>
                  <a:pt x="3010189" y="1474431"/>
                </a:cubicBezTo>
                <a:lnTo>
                  <a:pt x="3026536" y="1471366"/>
                </a:lnTo>
                <a:cubicBezTo>
                  <a:pt x="3055574" y="1465556"/>
                  <a:pt x="3084909" y="1461291"/>
                  <a:pt x="3114395" y="1458596"/>
                </a:cubicBezTo>
                <a:cubicBezTo>
                  <a:pt x="3130133" y="1457447"/>
                  <a:pt x="3146877" y="1456840"/>
                  <a:pt x="3164848" y="1457595"/>
                </a:cubicBezTo>
                <a:close/>
                <a:moveTo>
                  <a:pt x="3711789" y="1456683"/>
                </a:moveTo>
                <a:lnTo>
                  <a:pt x="3718675" y="1472643"/>
                </a:lnTo>
                <a:lnTo>
                  <a:pt x="3726047" y="1491091"/>
                </a:lnTo>
                <a:lnTo>
                  <a:pt x="3731828" y="1526279"/>
                </a:lnTo>
                <a:lnTo>
                  <a:pt x="3744925" y="1575953"/>
                </a:lnTo>
                <a:lnTo>
                  <a:pt x="3731201" y="1547991"/>
                </a:lnTo>
                <a:lnTo>
                  <a:pt x="3721800" y="1509636"/>
                </a:lnTo>
                <a:close/>
                <a:moveTo>
                  <a:pt x="5632454" y="1442410"/>
                </a:moveTo>
                <a:cubicBezTo>
                  <a:pt x="5740058" y="1446943"/>
                  <a:pt x="5848414" y="1485031"/>
                  <a:pt x="5935697" y="1577358"/>
                </a:cubicBezTo>
                <a:cubicBezTo>
                  <a:pt x="5976421" y="1621530"/>
                  <a:pt x="6009750" y="1671984"/>
                  <a:pt x="6034410" y="1726769"/>
                </a:cubicBezTo>
                <a:lnTo>
                  <a:pt x="6047459" y="1760197"/>
                </a:lnTo>
                <a:lnTo>
                  <a:pt x="5949361" y="1612987"/>
                </a:lnTo>
                <a:cubicBezTo>
                  <a:pt x="5804165" y="1457958"/>
                  <a:pt x="5566257" y="1424245"/>
                  <a:pt x="5343290" y="1526406"/>
                </a:cubicBezTo>
                <a:cubicBezTo>
                  <a:pt x="5185324" y="1598940"/>
                  <a:pt x="5057366" y="1723577"/>
                  <a:pt x="4921876" y="1855492"/>
                </a:cubicBezTo>
                <a:cubicBezTo>
                  <a:pt x="4884460" y="1891503"/>
                  <a:pt x="4846150" y="1928920"/>
                  <a:pt x="4807839" y="1964677"/>
                </a:cubicBezTo>
                <a:cubicBezTo>
                  <a:pt x="4649873" y="2110384"/>
                  <a:pt x="4489862" y="2199519"/>
                  <a:pt x="4356160" y="2215355"/>
                </a:cubicBezTo>
                <a:cubicBezTo>
                  <a:pt x="4323799" y="2219058"/>
                  <a:pt x="4291083" y="2218547"/>
                  <a:pt x="4258850" y="2213821"/>
                </a:cubicBezTo>
                <a:cubicBezTo>
                  <a:pt x="4214410" y="2207245"/>
                  <a:pt x="4174816" y="2193237"/>
                  <a:pt x="4139483" y="2174256"/>
                </a:cubicBezTo>
                <a:lnTo>
                  <a:pt x="4084426" y="2133513"/>
                </a:lnTo>
                <a:lnTo>
                  <a:pt x="4142662" y="2168346"/>
                </a:lnTo>
                <a:cubicBezTo>
                  <a:pt x="4167525" y="2179785"/>
                  <a:pt x="4193428" y="2188418"/>
                  <a:pt x="4220413" y="2194283"/>
                </a:cubicBezTo>
                <a:cubicBezTo>
                  <a:pt x="4254739" y="2201779"/>
                  <a:pt x="4289933" y="2204525"/>
                  <a:pt x="4325000" y="2202456"/>
                </a:cubicBezTo>
                <a:cubicBezTo>
                  <a:pt x="4517191" y="2190324"/>
                  <a:pt x="4704783" y="2043596"/>
                  <a:pt x="4799410" y="1957270"/>
                </a:cubicBezTo>
                <a:cubicBezTo>
                  <a:pt x="4845255" y="1915256"/>
                  <a:pt x="4890844" y="1870816"/>
                  <a:pt x="4934646" y="1828036"/>
                </a:cubicBezTo>
                <a:cubicBezTo>
                  <a:pt x="5063496" y="1701739"/>
                  <a:pt x="5185324" y="1582466"/>
                  <a:pt x="5333712" y="1508782"/>
                </a:cubicBezTo>
                <a:cubicBezTo>
                  <a:pt x="5417995" y="1466896"/>
                  <a:pt x="5524850" y="1437877"/>
                  <a:pt x="5632454" y="1442410"/>
                </a:cubicBezTo>
                <a:close/>
                <a:moveTo>
                  <a:pt x="7323413" y="1438157"/>
                </a:moveTo>
                <a:lnTo>
                  <a:pt x="7289187" y="1575861"/>
                </a:lnTo>
                <a:lnTo>
                  <a:pt x="7295971" y="1540836"/>
                </a:lnTo>
                <a:close/>
                <a:moveTo>
                  <a:pt x="7710753" y="1433615"/>
                </a:moveTo>
                <a:cubicBezTo>
                  <a:pt x="7772259" y="1432969"/>
                  <a:pt x="7835830" y="1447550"/>
                  <a:pt x="7900766" y="1464215"/>
                </a:cubicBezTo>
                <a:cubicBezTo>
                  <a:pt x="7950442" y="1476730"/>
                  <a:pt x="8002927" y="1490522"/>
                  <a:pt x="8066778" y="1507633"/>
                </a:cubicBezTo>
                <a:cubicBezTo>
                  <a:pt x="8114410" y="1520404"/>
                  <a:pt x="8161788" y="1533812"/>
                  <a:pt x="8209292" y="1546582"/>
                </a:cubicBezTo>
                <a:cubicBezTo>
                  <a:pt x="8314327" y="1575379"/>
                  <a:pt x="8421149" y="1604751"/>
                  <a:pt x="8529440" y="1632206"/>
                </a:cubicBezTo>
                <a:lnTo>
                  <a:pt x="8761705" y="1684546"/>
                </a:lnTo>
                <a:lnTo>
                  <a:pt x="8500627" y="1632334"/>
                </a:lnTo>
                <a:cubicBezTo>
                  <a:pt x="8392385" y="1609221"/>
                  <a:pt x="8285083" y="1585148"/>
                  <a:pt x="8179666" y="1561268"/>
                </a:cubicBezTo>
                <a:lnTo>
                  <a:pt x="8035235" y="1528833"/>
                </a:lnTo>
                <a:cubicBezTo>
                  <a:pt x="7980452" y="1516701"/>
                  <a:pt x="7924901" y="1504441"/>
                  <a:pt x="7869224" y="1492565"/>
                </a:cubicBezTo>
                <a:cubicBezTo>
                  <a:pt x="7777279" y="1472644"/>
                  <a:pt x="7694274" y="1457831"/>
                  <a:pt x="7613821" y="1478518"/>
                </a:cubicBezTo>
                <a:cubicBezTo>
                  <a:pt x="7558974" y="1492565"/>
                  <a:pt x="7510608" y="1520500"/>
                  <a:pt x="7468992" y="1562003"/>
                </a:cubicBezTo>
                <a:lnTo>
                  <a:pt x="7425515" y="1616908"/>
                </a:lnTo>
                <a:lnTo>
                  <a:pt x="7447736" y="1578783"/>
                </a:lnTo>
                <a:cubicBezTo>
                  <a:pt x="7502035" y="1502940"/>
                  <a:pt x="7569605" y="1456297"/>
                  <a:pt x="7649961" y="1439824"/>
                </a:cubicBezTo>
                <a:cubicBezTo>
                  <a:pt x="7669979" y="1435737"/>
                  <a:pt x="7690251" y="1433829"/>
                  <a:pt x="7710753" y="1433615"/>
                </a:cubicBezTo>
                <a:close/>
                <a:moveTo>
                  <a:pt x="7340533" y="1426304"/>
                </a:moveTo>
                <a:lnTo>
                  <a:pt x="7284352" y="1669431"/>
                </a:lnTo>
                <a:cubicBezTo>
                  <a:pt x="7281158" y="1687310"/>
                  <a:pt x="7277966" y="1705188"/>
                  <a:pt x="7274901" y="1723065"/>
                </a:cubicBezTo>
                <a:cubicBezTo>
                  <a:pt x="7239145" y="1928154"/>
                  <a:pt x="7202111" y="2140265"/>
                  <a:pt x="7100716" y="2307555"/>
                </a:cubicBezTo>
                <a:cubicBezTo>
                  <a:pt x="7075022" y="2349517"/>
                  <a:pt x="7045064" y="2388708"/>
                  <a:pt x="7011326" y="2424529"/>
                </a:cubicBezTo>
                <a:cubicBezTo>
                  <a:pt x="6860000" y="2585943"/>
                  <a:pt x="6616346" y="2636002"/>
                  <a:pt x="6444715" y="2540993"/>
                </a:cubicBezTo>
                <a:cubicBezTo>
                  <a:pt x="6414590" y="2524340"/>
                  <a:pt x="6386726" y="2503857"/>
                  <a:pt x="6361837" y="2480078"/>
                </a:cubicBezTo>
                <a:lnTo>
                  <a:pt x="6347531" y="2462668"/>
                </a:lnTo>
                <a:lnTo>
                  <a:pt x="6432710" y="2524009"/>
                </a:lnTo>
                <a:cubicBezTo>
                  <a:pt x="6491312" y="2554542"/>
                  <a:pt x="6556529" y="2570159"/>
                  <a:pt x="6622603" y="2569470"/>
                </a:cubicBezTo>
                <a:cubicBezTo>
                  <a:pt x="6765117" y="2569470"/>
                  <a:pt x="6916060" y="2502938"/>
                  <a:pt x="7020775" y="2381749"/>
                </a:cubicBezTo>
                <a:cubicBezTo>
                  <a:pt x="7054629" y="2343542"/>
                  <a:pt x="7084576" y="2302038"/>
                  <a:pt x="7110166" y="2257879"/>
                </a:cubicBezTo>
                <a:cubicBezTo>
                  <a:pt x="7207346" y="2089441"/>
                  <a:pt x="7245274" y="1881670"/>
                  <a:pt x="7282180" y="1680796"/>
                </a:cubicBezTo>
                <a:cubicBezTo>
                  <a:pt x="7286777" y="1655894"/>
                  <a:pt x="7291502" y="1630354"/>
                  <a:pt x="7296227" y="1604814"/>
                </a:cubicBezTo>
                <a:close/>
                <a:moveTo>
                  <a:pt x="5631034" y="1404293"/>
                </a:moveTo>
                <a:cubicBezTo>
                  <a:pt x="5740379" y="1408347"/>
                  <a:pt x="5847329" y="1446657"/>
                  <a:pt x="5930334" y="1533941"/>
                </a:cubicBezTo>
                <a:cubicBezTo>
                  <a:pt x="5971772" y="1578661"/>
                  <a:pt x="6005486" y="1629984"/>
                  <a:pt x="6030069" y="1685777"/>
                </a:cubicBezTo>
                <a:lnTo>
                  <a:pt x="6040639" y="1713811"/>
                </a:lnTo>
                <a:lnTo>
                  <a:pt x="5945402" y="1569696"/>
                </a:lnTo>
                <a:cubicBezTo>
                  <a:pt x="5765853" y="1379676"/>
                  <a:pt x="5500491" y="1412368"/>
                  <a:pt x="5327711" y="1498183"/>
                </a:cubicBezTo>
                <a:cubicBezTo>
                  <a:pt x="5177406" y="1573017"/>
                  <a:pt x="5054940" y="1692927"/>
                  <a:pt x="4925197" y="1819863"/>
                </a:cubicBezTo>
                <a:cubicBezTo>
                  <a:pt x="4881522" y="1862771"/>
                  <a:pt x="4836317" y="1906955"/>
                  <a:pt x="4790471" y="1948841"/>
                </a:cubicBezTo>
                <a:cubicBezTo>
                  <a:pt x="4696994" y="2034018"/>
                  <a:pt x="4512210" y="2178703"/>
                  <a:pt x="4324107" y="2190580"/>
                </a:cubicBezTo>
                <a:cubicBezTo>
                  <a:pt x="4290317" y="2192547"/>
                  <a:pt x="4256424" y="2189878"/>
                  <a:pt x="4223351" y="2182662"/>
                </a:cubicBezTo>
                <a:cubicBezTo>
                  <a:pt x="4188456" y="2175064"/>
                  <a:pt x="4155405" y="2162653"/>
                  <a:pt x="4124098" y="2145330"/>
                </a:cubicBezTo>
                <a:lnTo>
                  <a:pt x="4092820" y="2121794"/>
                </a:lnTo>
                <a:lnTo>
                  <a:pt x="4182740" y="2162997"/>
                </a:lnTo>
                <a:cubicBezTo>
                  <a:pt x="4217910" y="2172996"/>
                  <a:pt x="4254343" y="2177900"/>
                  <a:pt x="4290904" y="2177555"/>
                </a:cubicBezTo>
                <a:cubicBezTo>
                  <a:pt x="4490884" y="2175256"/>
                  <a:pt x="4683586" y="2028528"/>
                  <a:pt x="4780766" y="1941307"/>
                </a:cubicBezTo>
                <a:cubicBezTo>
                  <a:pt x="4833506" y="1893548"/>
                  <a:pt x="4885609" y="1842467"/>
                  <a:pt x="4935667" y="1793046"/>
                </a:cubicBezTo>
                <a:cubicBezTo>
                  <a:pt x="5059155" y="1671091"/>
                  <a:pt x="5175746" y="1555905"/>
                  <a:pt x="5317366" y="1480179"/>
                </a:cubicBezTo>
                <a:cubicBezTo>
                  <a:pt x="5409951" y="1430439"/>
                  <a:pt x="5521690" y="1400237"/>
                  <a:pt x="5631034" y="1404293"/>
                </a:cubicBezTo>
                <a:close/>
                <a:moveTo>
                  <a:pt x="7747045" y="1384856"/>
                </a:moveTo>
                <a:cubicBezTo>
                  <a:pt x="7810233" y="1387059"/>
                  <a:pt x="7874715" y="1404419"/>
                  <a:pt x="7936394" y="1422712"/>
                </a:cubicBezTo>
                <a:cubicBezTo>
                  <a:pt x="7986324" y="1438037"/>
                  <a:pt x="8038810" y="1454126"/>
                  <a:pt x="8101255" y="1473793"/>
                </a:cubicBezTo>
                <a:cubicBezTo>
                  <a:pt x="8147995" y="1488771"/>
                  <a:pt x="8194822" y="1503930"/>
                  <a:pt x="8241727" y="1519255"/>
                </a:cubicBezTo>
                <a:cubicBezTo>
                  <a:pt x="8346314" y="1553479"/>
                  <a:pt x="8452690" y="1588118"/>
                  <a:pt x="8561060" y="1619803"/>
                </a:cubicBezTo>
                <a:lnTo>
                  <a:pt x="8811595" y="1682440"/>
                </a:lnTo>
                <a:lnTo>
                  <a:pt x="8532600" y="1619548"/>
                </a:lnTo>
                <a:cubicBezTo>
                  <a:pt x="8424470" y="1592140"/>
                  <a:pt x="8317775" y="1562800"/>
                  <a:pt x="8212868" y="1533939"/>
                </a:cubicBezTo>
                <a:lnTo>
                  <a:pt x="8070354" y="1494991"/>
                </a:lnTo>
                <a:cubicBezTo>
                  <a:pt x="8006503" y="1477879"/>
                  <a:pt x="7953634" y="1464342"/>
                  <a:pt x="7904342" y="1451572"/>
                </a:cubicBezTo>
                <a:cubicBezTo>
                  <a:pt x="7816229" y="1428969"/>
                  <a:pt x="7730285" y="1410070"/>
                  <a:pt x="7647534" y="1427054"/>
                </a:cubicBezTo>
                <a:cubicBezTo>
                  <a:pt x="7563826" y="1444198"/>
                  <a:pt x="7493408" y="1492374"/>
                  <a:pt x="7437246" y="1570664"/>
                </a:cubicBezTo>
                <a:lnTo>
                  <a:pt x="7412839" y="1612615"/>
                </a:lnTo>
                <a:lnTo>
                  <a:pt x="7419970" y="1596258"/>
                </a:lnTo>
                <a:cubicBezTo>
                  <a:pt x="7486118" y="1475325"/>
                  <a:pt x="7574998" y="1404705"/>
                  <a:pt x="7684440" y="1388232"/>
                </a:cubicBezTo>
                <a:cubicBezTo>
                  <a:pt x="7705063" y="1385072"/>
                  <a:pt x="7725982" y="1384122"/>
                  <a:pt x="7747045" y="1384856"/>
                </a:cubicBezTo>
                <a:close/>
                <a:moveTo>
                  <a:pt x="5620834" y="1363665"/>
                </a:moveTo>
                <a:cubicBezTo>
                  <a:pt x="5732142" y="1364735"/>
                  <a:pt x="5841071" y="1401450"/>
                  <a:pt x="5925864" y="1489755"/>
                </a:cubicBezTo>
                <a:cubicBezTo>
                  <a:pt x="5967866" y="1535000"/>
                  <a:pt x="6001694" y="1587204"/>
                  <a:pt x="6025855" y="1644018"/>
                </a:cubicBezTo>
                <a:lnTo>
                  <a:pt x="6032821" y="1663141"/>
                </a:lnTo>
                <a:lnTo>
                  <a:pt x="5997671" y="1598403"/>
                </a:lnTo>
                <a:cubicBezTo>
                  <a:pt x="5980585" y="1572408"/>
                  <a:pt x="5961314" y="1547848"/>
                  <a:pt x="5940038" y="1525001"/>
                </a:cubicBezTo>
                <a:cubicBezTo>
                  <a:pt x="5768791" y="1345197"/>
                  <a:pt x="5500618" y="1367162"/>
                  <a:pt x="5310855" y="1468558"/>
                </a:cubicBezTo>
                <a:cubicBezTo>
                  <a:pt x="5167573" y="1545178"/>
                  <a:pt x="5044725" y="1666112"/>
                  <a:pt x="4925962" y="1783468"/>
                </a:cubicBezTo>
                <a:cubicBezTo>
                  <a:pt x="4876031" y="1832762"/>
                  <a:pt x="4824312" y="1883842"/>
                  <a:pt x="4771445" y="1931347"/>
                </a:cubicBezTo>
                <a:cubicBezTo>
                  <a:pt x="4675795" y="2017290"/>
                  <a:pt x="4486159" y="2161848"/>
                  <a:pt x="4290520" y="2164018"/>
                </a:cubicBezTo>
                <a:cubicBezTo>
                  <a:pt x="4255250" y="2164402"/>
                  <a:pt x="4220106" y="2159664"/>
                  <a:pt x="4186189" y="2149972"/>
                </a:cubicBezTo>
                <a:cubicBezTo>
                  <a:pt x="4149730" y="2139628"/>
                  <a:pt x="4115538" y="2124120"/>
                  <a:pt x="4083511" y="2103338"/>
                </a:cubicBezTo>
                <a:lnTo>
                  <a:pt x="4068413" y="2090162"/>
                </a:lnTo>
                <a:lnTo>
                  <a:pt x="4145835" y="2131327"/>
                </a:lnTo>
                <a:cubicBezTo>
                  <a:pt x="4181810" y="2143764"/>
                  <a:pt x="4219418" y="2150814"/>
                  <a:pt x="4257447" y="2152270"/>
                </a:cubicBezTo>
                <a:cubicBezTo>
                  <a:pt x="4464579" y="2160187"/>
                  <a:pt x="4662771" y="2013331"/>
                  <a:pt x="4762633" y="1925216"/>
                </a:cubicBezTo>
                <a:cubicBezTo>
                  <a:pt x="4821887" y="1872476"/>
                  <a:pt x="4879097" y="1815266"/>
                  <a:pt x="4934520" y="1759971"/>
                </a:cubicBezTo>
                <a:cubicBezTo>
                  <a:pt x="5048173" y="1646444"/>
                  <a:pt x="5165786" y="1529087"/>
                  <a:pt x="5301533" y="1451445"/>
                </a:cubicBezTo>
                <a:cubicBezTo>
                  <a:pt x="5395840" y="1397172"/>
                  <a:pt x="5509527" y="1362597"/>
                  <a:pt x="5620834" y="1363665"/>
                </a:cubicBezTo>
                <a:close/>
                <a:moveTo>
                  <a:pt x="3187440" y="1363443"/>
                </a:moveTo>
                <a:cubicBezTo>
                  <a:pt x="3231242" y="1364703"/>
                  <a:pt x="3281873" y="1375399"/>
                  <a:pt x="3340168" y="1403813"/>
                </a:cubicBezTo>
                <a:cubicBezTo>
                  <a:pt x="3451140" y="1457829"/>
                  <a:pt x="3581651" y="1600727"/>
                  <a:pt x="3717398" y="1817820"/>
                </a:cubicBezTo>
                <a:cubicBezTo>
                  <a:pt x="3747407" y="1865835"/>
                  <a:pt x="3770649" y="1901210"/>
                  <a:pt x="3792741" y="1932751"/>
                </a:cubicBezTo>
                <a:cubicBezTo>
                  <a:pt x="3857077" y="2027901"/>
                  <a:pt x="3932817" y="2114840"/>
                  <a:pt x="4018262" y="2191602"/>
                </a:cubicBezTo>
                <a:cubicBezTo>
                  <a:pt x="4102289" y="2264774"/>
                  <a:pt x="4210069" y="2337819"/>
                  <a:pt x="4371100" y="2322751"/>
                </a:cubicBezTo>
                <a:cubicBezTo>
                  <a:pt x="4401429" y="2320031"/>
                  <a:pt x="4431401" y="2314131"/>
                  <a:pt x="4460491" y="2305128"/>
                </a:cubicBezTo>
                <a:cubicBezTo>
                  <a:pt x="4610541" y="2258645"/>
                  <a:pt x="4767996" y="2126346"/>
                  <a:pt x="4873605" y="2024185"/>
                </a:cubicBezTo>
                <a:lnTo>
                  <a:pt x="4918429" y="1980639"/>
                </a:lnTo>
                <a:cubicBezTo>
                  <a:pt x="5071925" y="1830590"/>
                  <a:pt x="5217123" y="1688715"/>
                  <a:pt x="5398458" y="1626268"/>
                </a:cubicBezTo>
                <a:cubicBezTo>
                  <a:pt x="5605207" y="1554755"/>
                  <a:pt x="5818595" y="1603921"/>
                  <a:pt x="5955491" y="1753969"/>
                </a:cubicBezTo>
                <a:cubicBezTo>
                  <a:pt x="5993406" y="1796340"/>
                  <a:pt x="6025485" y="1843577"/>
                  <a:pt x="6050884" y="1894440"/>
                </a:cubicBezTo>
                <a:lnTo>
                  <a:pt x="6062310" y="1922438"/>
                </a:lnTo>
                <a:lnTo>
                  <a:pt x="5970815" y="1788960"/>
                </a:lnTo>
                <a:cubicBezTo>
                  <a:pt x="5832516" y="1635462"/>
                  <a:pt x="5617594" y="1579146"/>
                  <a:pt x="5411101" y="1642230"/>
                </a:cubicBezTo>
                <a:cubicBezTo>
                  <a:pt x="5216612" y="1702250"/>
                  <a:pt x="5063881" y="1852938"/>
                  <a:pt x="4902211" y="2012564"/>
                </a:cubicBezTo>
                <a:lnTo>
                  <a:pt x="4883056" y="2031336"/>
                </a:lnTo>
                <a:cubicBezTo>
                  <a:pt x="4733773" y="2178065"/>
                  <a:pt x="4601475" y="2275246"/>
                  <a:pt x="4489991" y="2318536"/>
                </a:cubicBezTo>
                <a:cubicBezTo>
                  <a:pt x="4462906" y="2328944"/>
                  <a:pt x="4434902" y="2336772"/>
                  <a:pt x="4406347" y="2341906"/>
                </a:cubicBezTo>
                <a:cubicBezTo>
                  <a:pt x="4253106" y="2370000"/>
                  <a:pt x="4146347" y="2318281"/>
                  <a:pt x="4061554" y="2264009"/>
                </a:cubicBezTo>
                <a:cubicBezTo>
                  <a:pt x="3974333" y="2207948"/>
                  <a:pt x="3900267" y="2138860"/>
                  <a:pt x="3821730" y="2039765"/>
                </a:cubicBezTo>
                <a:cubicBezTo>
                  <a:pt x="3797595" y="2009372"/>
                  <a:pt x="3771927" y="1973871"/>
                  <a:pt x="3743066" y="1930962"/>
                </a:cubicBezTo>
                <a:cubicBezTo>
                  <a:pt x="3640139" y="1776955"/>
                  <a:pt x="3504136" y="1590128"/>
                  <a:pt x="3371967" y="1511464"/>
                </a:cubicBezTo>
                <a:cubicBezTo>
                  <a:pt x="3259592" y="1445059"/>
                  <a:pt x="3177989" y="1440335"/>
                  <a:pt x="3112990" y="1445059"/>
                </a:cubicBezTo>
                <a:cubicBezTo>
                  <a:pt x="3082993" y="1447715"/>
                  <a:pt x="3053150" y="1451981"/>
                  <a:pt x="3023600" y="1457829"/>
                </a:cubicBezTo>
                <a:lnTo>
                  <a:pt x="3007382" y="1460767"/>
                </a:lnTo>
                <a:cubicBezTo>
                  <a:pt x="2968303" y="1467791"/>
                  <a:pt x="2924886" y="1475836"/>
                  <a:pt x="2868953" y="1482348"/>
                </a:cubicBezTo>
                <a:cubicBezTo>
                  <a:pt x="2827004" y="1487233"/>
                  <a:pt x="2706900" y="1498582"/>
                  <a:pt x="2581320" y="1485204"/>
                </a:cubicBezTo>
                <a:lnTo>
                  <a:pt x="2557090" y="1480778"/>
                </a:lnTo>
                <a:lnTo>
                  <a:pt x="2624996" y="1484870"/>
                </a:lnTo>
                <a:cubicBezTo>
                  <a:pt x="2699461" y="1484488"/>
                  <a:pt x="2770877" y="1475197"/>
                  <a:pt x="2827960" y="1462427"/>
                </a:cubicBezTo>
                <a:cubicBezTo>
                  <a:pt x="2877279" y="1451126"/>
                  <a:pt x="2925715" y="1436274"/>
                  <a:pt x="2972900" y="1417986"/>
                </a:cubicBezTo>
                <a:lnTo>
                  <a:pt x="3005081" y="1405216"/>
                </a:lnTo>
                <a:cubicBezTo>
                  <a:pt x="3029346" y="1395767"/>
                  <a:pt x="3052331" y="1386700"/>
                  <a:pt x="3075701" y="1379676"/>
                </a:cubicBezTo>
                <a:cubicBezTo>
                  <a:pt x="3106668" y="1370354"/>
                  <a:pt x="3143638" y="1362181"/>
                  <a:pt x="3187440" y="1363443"/>
                </a:cubicBezTo>
                <a:close/>
                <a:moveTo>
                  <a:pt x="3698032" y="1353295"/>
                </a:moveTo>
                <a:lnTo>
                  <a:pt x="3700030" y="1358478"/>
                </a:lnTo>
                <a:lnTo>
                  <a:pt x="3708391" y="1383650"/>
                </a:lnTo>
                <a:lnTo>
                  <a:pt x="3717095" y="1436618"/>
                </a:lnTo>
                <a:lnTo>
                  <a:pt x="3704782" y="1408120"/>
                </a:lnTo>
                <a:close/>
                <a:moveTo>
                  <a:pt x="7782881" y="1336260"/>
                </a:moveTo>
                <a:cubicBezTo>
                  <a:pt x="7847770" y="1341367"/>
                  <a:pt x="7913089" y="1361575"/>
                  <a:pt x="7971512" y="1381208"/>
                </a:cubicBezTo>
                <a:cubicBezTo>
                  <a:pt x="8024891" y="1399087"/>
                  <a:pt x="8080185" y="1418497"/>
                  <a:pt x="8135608" y="1438802"/>
                </a:cubicBezTo>
                <a:cubicBezTo>
                  <a:pt x="8184990" y="1457025"/>
                  <a:pt x="8234359" y="1475453"/>
                  <a:pt x="8283741" y="1494096"/>
                </a:cubicBezTo>
                <a:cubicBezTo>
                  <a:pt x="8386350" y="1532407"/>
                  <a:pt x="8490714" y="1571676"/>
                  <a:pt x="8597664" y="1607128"/>
                </a:cubicBezTo>
                <a:lnTo>
                  <a:pt x="8746425" y="1652655"/>
                </a:lnTo>
                <a:lnTo>
                  <a:pt x="8564157" y="1607065"/>
                </a:lnTo>
                <a:cubicBezTo>
                  <a:pt x="8456010" y="1575411"/>
                  <a:pt x="8349827" y="1540836"/>
                  <a:pt x="8245431" y="1506867"/>
                </a:cubicBezTo>
                <a:cubicBezTo>
                  <a:pt x="8198692" y="1491454"/>
                  <a:pt x="8151864" y="1476308"/>
                  <a:pt x="8104960" y="1461405"/>
                </a:cubicBezTo>
                <a:cubicBezTo>
                  <a:pt x="8042003" y="1441229"/>
                  <a:pt x="7989901" y="1425138"/>
                  <a:pt x="7939842" y="1410324"/>
                </a:cubicBezTo>
                <a:cubicBezTo>
                  <a:pt x="7856070" y="1385551"/>
                  <a:pt x="7767189" y="1362819"/>
                  <a:pt x="7682013" y="1375590"/>
                </a:cubicBezTo>
                <a:cubicBezTo>
                  <a:pt x="7596580" y="1388808"/>
                  <a:pt x="7523431" y="1432841"/>
                  <a:pt x="7463536" y="1506881"/>
                </a:cubicBezTo>
                <a:lnTo>
                  <a:pt x="7422320" y="1569339"/>
                </a:lnTo>
                <a:lnTo>
                  <a:pt x="7442189" y="1529215"/>
                </a:lnTo>
                <a:cubicBezTo>
                  <a:pt x="7514085" y="1411602"/>
                  <a:pt x="7604753" y="1348646"/>
                  <a:pt x="7718407" y="1336768"/>
                </a:cubicBezTo>
                <a:cubicBezTo>
                  <a:pt x="7739670" y="1334533"/>
                  <a:pt x="7761252" y="1334558"/>
                  <a:pt x="7782881" y="1336260"/>
                </a:cubicBezTo>
                <a:close/>
                <a:moveTo>
                  <a:pt x="2225520" y="1328528"/>
                </a:moveTo>
                <a:lnTo>
                  <a:pt x="2228155" y="1331883"/>
                </a:lnTo>
                <a:lnTo>
                  <a:pt x="2223541" y="1328772"/>
                </a:lnTo>
                <a:close/>
                <a:moveTo>
                  <a:pt x="5609693" y="1322835"/>
                </a:moveTo>
                <a:cubicBezTo>
                  <a:pt x="5723012" y="1321062"/>
                  <a:pt x="5833984" y="1356180"/>
                  <a:pt x="5920501" y="1445571"/>
                </a:cubicBezTo>
                <a:cubicBezTo>
                  <a:pt x="5963346" y="1491211"/>
                  <a:pt x="5997684" y="1544143"/>
                  <a:pt x="6021897" y="1601878"/>
                </a:cubicBezTo>
                <a:lnTo>
                  <a:pt x="6027375" y="1617407"/>
                </a:lnTo>
                <a:lnTo>
                  <a:pt x="5993608" y="1554506"/>
                </a:lnTo>
                <a:cubicBezTo>
                  <a:pt x="5976345" y="1528101"/>
                  <a:pt x="5956807" y="1503184"/>
                  <a:pt x="5935187" y="1480050"/>
                </a:cubicBezTo>
                <a:cubicBezTo>
                  <a:pt x="5760619" y="1298203"/>
                  <a:pt x="5487593" y="1328341"/>
                  <a:pt x="5294382" y="1438675"/>
                </a:cubicBezTo>
                <a:cubicBezTo>
                  <a:pt x="5156591" y="1517210"/>
                  <a:pt x="5038341" y="1635335"/>
                  <a:pt x="4924048" y="1749499"/>
                </a:cubicBezTo>
                <a:cubicBezTo>
                  <a:pt x="4868881" y="1804666"/>
                  <a:pt x="4811798" y="1861749"/>
                  <a:pt x="4752801" y="1914106"/>
                </a:cubicBezTo>
                <a:cubicBezTo>
                  <a:pt x="4585511" y="2061218"/>
                  <a:pt x="4404943" y="2143330"/>
                  <a:pt x="4257063" y="2137838"/>
                </a:cubicBezTo>
                <a:cubicBezTo>
                  <a:pt x="4220336" y="2136409"/>
                  <a:pt x="4184018" y="2129564"/>
                  <a:pt x="4149283" y="2117535"/>
                </a:cubicBezTo>
                <a:lnTo>
                  <a:pt x="4117924" y="2100808"/>
                </a:lnTo>
                <a:lnTo>
                  <a:pt x="4223223" y="2125964"/>
                </a:lnTo>
                <a:cubicBezTo>
                  <a:pt x="4380167" y="2138861"/>
                  <a:pt x="4569805" y="2059431"/>
                  <a:pt x="4743606" y="1907977"/>
                </a:cubicBezTo>
                <a:cubicBezTo>
                  <a:pt x="4809627" y="1850129"/>
                  <a:pt x="4872712" y="1786278"/>
                  <a:pt x="4933626" y="1724598"/>
                </a:cubicBezTo>
                <a:cubicBezTo>
                  <a:pt x="5042171" y="1614392"/>
                  <a:pt x="5155188" y="1500355"/>
                  <a:pt x="5284804" y="1421435"/>
                </a:cubicBezTo>
                <a:cubicBezTo>
                  <a:pt x="5380708" y="1363267"/>
                  <a:pt x="5496373" y="1324606"/>
                  <a:pt x="5609693" y="1322835"/>
                </a:cubicBezTo>
                <a:close/>
                <a:moveTo>
                  <a:pt x="2176220" y="1311298"/>
                </a:moveTo>
                <a:lnTo>
                  <a:pt x="2182046" y="1317885"/>
                </a:lnTo>
                <a:lnTo>
                  <a:pt x="2176753" y="1317889"/>
                </a:lnTo>
                <a:lnTo>
                  <a:pt x="2172388" y="1312003"/>
                </a:lnTo>
                <a:close/>
                <a:moveTo>
                  <a:pt x="2196907" y="1307492"/>
                </a:moveTo>
                <a:lnTo>
                  <a:pt x="2202204" y="1317129"/>
                </a:lnTo>
                <a:lnTo>
                  <a:pt x="2201842" y="1316847"/>
                </a:lnTo>
                <a:lnTo>
                  <a:pt x="2200308" y="1316847"/>
                </a:lnTo>
                <a:lnTo>
                  <a:pt x="2200044" y="1316847"/>
                </a:lnTo>
                <a:lnTo>
                  <a:pt x="2192513" y="1308300"/>
                </a:lnTo>
                <a:close/>
                <a:moveTo>
                  <a:pt x="7751993" y="1283773"/>
                </a:moveTo>
                <a:cubicBezTo>
                  <a:pt x="7835511" y="1279176"/>
                  <a:pt x="7923496" y="1307270"/>
                  <a:pt x="8006120" y="1338430"/>
                </a:cubicBezTo>
                <a:cubicBezTo>
                  <a:pt x="8059371" y="1358351"/>
                  <a:pt x="8114410" y="1380188"/>
                  <a:pt x="8169577" y="1403047"/>
                </a:cubicBezTo>
                <a:cubicBezTo>
                  <a:pt x="8218103" y="1423223"/>
                  <a:pt x="8267395" y="1444294"/>
                  <a:pt x="8314902" y="1464726"/>
                </a:cubicBezTo>
                <a:cubicBezTo>
                  <a:pt x="8468430" y="1530524"/>
                  <a:pt x="8625766" y="1597975"/>
                  <a:pt x="8791273" y="1648168"/>
                </a:cubicBezTo>
                <a:lnTo>
                  <a:pt x="8932894" y="1684953"/>
                </a:lnTo>
                <a:lnTo>
                  <a:pt x="8929781" y="1684499"/>
                </a:lnTo>
                <a:cubicBezTo>
                  <a:pt x="8705794" y="1638272"/>
                  <a:pt x="8493682" y="1558076"/>
                  <a:pt x="8289360" y="1481455"/>
                </a:cubicBezTo>
                <a:cubicBezTo>
                  <a:pt x="8239939" y="1462937"/>
                  <a:pt x="8190646" y="1444294"/>
                  <a:pt x="8141098" y="1426159"/>
                </a:cubicBezTo>
                <a:cubicBezTo>
                  <a:pt x="8085549" y="1405856"/>
                  <a:pt x="8030253" y="1386445"/>
                  <a:pt x="7976620" y="1368567"/>
                </a:cubicBezTo>
                <a:cubicBezTo>
                  <a:pt x="7897445" y="1341876"/>
                  <a:pt x="7805628" y="1314166"/>
                  <a:pt x="7717897" y="1323360"/>
                </a:cubicBezTo>
                <a:cubicBezTo>
                  <a:pt x="7601433" y="1335492"/>
                  <a:pt x="7505018" y="1402408"/>
                  <a:pt x="7431590" y="1522191"/>
                </a:cubicBezTo>
                <a:lnTo>
                  <a:pt x="7393681" y="1598739"/>
                </a:lnTo>
                <a:lnTo>
                  <a:pt x="7407606" y="1560961"/>
                </a:lnTo>
                <a:cubicBezTo>
                  <a:pt x="7423411" y="1525744"/>
                  <a:pt x="7441936" y="1491703"/>
                  <a:pt x="7463644" y="1460257"/>
                </a:cubicBezTo>
                <a:cubicBezTo>
                  <a:pt x="7541031" y="1347624"/>
                  <a:pt x="7635402" y="1290414"/>
                  <a:pt x="7751993" y="1283773"/>
                </a:cubicBezTo>
                <a:close/>
                <a:moveTo>
                  <a:pt x="5596491" y="1283486"/>
                </a:moveTo>
                <a:cubicBezTo>
                  <a:pt x="5712700" y="1278506"/>
                  <a:pt x="5827343" y="1311294"/>
                  <a:pt x="5915266" y="1401386"/>
                </a:cubicBezTo>
                <a:cubicBezTo>
                  <a:pt x="5958837" y="1447487"/>
                  <a:pt x="5993470" y="1501261"/>
                  <a:pt x="6017427" y="1559992"/>
                </a:cubicBezTo>
                <a:lnTo>
                  <a:pt x="6022201" y="1573985"/>
                </a:lnTo>
                <a:lnTo>
                  <a:pt x="5988991" y="1511437"/>
                </a:lnTo>
                <a:cubicBezTo>
                  <a:pt x="5971512" y="1484619"/>
                  <a:pt x="5951635" y="1459363"/>
                  <a:pt x="5929569" y="1435993"/>
                </a:cubicBezTo>
                <a:cubicBezTo>
                  <a:pt x="5751554" y="1251976"/>
                  <a:pt x="5473674" y="1290158"/>
                  <a:pt x="5277270" y="1409686"/>
                </a:cubicBezTo>
                <a:cubicBezTo>
                  <a:pt x="5146248" y="1489501"/>
                  <a:pt x="5033105" y="1604048"/>
                  <a:pt x="4923537" y="1714893"/>
                </a:cubicBezTo>
                <a:cubicBezTo>
                  <a:pt x="4862751" y="1776444"/>
                  <a:pt x="4799795" y="1840040"/>
                  <a:pt x="4734157" y="1897505"/>
                </a:cubicBezTo>
                <a:cubicBezTo>
                  <a:pt x="4562781" y="2046660"/>
                  <a:pt x="4376593" y="2125070"/>
                  <a:pt x="4223351" y="2112300"/>
                </a:cubicBezTo>
                <a:cubicBezTo>
                  <a:pt x="4185143" y="2109133"/>
                  <a:pt x="4147637" y="2100168"/>
                  <a:pt x="4112123" y="2085738"/>
                </a:cubicBezTo>
                <a:lnTo>
                  <a:pt x="4081258" y="2069431"/>
                </a:lnTo>
                <a:lnTo>
                  <a:pt x="4189126" y="2100168"/>
                </a:lnTo>
                <a:cubicBezTo>
                  <a:pt x="4351818" y="2120472"/>
                  <a:pt x="4546945" y="2044490"/>
                  <a:pt x="4724834" y="1891248"/>
                </a:cubicBezTo>
                <a:cubicBezTo>
                  <a:pt x="4797241" y="1828803"/>
                  <a:pt x="4865688" y="1758439"/>
                  <a:pt x="4931837" y="1690374"/>
                </a:cubicBezTo>
                <a:cubicBezTo>
                  <a:pt x="5036297" y="1582978"/>
                  <a:pt x="5144205" y="1472006"/>
                  <a:pt x="5268330" y="1392191"/>
                </a:cubicBezTo>
                <a:cubicBezTo>
                  <a:pt x="5362510" y="1331214"/>
                  <a:pt x="5480284" y="1288466"/>
                  <a:pt x="5596491" y="1283486"/>
                </a:cubicBezTo>
                <a:close/>
                <a:moveTo>
                  <a:pt x="2080509" y="1280058"/>
                </a:moveTo>
                <a:lnTo>
                  <a:pt x="2103892" y="1300233"/>
                </a:lnTo>
                <a:lnTo>
                  <a:pt x="2101581" y="1300253"/>
                </a:lnTo>
                <a:close/>
                <a:moveTo>
                  <a:pt x="3170829" y="1261184"/>
                </a:moveTo>
                <a:cubicBezTo>
                  <a:pt x="3188768" y="1259957"/>
                  <a:pt x="3207781" y="1260337"/>
                  <a:pt x="3227934" y="1262842"/>
                </a:cubicBezTo>
                <a:cubicBezTo>
                  <a:pt x="3254802" y="1266182"/>
                  <a:pt x="3283694" y="1273301"/>
                  <a:pt x="3314756" y="1285433"/>
                </a:cubicBezTo>
                <a:cubicBezTo>
                  <a:pt x="3486003" y="1352477"/>
                  <a:pt x="3642820" y="1595875"/>
                  <a:pt x="3702330" y="1698036"/>
                </a:cubicBezTo>
                <a:cubicBezTo>
                  <a:pt x="3725571" y="1738007"/>
                  <a:pt x="3749835" y="1779382"/>
                  <a:pt x="3773970" y="1818332"/>
                </a:cubicBezTo>
                <a:cubicBezTo>
                  <a:pt x="3853018" y="1945777"/>
                  <a:pt x="3917251" y="2035424"/>
                  <a:pt x="3981868" y="2108724"/>
                </a:cubicBezTo>
                <a:cubicBezTo>
                  <a:pt x="4054786" y="2191347"/>
                  <a:pt x="4160650" y="2286868"/>
                  <a:pt x="4332919" y="2291209"/>
                </a:cubicBezTo>
                <a:cubicBezTo>
                  <a:pt x="4364512" y="2291694"/>
                  <a:pt x="4396041" y="2287954"/>
                  <a:pt x="4426652" y="2280098"/>
                </a:cubicBezTo>
                <a:cubicBezTo>
                  <a:pt x="4585129" y="2241788"/>
                  <a:pt x="4747182" y="2110894"/>
                  <a:pt x="4855089" y="2007841"/>
                </a:cubicBezTo>
                <a:cubicBezTo>
                  <a:pt x="4878331" y="1985620"/>
                  <a:pt x="4901317" y="1963272"/>
                  <a:pt x="4924176" y="1941052"/>
                </a:cubicBezTo>
                <a:cubicBezTo>
                  <a:pt x="5071287" y="1798154"/>
                  <a:pt x="5210738" y="1663174"/>
                  <a:pt x="5382369" y="1597280"/>
                </a:cubicBezTo>
                <a:cubicBezTo>
                  <a:pt x="5548252" y="1533813"/>
                  <a:pt x="5784627" y="1530109"/>
                  <a:pt x="5950639" y="1710423"/>
                </a:cubicBezTo>
                <a:cubicBezTo>
                  <a:pt x="5989205" y="1753242"/>
                  <a:pt x="6021578" y="1801258"/>
                  <a:pt x="6046798" y="1853065"/>
                </a:cubicBezTo>
                <a:lnTo>
                  <a:pt x="6058531" y="1883067"/>
                </a:lnTo>
                <a:lnTo>
                  <a:pt x="5966090" y="1747074"/>
                </a:lnTo>
                <a:cubicBezTo>
                  <a:pt x="5825492" y="1592938"/>
                  <a:pt x="5606611" y="1542496"/>
                  <a:pt x="5394754" y="1615413"/>
                </a:cubicBezTo>
                <a:cubicBezTo>
                  <a:pt x="5210353" y="1679264"/>
                  <a:pt x="5064263" y="1821906"/>
                  <a:pt x="4909490" y="1972977"/>
                </a:cubicBezTo>
                <a:lnTo>
                  <a:pt x="4864795" y="2016523"/>
                </a:lnTo>
                <a:cubicBezTo>
                  <a:pt x="4760207" y="2118046"/>
                  <a:pt x="4604539" y="2248556"/>
                  <a:pt x="4457045" y="2294657"/>
                </a:cubicBezTo>
                <a:cubicBezTo>
                  <a:pt x="4428719" y="2303327"/>
                  <a:pt x="4399578" y="2309011"/>
                  <a:pt x="4370080" y="2311641"/>
                </a:cubicBezTo>
                <a:cubicBezTo>
                  <a:pt x="4213901" y="2326454"/>
                  <a:pt x="4109186" y="2255325"/>
                  <a:pt x="4027201" y="2183940"/>
                </a:cubicBezTo>
                <a:cubicBezTo>
                  <a:pt x="3942612" y="2107932"/>
                  <a:pt x="3867651" y="2021862"/>
                  <a:pt x="3803979" y="1927643"/>
                </a:cubicBezTo>
                <a:cubicBezTo>
                  <a:pt x="3782014" y="1895718"/>
                  <a:pt x="3758773" y="1860473"/>
                  <a:pt x="3728891" y="1812712"/>
                </a:cubicBezTo>
                <a:cubicBezTo>
                  <a:pt x="3589441" y="1590639"/>
                  <a:pt x="3460718" y="1449785"/>
                  <a:pt x="3345786" y="1393724"/>
                </a:cubicBezTo>
                <a:cubicBezTo>
                  <a:pt x="3224855" y="1334343"/>
                  <a:pt x="3135463" y="1348900"/>
                  <a:pt x="3071614" y="1368184"/>
                </a:cubicBezTo>
                <a:cubicBezTo>
                  <a:pt x="3047606" y="1374824"/>
                  <a:pt x="3024493" y="1384019"/>
                  <a:pt x="2999847" y="1393724"/>
                </a:cubicBezTo>
                <a:lnTo>
                  <a:pt x="2967921" y="1406494"/>
                </a:lnTo>
                <a:cubicBezTo>
                  <a:pt x="2921324" y="1424550"/>
                  <a:pt x="2873485" y="1439186"/>
                  <a:pt x="2824768" y="1450296"/>
                </a:cubicBezTo>
                <a:cubicBezTo>
                  <a:pt x="2740388" y="1469355"/>
                  <a:pt x="2624477" y="1480440"/>
                  <a:pt x="2514418" y="1465883"/>
                </a:cubicBezTo>
                <a:lnTo>
                  <a:pt x="2495725" y="1461721"/>
                </a:lnTo>
                <a:lnTo>
                  <a:pt x="2582345" y="1465301"/>
                </a:lnTo>
                <a:cubicBezTo>
                  <a:pt x="2658437" y="1462109"/>
                  <a:pt x="2730078" y="1447487"/>
                  <a:pt x="2784415" y="1429480"/>
                </a:cubicBezTo>
                <a:cubicBezTo>
                  <a:pt x="2835585" y="1412394"/>
                  <a:pt x="2884838" y="1390060"/>
                  <a:pt x="2931398" y="1362821"/>
                </a:cubicBezTo>
                <a:cubicBezTo>
                  <a:pt x="2945830" y="1354648"/>
                  <a:pt x="2959493" y="1346219"/>
                  <a:pt x="2972903" y="1338173"/>
                </a:cubicBezTo>
                <a:cubicBezTo>
                  <a:pt x="2994737" y="1325021"/>
                  <a:pt x="3015298" y="1312506"/>
                  <a:pt x="3036754" y="1301524"/>
                </a:cubicBezTo>
                <a:cubicBezTo>
                  <a:pt x="3072884" y="1282992"/>
                  <a:pt x="3117016" y="1264863"/>
                  <a:pt x="3170829" y="1261184"/>
                </a:cubicBezTo>
                <a:close/>
                <a:moveTo>
                  <a:pt x="3686682" y="1261110"/>
                </a:moveTo>
                <a:lnTo>
                  <a:pt x="3689949" y="1273076"/>
                </a:lnTo>
                <a:lnTo>
                  <a:pt x="3694539" y="1299352"/>
                </a:lnTo>
                <a:lnTo>
                  <a:pt x="3696463" y="1311061"/>
                </a:lnTo>
                <a:lnTo>
                  <a:pt x="3691121" y="1297166"/>
                </a:lnTo>
                <a:close/>
                <a:moveTo>
                  <a:pt x="2017159" y="1259770"/>
                </a:moveTo>
                <a:lnTo>
                  <a:pt x="2039973" y="1283493"/>
                </a:lnTo>
                <a:lnTo>
                  <a:pt x="2016421" y="1270109"/>
                </a:lnTo>
                <a:lnTo>
                  <a:pt x="2009980" y="1262489"/>
                </a:lnTo>
                <a:close/>
                <a:moveTo>
                  <a:pt x="2033410" y="1253614"/>
                </a:moveTo>
                <a:lnTo>
                  <a:pt x="2082149" y="1299964"/>
                </a:lnTo>
                <a:lnTo>
                  <a:pt x="2079258" y="1299118"/>
                </a:lnTo>
                <a:lnTo>
                  <a:pt x="2065073" y="1291563"/>
                </a:lnTo>
                <a:lnTo>
                  <a:pt x="2027213" y="1255961"/>
                </a:lnTo>
                <a:close/>
                <a:moveTo>
                  <a:pt x="2158679" y="1245829"/>
                </a:moveTo>
                <a:lnTo>
                  <a:pt x="2171726" y="1261695"/>
                </a:lnTo>
                <a:lnTo>
                  <a:pt x="2190552" y="1295936"/>
                </a:lnTo>
                <a:lnTo>
                  <a:pt x="2183349" y="1297898"/>
                </a:lnTo>
                <a:lnTo>
                  <a:pt x="2176811" y="1290477"/>
                </a:lnTo>
                <a:close/>
                <a:moveTo>
                  <a:pt x="2056995" y="1244681"/>
                </a:moveTo>
                <a:lnTo>
                  <a:pt x="2072080" y="1271979"/>
                </a:lnTo>
                <a:lnTo>
                  <a:pt x="2047389" y="1248320"/>
                </a:lnTo>
                <a:close/>
                <a:moveTo>
                  <a:pt x="5585684" y="1243054"/>
                </a:moveTo>
                <a:cubicBezTo>
                  <a:pt x="5703952" y="1235184"/>
                  <a:pt x="5820638" y="1266407"/>
                  <a:pt x="5910029" y="1357585"/>
                </a:cubicBezTo>
                <a:cubicBezTo>
                  <a:pt x="5938028" y="1386031"/>
                  <a:pt x="5961374" y="1418276"/>
                  <a:pt x="5981211" y="1453280"/>
                </a:cubicBezTo>
                <a:lnTo>
                  <a:pt x="6010127" y="1518023"/>
                </a:lnTo>
                <a:lnTo>
                  <a:pt x="5984587" y="1469070"/>
                </a:lnTo>
                <a:cubicBezTo>
                  <a:pt x="5967017" y="1441839"/>
                  <a:pt x="5946943" y="1416226"/>
                  <a:pt x="5924588" y="1392575"/>
                </a:cubicBezTo>
                <a:cubicBezTo>
                  <a:pt x="5743252" y="1206896"/>
                  <a:pt x="5453242" y="1256573"/>
                  <a:pt x="5260541" y="1381337"/>
                </a:cubicBezTo>
                <a:cubicBezTo>
                  <a:pt x="5135138" y="1462044"/>
                  <a:pt x="5026591" y="1573655"/>
                  <a:pt x="4921621" y="1681563"/>
                </a:cubicBezTo>
                <a:cubicBezTo>
                  <a:pt x="4855983" y="1749373"/>
                  <a:pt x="4787534" y="1819481"/>
                  <a:pt x="4715512" y="1881672"/>
                </a:cubicBezTo>
                <a:cubicBezTo>
                  <a:pt x="4540560" y="2032103"/>
                  <a:pt x="4349264" y="2107064"/>
                  <a:pt x="4190275" y="2087270"/>
                </a:cubicBezTo>
                <a:cubicBezTo>
                  <a:pt x="4150497" y="2082405"/>
                  <a:pt x="4111726" y="2071371"/>
                  <a:pt x="4075344" y="2054579"/>
                </a:cubicBezTo>
                <a:lnTo>
                  <a:pt x="4057085" y="2043857"/>
                </a:lnTo>
                <a:lnTo>
                  <a:pt x="4106683" y="2063446"/>
                </a:lnTo>
                <a:cubicBezTo>
                  <a:pt x="4285072" y="2114525"/>
                  <a:pt x="4503144" y="2047300"/>
                  <a:pt x="4706061" y="1874775"/>
                </a:cubicBezTo>
                <a:cubicBezTo>
                  <a:pt x="4784125" y="1805906"/>
                  <a:pt x="4858665" y="1733155"/>
                  <a:pt x="4929410" y="1656790"/>
                </a:cubicBezTo>
                <a:cubicBezTo>
                  <a:pt x="5029528" y="1552202"/>
                  <a:pt x="5133222" y="1444039"/>
                  <a:pt x="5251857" y="1363077"/>
                </a:cubicBezTo>
                <a:cubicBezTo>
                  <a:pt x="5347570" y="1297886"/>
                  <a:pt x="5467417" y="1250922"/>
                  <a:pt x="5585684" y="1243054"/>
                </a:cubicBezTo>
                <a:close/>
                <a:moveTo>
                  <a:pt x="2081651" y="1238184"/>
                </a:moveTo>
                <a:lnTo>
                  <a:pt x="2117850" y="1294975"/>
                </a:lnTo>
                <a:lnTo>
                  <a:pt x="2083455" y="1265072"/>
                </a:lnTo>
                <a:lnTo>
                  <a:pt x="2071748" y="1239738"/>
                </a:lnTo>
                <a:close/>
                <a:moveTo>
                  <a:pt x="2109320" y="1233845"/>
                </a:moveTo>
                <a:lnTo>
                  <a:pt x="2117415" y="1259670"/>
                </a:lnTo>
                <a:lnTo>
                  <a:pt x="2147066" y="1299854"/>
                </a:lnTo>
                <a:lnTo>
                  <a:pt x="2141475" y="1299903"/>
                </a:lnTo>
                <a:lnTo>
                  <a:pt x="2131647" y="1292222"/>
                </a:lnTo>
                <a:lnTo>
                  <a:pt x="2100909" y="1235164"/>
                </a:lnTo>
                <a:close/>
                <a:moveTo>
                  <a:pt x="7785834" y="1233076"/>
                </a:moveTo>
                <a:cubicBezTo>
                  <a:pt x="7871905" y="1232182"/>
                  <a:pt x="7959508" y="1263852"/>
                  <a:pt x="8041236" y="1297949"/>
                </a:cubicBezTo>
                <a:cubicBezTo>
                  <a:pt x="8094489" y="1320041"/>
                  <a:pt x="8149272" y="1344048"/>
                  <a:pt x="8203928" y="1369589"/>
                </a:cubicBezTo>
                <a:cubicBezTo>
                  <a:pt x="8251561" y="1391809"/>
                  <a:pt x="8299958" y="1415179"/>
                  <a:pt x="8346698" y="1437653"/>
                </a:cubicBezTo>
                <a:cubicBezTo>
                  <a:pt x="8499652" y="1511306"/>
                  <a:pt x="8656486" y="1586824"/>
                  <a:pt x="8823177" y="1641530"/>
                </a:cubicBezTo>
                <a:lnTo>
                  <a:pt x="8922635" y="1668953"/>
                </a:lnTo>
                <a:lnTo>
                  <a:pt x="8794839" y="1635772"/>
                </a:lnTo>
                <a:cubicBezTo>
                  <a:pt x="8630140" y="1585795"/>
                  <a:pt x="8473379" y="1518488"/>
                  <a:pt x="8320137" y="1452977"/>
                </a:cubicBezTo>
                <a:cubicBezTo>
                  <a:pt x="8272505" y="1432545"/>
                  <a:pt x="8223212" y="1411347"/>
                  <a:pt x="8174685" y="1391170"/>
                </a:cubicBezTo>
                <a:cubicBezTo>
                  <a:pt x="8119264" y="1368184"/>
                  <a:pt x="8064095" y="1346346"/>
                  <a:pt x="8010717" y="1326426"/>
                </a:cubicBezTo>
                <a:cubicBezTo>
                  <a:pt x="7926689" y="1294628"/>
                  <a:pt x="7837043" y="1266023"/>
                  <a:pt x="7751100" y="1270876"/>
                </a:cubicBezTo>
                <a:cubicBezTo>
                  <a:pt x="7631188" y="1277644"/>
                  <a:pt x="7531325" y="1338940"/>
                  <a:pt x="7452407" y="1453105"/>
                </a:cubicBezTo>
                <a:lnTo>
                  <a:pt x="7406102" y="1536121"/>
                </a:lnTo>
                <a:lnTo>
                  <a:pt x="7424206" y="1492292"/>
                </a:lnTo>
                <a:cubicBezTo>
                  <a:pt x="7441647" y="1457479"/>
                  <a:pt x="7461920" y="1424085"/>
                  <a:pt x="7485480" y="1393596"/>
                </a:cubicBezTo>
                <a:cubicBezTo>
                  <a:pt x="7567976" y="1286711"/>
                  <a:pt x="7666178" y="1234225"/>
                  <a:pt x="7785834" y="1233076"/>
                </a:cubicBezTo>
                <a:close/>
                <a:moveTo>
                  <a:pt x="2122787" y="1232929"/>
                </a:moveTo>
                <a:lnTo>
                  <a:pt x="2140851" y="1237774"/>
                </a:lnTo>
                <a:lnTo>
                  <a:pt x="2165908" y="1299639"/>
                </a:lnTo>
                <a:lnTo>
                  <a:pt x="2165951" y="1299687"/>
                </a:lnTo>
                <a:lnTo>
                  <a:pt x="2163275" y="1299712"/>
                </a:lnTo>
                <a:lnTo>
                  <a:pt x="2129322" y="1253923"/>
                </a:lnTo>
                <a:close/>
                <a:moveTo>
                  <a:pt x="2146290" y="1215315"/>
                </a:moveTo>
                <a:lnTo>
                  <a:pt x="2153665" y="1228824"/>
                </a:lnTo>
                <a:lnTo>
                  <a:pt x="2151514" y="1228186"/>
                </a:lnTo>
                <a:close/>
                <a:moveTo>
                  <a:pt x="3196022" y="1152927"/>
                </a:moveTo>
                <a:cubicBezTo>
                  <a:pt x="3224872" y="1152959"/>
                  <a:pt x="3256016" y="1157253"/>
                  <a:pt x="3289471" y="1167437"/>
                </a:cubicBezTo>
                <a:cubicBezTo>
                  <a:pt x="3419343" y="1207280"/>
                  <a:pt x="3568625" y="1360905"/>
                  <a:pt x="3687515" y="1578763"/>
                </a:cubicBezTo>
                <a:cubicBezTo>
                  <a:pt x="3698753" y="1599322"/>
                  <a:pt x="3709735" y="1619755"/>
                  <a:pt x="3720462" y="1639676"/>
                </a:cubicBezTo>
                <a:cubicBezTo>
                  <a:pt x="3732339" y="1661002"/>
                  <a:pt x="3743959" y="1682584"/>
                  <a:pt x="3755453" y="1703527"/>
                </a:cubicBezTo>
                <a:cubicBezTo>
                  <a:pt x="3828370" y="1836847"/>
                  <a:pt x="3884813" y="1937986"/>
                  <a:pt x="3945856" y="2025590"/>
                </a:cubicBezTo>
                <a:cubicBezTo>
                  <a:pt x="4017112" y="2127878"/>
                  <a:pt x="4121316" y="2246640"/>
                  <a:pt x="4295501" y="2259410"/>
                </a:cubicBezTo>
                <a:cubicBezTo>
                  <a:pt x="4327963" y="2261901"/>
                  <a:pt x="4360616" y="2260304"/>
                  <a:pt x="4392681" y="2254686"/>
                </a:cubicBezTo>
                <a:cubicBezTo>
                  <a:pt x="4522683" y="2231699"/>
                  <a:pt x="4680265" y="2138222"/>
                  <a:pt x="4836444" y="1991366"/>
                </a:cubicBezTo>
                <a:cubicBezTo>
                  <a:pt x="4867603" y="1962121"/>
                  <a:pt x="4898763" y="1931985"/>
                  <a:pt x="4928900" y="1902741"/>
                </a:cubicBezTo>
                <a:cubicBezTo>
                  <a:pt x="5069498" y="1766228"/>
                  <a:pt x="5202437" y="1637251"/>
                  <a:pt x="5366022" y="1568292"/>
                </a:cubicBezTo>
                <a:cubicBezTo>
                  <a:pt x="5579155" y="1478518"/>
                  <a:pt x="5806591" y="1517083"/>
                  <a:pt x="5945531" y="1666494"/>
                </a:cubicBezTo>
                <a:cubicBezTo>
                  <a:pt x="5984824" y="1709785"/>
                  <a:pt x="6017529" y="1758617"/>
                  <a:pt x="6042584" y="1811435"/>
                </a:cubicBezTo>
                <a:lnTo>
                  <a:pt x="6055914" y="1843300"/>
                </a:lnTo>
                <a:lnTo>
                  <a:pt x="5960472" y="1701996"/>
                </a:lnTo>
                <a:cubicBezTo>
                  <a:pt x="5817830" y="1547093"/>
                  <a:pt x="5594608" y="1502271"/>
                  <a:pt x="5377515" y="1585403"/>
                </a:cubicBezTo>
                <a:cubicBezTo>
                  <a:pt x="5202693" y="1652320"/>
                  <a:pt x="5062859" y="1788194"/>
                  <a:pt x="4914853" y="1932113"/>
                </a:cubicBezTo>
                <a:lnTo>
                  <a:pt x="4845894" y="1998773"/>
                </a:lnTo>
                <a:cubicBezTo>
                  <a:pt x="4739009" y="2100040"/>
                  <a:pt x="4579127" y="2229401"/>
                  <a:pt x="4423458" y="2266946"/>
                </a:cubicBezTo>
                <a:cubicBezTo>
                  <a:pt x="4394023" y="2274595"/>
                  <a:pt x="4363708" y="2278247"/>
                  <a:pt x="4333302" y="2277800"/>
                </a:cubicBezTo>
                <a:cubicBezTo>
                  <a:pt x="4166141" y="2273459"/>
                  <a:pt x="4063086" y="2180364"/>
                  <a:pt x="3991957" y="2099785"/>
                </a:cubicBezTo>
                <a:cubicBezTo>
                  <a:pt x="3927850" y="2027122"/>
                  <a:pt x="3864127" y="1937988"/>
                  <a:pt x="3785335" y="1811179"/>
                </a:cubicBezTo>
                <a:cubicBezTo>
                  <a:pt x="3761328" y="1772359"/>
                  <a:pt x="3737192" y="1731111"/>
                  <a:pt x="3713950" y="1691269"/>
                </a:cubicBezTo>
                <a:cubicBezTo>
                  <a:pt x="3638862" y="1563439"/>
                  <a:pt x="3488558" y="1338940"/>
                  <a:pt x="3319608" y="1272919"/>
                </a:cubicBezTo>
                <a:cubicBezTo>
                  <a:pt x="3190377" y="1222477"/>
                  <a:pt x="3097283" y="1255296"/>
                  <a:pt x="3030623" y="1289520"/>
                </a:cubicBezTo>
                <a:cubicBezTo>
                  <a:pt x="3008787" y="1301141"/>
                  <a:pt x="2987971" y="1313911"/>
                  <a:pt x="2966006" y="1326681"/>
                </a:cubicBezTo>
                <a:cubicBezTo>
                  <a:pt x="2952725" y="1334727"/>
                  <a:pt x="2939188" y="1343027"/>
                  <a:pt x="2924886" y="1351200"/>
                </a:cubicBezTo>
                <a:cubicBezTo>
                  <a:pt x="2878672" y="1377736"/>
                  <a:pt x="2829852" y="1399433"/>
                  <a:pt x="2779179" y="1415945"/>
                </a:cubicBezTo>
                <a:cubicBezTo>
                  <a:pt x="2692980" y="1444582"/>
                  <a:pt x="2573165" y="1460649"/>
                  <a:pt x="2463045" y="1445503"/>
                </a:cubicBezTo>
                <a:lnTo>
                  <a:pt x="2456028" y="1443755"/>
                </a:lnTo>
                <a:lnTo>
                  <a:pt x="2531326" y="1446337"/>
                </a:lnTo>
                <a:cubicBezTo>
                  <a:pt x="2608602" y="1441388"/>
                  <a:pt x="2683212" y="1422456"/>
                  <a:pt x="2742018" y="1396916"/>
                </a:cubicBezTo>
                <a:cubicBezTo>
                  <a:pt x="2794809" y="1373444"/>
                  <a:pt x="2844550" y="1343639"/>
                  <a:pt x="2890151" y="1308163"/>
                </a:cubicBezTo>
                <a:cubicBezTo>
                  <a:pt x="2906370" y="1295904"/>
                  <a:pt x="2921692" y="1284028"/>
                  <a:pt x="2936634" y="1271258"/>
                </a:cubicBezTo>
                <a:cubicBezTo>
                  <a:pt x="2957321" y="1254401"/>
                  <a:pt x="2976987" y="1238439"/>
                  <a:pt x="2997675" y="1223753"/>
                </a:cubicBezTo>
                <a:cubicBezTo>
                  <a:pt x="3043552" y="1191094"/>
                  <a:pt x="3109469" y="1152832"/>
                  <a:pt x="3196022" y="1152927"/>
                </a:cubicBezTo>
                <a:close/>
                <a:moveTo>
                  <a:pt x="1911040" y="1150186"/>
                </a:moveTo>
                <a:lnTo>
                  <a:pt x="1928065" y="1190026"/>
                </a:lnTo>
                <a:lnTo>
                  <a:pt x="1988444" y="1258193"/>
                </a:lnTo>
                <a:lnTo>
                  <a:pt x="1985488" y="1259690"/>
                </a:lnTo>
                <a:lnTo>
                  <a:pt x="1967893" y="1249039"/>
                </a:lnTo>
                <a:cubicBezTo>
                  <a:pt x="1943182" y="1229381"/>
                  <a:pt x="1923000" y="1206913"/>
                  <a:pt x="1906490" y="1182090"/>
                </a:cubicBezTo>
                <a:lnTo>
                  <a:pt x="1893881" y="1156106"/>
                </a:lnTo>
                <a:close/>
                <a:moveTo>
                  <a:pt x="2094871" y="1143259"/>
                </a:moveTo>
                <a:lnTo>
                  <a:pt x="2105334" y="1149532"/>
                </a:lnTo>
                <a:lnTo>
                  <a:pt x="2113088" y="1169224"/>
                </a:lnTo>
                <a:lnTo>
                  <a:pt x="2134977" y="1223269"/>
                </a:lnTo>
                <a:lnTo>
                  <a:pt x="2123652" y="1219903"/>
                </a:lnTo>
                <a:lnTo>
                  <a:pt x="2118925" y="1220526"/>
                </a:lnTo>
                <a:close/>
                <a:moveTo>
                  <a:pt x="1939801" y="1140265"/>
                </a:moveTo>
                <a:lnTo>
                  <a:pt x="1939844" y="1140430"/>
                </a:lnTo>
                <a:cubicBezTo>
                  <a:pt x="1949230" y="1167644"/>
                  <a:pt x="1961168" y="1193500"/>
                  <a:pt x="1976498" y="1217480"/>
                </a:cubicBezTo>
                <a:lnTo>
                  <a:pt x="2007581" y="1249808"/>
                </a:lnTo>
                <a:lnTo>
                  <a:pt x="2001233" y="1252144"/>
                </a:lnTo>
                <a:lnTo>
                  <a:pt x="1932411" y="1170724"/>
                </a:lnTo>
                <a:lnTo>
                  <a:pt x="1924155" y="1145663"/>
                </a:lnTo>
                <a:close/>
                <a:moveTo>
                  <a:pt x="1975811" y="1133198"/>
                </a:moveTo>
                <a:lnTo>
                  <a:pt x="1988195" y="1175645"/>
                </a:lnTo>
                <a:lnTo>
                  <a:pt x="2024435" y="1243611"/>
                </a:lnTo>
                <a:lnTo>
                  <a:pt x="2016992" y="1246349"/>
                </a:lnTo>
                <a:lnTo>
                  <a:pt x="2002685" y="1232895"/>
                </a:lnTo>
                <a:cubicBezTo>
                  <a:pt x="1985697" y="1211267"/>
                  <a:pt x="1972243" y="1187692"/>
                  <a:pt x="1961504" y="1162544"/>
                </a:cubicBezTo>
                <a:lnTo>
                  <a:pt x="1955568" y="1136763"/>
                </a:lnTo>
                <a:close/>
                <a:moveTo>
                  <a:pt x="2058934" y="1129521"/>
                </a:moveTo>
                <a:lnTo>
                  <a:pt x="2074244" y="1130893"/>
                </a:lnTo>
                <a:lnTo>
                  <a:pt x="2077694" y="1132962"/>
                </a:lnTo>
                <a:lnTo>
                  <a:pt x="2105691" y="1222270"/>
                </a:lnTo>
                <a:lnTo>
                  <a:pt x="2094741" y="1223713"/>
                </a:lnTo>
                <a:lnTo>
                  <a:pt x="2068123" y="1174299"/>
                </a:lnTo>
                <a:close/>
                <a:moveTo>
                  <a:pt x="2013113" y="1126630"/>
                </a:moveTo>
                <a:lnTo>
                  <a:pt x="2024510" y="1185891"/>
                </a:lnTo>
                <a:lnTo>
                  <a:pt x="2051007" y="1233841"/>
                </a:lnTo>
                <a:lnTo>
                  <a:pt x="2037473" y="1238817"/>
                </a:lnTo>
                <a:lnTo>
                  <a:pt x="2035317" y="1236749"/>
                </a:lnTo>
                <a:cubicBezTo>
                  <a:pt x="2020270" y="1215285"/>
                  <a:pt x="2008409" y="1192133"/>
                  <a:pt x="1998942" y="1167760"/>
                </a:cubicBezTo>
                <a:lnTo>
                  <a:pt x="1988331" y="1130993"/>
                </a:lnTo>
                <a:close/>
                <a:moveTo>
                  <a:pt x="2021416" y="1126156"/>
                </a:moveTo>
                <a:lnTo>
                  <a:pt x="2048947" y="1128625"/>
                </a:lnTo>
                <a:lnTo>
                  <a:pt x="2072240" y="1223418"/>
                </a:lnTo>
                <a:lnTo>
                  <a:pt x="2074157" y="1226427"/>
                </a:lnTo>
                <a:lnTo>
                  <a:pt x="2069495" y="1227042"/>
                </a:lnTo>
                <a:lnTo>
                  <a:pt x="2066408" y="1228177"/>
                </a:lnTo>
                <a:lnTo>
                  <a:pt x="2022534" y="1133231"/>
                </a:lnTo>
                <a:close/>
                <a:moveTo>
                  <a:pt x="2071005" y="1065366"/>
                </a:moveTo>
                <a:lnTo>
                  <a:pt x="2072863" y="1067063"/>
                </a:lnTo>
                <a:lnTo>
                  <a:pt x="2097265" y="1129037"/>
                </a:lnTo>
                <a:lnTo>
                  <a:pt x="2088848" y="1123912"/>
                </a:lnTo>
                <a:lnTo>
                  <a:pt x="2082441" y="1103330"/>
                </a:lnTo>
                <a:close/>
                <a:moveTo>
                  <a:pt x="3185071" y="1039875"/>
                </a:moveTo>
                <a:cubicBezTo>
                  <a:pt x="3211041" y="1038954"/>
                  <a:pt x="3237339" y="1041555"/>
                  <a:pt x="3264062" y="1047653"/>
                </a:cubicBezTo>
                <a:cubicBezTo>
                  <a:pt x="3430069" y="1085453"/>
                  <a:pt x="3584333" y="1284284"/>
                  <a:pt x="3672702" y="1457575"/>
                </a:cubicBezTo>
                <a:lnTo>
                  <a:pt x="3717547" y="1548943"/>
                </a:lnTo>
                <a:lnTo>
                  <a:pt x="3718011" y="1551224"/>
                </a:lnTo>
                <a:lnTo>
                  <a:pt x="3764663" y="1691727"/>
                </a:lnTo>
                <a:lnTo>
                  <a:pt x="3732339" y="1632525"/>
                </a:lnTo>
                <a:cubicBezTo>
                  <a:pt x="3721612" y="1612476"/>
                  <a:pt x="3710502" y="1592044"/>
                  <a:pt x="3699264" y="1571357"/>
                </a:cubicBezTo>
                <a:cubicBezTo>
                  <a:pt x="3654184" y="1488606"/>
                  <a:pt x="3491494" y="1214048"/>
                  <a:pt x="3293429" y="1153773"/>
                </a:cubicBezTo>
                <a:cubicBezTo>
                  <a:pt x="3153854" y="1111120"/>
                  <a:pt x="3053736" y="1166543"/>
                  <a:pt x="2989885" y="1211877"/>
                </a:cubicBezTo>
                <a:cubicBezTo>
                  <a:pt x="2968816" y="1226818"/>
                  <a:pt x="2949020" y="1242909"/>
                  <a:pt x="2928077" y="1259893"/>
                </a:cubicBezTo>
                <a:cubicBezTo>
                  <a:pt x="2913264" y="1271896"/>
                  <a:pt x="2897941" y="1284412"/>
                  <a:pt x="2881978" y="1296543"/>
                </a:cubicBezTo>
                <a:cubicBezTo>
                  <a:pt x="2837346" y="1331507"/>
                  <a:pt x="2788528" y="1360764"/>
                  <a:pt x="2736653" y="1383635"/>
                </a:cubicBezTo>
                <a:cubicBezTo>
                  <a:pt x="2650551" y="1421275"/>
                  <a:pt x="2529753" y="1444189"/>
                  <a:pt x="2417629" y="1428296"/>
                </a:cubicBezTo>
                <a:lnTo>
                  <a:pt x="2400952" y="1423691"/>
                </a:lnTo>
                <a:lnTo>
                  <a:pt x="2486278" y="1425139"/>
                </a:lnTo>
                <a:cubicBezTo>
                  <a:pt x="2565182" y="1417477"/>
                  <a:pt x="2640751" y="1393405"/>
                  <a:pt x="2698216" y="1362565"/>
                </a:cubicBezTo>
                <a:cubicBezTo>
                  <a:pt x="2752897" y="1332619"/>
                  <a:pt x="2803212" y="1295330"/>
                  <a:pt x="2847754" y="1251720"/>
                </a:cubicBezTo>
                <a:cubicBezTo>
                  <a:pt x="2864738" y="1235629"/>
                  <a:pt x="2881084" y="1219156"/>
                  <a:pt x="2896792" y="1203193"/>
                </a:cubicBezTo>
                <a:cubicBezTo>
                  <a:pt x="2917351" y="1182378"/>
                  <a:pt x="2936889" y="1162840"/>
                  <a:pt x="2957577" y="1144067"/>
                </a:cubicBezTo>
                <a:cubicBezTo>
                  <a:pt x="3032188" y="1077121"/>
                  <a:pt x="3107156" y="1042641"/>
                  <a:pt x="3185071" y="1039875"/>
                </a:cubicBezTo>
                <a:close/>
                <a:moveTo>
                  <a:pt x="2039691" y="1036722"/>
                </a:moveTo>
                <a:lnTo>
                  <a:pt x="2051779" y="1047777"/>
                </a:lnTo>
                <a:lnTo>
                  <a:pt x="2069288" y="1106141"/>
                </a:lnTo>
                <a:lnTo>
                  <a:pt x="2072947" y="1117814"/>
                </a:lnTo>
                <a:lnTo>
                  <a:pt x="2056167" y="1116030"/>
                </a:lnTo>
                <a:lnTo>
                  <a:pt x="2041193" y="1043055"/>
                </a:lnTo>
                <a:close/>
                <a:moveTo>
                  <a:pt x="2004789" y="1021052"/>
                </a:moveTo>
                <a:lnTo>
                  <a:pt x="2024167" y="1027050"/>
                </a:lnTo>
                <a:lnTo>
                  <a:pt x="2028551" y="1045609"/>
                </a:lnTo>
                <a:lnTo>
                  <a:pt x="2045578" y="1114903"/>
                </a:lnTo>
                <a:lnTo>
                  <a:pt x="2019916" y="1112175"/>
                </a:lnTo>
                <a:lnTo>
                  <a:pt x="2019221" y="1112289"/>
                </a:lnTo>
                <a:close/>
                <a:moveTo>
                  <a:pt x="1872644" y="1014443"/>
                </a:moveTo>
                <a:lnTo>
                  <a:pt x="1872688" y="1015064"/>
                </a:lnTo>
                <a:cubicBezTo>
                  <a:pt x="1877306" y="1046833"/>
                  <a:pt x="1883655" y="1077678"/>
                  <a:pt x="1892596" y="1107028"/>
                </a:cubicBezTo>
                <a:lnTo>
                  <a:pt x="1905635" y="1137538"/>
                </a:lnTo>
                <a:lnTo>
                  <a:pt x="1887817" y="1143610"/>
                </a:lnTo>
                <a:lnTo>
                  <a:pt x="1867142" y="1101008"/>
                </a:lnTo>
                <a:lnTo>
                  <a:pt x="1847427" y="1019564"/>
                </a:lnTo>
                <a:close/>
                <a:moveTo>
                  <a:pt x="1914293" y="1010580"/>
                </a:moveTo>
                <a:lnTo>
                  <a:pt x="1918483" y="1055230"/>
                </a:lnTo>
                <a:lnTo>
                  <a:pt x="1936483" y="1127026"/>
                </a:lnTo>
                <a:lnTo>
                  <a:pt x="1919881" y="1132684"/>
                </a:lnTo>
                <a:lnTo>
                  <a:pt x="1891040" y="1045144"/>
                </a:lnTo>
                <a:lnTo>
                  <a:pt x="1886724" y="1011585"/>
                </a:lnTo>
                <a:lnTo>
                  <a:pt x="1891469" y="1010622"/>
                </a:lnTo>
                <a:close/>
                <a:moveTo>
                  <a:pt x="1954668" y="1010506"/>
                </a:moveTo>
                <a:lnTo>
                  <a:pt x="1965360" y="1097375"/>
                </a:lnTo>
                <a:lnTo>
                  <a:pt x="1971990" y="1120101"/>
                </a:lnTo>
                <a:lnTo>
                  <a:pt x="1952476" y="1123330"/>
                </a:lnTo>
                <a:lnTo>
                  <a:pt x="1926505" y="1010557"/>
                </a:lnTo>
                <a:close/>
                <a:moveTo>
                  <a:pt x="1970621" y="1010476"/>
                </a:moveTo>
                <a:lnTo>
                  <a:pt x="1992048" y="1017107"/>
                </a:lnTo>
                <a:lnTo>
                  <a:pt x="2010629" y="1113711"/>
                </a:lnTo>
                <a:lnTo>
                  <a:pt x="1984588" y="1118018"/>
                </a:lnTo>
                <a:lnTo>
                  <a:pt x="1976921" y="1091444"/>
                </a:lnTo>
                <a:lnTo>
                  <a:pt x="1967009" y="1010483"/>
                </a:lnTo>
                <a:close/>
                <a:moveTo>
                  <a:pt x="2023845" y="969879"/>
                </a:moveTo>
                <a:lnTo>
                  <a:pt x="2030977" y="978439"/>
                </a:lnTo>
                <a:lnTo>
                  <a:pt x="2043984" y="1021793"/>
                </a:lnTo>
                <a:lnTo>
                  <a:pt x="2039574" y="1017694"/>
                </a:lnTo>
                <a:lnTo>
                  <a:pt x="2034814" y="1016149"/>
                </a:lnTo>
                <a:close/>
                <a:moveTo>
                  <a:pt x="1992001" y="931652"/>
                </a:moveTo>
                <a:lnTo>
                  <a:pt x="2005448" y="947795"/>
                </a:lnTo>
                <a:lnTo>
                  <a:pt x="2020495" y="1011503"/>
                </a:lnTo>
                <a:lnTo>
                  <a:pt x="2002346" y="1005617"/>
                </a:lnTo>
                <a:lnTo>
                  <a:pt x="1999178" y="985591"/>
                </a:lnTo>
                <a:close/>
                <a:moveTo>
                  <a:pt x="3155701" y="926365"/>
                </a:moveTo>
                <a:cubicBezTo>
                  <a:pt x="3183074" y="922969"/>
                  <a:pt x="3210906" y="923527"/>
                  <a:pt x="3239287" y="927997"/>
                </a:cubicBezTo>
                <a:cubicBezTo>
                  <a:pt x="3418321" y="956218"/>
                  <a:pt x="3576798" y="1165776"/>
                  <a:pt x="3658144" y="1336641"/>
                </a:cubicBezTo>
                <a:cubicBezTo>
                  <a:pt x="3669956" y="1361543"/>
                  <a:pt x="3681162" y="1386252"/>
                  <a:pt x="3691378" y="1409382"/>
                </a:cubicBezTo>
                <a:lnTo>
                  <a:pt x="3692083" y="1411015"/>
                </a:lnTo>
                <a:lnTo>
                  <a:pt x="3696072" y="1443401"/>
                </a:lnTo>
                <a:lnTo>
                  <a:pt x="3707548" y="1499804"/>
                </a:lnTo>
                <a:lnTo>
                  <a:pt x="3683812" y="1451445"/>
                </a:lnTo>
                <a:cubicBezTo>
                  <a:pt x="3594038" y="1275344"/>
                  <a:pt x="3437221" y="1073449"/>
                  <a:pt x="3266356" y="1034500"/>
                </a:cubicBezTo>
                <a:cubicBezTo>
                  <a:pt x="3154877" y="1009087"/>
                  <a:pt x="3050671" y="1041652"/>
                  <a:pt x="2948510" y="1134107"/>
                </a:cubicBezTo>
                <a:cubicBezTo>
                  <a:pt x="2927567" y="1153007"/>
                  <a:pt x="2908029" y="1172800"/>
                  <a:pt x="2887213" y="1193743"/>
                </a:cubicBezTo>
                <a:cubicBezTo>
                  <a:pt x="2871635" y="1209579"/>
                  <a:pt x="2855416" y="1225925"/>
                  <a:pt x="2838432" y="1242015"/>
                </a:cubicBezTo>
                <a:cubicBezTo>
                  <a:pt x="2794719" y="1284719"/>
                  <a:pt x="2745401" y="1321279"/>
                  <a:pt x="2691831" y="1350689"/>
                </a:cubicBezTo>
                <a:cubicBezTo>
                  <a:pt x="2608122" y="1395703"/>
                  <a:pt x="2484476" y="1426064"/>
                  <a:pt x="2369915" y="1409932"/>
                </a:cubicBezTo>
                <a:lnTo>
                  <a:pt x="2367072" y="1409082"/>
                </a:lnTo>
                <a:lnTo>
                  <a:pt x="2472614" y="1400738"/>
                </a:lnTo>
                <a:cubicBezTo>
                  <a:pt x="2541679" y="1387787"/>
                  <a:pt x="2606430" y="1361343"/>
                  <a:pt x="2656713" y="1329106"/>
                </a:cubicBezTo>
                <a:cubicBezTo>
                  <a:pt x="2712964" y="1291984"/>
                  <a:pt x="2763624" y="1246994"/>
                  <a:pt x="2807146" y="1195531"/>
                </a:cubicBezTo>
                <a:cubicBezTo>
                  <a:pt x="2824512" y="1175992"/>
                  <a:pt x="2841241" y="1155943"/>
                  <a:pt x="2857458" y="1136533"/>
                </a:cubicBezTo>
                <a:cubicBezTo>
                  <a:pt x="2878274" y="1111503"/>
                  <a:pt x="2898069" y="1087752"/>
                  <a:pt x="2919267" y="1064893"/>
                </a:cubicBezTo>
                <a:cubicBezTo>
                  <a:pt x="2995601" y="982334"/>
                  <a:pt x="3073585" y="936553"/>
                  <a:pt x="3155701" y="926365"/>
                </a:cubicBezTo>
                <a:close/>
                <a:moveTo>
                  <a:pt x="1955130" y="910009"/>
                </a:moveTo>
                <a:lnTo>
                  <a:pt x="1973401" y="919171"/>
                </a:lnTo>
                <a:lnTo>
                  <a:pt x="1986280" y="987123"/>
                </a:lnTo>
                <a:lnTo>
                  <a:pt x="1989005" y="1001289"/>
                </a:lnTo>
                <a:lnTo>
                  <a:pt x="1975010" y="996748"/>
                </a:lnTo>
                <a:lnTo>
                  <a:pt x="1965320" y="996682"/>
                </a:lnTo>
                <a:lnTo>
                  <a:pt x="1956911" y="927997"/>
                </a:lnTo>
                <a:close/>
                <a:moveTo>
                  <a:pt x="1915693" y="892437"/>
                </a:moveTo>
                <a:lnTo>
                  <a:pt x="1921967" y="893375"/>
                </a:lnTo>
                <a:lnTo>
                  <a:pt x="1942143" y="903494"/>
                </a:lnTo>
                <a:lnTo>
                  <a:pt x="1944781" y="930167"/>
                </a:lnTo>
                <a:lnTo>
                  <a:pt x="1952957" y="996598"/>
                </a:lnTo>
                <a:lnTo>
                  <a:pt x="1923244" y="996394"/>
                </a:lnTo>
                <a:lnTo>
                  <a:pt x="1923097" y="995760"/>
                </a:lnTo>
                <a:close/>
                <a:moveTo>
                  <a:pt x="1875702" y="886471"/>
                </a:moveTo>
                <a:lnTo>
                  <a:pt x="1903026" y="890549"/>
                </a:lnTo>
                <a:lnTo>
                  <a:pt x="1912954" y="996324"/>
                </a:lnTo>
                <a:lnTo>
                  <a:pt x="1891818" y="996179"/>
                </a:lnTo>
                <a:lnTo>
                  <a:pt x="1884922" y="997563"/>
                </a:lnTo>
                <a:lnTo>
                  <a:pt x="1878934" y="950996"/>
                </a:lnTo>
                <a:close/>
                <a:moveTo>
                  <a:pt x="1819715" y="882109"/>
                </a:moveTo>
                <a:lnTo>
                  <a:pt x="1820590" y="910289"/>
                </a:lnTo>
                <a:lnTo>
                  <a:pt x="1830961" y="1008384"/>
                </a:lnTo>
                <a:lnTo>
                  <a:pt x="1791791" y="1016239"/>
                </a:lnTo>
                <a:cubicBezTo>
                  <a:pt x="1652085" y="1055571"/>
                  <a:pt x="1492460" y="1135511"/>
                  <a:pt x="1353776" y="1235374"/>
                </a:cubicBezTo>
                <a:cubicBezTo>
                  <a:pt x="1265663" y="1298841"/>
                  <a:pt x="1168226" y="1330128"/>
                  <a:pt x="1092881" y="1319146"/>
                </a:cubicBezTo>
                <a:cubicBezTo>
                  <a:pt x="1008599" y="1306760"/>
                  <a:pt x="957647" y="1263723"/>
                  <a:pt x="908355" y="1221966"/>
                </a:cubicBezTo>
                <a:cubicBezTo>
                  <a:pt x="889496" y="1205466"/>
                  <a:pt x="869803" y="1189963"/>
                  <a:pt x="849358" y="1175483"/>
                </a:cubicBezTo>
                <a:cubicBezTo>
                  <a:pt x="723315" y="1089028"/>
                  <a:pt x="492813" y="1072300"/>
                  <a:pt x="296409" y="1207535"/>
                </a:cubicBezTo>
                <a:cubicBezTo>
                  <a:pt x="200697" y="1274131"/>
                  <a:pt x="117914" y="1374345"/>
                  <a:pt x="57974" y="1489212"/>
                </a:cubicBezTo>
                <a:lnTo>
                  <a:pt x="8776" y="1613636"/>
                </a:lnTo>
                <a:lnTo>
                  <a:pt x="16990" y="1569415"/>
                </a:lnTo>
                <a:cubicBezTo>
                  <a:pt x="67776" y="1398113"/>
                  <a:pt x="171357" y="1238216"/>
                  <a:pt x="300368" y="1141386"/>
                </a:cubicBezTo>
                <a:cubicBezTo>
                  <a:pt x="476723" y="1010364"/>
                  <a:pt x="680024" y="1011514"/>
                  <a:pt x="794955" y="1067957"/>
                </a:cubicBezTo>
                <a:cubicBezTo>
                  <a:pt x="814392" y="1077893"/>
                  <a:pt x="833316" y="1088812"/>
                  <a:pt x="851654" y="1100649"/>
                </a:cubicBezTo>
                <a:cubicBezTo>
                  <a:pt x="901202" y="1131170"/>
                  <a:pt x="952283" y="1162840"/>
                  <a:pt x="1034141" y="1168715"/>
                </a:cubicBezTo>
                <a:cubicBezTo>
                  <a:pt x="1107312" y="1174078"/>
                  <a:pt x="1199640" y="1142408"/>
                  <a:pt x="1286095" y="1082005"/>
                </a:cubicBezTo>
                <a:cubicBezTo>
                  <a:pt x="1426566" y="983293"/>
                  <a:pt x="1589130" y="914588"/>
                  <a:pt x="1735093" y="889048"/>
                </a:cubicBezTo>
                <a:close/>
                <a:moveTo>
                  <a:pt x="1836975" y="880694"/>
                </a:moveTo>
                <a:lnTo>
                  <a:pt x="1863525" y="884655"/>
                </a:lnTo>
                <a:lnTo>
                  <a:pt x="1871645" y="1000224"/>
                </a:lnTo>
                <a:lnTo>
                  <a:pt x="1844459" y="1005677"/>
                </a:lnTo>
                <a:lnTo>
                  <a:pt x="1834232" y="907388"/>
                </a:lnTo>
                <a:lnTo>
                  <a:pt x="1833426" y="880985"/>
                </a:lnTo>
                <a:close/>
                <a:moveTo>
                  <a:pt x="1983571" y="878497"/>
                </a:moveTo>
                <a:lnTo>
                  <a:pt x="1992027" y="890963"/>
                </a:lnTo>
                <a:lnTo>
                  <a:pt x="1998554" y="918601"/>
                </a:lnTo>
                <a:lnTo>
                  <a:pt x="1996940" y="916651"/>
                </a:lnTo>
                <a:lnTo>
                  <a:pt x="1989497" y="912840"/>
                </a:lnTo>
                <a:lnTo>
                  <a:pt x="1986456" y="889991"/>
                </a:lnTo>
                <a:close/>
                <a:moveTo>
                  <a:pt x="1946629" y="824042"/>
                </a:moveTo>
                <a:lnTo>
                  <a:pt x="1958757" y="841921"/>
                </a:lnTo>
                <a:lnTo>
                  <a:pt x="1970342" y="903036"/>
                </a:lnTo>
                <a:lnTo>
                  <a:pt x="1953594" y="894462"/>
                </a:lnTo>
                <a:close/>
                <a:moveTo>
                  <a:pt x="3213872" y="809746"/>
                </a:moveTo>
                <a:cubicBezTo>
                  <a:pt x="3405040" y="827752"/>
                  <a:pt x="3564666" y="1040503"/>
                  <a:pt x="3643203" y="1217241"/>
                </a:cubicBezTo>
                <a:cubicBezTo>
                  <a:pt x="3652462" y="1238376"/>
                  <a:pt x="3661688" y="1260149"/>
                  <a:pt x="3671089" y="1283406"/>
                </a:cubicBezTo>
                <a:lnTo>
                  <a:pt x="3678839" y="1303508"/>
                </a:lnTo>
                <a:lnTo>
                  <a:pt x="3686880" y="1368782"/>
                </a:lnTo>
                <a:lnTo>
                  <a:pt x="3670275" y="1332427"/>
                </a:lnTo>
                <a:cubicBezTo>
                  <a:pt x="3587525" y="1158881"/>
                  <a:pt x="3425600" y="945364"/>
                  <a:pt x="3241458" y="916248"/>
                </a:cubicBezTo>
                <a:cubicBezTo>
                  <a:pt x="3123206" y="897092"/>
                  <a:pt x="3014532" y="943194"/>
                  <a:pt x="2909433" y="1056720"/>
                </a:cubicBezTo>
                <a:cubicBezTo>
                  <a:pt x="2888108" y="1079833"/>
                  <a:pt x="2867292" y="1104863"/>
                  <a:pt x="2847245" y="1128998"/>
                </a:cubicBezTo>
                <a:cubicBezTo>
                  <a:pt x="2831152" y="1148281"/>
                  <a:pt x="2814552" y="1168203"/>
                  <a:pt x="2797186" y="1187613"/>
                </a:cubicBezTo>
                <a:cubicBezTo>
                  <a:pt x="2754176" y="1237582"/>
                  <a:pt x="2704205" y="1281104"/>
                  <a:pt x="2648795" y="1316847"/>
                </a:cubicBezTo>
                <a:cubicBezTo>
                  <a:pt x="2564705" y="1370770"/>
                  <a:pt x="2440171" y="1408457"/>
                  <a:pt x="2323900" y="1391607"/>
                </a:cubicBezTo>
                <a:lnTo>
                  <a:pt x="2317215" y="1390070"/>
                </a:lnTo>
                <a:lnTo>
                  <a:pt x="2423368" y="1380082"/>
                </a:lnTo>
                <a:cubicBezTo>
                  <a:pt x="2493879" y="1365025"/>
                  <a:pt x="2560849" y="1334496"/>
                  <a:pt x="2613423" y="1295778"/>
                </a:cubicBezTo>
                <a:cubicBezTo>
                  <a:pt x="2671437" y="1251835"/>
                  <a:pt x="2722709" y="1199643"/>
                  <a:pt x="2765643" y="1140875"/>
                </a:cubicBezTo>
                <a:cubicBezTo>
                  <a:pt x="2783009" y="1117762"/>
                  <a:pt x="2800121" y="1094010"/>
                  <a:pt x="2816722" y="1071151"/>
                </a:cubicBezTo>
                <a:cubicBezTo>
                  <a:pt x="2836899" y="1043057"/>
                  <a:pt x="2857843" y="1014068"/>
                  <a:pt x="2879552" y="987123"/>
                </a:cubicBezTo>
                <a:cubicBezTo>
                  <a:pt x="2982736" y="858145"/>
                  <a:pt x="3095496" y="798508"/>
                  <a:pt x="3213872" y="809746"/>
                </a:cubicBezTo>
                <a:close/>
                <a:moveTo>
                  <a:pt x="1908867" y="798382"/>
                </a:moveTo>
                <a:lnTo>
                  <a:pt x="1932623" y="814479"/>
                </a:lnTo>
                <a:lnTo>
                  <a:pt x="1933973" y="820840"/>
                </a:lnTo>
                <a:lnTo>
                  <a:pt x="1940592" y="887807"/>
                </a:lnTo>
                <a:lnTo>
                  <a:pt x="1928079" y="881402"/>
                </a:lnTo>
                <a:lnTo>
                  <a:pt x="1914750" y="879295"/>
                </a:lnTo>
                <a:lnTo>
                  <a:pt x="1914258" y="872448"/>
                </a:lnTo>
                <a:close/>
                <a:moveTo>
                  <a:pt x="1938117" y="780658"/>
                </a:moveTo>
                <a:lnTo>
                  <a:pt x="1951545" y="803871"/>
                </a:lnTo>
                <a:lnTo>
                  <a:pt x="1953165" y="812414"/>
                </a:lnTo>
                <a:lnTo>
                  <a:pt x="1943481" y="805767"/>
                </a:lnTo>
                <a:close/>
                <a:moveTo>
                  <a:pt x="1870006" y="774817"/>
                </a:moveTo>
                <a:lnTo>
                  <a:pt x="1877063" y="776831"/>
                </a:lnTo>
                <a:lnTo>
                  <a:pt x="1895244" y="789150"/>
                </a:lnTo>
                <a:lnTo>
                  <a:pt x="1901362" y="872830"/>
                </a:lnTo>
                <a:lnTo>
                  <a:pt x="1901776" y="877245"/>
                </a:lnTo>
                <a:lnTo>
                  <a:pt x="1875028" y="873016"/>
                </a:lnTo>
                <a:lnTo>
                  <a:pt x="1872245" y="817408"/>
                </a:lnTo>
                <a:close/>
                <a:moveTo>
                  <a:pt x="1829833" y="763359"/>
                </a:moveTo>
                <a:lnTo>
                  <a:pt x="1856433" y="770945"/>
                </a:lnTo>
                <a:lnTo>
                  <a:pt x="1858835" y="817919"/>
                </a:lnTo>
                <a:lnTo>
                  <a:pt x="1862569" y="871047"/>
                </a:lnTo>
                <a:lnTo>
                  <a:pt x="1839156" y="867345"/>
                </a:lnTo>
                <a:lnTo>
                  <a:pt x="1833024" y="867802"/>
                </a:lnTo>
                <a:lnTo>
                  <a:pt x="1829848" y="763773"/>
                </a:lnTo>
                <a:close/>
                <a:moveTo>
                  <a:pt x="1677243" y="747555"/>
                </a:moveTo>
                <a:cubicBezTo>
                  <a:pt x="1716383" y="744810"/>
                  <a:pt x="1752915" y="746015"/>
                  <a:pt x="1786373" y="750963"/>
                </a:cubicBezTo>
                <a:lnTo>
                  <a:pt x="1815894" y="759383"/>
                </a:lnTo>
                <a:lnTo>
                  <a:pt x="1816056" y="764284"/>
                </a:lnTo>
                <a:lnTo>
                  <a:pt x="1819303" y="868824"/>
                </a:lnTo>
                <a:lnTo>
                  <a:pt x="1732921" y="875257"/>
                </a:lnTo>
                <a:cubicBezTo>
                  <a:pt x="1585427" y="900286"/>
                  <a:pt x="1419543" y="971544"/>
                  <a:pt x="1277539" y="1070895"/>
                </a:cubicBezTo>
                <a:cubicBezTo>
                  <a:pt x="1194150" y="1129765"/>
                  <a:pt x="1105397" y="1160286"/>
                  <a:pt x="1034906" y="1155305"/>
                </a:cubicBezTo>
                <a:cubicBezTo>
                  <a:pt x="956497" y="1149304"/>
                  <a:pt x="907205" y="1118911"/>
                  <a:pt x="858806" y="1089157"/>
                </a:cubicBezTo>
                <a:cubicBezTo>
                  <a:pt x="840289" y="1077790"/>
                  <a:pt x="821133" y="1065914"/>
                  <a:pt x="800830" y="1055954"/>
                </a:cubicBezTo>
                <a:cubicBezTo>
                  <a:pt x="682706" y="997594"/>
                  <a:pt x="473022" y="996063"/>
                  <a:pt x="292322" y="1130659"/>
                </a:cubicBezTo>
                <a:cubicBezTo>
                  <a:pt x="204847" y="1196234"/>
                  <a:pt x="128865" y="1290414"/>
                  <a:pt x="72628" y="1397491"/>
                </a:cubicBezTo>
                <a:lnTo>
                  <a:pt x="21920" y="1522071"/>
                </a:lnTo>
                <a:lnTo>
                  <a:pt x="34383" y="1465324"/>
                </a:lnTo>
                <a:cubicBezTo>
                  <a:pt x="85127" y="1306768"/>
                  <a:pt x="179849" y="1158913"/>
                  <a:pt x="296409" y="1063998"/>
                </a:cubicBezTo>
                <a:cubicBezTo>
                  <a:pt x="459867" y="930934"/>
                  <a:pt x="641842" y="918930"/>
                  <a:pt x="747961" y="949067"/>
                </a:cubicBezTo>
                <a:cubicBezTo>
                  <a:pt x="767626" y="954686"/>
                  <a:pt x="785760" y="961583"/>
                  <a:pt x="805042" y="968861"/>
                </a:cubicBezTo>
                <a:cubicBezTo>
                  <a:pt x="851398" y="986612"/>
                  <a:pt x="899415" y="1004872"/>
                  <a:pt x="971054" y="1004872"/>
                </a:cubicBezTo>
                <a:lnTo>
                  <a:pt x="978207" y="1004872"/>
                </a:lnTo>
                <a:cubicBezTo>
                  <a:pt x="1045251" y="1003979"/>
                  <a:pt x="1130681" y="972054"/>
                  <a:pt x="1211261" y="917525"/>
                </a:cubicBezTo>
                <a:cubicBezTo>
                  <a:pt x="1354670" y="820217"/>
                  <a:pt x="1524002" y="758410"/>
                  <a:pt x="1677243" y="747555"/>
                </a:cubicBezTo>
                <a:close/>
                <a:moveTo>
                  <a:pt x="1899995" y="718561"/>
                </a:moveTo>
                <a:lnTo>
                  <a:pt x="1904239" y="722105"/>
                </a:lnTo>
                <a:lnTo>
                  <a:pt x="1918094" y="746051"/>
                </a:lnTo>
                <a:lnTo>
                  <a:pt x="1928604" y="795553"/>
                </a:lnTo>
                <a:lnTo>
                  <a:pt x="1907613" y="781144"/>
                </a:lnTo>
                <a:lnTo>
                  <a:pt x="1905081" y="746342"/>
                </a:lnTo>
                <a:close/>
                <a:moveTo>
                  <a:pt x="3189102" y="691238"/>
                </a:moveTo>
                <a:cubicBezTo>
                  <a:pt x="3379373" y="698134"/>
                  <a:pt x="3547044" y="900286"/>
                  <a:pt x="3628902" y="1097457"/>
                </a:cubicBezTo>
                <a:lnTo>
                  <a:pt x="3666102" y="1200113"/>
                </a:lnTo>
                <a:lnTo>
                  <a:pt x="3672392" y="1251174"/>
                </a:lnTo>
                <a:lnTo>
                  <a:pt x="3655717" y="1211750"/>
                </a:lnTo>
                <a:cubicBezTo>
                  <a:pt x="3575777" y="1031690"/>
                  <a:pt x="3412446" y="814981"/>
                  <a:pt x="3215405" y="796338"/>
                </a:cubicBezTo>
                <a:cubicBezTo>
                  <a:pt x="3092047" y="784717"/>
                  <a:pt x="2975457" y="846013"/>
                  <a:pt x="2869335" y="978695"/>
                </a:cubicBezTo>
                <a:cubicBezTo>
                  <a:pt x="2846734" y="1005895"/>
                  <a:pt x="2825790" y="1035011"/>
                  <a:pt x="2805485" y="1063233"/>
                </a:cubicBezTo>
                <a:cubicBezTo>
                  <a:pt x="2789139" y="1086092"/>
                  <a:pt x="2772155" y="1109716"/>
                  <a:pt x="2754404" y="1132702"/>
                </a:cubicBezTo>
                <a:cubicBezTo>
                  <a:pt x="2712251" y="1190423"/>
                  <a:pt x="2661910" y="1241696"/>
                  <a:pt x="2604994" y="1284922"/>
                </a:cubicBezTo>
                <a:cubicBezTo>
                  <a:pt x="2539410" y="1333266"/>
                  <a:pt x="2450879" y="1368517"/>
                  <a:pt x="2361761" y="1375700"/>
                </a:cubicBezTo>
                <a:lnTo>
                  <a:pt x="2289858" y="1373482"/>
                </a:lnTo>
                <a:lnTo>
                  <a:pt x="2285753" y="1370715"/>
                </a:lnTo>
                <a:lnTo>
                  <a:pt x="2378742" y="1359873"/>
                </a:lnTo>
                <a:cubicBezTo>
                  <a:pt x="2450148" y="1342084"/>
                  <a:pt x="2517911" y="1306966"/>
                  <a:pt x="2571154" y="1262829"/>
                </a:cubicBezTo>
                <a:cubicBezTo>
                  <a:pt x="2630407" y="1211480"/>
                  <a:pt x="2682009" y="1151921"/>
                  <a:pt x="2724397" y="1085963"/>
                </a:cubicBezTo>
                <a:cubicBezTo>
                  <a:pt x="2741635" y="1059912"/>
                  <a:pt x="2758875" y="1032585"/>
                  <a:pt x="2775476" y="1007044"/>
                </a:cubicBezTo>
                <a:cubicBezTo>
                  <a:pt x="2796419" y="974480"/>
                  <a:pt x="2818002" y="940767"/>
                  <a:pt x="2840350" y="909097"/>
                </a:cubicBezTo>
                <a:cubicBezTo>
                  <a:pt x="2946471" y="759942"/>
                  <a:pt x="3063954" y="686513"/>
                  <a:pt x="3189102" y="691238"/>
                </a:cubicBezTo>
                <a:close/>
                <a:moveTo>
                  <a:pt x="1865541" y="689799"/>
                </a:moveTo>
                <a:lnTo>
                  <a:pt x="1884493" y="705621"/>
                </a:lnTo>
                <a:lnTo>
                  <a:pt x="1892230" y="747906"/>
                </a:lnTo>
                <a:lnTo>
                  <a:pt x="1893975" y="771781"/>
                </a:lnTo>
                <a:lnTo>
                  <a:pt x="1883657" y="764699"/>
                </a:lnTo>
                <a:lnTo>
                  <a:pt x="1869255" y="760522"/>
                </a:lnTo>
                <a:close/>
                <a:moveTo>
                  <a:pt x="1892999" y="680357"/>
                </a:moveTo>
                <a:lnTo>
                  <a:pt x="1907017" y="707570"/>
                </a:lnTo>
                <a:lnTo>
                  <a:pt x="1896338" y="698594"/>
                </a:lnTo>
                <a:close/>
                <a:moveTo>
                  <a:pt x="1826552" y="659134"/>
                </a:moveTo>
                <a:lnTo>
                  <a:pt x="1830916" y="660894"/>
                </a:lnTo>
                <a:lnTo>
                  <a:pt x="1851688" y="678234"/>
                </a:lnTo>
                <a:lnTo>
                  <a:pt x="1855698" y="756590"/>
                </a:lnTo>
                <a:lnTo>
                  <a:pt x="1829381" y="748959"/>
                </a:lnTo>
                <a:close/>
                <a:moveTo>
                  <a:pt x="1854962" y="613361"/>
                </a:moveTo>
                <a:lnTo>
                  <a:pt x="1862043" y="620271"/>
                </a:lnTo>
                <a:lnTo>
                  <a:pt x="1872635" y="640830"/>
                </a:lnTo>
                <a:lnTo>
                  <a:pt x="1880819" y="685552"/>
                </a:lnTo>
                <a:lnTo>
                  <a:pt x="1864199" y="671582"/>
                </a:lnTo>
                <a:close/>
                <a:moveTo>
                  <a:pt x="1617864" y="607084"/>
                </a:moveTo>
                <a:cubicBezTo>
                  <a:pt x="1659781" y="607851"/>
                  <a:pt x="1698819" y="612910"/>
                  <a:pt x="1734488" y="621975"/>
                </a:cubicBezTo>
                <a:lnTo>
                  <a:pt x="1812393" y="653418"/>
                </a:lnTo>
                <a:lnTo>
                  <a:pt x="1815417" y="744909"/>
                </a:lnTo>
                <a:lnTo>
                  <a:pt x="1789233" y="737315"/>
                </a:lnTo>
                <a:cubicBezTo>
                  <a:pt x="1754415" y="732063"/>
                  <a:pt x="1716416" y="730762"/>
                  <a:pt x="1675712" y="733635"/>
                </a:cubicBezTo>
                <a:cubicBezTo>
                  <a:pt x="1520682" y="744618"/>
                  <a:pt x="1348412" y="807319"/>
                  <a:pt x="1203216" y="905776"/>
                </a:cubicBezTo>
                <a:cubicBezTo>
                  <a:pt x="1124679" y="959028"/>
                  <a:pt x="1042439" y="990059"/>
                  <a:pt x="977440" y="990953"/>
                </a:cubicBezTo>
                <a:cubicBezTo>
                  <a:pt x="905160" y="992102"/>
                  <a:pt x="856888" y="973713"/>
                  <a:pt x="810279" y="955964"/>
                </a:cubicBezTo>
                <a:cubicBezTo>
                  <a:pt x="791633" y="948556"/>
                  <a:pt x="772349" y="941532"/>
                  <a:pt x="752176" y="935786"/>
                </a:cubicBezTo>
                <a:cubicBezTo>
                  <a:pt x="642862" y="904754"/>
                  <a:pt x="455908" y="916887"/>
                  <a:pt x="288491" y="1053144"/>
                </a:cubicBezTo>
                <a:cubicBezTo>
                  <a:pt x="209508" y="1117506"/>
                  <a:pt x="140357" y="1205715"/>
                  <a:pt x="87760" y="1305115"/>
                </a:cubicBezTo>
                <a:lnTo>
                  <a:pt x="37428" y="1424664"/>
                </a:lnTo>
                <a:lnTo>
                  <a:pt x="53400" y="1363523"/>
                </a:lnTo>
                <a:cubicBezTo>
                  <a:pt x="104610" y="1217441"/>
                  <a:pt x="191789" y="1078973"/>
                  <a:pt x="293982" y="987123"/>
                </a:cubicBezTo>
                <a:cubicBezTo>
                  <a:pt x="432411" y="862615"/>
                  <a:pt x="595996" y="824559"/>
                  <a:pt x="702627" y="830689"/>
                </a:cubicBezTo>
                <a:cubicBezTo>
                  <a:pt x="723443" y="831838"/>
                  <a:pt x="742853" y="834392"/>
                  <a:pt x="763413" y="837075"/>
                </a:cubicBezTo>
                <a:cubicBezTo>
                  <a:pt x="815679" y="845579"/>
                  <a:pt x="868851" y="847035"/>
                  <a:pt x="921507" y="841416"/>
                </a:cubicBezTo>
                <a:cubicBezTo>
                  <a:pt x="983697" y="834392"/>
                  <a:pt x="1059680" y="803106"/>
                  <a:pt x="1135536" y="753430"/>
                </a:cubicBezTo>
                <a:cubicBezTo>
                  <a:pt x="1279965" y="658802"/>
                  <a:pt x="1460278" y="604146"/>
                  <a:pt x="1617864" y="607084"/>
                </a:cubicBezTo>
                <a:close/>
                <a:moveTo>
                  <a:pt x="1850521" y="585375"/>
                </a:moveTo>
                <a:lnTo>
                  <a:pt x="1854610" y="594308"/>
                </a:lnTo>
                <a:lnTo>
                  <a:pt x="1851449" y="591206"/>
                </a:lnTo>
                <a:close/>
                <a:moveTo>
                  <a:pt x="1821388" y="580601"/>
                </a:moveTo>
                <a:lnTo>
                  <a:pt x="1839078" y="597862"/>
                </a:lnTo>
                <a:lnTo>
                  <a:pt x="1848706" y="658563"/>
                </a:lnTo>
                <a:lnTo>
                  <a:pt x="1838242" y="649769"/>
                </a:lnTo>
                <a:lnTo>
                  <a:pt x="1826103" y="644828"/>
                </a:lnTo>
                <a:lnTo>
                  <a:pt x="1824852" y="605137"/>
                </a:lnTo>
                <a:close/>
                <a:moveTo>
                  <a:pt x="3163689" y="571073"/>
                </a:moveTo>
                <a:cubicBezTo>
                  <a:pt x="3363794" y="567624"/>
                  <a:pt x="3537467" y="778842"/>
                  <a:pt x="3614088" y="976268"/>
                </a:cubicBezTo>
                <a:lnTo>
                  <a:pt x="3653729" y="1098055"/>
                </a:lnTo>
                <a:lnTo>
                  <a:pt x="3659136" y="1142681"/>
                </a:lnTo>
                <a:lnTo>
                  <a:pt x="3640521" y="1091327"/>
                </a:lnTo>
                <a:cubicBezTo>
                  <a:pt x="3557005" y="890070"/>
                  <a:pt x="3384864" y="683832"/>
                  <a:pt x="3188719" y="676681"/>
                </a:cubicBezTo>
                <a:cubicBezTo>
                  <a:pt x="3058335" y="671956"/>
                  <a:pt x="2937657" y="747044"/>
                  <a:pt x="2828474" y="900286"/>
                </a:cubicBezTo>
                <a:cubicBezTo>
                  <a:pt x="2805868" y="932211"/>
                  <a:pt x="2784288" y="966051"/>
                  <a:pt x="2763345" y="998743"/>
                </a:cubicBezTo>
                <a:cubicBezTo>
                  <a:pt x="2747126" y="1024666"/>
                  <a:pt x="2729887" y="1051866"/>
                  <a:pt x="2712265" y="1077407"/>
                </a:cubicBezTo>
                <a:cubicBezTo>
                  <a:pt x="2670520" y="1142330"/>
                  <a:pt x="2619680" y="1200945"/>
                  <a:pt x="2561321" y="1251464"/>
                </a:cubicBezTo>
                <a:cubicBezTo>
                  <a:pt x="2495021" y="1306415"/>
                  <a:pt x="2405487" y="1347144"/>
                  <a:pt x="2315311" y="1356355"/>
                </a:cubicBezTo>
                <a:lnTo>
                  <a:pt x="2262767" y="1355218"/>
                </a:lnTo>
                <a:lnTo>
                  <a:pt x="2261808" y="1354571"/>
                </a:lnTo>
                <a:lnTo>
                  <a:pt x="2257235" y="1348737"/>
                </a:lnTo>
                <a:lnTo>
                  <a:pt x="2305412" y="1343688"/>
                </a:lnTo>
                <a:cubicBezTo>
                  <a:pt x="2388232" y="1325987"/>
                  <a:pt x="2467821" y="1282907"/>
                  <a:pt x="2526715" y="1228350"/>
                </a:cubicBezTo>
                <a:cubicBezTo>
                  <a:pt x="2587130" y="1169519"/>
                  <a:pt x="2639169" y="1102655"/>
                  <a:pt x="2681362" y="1029647"/>
                </a:cubicBezTo>
                <a:cubicBezTo>
                  <a:pt x="2699112" y="1001171"/>
                  <a:pt x="2716097" y="971926"/>
                  <a:pt x="2732442" y="943705"/>
                </a:cubicBezTo>
                <a:cubicBezTo>
                  <a:pt x="2754278" y="906161"/>
                  <a:pt x="2776881" y="866573"/>
                  <a:pt x="2800507" y="829540"/>
                </a:cubicBezTo>
                <a:cubicBezTo>
                  <a:pt x="2909564" y="660463"/>
                  <a:pt x="3031647" y="573371"/>
                  <a:pt x="3163689" y="571073"/>
                </a:cubicBezTo>
                <a:close/>
                <a:moveTo>
                  <a:pt x="1811252" y="508844"/>
                </a:moveTo>
                <a:lnTo>
                  <a:pt x="1819811" y="518288"/>
                </a:lnTo>
                <a:lnTo>
                  <a:pt x="1825092" y="529822"/>
                </a:lnTo>
                <a:lnTo>
                  <a:pt x="1830231" y="542084"/>
                </a:lnTo>
                <a:lnTo>
                  <a:pt x="1835551" y="575626"/>
                </a:lnTo>
                <a:lnTo>
                  <a:pt x="1818294" y="558711"/>
                </a:lnTo>
                <a:close/>
                <a:moveTo>
                  <a:pt x="3138020" y="452437"/>
                </a:moveTo>
                <a:cubicBezTo>
                  <a:pt x="3349746" y="438390"/>
                  <a:pt x="3525335" y="652163"/>
                  <a:pt x="3598891" y="856485"/>
                </a:cubicBezTo>
                <a:lnTo>
                  <a:pt x="3642692" y="1006974"/>
                </a:lnTo>
                <a:lnTo>
                  <a:pt x="3645843" y="1032971"/>
                </a:lnTo>
                <a:lnTo>
                  <a:pt x="3625837" y="971415"/>
                </a:lnTo>
                <a:cubicBezTo>
                  <a:pt x="3548321" y="771308"/>
                  <a:pt x="3371839" y="557663"/>
                  <a:pt x="3167521" y="557663"/>
                </a:cubicBezTo>
                <a:lnTo>
                  <a:pt x="3162668" y="557663"/>
                </a:lnTo>
                <a:cubicBezTo>
                  <a:pt x="3025899" y="559962"/>
                  <a:pt x="2899986" y="648970"/>
                  <a:pt x="2788503" y="822389"/>
                </a:cubicBezTo>
                <a:cubicBezTo>
                  <a:pt x="2764622" y="859932"/>
                  <a:pt x="2741892" y="899010"/>
                  <a:pt x="2719927" y="937320"/>
                </a:cubicBezTo>
                <a:cubicBezTo>
                  <a:pt x="2703709" y="965542"/>
                  <a:pt x="2686853" y="994785"/>
                  <a:pt x="2669486" y="1023007"/>
                </a:cubicBezTo>
                <a:cubicBezTo>
                  <a:pt x="2627841" y="1094928"/>
                  <a:pt x="2576596" y="1160835"/>
                  <a:pt x="2517137" y="1218901"/>
                </a:cubicBezTo>
                <a:cubicBezTo>
                  <a:pt x="2451914" y="1279240"/>
                  <a:pt x="2360791" y="1325194"/>
                  <a:pt x="2268927" y="1336696"/>
                </a:cubicBezTo>
                <a:lnTo>
                  <a:pt x="2247666" y="1336526"/>
                </a:lnTo>
                <a:lnTo>
                  <a:pt x="2240002" y="1326747"/>
                </a:lnTo>
                <a:lnTo>
                  <a:pt x="2259745" y="1324317"/>
                </a:lnTo>
                <a:cubicBezTo>
                  <a:pt x="2343630" y="1304053"/>
                  <a:pt x="2424092" y="1255867"/>
                  <a:pt x="2483550" y="1195277"/>
                </a:cubicBezTo>
                <a:cubicBezTo>
                  <a:pt x="2552255" y="1125040"/>
                  <a:pt x="2602952" y="1040503"/>
                  <a:pt x="2639476" y="974736"/>
                </a:cubicBezTo>
                <a:cubicBezTo>
                  <a:pt x="2656331" y="944342"/>
                  <a:pt x="2672804" y="912929"/>
                  <a:pt x="2688768" y="882664"/>
                </a:cubicBezTo>
                <a:cubicBezTo>
                  <a:pt x="2711755" y="839118"/>
                  <a:pt x="2734868" y="794166"/>
                  <a:pt x="2760407" y="751514"/>
                </a:cubicBezTo>
                <a:cubicBezTo>
                  <a:pt x="2837155" y="621131"/>
                  <a:pt x="2964986" y="463420"/>
                  <a:pt x="3138020" y="452437"/>
                </a:cubicBezTo>
                <a:close/>
                <a:moveTo>
                  <a:pt x="3112480" y="334059"/>
                </a:moveTo>
                <a:cubicBezTo>
                  <a:pt x="3325227" y="310689"/>
                  <a:pt x="3510649" y="518971"/>
                  <a:pt x="3584078" y="736957"/>
                </a:cubicBezTo>
                <a:lnTo>
                  <a:pt x="3612681" y="858522"/>
                </a:lnTo>
                <a:lnTo>
                  <a:pt x="3610895" y="852398"/>
                </a:lnTo>
                <a:cubicBezTo>
                  <a:pt x="3535679" y="643862"/>
                  <a:pt x="3354981" y="424982"/>
                  <a:pt x="3136489" y="439539"/>
                </a:cubicBezTo>
                <a:cubicBezTo>
                  <a:pt x="2957577" y="451544"/>
                  <a:pt x="2826558" y="612064"/>
                  <a:pt x="2748149" y="745257"/>
                </a:cubicBezTo>
                <a:cubicBezTo>
                  <a:pt x="2722992" y="787525"/>
                  <a:pt x="2699239" y="833243"/>
                  <a:pt x="2676251" y="876916"/>
                </a:cubicBezTo>
                <a:cubicBezTo>
                  <a:pt x="2660290" y="907183"/>
                  <a:pt x="2643817" y="938342"/>
                  <a:pt x="2627086" y="968734"/>
                </a:cubicBezTo>
                <a:cubicBezTo>
                  <a:pt x="2591458" y="1032585"/>
                  <a:pt x="2541400" y="1116740"/>
                  <a:pt x="2473846" y="1185826"/>
                </a:cubicBezTo>
                <a:cubicBezTo>
                  <a:pt x="2424550" y="1236092"/>
                  <a:pt x="2360438" y="1277605"/>
                  <a:pt x="2292234" y="1300934"/>
                </a:cubicBezTo>
                <a:lnTo>
                  <a:pt x="2231427" y="1315807"/>
                </a:lnTo>
                <a:lnTo>
                  <a:pt x="2221381" y="1302987"/>
                </a:lnTo>
                <a:lnTo>
                  <a:pt x="2225861" y="1302162"/>
                </a:lnTo>
                <a:cubicBezTo>
                  <a:pt x="2306376" y="1277670"/>
                  <a:pt x="2382908" y="1226217"/>
                  <a:pt x="2440133" y="1162585"/>
                </a:cubicBezTo>
                <a:cubicBezTo>
                  <a:pt x="2527608" y="1065532"/>
                  <a:pt x="2587499" y="942173"/>
                  <a:pt x="2645349" y="822900"/>
                </a:cubicBezTo>
                <a:cubicBezTo>
                  <a:pt x="2669486" y="773479"/>
                  <a:pt x="2694131" y="722398"/>
                  <a:pt x="2720565" y="673872"/>
                </a:cubicBezTo>
                <a:cubicBezTo>
                  <a:pt x="2798973" y="529953"/>
                  <a:pt x="2930632" y="354108"/>
                  <a:pt x="3112480" y="334059"/>
                </a:cubicBezTo>
                <a:close/>
                <a:moveTo>
                  <a:pt x="1147215" y="407"/>
                </a:moveTo>
                <a:cubicBezTo>
                  <a:pt x="1036831" y="4053"/>
                  <a:pt x="927256" y="32230"/>
                  <a:pt x="826882" y="84659"/>
                </a:cubicBezTo>
                <a:cubicBezTo>
                  <a:pt x="462804" y="280552"/>
                  <a:pt x="239456" y="702093"/>
                  <a:pt x="60674" y="1040886"/>
                </a:cubicBezTo>
                <a:lnTo>
                  <a:pt x="72550" y="1047143"/>
                </a:lnTo>
                <a:cubicBezTo>
                  <a:pt x="250821" y="709501"/>
                  <a:pt x="473022" y="290002"/>
                  <a:pt x="832885" y="96023"/>
                </a:cubicBezTo>
                <a:cubicBezTo>
                  <a:pt x="1029950" y="-6866"/>
                  <a:pt x="1263109" y="-14579"/>
                  <a:pt x="1466537" y="75081"/>
                </a:cubicBezTo>
                <a:cubicBezTo>
                  <a:pt x="1592963" y="131493"/>
                  <a:pt x="1689218" y="221522"/>
                  <a:pt x="1746199" y="334933"/>
                </a:cubicBezTo>
                <a:lnTo>
                  <a:pt x="1760742" y="375280"/>
                </a:lnTo>
                <a:lnTo>
                  <a:pt x="1702385" y="303985"/>
                </a:lnTo>
                <a:cubicBezTo>
                  <a:pt x="1634114" y="241284"/>
                  <a:pt x="1546032" y="195566"/>
                  <a:pt x="1442786" y="171112"/>
                </a:cubicBezTo>
                <a:cubicBezTo>
                  <a:pt x="1259084" y="129302"/>
                  <a:pt x="1066411" y="156911"/>
                  <a:pt x="901843" y="248626"/>
                </a:cubicBezTo>
                <a:lnTo>
                  <a:pt x="861361" y="271868"/>
                </a:lnTo>
                <a:cubicBezTo>
                  <a:pt x="820624" y="295365"/>
                  <a:pt x="782186" y="317457"/>
                  <a:pt x="745408" y="337635"/>
                </a:cubicBezTo>
                <a:cubicBezTo>
                  <a:pt x="678715" y="373620"/>
                  <a:pt x="615078" y="415009"/>
                  <a:pt x="555134" y="461377"/>
                </a:cubicBezTo>
                <a:cubicBezTo>
                  <a:pt x="448307" y="543438"/>
                  <a:pt x="353036" y="639521"/>
                  <a:pt x="271892" y="747044"/>
                </a:cubicBezTo>
                <a:cubicBezTo>
                  <a:pt x="179541" y="873724"/>
                  <a:pt x="103433" y="1011475"/>
                  <a:pt x="45350" y="1157094"/>
                </a:cubicBezTo>
                <a:lnTo>
                  <a:pt x="58120" y="1162074"/>
                </a:lnTo>
                <a:cubicBezTo>
                  <a:pt x="115672" y="1017720"/>
                  <a:pt x="191046" y="881132"/>
                  <a:pt x="282491" y="755473"/>
                </a:cubicBezTo>
                <a:cubicBezTo>
                  <a:pt x="362971" y="648932"/>
                  <a:pt x="457472" y="553731"/>
                  <a:pt x="563434" y="472487"/>
                </a:cubicBezTo>
                <a:cubicBezTo>
                  <a:pt x="622789" y="426438"/>
                  <a:pt x="685832" y="385357"/>
                  <a:pt x="751921" y="349638"/>
                </a:cubicBezTo>
                <a:cubicBezTo>
                  <a:pt x="788825" y="329462"/>
                  <a:pt x="829817" y="306219"/>
                  <a:pt x="868129" y="283744"/>
                </a:cubicBezTo>
                <a:lnTo>
                  <a:pt x="908612" y="260503"/>
                </a:lnTo>
                <a:cubicBezTo>
                  <a:pt x="1070248" y="170499"/>
                  <a:pt x="1259458" y="143439"/>
                  <a:pt x="1439849" y="184520"/>
                </a:cubicBezTo>
                <a:cubicBezTo>
                  <a:pt x="1540542" y="208209"/>
                  <a:pt x="1626451" y="252681"/>
                  <a:pt x="1693031" y="313691"/>
                </a:cubicBezTo>
                <a:lnTo>
                  <a:pt x="1774216" y="412664"/>
                </a:lnTo>
                <a:lnTo>
                  <a:pt x="1789752" y="455758"/>
                </a:lnTo>
                <a:lnTo>
                  <a:pt x="1791466" y="468032"/>
                </a:lnTo>
                <a:lnTo>
                  <a:pt x="1747371" y="419251"/>
                </a:lnTo>
                <a:cubicBezTo>
                  <a:pt x="1682194" y="365729"/>
                  <a:pt x="1598519" y="328695"/>
                  <a:pt x="1500763" y="311838"/>
                </a:cubicBezTo>
                <a:cubicBezTo>
                  <a:pt x="1319777" y="284038"/>
                  <a:pt x="1134752" y="319819"/>
                  <a:pt x="977185" y="413105"/>
                </a:cubicBezTo>
                <a:cubicBezTo>
                  <a:pt x="922010" y="447470"/>
                  <a:pt x="863891" y="476879"/>
                  <a:pt x="803513" y="500964"/>
                </a:cubicBezTo>
                <a:lnTo>
                  <a:pt x="760732" y="516798"/>
                </a:lnTo>
                <a:cubicBezTo>
                  <a:pt x="701608" y="538636"/>
                  <a:pt x="655379" y="556003"/>
                  <a:pt x="604299" y="579627"/>
                </a:cubicBezTo>
                <a:cubicBezTo>
                  <a:pt x="479134" y="637285"/>
                  <a:pt x="367360" y="720406"/>
                  <a:pt x="276105" y="823665"/>
                </a:cubicBezTo>
                <a:cubicBezTo>
                  <a:pt x="171902" y="943450"/>
                  <a:pt x="82510" y="1107800"/>
                  <a:pt x="30792" y="1274451"/>
                </a:cubicBezTo>
                <a:lnTo>
                  <a:pt x="43562" y="1278409"/>
                </a:lnTo>
                <a:cubicBezTo>
                  <a:pt x="94642" y="1113419"/>
                  <a:pt x="183012" y="950983"/>
                  <a:pt x="286195" y="832476"/>
                </a:cubicBezTo>
                <a:cubicBezTo>
                  <a:pt x="376187" y="730814"/>
                  <a:pt x="486400" y="649046"/>
                  <a:pt x="609790" y="592398"/>
                </a:cubicBezTo>
                <a:cubicBezTo>
                  <a:pt x="659849" y="568263"/>
                  <a:pt x="706332" y="551662"/>
                  <a:pt x="765202" y="529952"/>
                </a:cubicBezTo>
                <a:lnTo>
                  <a:pt x="807982" y="513990"/>
                </a:lnTo>
                <a:cubicBezTo>
                  <a:pt x="869176" y="489561"/>
                  <a:pt x="928030" y="459639"/>
                  <a:pt x="983826" y="424599"/>
                </a:cubicBezTo>
                <a:cubicBezTo>
                  <a:pt x="1138750" y="332539"/>
                  <a:pt x="1320874" y="297229"/>
                  <a:pt x="1498973" y="324736"/>
                </a:cubicBezTo>
                <a:cubicBezTo>
                  <a:pt x="1594049" y="341146"/>
                  <a:pt x="1675457" y="377062"/>
                  <a:pt x="1738829" y="428941"/>
                </a:cubicBezTo>
                <a:lnTo>
                  <a:pt x="1794601" y="490474"/>
                </a:lnTo>
                <a:lnTo>
                  <a:pt x="1801890" y="542632"/>
                </a:lnTo>
                <a:lnTo>
                  <a:pt x="1792941" y="533863"/>
                </a:lnTo>
                <a:cubicBezTo>
                  <a:pt x="1730847" y="489566"/>
                  <a:pt x="1651577" y="461377"/>
                  <a:pt x="1559377" y="452310"/>
                </a:cubicBezTo>
                <a:cubicBezTo>
                  <a:pt x="1392089" y="435835"/>
                  <a:pt x="1202579" y="482575"/>
                  <a:pt x="1052401" y="577201"/>
                </a:cubicBezTo>
                <a:cubicBezTo>
                  <a:pt x="1003620" y="607849"/>
                  <a:pt x="930958" y="647820"/>
                  <a:pt x="861488" y="664038"/>
                </a:cubicBezTo>
                <a:cubicBezTo>
                  <a:pt x="818208" y="673909"/>
                  <a:pt x="774430" y="681456"/>
                  <a:pt x="730340" y="686641"/>
                </a:cubicBezTo>
                <a:cubicBezTo>
                  <a:pt x="704798" y="689962"/>
                  <a:pt x="680025" y="693154"/>
                  <a:pt x="653719" y="698262"/>
                </a:cubicBezTo>
                <a:cubicBezTo>
                  <a:pt x="512016" y="727098"/>
                  <a:pt x="382086" y="797422"/>
                  <a:pt x="280447" y="900286"/>
                </a:cubicBezTo>
                <a:cubicBezTo>
                  <a:pt x="157599" y="1024156"/>
                  <a:pt x="58885" y="1207662"/>
                  <a:pt x="16106" y="1391297"/>
                </a:cubicBezTo>
                <a:lnTo>
                  <a:pt x="28876" y="1394362"/>
                </a:lnTo>
                <a:cubicBezTo>
                  <a:pt x="71144" y="1213026"/>
                  <a:pt x="168580" y="1031945"/>
                  <a:pt x="289641" y="909735"/>
                </a:cubicBezTo>
                <a:cubicBezTo>
                  <a:pt x="389939" y="809209"/>
                  <a:pt x="517484" y="740263"/>
                  <a:pt x="656528" y="711415"/>
                </a:cubicBezTo>
                <a:cubicBezTo>
                  <a:pt x="682835" y="706435"/>
                  <a:pt x="707607" y="703242"/>
                  <a:pt x="733150" y="699922"/>
                </a:cubicBezTo>
                <a:cubicBezTo>
                  <a:pt x="777627" y="694852"/>
                  <a:pt x="821792" y="687343"/>
                  <a:pt x="865447" y="677446"/>
                </a:cubicBezTo>
                <a:cubicBezTo>
                  <a:pt x="936831" y="660846"/>
                  <a:pt x="1010900" y="620236"/>
                  <a:pt x="1060446" y="588950"/>
                </a:cubicBezTo>
                <a:cubicBezTo>
                  <a:pt x="1207686" y="495856"/>
                  <a:pt x="1394130" y="449883"/>
                  <a:pt x="1558483" y="466102"/>
                </a:cubicBezTo>
                <a:cubicBezTo>
                  <a:pt x="1647874" y="474850"/>
                  <a:pt x="1724493" y="501985"/>
                  <a:pt x="1784641" y="544749"/>
                </a:cubicBezTo>
                <a:lnTo>
                  <a:pt x="1804955" y="564570"/>
                </a:lnTo>
                <a:lnTo>
                  <a:pt x="1810853" y="606766"/>
                </a:lnTo>
                <a:lnTo>
                  <a:pt x="1811919" y="639057"/>
                </a:lnTo>
                <a:lnTo>
                  <a:pt x="1738305" y="609100"/>
                </a:lnTo>
                <a:cubicBezTo>
                  <a:pt x="1701364" y="599630"/>
                  <a:pt x="1660962" y="594346"/>
                  <a:pt x="1617606" y="593548"/>
                </a:cubicBezTo>
                <a:cubicBezTo>
                  <a:pt x="1458108" y="590483"/>
                  <a:pt x="1274346" y="646161"/>
                  <a:pt x="1127745" y="742192"/>
                </a:cubicBezTo>
                <a:cubicBezTo>
                  <a:pt x="1053551" y="790719"/>
                  <a:pt x="979612" y="821240"/>
                  <a:pt x="919464" y="828008"/>
                </a:cubicBezTo>
                <a:cubicBezTo>
                  <a:pt x="867916" y="833525"/>
                  <a:pt x="815861" y="832106"/>
                  <a:pt x="764690" y="823792"/>
                </a:cubicBezTo>
                <a:cubicBezTo>
                  <a:pt x="743874" y="820984"/>
                  <a:pt x="724208" y="818430"/>
                  <a:pt x="702881" y="817281"/>
                </a:cubicBezTo>
                <a:cubicBezTo>
                  <a:pt x="593570" y="811022"/>
                  <a:pt x="426025" y="851121"/>
                  <a:pt x="285426" y="977290"/>
                </a:cubicBezTo>
                <a:cubicBezTo>
                  <a:pt x="144827" y="1103459"/>
                  <a:pt x="36280" y="1307016"/>
                  <a:pt x="2185" y="1508400"/>
                </a:cubicBezTo>
                <a:lnTo>
                  <a:pt x="11374" y="1510053"/>
                </a:lnTo>
                <a:lnTo>
                  <a:pt x="0" y="1561947"/>
                </a:lnTo>
                <a:lnTo>
                  <a:pt x="0" y="1671412"/>
                </a:lnTo>
                <a:lnTo>
                  <a:pt x="48514" y="1538362"/>
                </a:lnTo>
                <a:cubicBezTo>
                  <a:pt x="108195" y="1407662"/>
                  <a:pt x="197863" y="1292448"/>
                  <a:pt x="303815" y="1219539"/>
                </a:cubicBezTo>
                <a:cubicBezTo>
                  <a:pt x="495240" y="1087752"/>
                  <a:pt x="719228" y="1103586"/>
                  <a:pt x="841564" y="1187359"/>
                </a:cubicBezTo>
                <a:cubicBezTo>
                  <a:pt x="861743" y="1201278"/>
                  <a:pt x="880003" y="1216729"/>
                  <a:pt x="899415" y="1233075"/>
                </a:cubicBezTo>
                <a:cubicBezTo>
                  <a:pt x="950495" y="1276110"/>
                  <a:pt x="1002981" y="1320551"/>
                  <a:pt x="1090965" y="1333321"/>
                </a:cubicBezTo>
                <a:cubicBezTo>
                  <a:pt x="1170141" y="1344814"/>
                  <a:pt x="1270897" y="1312633"/>
                  <a:pt x="1361693" y="1247123"/>
                </a:cubicBezTo>
                <a:cubicBezTo>
                  <a:pt x="1499484" y="1148154"/>
                  <a:pt x="1658216" y="1068852"/>
                  <a:pt x="1795877" y="1030031"/>
                </a:cubicBezTo>
                <a:lnTo>
                  <a:pt x="1833705" y="1022350"/>
                </a:lnTo>
                <a:lnTo>
                  <a:pt x="1854656" y="1107667"/>
                </a:lnTo>
                <a:lnTo>
                  <a:pt x="1874505" y="1148146"/>
                </a:lnTo>
                <a:lnTo>
                  <a:pt x="1848619" y="1156966"/>
                </a:lnTo>
                <a:cubicBezTo>
                  <a:pt x="1699324" y="1220983"/>
                  <a:pt x="1558133" y="1302418"/>
                  <a:pt x="1427970" y="1399599"/>
                </a:cubicBezTo>
                <a:cubicBezTo>
                  <a:pt x="1334494" y="1468685"/>
                  <a:pt x="1230417" y="1499717"/>
                  <a:pt x="1149325" y="1482604"/>
                </a:cubicBezTo>
                <a:cubicBezTo>
                  <a:pt x="1059936" y="1463960"/>
                  <a:pt x="1008089" y="1408537"/>
                  <a:pt x="957774" y="1354903"/>
                </a:cubicBezTo>
                <a:cubicBezTo>
                  <a:pt x="938493" y="1334599"/>
                  <a:pt x="918699" y="1313400"/>
                  <a:pt x="897245" y="1294884"/>
                </a:cubicBezTo>
                <a:cubicBezTo>
                  <a:pt x="766989" y="1182251"/>
                  <a:pt x="520014" y="1143046"/>
                  <a:pt x="299857" y="1284412"/>
                </a:cubicBezTo>
                <a:cubicBezTo>
                  <a:pt x="194504" y="1352605"/>
                  <a:pt x="104889" y="1457702"/>
                  <a:pt x="41614" y="1579530"/>
                </a:cubicBezTo>
                <a:lnTo>
                  <a:pt x="0" y="1688171"/>
                </a:lnTo>
                <a:lnTo>
                  <a:pt x="0" y="1728239"/>
                </a:lnTo>
                <a:lnTo>
                  <a:pt x="54447" y="1586681"/>
                </a:lnTo>
                <a:cubicBezTo>
                  <a:pt x="116957" y="1466034"/>
                  <a:pt x="204976" y="1361607"/>
                  <a:pt x="307137" y="1295649"/>
                </a:cubicBezTo>
                <a:cubicBezTo>
                  <a:pt x="519504" y="1159392"/>
                  <a:pt x="765072" y="1198852"/>
                  <a:pt x="888434" y="1305100"/>
                </a:cubicBezTo>
                <a:cubicBezTo>
                  <a:pt x="909276" y="1323769"/>
                  <a:pt x="929139" y="1343499"/>
                  <a:pt x="947942" y="1364226"/>
                </a:cubicBezTo>
                <a:cubicBezTo>
                  <a:pt x="999789" y="1419391"/>
                  <a:pt x="1053295" y="1476220"/>
                  <a:pt x="1147156" y="1496012"/>
                </a:cubicBezTo>
                <a:cubicBezTo>
                  <a:pt x="1232207" y="1513892"/>
                  <a:pt x="1340113" y="1481966"/>
                  <a:pt x="1436526" y="1410580"/>
                </a:cubicBezTo>
                <a:cubicBezTo>
                  <a:pt x="1565829" y="1314116"/>
                  <a:pt x="1706079" y="1233268"/>
                  <a:pt x="1854366" y="1169737"/>
                </a:cubicBezTo>
                <a:lnTo>
                  <a:pt x="1880648" y="1160671"/>
                </a:lnTo>
                <a:lnTo>
                  <a:pt x="1895427" y="1190814"/>
                </a:lnTo>
                <a:cubicBezTo>
                  <a:pt x="1912538" y="1216355"/>
                  <a:pt x="1933462" y="1239573"/>
                  <a:pt x="1959081" y="1260022"/>
                </a:cubicBezTo>
                <a:lnTo>
                  <a:pt x="1970807" y="1267133"/>
                </a:lnTo>
                <a:lnTo>
                  <a:pt x="1907744" y="1299098"/>
                </a:lnTo>
                <a:cubicBezTo>
                  <a:pt x="1767477" y="1378476"/>
                  <a:pt x="1632740" y="1467254"/>
                  <a:pt x="1504462" y="1564844"/>
                </a:cubicBezTo>
                <a:cubicBezTo>
                  <a:pt x="1407156" y="1638656"/>
                  <a:pt x="1293630" y="1670324"/>
                  <a:pt x="1208069" y="1647338"/>
                </a:cubicBezTo>
                <a:cubicBezTo>
                  <a:pt x="1112932" y="1621798"/>
                  <a:pt x="1060445" y="1553606"/>
                  <a:pt x="1008854" y="1487712"/>
                </a:cubicBezTo>
                <a:cubicBezTo>
                  <a:pt x="989333" y="1462044"/>
                  <a:pt x="968488" y="1437410"/>
                  <a:pt x="946408" y="1413900"/>
                </a:cubicBezTo>
                <a:cubicBezTo>
                  <a:pt x="815771" y="1279558"/>
                  <a:pt x="546193" y="1215326"/>
                  <a:pt x="304965" y="1360776"/>
                </a:cubicBezTo>
                <a:cubicBezTo>
                  <a:pt x="191629" y="1429545"/>
                  <a:pt x="95311" y="1540741"/>
                  <a:pt x="28315" y="1670437"/>
                </a:cubicBezTo>
                <a:lnTo>
                  <a:pt x="0" y="1746016"/>
                </a:lnTo>
                <a:lnTo>
                  <a:pt x="0" y="1783074"/>
                </a:lnTo>
                <a:lnTo>
                  <a:pt x="39554" y="1677189"/>
                </a:lnTo>
                <a:cubicBezTo>
                  <a:pt x="105336" y="1549615"/>
                  <a:pt x="199994" y="1440271"/>
                  <a:pt x="311351" y="1372653"/>
                </a:cubicBezTo>
                <a:cubicBezTo>
                  <a:pt x="546704" y="1230904"/>
                  <a:pt x="808492" y="1293223"/>
                  <a:pt x="936192" y="1423734"/>
                </a:cubicBezTo>
                <a:cubicBezTo>
                  <a:pt x="957933" y="1446937"/>
                  <a:pt x="978476" y="1471225"/>
                  <a:pt x="997743" y="1496523"/>
                </a:cubicBezTo>
                <a:cubicBezTo>
                  <a:pt x="1050486" y="1563566"/>
                  <a:pt x="1105143" y="1633035"/>
                  <a:pt x="1204494" y="1659599"/>
                </a:cubicBezTo>
                <a:cubicBezTo>
                  <a:pt x="1294010" y="1683605"/>
                  <a:pt x="1412137" y="1651553"/>
                  <a:pt x="1512509" y="1574932"/>
                </a:cubicBezTo>
                <a:cubicBezTo>
                  <a:pt x="1640414" y="1477586"/>
                  <a:pt x="1774768" y="1389011"/>
                  <a:pt x="1914640" y="1309825"/>
                </a:cubicBezTo>
                <a:lnTo>
                  <a:pt x="1983446" y="1274795"/>
                </a:lnTo>
                <a:lnTo>
                  <a:pt x="2017532" y="1295464"/>
                </a:lnTo>
                <a:lnTo>
                  <a:pt x="2052206" y="1305726"/>
                </a:lnTo>
                <a:lnTo>
                  <a:pt x="2066085" y="1313631"/>
                </a:lnTo>
                <a:lnTo>
                  <a:pt x="2096050" y="1322529"/>
                </a:lnTo>
                <a:lnTo>
                  <a:pt x="2114515" y="1332392"/>
                </a:lnTo>
                <a:lnTo>
                  <a:pt x="2131277" y="1337121"/>
                </a:lnTo>
                <a:lnTo>
                  <a:pt x="2109225" y="1346873"/>
                </a:lnTo>
                <a:cubicBezTo>
                  <a:pt x="2071393" y="1366843"/>
                  <a:pt x="2024592" y="1397299"/>
                  <a:pt x="1965849" y="1439824"/>
                </a:cubicBezTo>
                <a:cubicBezTo>
                  <a:pt x="1828058" y="1539558"/>
                  <a:pt x="1698186" y="1636867"/>
                  <a:pt x="1579808" y="1728812"/>
                </a:cubicBezTo>
                <a:cubicBezTo>
                  <a:pt x="1477392" y="1808369"/>
                  <a:pt x="1356968" y="1839784"/>
                  <a:pt x="1265534" y="1810541"/>
                </a:cubicBezTo>
                <a:cubicBezTo>
                  <a:pt x="1165160" y="1778488"/>
                  <a:pt x="1110889" y="1698419"/>
                  <a:pt x="1058402" y="1621798"/>
                </a:cubicBezTo>
                <a:cubicBezTo>
                  <a:pt x="1038594" y="1591355"/>
                  <a:pt x="1017238" y="1561945"/>
                  <a:pt x="994425" y="1533685"/>
                </a:cubicBezTo>
                <a:cubicBezTo>
                  <a:pt x="858040" y="1372781"/>
                  <a:pt x="564326" y="1293095"/>
                  <a:pt x="308923" y="1438164"/>
                </a:cubicBezTo>
                <a:cubicBezTo>
                  <a:pt x="188054" y="1507442"/>
                  <a:pt x="85063" y="1624863"/>
                  <a:pt x="14301" y="1762525"/>
                </a:cubicBezTo>
                <a:lnTo>
                  <a:pt x="0" y="1801440"/>
                </a:lnTo>
                <a:lnTo>
                  <a:pt x="0" y="1837855"/>
                </a:lnTo>
                <a:lnTo>
                  <a:pt x="25331" y="1768863"/>
                </a:lnTo>
                <a:cubicBezTo>
                  <a:pt x="94928" y="1633419"/>
                  <a:pt x="196291" y="1517914"/>
                  <a:pt x="315436" y="1449785"/>
                </a:cubicBezTo>
                <a:cubicBezTo>
                  <a:pt x="564454" y="1308036"/>
                  <a:pt x="850889" y="1385551"/>
                  <a:pt x="983954" y="1542368"/>
                </a:cubicBezTo>
                <a:cubicBezTo>
                  <a:pt x="1006704" y="1570155"/>
                  <a:pt x="1028015" y="1599105"/>
                  <a:pt x="1047805" y="1629078"/>
                </a:cubicBezTo>
                <a:cubicBezTo>
                  <a:pt x="1101567" y="1708253"/>
                  <a:pt x="1157117" y="1789725"/>
                  <a:pt x="1261958" y="1823182"/>
                </a:cubicBezTo>
                <a:cubicBezTo>
                  <a:pt x="1357606" y="1854087"/>
                  <a:pt x="1482755" y="1821523"/>
                  <a:pt x="1588490" y="1739156"/>
                </a:cubicBezTo>
                <a:cubicBezTo>
                  <a:pt x="1706870" y="1647211"/>
                  <a:pt x="1836616" y="1550158"/>
                  <a:pt x="1974276" y="1450551"/>
                </a:cubicBezTo>
                <a:cubicBezTo>
                  <a:pt x="2030337" y="1409878"/>
                  <a:pt x="2075671" y="1380251"/>
                  <a:pt x="2112291" y="1360554"/>
                </a:cubicBezTo>
                <a:lnTo>
                  <a:pt x="2147494" y="1344457"/>
                </a:lnTo>
                <a:lnTo>
                  <a:pt x="2164470" y="1352945"/>
                </a:lnTo>
                <a:lnTo>
                  <a:pt x="2176885" y="1355242"/>
                </a:lnTo>
                <a:lnTo>
                  <a:pt x="2212055" y="1371562"/>
                </a:lnTo>
                <a:lnTo>
                  <a:pt x="2219086" y="1372817"/>
                </a:lnTo>
                <a:lnTo>
                  <a:pt x="2249145" y="1385649"/>
                </a:lnTo>
                <a:lnTo>
                  <a:pt x="2254326" y="1389254"/>
                </a:lnTo>
                <a:lnTo>
                  <a:pt x="2280103" y="1396983"/>
                </a:lnTo>
                <a:lnTo>
                  <a:pt x="2290091" y="1403038"/>
                </a:lnTo>
                <a:lnTo>
                  <a:pt x="2307466" y="1416805"/>
                </a:lnTo>
                <a:lnTo>
                  <a:pt x="2424117" y="1463844"/>
                </a:lnTo>
                <a:lnTo>
                  <a:pt x="2404435" y="1458828"/>
                </a:lnTo>
                <a:cubicBezTo>
                  <a:pt x="2371316" y="1448533"/>
                  <a:pt x="2338731" y="1436523"/>
                  <a:pt x="2306811" y="1422840"/>
                </a:cubicBezTo>
                <a:cubicBezTo>
                  <a:pt x="2285805" y="1411884"/>
                  <a:pt x="2262767" y="1405408"/>
                  <a:pt x="2239129" y="1403813"/>
                </a:cubicBezTo>
                <a:lnTo>
                  <a:pt x="2237471" y="1403813"/>
                </a:lnTo>
                <a:lnTo>
                  <a:pt x="2236064" y="1404578"/>
                </a:lnTo>
                <a:cubicBezTo>
                  <a:pt x="2191113" y="1426926"/>
                  <a:pt x="2130200" y="1483115"/>
                  <a:pt x="2037872" y="1568165"/>
                </a:cubicBezTo>
                <a:lnTo>
                  <a:pt x="2023824" y="1580935"/>
                </a:lnTo>
                <a:cubicBezTo>
                  <a:pt x="1927794" y="1669431"/>
                  <a:pt x="1796899" y="1780276"/>
                  <a:pt x="1655024" y="1893037"/>
                </a:cubicBezTo>
                <a:cubicBezTo>
                  <a:pt x="1547626" y="1978596"/>
                  <a:pt x="1420435" y="2009628"/>
                  <a:pt x="1322999" y="1974126"/>
                </a:cubicBezTo>
                <a:cubicBezTo>
                  <a:pt x="1217262" y="1935561"/>
                  <a:pt x="1161968" y="1843872"/>
                  <a:pt x="1108461" y="1755247"/>
                </a:cubicBezTo>
                <a:cubicBezTo>
                  <a:pt x="1088078" y="1720027"/>
                  <a:pt x="1065824" y="1685930"/>
                  <a:pt x="1041803" y="1653086"/>
                </a:cubicBezTo>
                <a:cubicBezTo>
                  <a:pt x="881537" y="1441485"/>
                  <a:pt x="561008" y="1380954"/>
                  <a:pt x="312371" y="1515168"/>
                </a:cubicBezTo>
                <a:cubicBezTo>
                  <a:pt x="214584" y="1568276"/>
                  <a:pt x="128326" y="1650422"/>
                  <a:pt x="60014" y="1749248"/>
                </a:cubicBezTo>
                <a:lnTo>
                  <a:pt x="0" y="1849699"/>
                </a:lnTo>
                <a:lnTo>
                  <a:pt x="0" y="1886744"/>
                </a:lnTo>
                <a:lnTo>
                  <a:pt x="9735" y="1859562"/>
                </a:lnTo>
                <a:cubicBezTo>
                  <a:pt x="82604" y="1717096"/>
                  <a:pt x="190544" y="1596642"/>
                  <a:pt x="318756" y="1527044"/>
                </a:cubicBezTo>
                <a:cubicBezTo>
                  <a:pt x="562411" y="1395767"/>
                  <a:pt x="874641" y="1454766"/>
                  <a:pt x="1031074" y="1661131"/>
                </a:cubicBezTo>
                <a:cubicBezTo>
                  <a:pt x="1054743" y="1693707"/>
                  <a:pt x="1076736" y="1727459"/>
                  <a:pt x="1096968" y="1762271"/>
                </a:cubicBezTo>
                <a:cubicBezTo>
                  <a:pt x="1151626" y="1852938"/>
                  <a:pt x="1208196" y="1946671"/>
                  <a:pt x="1318785" y="1986769"/>
                </a:cubicBezTo>
                <a:cubicBezTo>
                  <a:pt x="1420053" y="2023803"/>
                  <a:pt x="1552352" y="1992004"/>
                  <a:pt x="1663579" y="1903508"/>
                </a:cubicBezTo>
                <a:cubicBezTo>
                  <a:pt x="1805583" y="1790620"/>
                  <a:pt x="1936859" y="1679520"/>
                  <a:pt x="2033147" y="1590767"/>
                </a:cubicBezTo>
                <a:lnTo>
                  <a:pt x="2047194" y="1577997"/>
                </a:lnTo>
                <a:cubicBezTo>
                  <a:pt x="2137606" y="1494609"/>
                  <a:pt x="2197626" y="1439186"/>
                  <a:pt x="2240661" y="1417221"/>
                </a:cubicBezTo>
                <a:cubicBezTo>
                  <a:pt x="2261988" y="1419123"/>
                  <a:pt x="2282726" y="1425202"/>
                  <a:pt x="2301703" y="1435099"/>
                </a:cubicBezTo>
                <a:cubicBezTo>
                  <a:pt x="2333998" y="1448930"/>
                  <a:pt x="2366964" y="1461076"/>
                  <a:pt x="2400467" y="1471499"/>
                </a:cubicBezTo>
                <a:lnTo>
                  <a:pt x="2496468" y="1496018"/>
                </a:lnTo>
                <a:lnTo>
                  <a:pt x="2459798" y="1489757"/>
                </a:lnTo>
                <a:cubicBezTo>
                  <a:pt x="2348313" y="1470217"/>
                  <a:pt x="2314730" y="1464344"/>
                  <a:pt x="2275396" y="1491927"/>
                </a:cubicBezTo>
                <a:cubicBezTo>
                  <a:pt x="2243598" y="1514913"/>
                  <a:pt x="2214100" y="1553989"/>
                  <a:pt x="2175791" y="1604304"/>
                </a:cubicBezTo>
                <a:cubicBezTo>
                  <a:pt x="2149355" y="1639423"/>
                  <a:pt x="2119472" y="1679137"/>
                  <a:pt x="2082056" y="1722428"/>
                </a:cubicBezTo>
                <a:cubicBezTo>
                  <a:pt x="1974301" y="1843667"/>
                  <a:pt x="1856714" y="1955789"/>
                  <a:pt x="1730494" y="2057643"/>
                </a:cubicBezTo>
                <a:cubicBezTo>
                  <a:pt x="1619650" y="2147672"/>
                  <a:pt x="1482626" y="2179344"/>
                  <a:pt x="1380467" y="2138096"/>
                </a:cubicBezTo>
                <a:cubicBezTo>
                  <a:pt x="1269364" y="2093400"/>
                  <a:pt x="1213050" y="1989323"/>
                  <a:pt x="1158520" y="1889078"/>
                </a:cubicBezTo>
                <a:cubicBezTo>
                  <a:pt x="1137607" y="1849006"/>
                  <a:pt x="1114633" y="1810057"/>
                  <a:pt x="1089690" y="1772359"/>
                </a:cubicBezTo>
                <a:cubicBezTo>
                  <a:pt x="924827" y="1533046"/>
                  <a:pt x="585143" y="1453872"/>
                  <a:pt x="316329" y="1592045"/>
                </a:cubicBezTo>
                <a:cubicBezTo>
                  <a:pt x="211263" y="1646302"/>
                  <a:pt x="119414" y="1731572"/>
                  <a:pt x="47382" y="1834866"/>
                </a:cubicBezTo>
                <a:lnTo>
                  <a:pt x="0" y="1913969"/>
                </a:lnTo>
                <a:lnTo>
                  <a:pt x="0" y="1939996"/>
                </a:lnTo>
                <a:lnTo>
                  <a:pt x="58082" y="1842948"/>
                </a:lnTo>
                <a:cubicBezTo>
                  <a:pt x="128914" y="1741290"/>
                  <a:pt x="219213" y="1657396"/>
                  <a:pt x="322459" y="1604048"/>
                </a:cubicBezTo>
                <a:cubicBezTo>
                  <a:pt x="585396" y="1468558"/>
                  <a:pt x="917547" y="1546200"/>
                  <a:pt x="1078579" y="1780276"/>
                </a:cubicBezTo>
                <a:cubicBezTo>
                  <a:pt x="1103174" y="1817399"/>
                  <a:pt x="1125848" y="1855761"/>
                  <a:pt x="1146516" y="1895207"/>
                </a:cubicBezTo>
                <a:cubicBezTo>
                  <a:pt x="1202194" y="1998007"/>
                  <a:pt x="1260297" y="2103743"/>
                  <a:pt x="1375229" y="2150610"/>
                </a:cubicBezTo>
                <a:cubicBezTo>
                  <a:pt x="1481476" y="2193774"/>
                  <a:pt x="1623991" y="2161337"/>
                  <a:pt x="1738922" y="2068116"/>
                </a:cubicBezTo>
                <a:cubicBezTo>
                  <a:pt x="1865807" y="1965814"/>
                  <a:pt x="1983995" y="1853181"/>
                  <a:pt x="2092272" y="1731366"/>
                </a:cubicBezTo>
                <a:cubicBezTo>
                  <a:pt x="2129944" y="1687820"/>
                  <a:pt x="2159954" y="1647850"/>
                  <a:pt x="2186517" y="1612605"/>
                </a:cubicBezTo>
                <a:cubicBezTo>
                  <a:pt x="2223676" y="1563184"/>
                  <a:pt x="2253048" y="1524235"/>
                  <a:pt x="2283186" y="1503036"/>
                </a:cubicBezTo>
                <a:cubicBezTo>
                  <a:pt x="2300553" y="1490777"/>
                  <a:pt x="2316612" y="1485957"/>
                  <a:pt x="2342072" y="1486611"/>
                </a:cubicBezTo>
                <a:cubicBezTo>
                  <a:pt x="2367532" y="1487266"/>
                  <a:pt x="2402395" y="1493395"/>
                  <a:pt x="2457370" y="1503036"/>
                </a:cubicBezTo>
                <a:cubicBezTo>
                  <a:pt x="2483932" y="1507633"/>
                  <a:pt x="2515092" y="1513125"/>
                  <a:pt x="2551868" y="1519127"/>
                </a:cubicBezTo>
                <a:cubicBezTo>
                  <a:pt x="2645730" y="1534451"/>
                  <a:pt x="2751338" y="1543773"/>
                  <a:pt x="2844433" y="1552074"/>
                </a:cubicBezTo>
                <a:cubicBezTo>
                  <a:pt x="2884531" y="1555650"/>
                  <a:pt x="2922458" y="1559097"/>
                  <a:pt x="2955790" y="1562673"/>
                </a:cubicBezTo>
                <a:cubicBezTo>
                  <a:pt x="3002578" y="1566887"/>
                  <a:pt x="3049061" y="1573962"/>
                  <a:pt x="3094983" y="1583872"/>
                </a:cubicBezTo>
                <a:cubicBezTo>
                  <a:pt x="3127663" y="1591100"/>
                  <a:pt x="3159600" y="1601353"/>
                  <a:pt x="3190376" y="1614520"/>
                </a:cubicBezTo>
                <a:cubicBezTo>
                  <a:pt x="3244905" y="1638018"/>
                  <a:pt x="3314244" y="1673774"/>
                  <a:pt x="3415384" y="1760611"/>
                </a:cubicBezTo>
                <a:cubicBezTo>
                  <a:pt x="3502860" y="1835827"/>
                  <a:pt x="3596465" y="1960336"/>
                  <a:pt x="3687005" y="2080758"/>
                </a:cubicBezTo>
                <a:cubicBezTo>
                  <a:pt x="3712801" y="2115237"/>
                  <a:pt x="3737191" y="2147672"/>
                  <a:pt x="3761455" y="2179088"/>
                </a:cubicBezTo>
                <a:cubicBezTo>
                  <a:pt x="3788170" y="2214014"/>
                  <a:pt x="3817170" y="2247115"/>
                  <a:pt x="3848292" y="2278184"/>
                </a:cubicBezTo>
                <a:cubicBezTo>
                  <a:pt x="3935640" y="2365148"/>
                  <a:pt x="4022093" y="2415080"/>
                  <a:pt x="4127191" y="2441769"/>
                </a:cubicBezTo>
                <a:cubicBezTo>
                  <a:pt x="4245405" y="2473401"/>
                  <a:pt x="4370744" y="2465420"/>
                  <a:pt x="4483988" y="2419039"/>
                </a:cubicBezTo>
                <a:cubicBezTo>
                  <a:pt x="4511061" y="2408682"/>
                  <a:pt x="4537343" y="2396397"/>
                  <a:pt x="4562652" y="2382261"/>
                </a:cubicBezTo>
                <a:cubicBezTo>
                  <a:pt x="4693036" y="2308705"/>
                  <a:pt x="4834529" y="2171298"/>
                  <a:pt x="4929539" y="2074373"/>
                </a:cubicBezTo>
                <a:cubicBezTo>
                  <a:pt x="5097083" y="1903508"/>
                  <a:pt x="5251729" y="1758568"/>
                  <a:pt x="5447240" y="1714382"/>
                </a:cubicBezTo>
                <a:cubicBezTo>
                  <a:pt x="5640707" y="1670709"/>
                  <a:pt x="5836346" y="1735198"/>
                  <a:pt x="5970815" y="1887034"/>
                </a:cubicBezTo>
                <a:cubicBezTo>
                  <a:pt x="6006571" y="1927938"/>
                  <a:pt x="6037668" y="1972697"/>
                  <a:pt x="6063527" y="2020483"/>
                </a:cubicBezTo>
                <a:lnTo>
                  <a:pt x="6099211" y="2097565"/>
                </a:lnTo>
                <a:lnTo>
                  <a:pt x="6079106" y="2055984"/>
                </a:lnTo>
                <a:cubicBezTo>
                  <a:pt x="6053043" y="2008516"/>
                  <a:pt x="6022189" y="1963847"/>
                  <a:pt x="5987033" y="1922663"/>
                </a:cubicBezTo>
                <a:cubicBezTo>
                  <a:pt x="5850392" y="1767123"/>
                  <a:pt x="5653732" y="1695355"/>
                  <a:pt x="5462180" y="1731111"/>
                </a:cubicBezTo>
                <a:cubicBezTo>
                  <a:pt x="5255304" y="1769549"/>
                  <a:pt x="5090698" y="1925728"/>
                  <a:pt x="4939754" y="2082289"/>
                </a:cubicBezTo>
                <a:cubicBezTo>
                  <a:pt x="4824823" y="2201563"/>
                  <a:pt x="4702869" y="2322241"/>
                  <a:pt x="4590363" y="2397202"/>
                </a:cubicBezTo>
                <a:cubicBezTo>
                  <a:pt x="4566727" y="2412743"/>
                  <a:pt x="4542169" y="2426815"/>
                  <a:pt x="4516807" y="2439342"/>
                </a:cubicBezTo>
                <a:cubicBezTo>
                  <a:pt x="4397279" y="2499235"/>
                  <a:pt x="4285796" y="2522732"/>
                  <a:pt x="4166140" y="2512005"/>
                </a:cubicBezTo>
                <a:cubicBezTo>
                  <a:pt x="4057082" y="2502171"/>
                  <a:pt x="3967947" y="2462585"/>
                  <a:pt x="3876897" y="2383665"/>
                </a:cubicBezTo>
                <a:cubicBezTo>
                  <a:pt x="3844626" y="2355392"/>
                  <a:pt x="3814718" y="2324514"/>
                  <a:pt x="3787506" y="2291337"/>
                </a:cubicBezTo>
                <a:cubicBezTo>
                  <a:pt x="3742810" y="2237574"/>
                  <a:pt x="3696454" y="2176406"/>
                  <a:pt x="3651759" y="2117024"/>
                </a:cubicBezTo>
                <a:cubicBezTo>
                  <a:pt x="3584205" y="2027633"/>
                  <a:pt x="3514863" y="1935179"/>
                  <a:pt x="3451012" y="1870561"/>
                </a:cubicBezTo>
                <a:cubicBezTo>
                  <a:pt x="3385731" y="1801296"/>
                  <a:pt x="3314309" y="1738084"/>
                  <a:pt x="3237625" y="1681691"/>
                </a:cubicBezTo>
                <a:cubicBezTo>
                  <a:pt x="3207718" y="1660237"/>
                  <a:pt x="3175715" y="1641887"/>
                  <a:pt x="3142105" y="1626907"/>
                </a:cubicBezTo>
                <a:cubicBezTo>
                  <a:pt x="3096873" y="1607663"/>
                  <a:pt x="3049800" y="1593028"/>
                  <a:pt x="3001633" y="1583233"/>
                </a:cubicBezTo>
                <a:cubicBezTo>
                  <a:pt x="2888745" y="1558203"/>
                  <a:pt x="2723627" y="1540708"/>
                  <a:pt x="2602948" y="1527938"/>
                </a:cubicBezTo>
                <a:cubicBezTo>
                  <a:pt x="2409226" y="1507506"/>
                  <a:pt x="2359166" y="1526789"/>
                  <a:pt x="2314474" y="1580807"/>
                </a:cubicBezTo>
                <a:cubicBezTo>
                  <a:pt x="2285674" y="1618913"/>
                  <a:pt x="2260327" y="1659509"/>
                  <a:pt x="2238746" y="1702123"/>
                </a:cubicBezTo>
                <a:cubicBezTo>
                  <a:pt x="2208914" y="1757954"/>
                  <a:pt x="2176096" y="1812138"/>
                  <a:pt x="2140415" y="1864432"/>
                </a:cubicBezTo>
                <a:cubicBezTo>
                  <a:pt x="2045011" y="1997738"/>
                  <a:pt x="1932531" y="2117957"/>
                  <a:pt x="1805839" y="2221995"/>
                </a:cubicBezTo>
                <a:cubicBezTo>
                  <a:pt x="1690012" y="2318154"/>
                  <a:pt x="1545710" y="2349697"/>
                  <a:pt x="1437930" y="2301808"/>
                </a:cubicBezTo>
                <a:cubicBezTo>
                  <a:pt x="1320957" y="2250217"/>
                  <a:pt x="1263491" y="2134775"/>
                  <a:pt x="1208068" y="2023037"/>
                </a:cubicBezTo>
                <a:cubicBezTo>
                  <a:pt x="1186690" y="1978034"/>
                  <a:pt x="1162992" y="1934169"/>
                  <a:pt x="1137066" y="1891632"/>
                </a:cubicBezTo>
                <a:cubicBezTo>
                  <a:pt x="971054" y="1629334"/>
                  <a:pt x="603912" y="1529471"/>
                  <a:pt x="319777" y="1669048"/>
                </a:cubicBezTo>
                <a:cubicBezTo>
                  <a:pt x="209634" y="1723497"/>
                  <a:pt x="112871" y="1812443"/>
                  <a:pt x="37116" y="1920984"/>
                </a:cubicBezTo>
                <a:lnTo>
                  <a:pt x="0" y="1983062"/>
                </a:lnTo>
                <a:lnTo>
                  <a:pt x="0" y="2008583"/>
                </a:lnTo>
                <a:lnTo>
                  <a:pt x="47597" y="1929075"/>
                </a:lnTo>
                <a:cubicBezTo>
                  <a:pt x="122278" y="1822203"/>
                  <a:pt x="217648" y="1734640"/>
                  <a:pt x="326162" y="1681053"/>
                </a:cubicBezTo>
                <a:cubicBezTo>
                  <a:pt x="604296" y="1544411"/>
                  <a:pt x="963265" y="1642104"/>
                  <a:pt x="1126211" y="1899294"/>
                </a:cubicBezTo>
                <a:cubicBezTo>
                  <a:pt x="1151860" y="1941473"/>
                  <a:pt x="1175304" y="1984943"/>
                  <a:pt x="1196447" y="2029549"/>
                </a:cubicBezTo>
                <a:cubicBezTo>
                  <a:pt x="1253657" y="2143331"/>
                  <a:pt x="1311505" y="2261071"/>
                  <a:pt x="1432439" y="2314707"/>
                </a:cubicBezTo>
                <a:cubicBezTo>
                  <a:pt x="1544816" y="2364383"/>
                  <a:pt x="1694738" y="2332329"/>
                  <a:pt x="1814522" y="2232850"/>
                </a:cubicBezTo>
                <a:cubicBezTo>
                  <a:pt x="1942120" y="2127778"/>
                  <a:pt x="2055417" y="2006449"/>
                  <a:pt x="2151525" y="1871966"/>
                </a:cubicBezTo>
                <a:cubicBezTo>
                  <a:pt x="2187409" y="1819289"/>
                  <a:pt x="2220445" y="1764723"/>
                  <a:pt x="2250494" y="1708509"/>
                </a:cubicBezTo>
                <a:cubicBezTo>
                  <a:pt x="2271756" y="1666660"/>
                  <a:pt x="2296619" y="1626754"/>
                  <a:pt x="2324815" y="1589235"/>
                </a:cubicBezTo>
                <a:cubicBezTo>
                  <a:pt x="2357380" y="1549871"/>
                  <a:pt x="2392745" y="1531482"/>
                  <a:pt x="2486403" y="1533045"/>
                </a:cubicBezTo>
                <a:cubicBezTo>
                  <a:pt x="2517621" y="1533565"/>
                  <a:pt x="2555318" y="1536303"/>
                  <a:pt x="2601545" y="1541219"/>
                </a:cubicBezTo>
                <a:cubicBezTo>
                  <a:pt x="2661692" y="1547605"/>
                  <a:pt x="2732949" y="1554979"/>
                  <a:pt x="2803185" y="1563951"/>
                </a:cubicBezTo>
                <a:lnTo>
                  <a:pt x="2822159" y="1567085"/>
                </a:lnTo>
                <a:lnTo>
                  <a:pt x="2651732" y="1548627"/>
                </a:lnTo>
                <a:cubicBezTo>
                  <a:pt x="2466053" y="1540070"/>
                  <a:pt x="2400160" y="1587575"/>
                  <a:pt x="2354060" y="1667772"/>
                </a:cubicBezTo>
                <a:cubicBezTo>
                  <a:pt x="2330270" y="1712198"/>
                  <a:pt x="2309327" y="1758094"/>
                  <a:pt x="2291359" y="1805178"/>
                </a:cubicBezTo>
                <a:cubicBezTo>
                  <a:pt x="2264783" y="1873638"/>
                  <a:pt x="2233906" y="1940350"/>
                  <a:pt x="2198903" y="2004903"/>
                </a:cubicBezTo>
                <a:cubicBezTo>
                  <a:pt x="2116164" y="2149537"/>
                  <a:pt x="2008870" y="2278656"/>
                  <a:pt x="1881820" y="2386475"/>
                </a:cubicBezTo>
                <a:cubicBezTo>
                  <a:pt x="1761015" y="2488763"/>
                  <a:pt x="1609561" y="2519795"/>
                  <a:pt x="1495779" y="2465649"/>
                </a:cubicBezTo>
                <a:cubicBezTo>
                  <a:pt x="1373951" y="2407545"/>
                  <a:pt x="1315593" y="2280227"/>
                  <a:pt x="1259021" y="2156996"/>
                </a:cubicBezTo>
                <a:cubicBezTo>
                  <a:pt x="1237148" y="2107039"/>
                  <a:pt x="1212725" y="2058231"/>
                  <a:pt x="1185848" y="2010777"/>
                </a:cubicBezTo>
                <a:cubicBezTo>
                  <a:pt x="1014345" y="1721661"/>
                  <a:pt x="628561" y="1602899"/>
                  <a:pt x="324758" y="1745925"/>
                </a:cubicBezTo>
                <a:cubicBezTo>
                  <a:pt x="207336" y="1801475"/>
                  <a:pt x="104856" y="1893552"/>
                  <a:pt x="25216" y="2006599"/>
                </a:cubicBezTo>
                <a:lnTo>
                  <a:pt x="0" y="2048591"/>
                </a:lnTo>
                <a:lnTo>
                  <a:pt x="0" y="2073509"/>
                </a:lnTo>
                <a:lnTo>
                  <a:pt x="35226" y="2014795"/>
                </a:lnTo>
                <a:cubicBezTo>
                  <a:pt x="113593" y="1903470"/>
                  <a:pt x="214440" y="1812824"/>
                  <a:pt x="329993" y="1758184"/>
                </a:cubicBezTo>
                <a:cubicBezTo>
                  <a:pt x="404412" y="1723098"/>
                  <a:pt x="483881" y="1704063"/>
                  <a:pt x="563847" y="1699673"/>
                </a:cubicBezTo>
                <a:cubicBezTo>
                  <a:pt x="803742" y="1686504"/>
                  <a:pt x="1048091" y="1805146"/>
                  <a:pt x="1173844" y="2017673"/>
                </a:cubicBezTo>
                <a:lnTo>
                  <a:pt x="1222205" y="2113380"/>
                </a:lnTo>
                <a:lnTo>
                  <a:pt x="1157701" y="2020132"/>
                </a:lnTo>
                <a:cubicBezTo>
                  <a:pt x="957942" y="1784113"/>
                  <a:pt x="611734" y="1694653"/>
                  <a:pt x="328588" y="1822928"/>
                </a:cubicBezTo>
                <a:cubicBezTo>
                  <a:pt x="204080" y="1879532"/>
                  <a:pt x="96020" y="1974709"/>
                  <a:pt x="12626" y="2092244"/>
                </a:cubicBezTo>
                <a:lnTo>
                  <a:pt x="0" y="2113221"/>
                </a:lnTo>
                <a:lnTo>
                  <a:pt x="0" y="2138078"/>
                </a:lnTo>
                <a:lnTo>
                  <a:pt x="22638" y="2100428"/>
                </a:lnTo>
                <a:cubicBezTo>
                  <a:pt x="104725" y="1984628"/>
                  <a:pt x="211103" y="1890881"/>
                  <a:pt x="333696" y="1835187"/>
                </a:cubicBezTo>
                <a:cubicBezTo>
                  <a:pt x="413031" y="1799239"/>
                  <a:pt x="497417" y="1780698"/>
                  <a:pt x="582064" y="1777959"/>
                </a:cubicBezTo>
                <a:cubicBezTo>
                  <a:pt x="836010" y="1769741"/>
                  <a:pt x="1092307" y="1903730"/>
                  <a:pt x="1221603" y="2136562"/>
                </a:cubicBezTo>
                <a:lnTo>
                  <a:pt x="1256259" y="2210733"/>
                </a:lnTo>
                <a:lnTo>
                  <a:pt x="1203097" y="2129706"/>
                </a:lnTo>
                <a:cubicBezTo>
                  <a:pt x="996289" y="1872319"/>
                  <a:pt x="632788" y="1768750"/>
                  <a:pt x="332546" y="1899932"/>
                </a:cubicBezTo>
                <a:cubicBezTo>
                  <a:pt x="202913" y="1956583"/>
                  <a:pt x="89837" y="2055544"/>
                  <a:pt x="2572" y="2178456"/>
                </a:cubicBezTo>
                <a:lnTo>
                  <a:pt x="0" y="2182732"/>
                </a:lnTo>
                <a:lnTo>
                  <a:pt x="0" y="2207706"/>
                </a:lnTo>
                <a:lnTo>
                  <a:pt x="12584" y="2186745"/>
                </a:lnTo>
                <a:cubicBezTo>
                  <a:pt x="98440" y="2065583"/>
                  <a:pt x="209665" y="1968029"/>
                  <a:pt x="337143" y="1912191"/>
                </a:cubicBezTo>
                <a:cubicBezTo>
                  <a:pt x="421489" y="1875445"/>
                  <a:pt x="510874" y="1857503"/>
                  <a:pt x="600266" y="1856515"/>
                </a:cubicBezTo>
                <a:cubicBezTo>
                  <a:pt x="868444" y="1853552"/>
                  <a:pt x="1136713" y="2003178"/>
                  <a:pt x="1269364" y="2255452"/>
                </a:cubicBezTo>
                <a:lnTo>
                  <a:pt x="1295675" y="2315532"/>
                </a:lnTo>
                <a:lnTo>
                  <a:pt x="1248090" y="2239246"/>
                </a:lnTo>
                <a:cubicBezTo>
                  <a:pt x="1034763" y="1960456"/>
                  <a:pt x="654306" y="1842978"/>
                  <a:pt x="335740" y="1977064"/>
                </a:cubicBezTo>
                <a:cubicBezTo>
                  <a:pt x="244720" y="2015374"/>
                  <a:pt x="161691" y="2073494"/>
                  <a:pt x="89494" y="2145745"/>
                </a:cubicBezTo>
                <a:lnTo>
                  <a:pt x="0" y="2251780"/>
                </a:lnTo>
                <a:lnTo>
                  <a:pt x="0" y="2273803"/>
                </a:lnTo>
                <a:lnTo>
                  <a:pt x="1120" y="2271944"/>
                </a:lnTo>
                <a:cubicBezTo>
                  <a:pt x="90777" y="2146271"/>
                  <a:pt x="207384" y="2045736"/>
                  <a:pt x="341230" y="1989323"/>
                </a:cubicBezTo>
                <a:cubicBezTo>
                  <a:pt x="430461" y="1951715"/>
                  <a:pt x="524738" y="1934291"/>
                  <a:pt x="618783" y="1934982"/>
                </a:cubicBezTo>
                <a:cubicBezTo>
                  <a:pt x="900922" y="1937053"/>
                  <a:pt x="1180995" y="2102146"/>
                  <a:pt x="1316613" y="2374343"/>
                </a:cubicBezTo>
                <a:lnTo>
                  <a:pt x="1334073" y="2416241"/>
                </a:lnTo>
                <a:lnTo>
                  <a:pt x="1295705" y="2352280"/>
                </a:lnTo>
                <a:cubicBezTo>
                  <a:pt x="1203342" y="2226031"/>
                  <a:pt x="1077700" y="2126455"/>
                  <a:pt x="931467" y="2065560"/>
                </a:cubicBezTo>
                <a:cubicBezTo>
                  <a:pt x="734295" y="1982682"/>
                  <a:pt x="524227" y="1978596"/>
                  <a:pt x="339826" y="2053812"/>
                </a:cubicBezTo>
                <a:cubicBezTo>
                  <a:pt x="244146" y="2092953"/>
                  <a:pt x="157094" y="2152773"/>
                  <a:pt x="81630" y="2227406"/>
                </a:cubicBezTo>
                <a:lnTo>
                  <a:pt x="0" y="2323298"/>
                </a:lnTo>
                <a:lnTo>
                  <a:pt x="0" y="2344677"/>
                </a:lnTo>
                <a:lnTo>
                  <a:pt x="91437" y="2237192"/>
                </a:lnTo>
                <a:cubicBezTo>
                  <a:pt x="165745" y="2163628"/>
                  <a:pt x="251360" y="2104734"/>
                  <a:pt x="345316" y="2066327"/>
                </a:cubicBezTo>
                <a:cubicBezTo>
                  <a:pt x="439274" y="2027922"/>
                  <a:pt x="538322" y="2011088"/>
                  <a:pt x="636948" y="2013522"/>
                </a:cubicBezTo>
                <a:cubicBezTo>
                  <a:pt x="932831" y="2020825"/>
                  <a:pt x="1224924" y="2201531"/>
                  <a:pt x="1364374" y="2493360"/>
                </a:cubicBezTo>
                <a:lnTo>
                  <a:pt x="1376408" y="2523661"/>
                </a:lnTo>
                <a:lnTo>
                  <a:pt x="1341286" y="2462770"/>
                </a:lnTo>
                <a:cubicBezTo>
                  <a:pt x="1245952" y="2327607"/>
                  <a:pt x="1115010" y="2219976"/>
                  <a:pt x="961602" y="2152781"/>
                </a:cubicBezTo>
                <a:cubicBezTo>
                  <a:pt x="756131" y="2062239"/>
                  <a:pt x="536612" y="2054450"/>
                  <a:pt x="343784" y="2130816"/>
                </a:cubicBezTo>
                <a:cubicBezTo>
                  <a:pt x="247369" y="2168998"/>
                  <a:pt x="158074" y="2228060"/>
                  <a:pt x="79489" y="2304346"/>
                </a:cubicBezTo>
                <a:lnTo>
                  <a:pt x="0" y="2396547"/>
                </a:lnTo>
                <a:lnTo>
                  <a:pt x="0" y="2420186"/>
                </a:lnTo>
                <a:lnTo>
                  <a:pt x="86037" y="2318954"/>
                </a:lnTo>
                <a:cubicBezTo>
                  <a:pt x="163254" y="2242571"/>
                  <a:pt x="252126" y="2181865"/>
                  <a:pt x="349403" y="2143330"/>
                </a:cubicBezTo>
                <a:cubicBezTo>
                  <a:pt x="695345" y="2006115"/>
                  <a:pt x="1103373" y="2150188"/>
                  <a:pt x="1328299" y="2466473"/>
                </a:cubicBezTo>
                <a:lnTo>
                  <a:pt x="1409017" y="2605771"/>
                </a:lnTo>
                <a:lnTo>
                  <a:pt x="1445974" y="2698831"/>
                </a:lnTo>
                <a:cubicBezTo>
                  <a:pt x="1461268" y="2741517"/>
                  <a:pt x="1476695" y="2784568"/>
                  <a:pt x="1493538" y="2826479"/>
                </a:cubicBezTo>
                <a:lnTo>
                  <a:pt x="1495594" y="2830910"/>
                </a:lnTo>
                <a:lnTo>
                  <a:pt x="1496161" y="2832534"/>
                </a:lnTo>
                <a:cubicBezTo>
                  <a:pt x="1558479" y="3015020"/>
                  <a:pt x="1622330" y="3203124"/>
                  <a:pt x="1775571" y="3295963"/>
                </a:cubicBezTo>
                <a:cubicBezTo>
                  <a:pt x="1830891" y="3329037"/>
                  <a:pt x="1894243" y="3346264"/>
                  <a:pt x="1958694" y="3345766"/>
                </a:cubicBezTo>
                <a:cubicBezTo>
                  <a:pt x="2074353" y="3343773"/>
                  <a:pt x="2184981" y="3298108"/>
                  <a:pt x="2268370" y="3217937"/>
                </a:cubicBezTo>
                <a:cubicBezTo>
                  <a:pt x="2421100" y="3075550"/>
                  <a:pt x="2481886" y="2864843"/>
                  <a:pt x="2506023" y="2713134"/>
                </a:cubicBezTo>
                <a:cubicBezTo>
                  <a:pt x="2520197" y="2623360"/>
                  <a:pt x="2525944" y="2530649"/>
                  <a:pt x="2531563" y="2441258"/>
                </a:cubicBezTo>
                <a:cubicBezTo>
                  <a:pt x="2538331" y="2330796"/>
                  <a:pt x="2545482" y="2216502"/>
                  <a:pt x="2568723" y="2107319"/>
                </a:cubicBezTo>
                <a:cubicBezTo>
                  <a:pt x="2607162" y="1926238"/>
                  <a:pt x="2714303" y="1715913"/>
                  <a:pt x="2899725" y="1669303"/>
                </a:cubicBezTo>
                <a:cubicBezTo>
                  <a:pt x="2949592" y="1656756"/>
                  <a:pt x="2999029" y="1657881"/>
                  <a:pt x="3046611" y="1669407"/>
                </a:cubicBezTo>
                <a:lnTo>
                  <a:pt x="3093444" y="1685963"/>
                </a:lnTo>
                <a:lnTo>
                  <a:pt x="3114523" y="1695008"/>
                </a:lnTo>
                <a:lnTo>
                  <a:pt x="3143264" y="1711811"/>
                </a:lnTo>
                <a:lnTo>
                  <a:pt x="3189395" y="1743642"/>
                </a:lnTo>
                <a:lnTo>
                  <a:pt x="3236599" y="1783037"/>
                </a:lnTo>
                <a:lnTo>
                  <a:pt x="3245004" y="1791332"/>
                </a:lnTo>
                <a:lnTo>
                  <a:pt x="3284420" y="1836815"/>
                </a:lnTo>
                <a:lnTo>
                  <a:pt x="3315680" y="1880788"/>
                </a:lnTo>
                <a:lnTo>
                  <a:pt x="3386396" y="2002093"/>
                </a:lnTo>
                <a:lnTo>
                  <a:pt x="3453513" y="2154552"/>
                </a:lnTo>
                <a:lnTo>
                  <a:pt x="3492389" y="2262860"/>
                </a:lnTo>
                <a:lnTo>
                  <a:pt x="3522029" y="2344657"/>
                </a:lnTo>
                <a:lnTo>
                  <a:pt x="3531209" y="2376002"/>
                </a:lnTo>
                <a:cubicBezTo>
                  <a:pt x="3550620" y="2446876"/>
                  <a:pt x="3570668" y="2520177"/>
                  <a:pt x="3594293" y="2590668"/>
                </a:cubicBezTo>
                <a:cubicBezTo>
                  <a:pt x="3655462" y="2773920"/>
                  <a:pt x="3772053" y="3007869"/>
                  <a:pt x="3980334" y="3081935"/>
                </a:cubicBezTo>
                <a:cubicBezTo>
                  <a:pt x="4023612" y="3097591"/>
                  <a:pt x="4069291" y="3105636"/>
                  <a:pt x="4115314" y="3105687"/>
                </a:cubicBezTo>
                <a:cubicBezTo>
                  <a:pt x="4410305" y="3105560"/>
                  <a:pt x="4665579" y="2775834"/>
                  <a:pt x="4801198" y="2559509"/>
                </a:cubicBezTo>
                <a:cubicBezTo>
                  <a:pt x="5011267" y="2225059"/>
                  <a:pt x="5242534" y="1898782"/>
                  <a:pt x="5561787" y="1918576"/>
                </a:cubicBezTo>
                <a:cubicBezTo>
                  <a:pt x="5747464" y="1929941"/>
                  <a:pt x="5926502" y="2062750"/>
                  <a:pt x="6093790" y="2313045"/>
                </a:cubicBezTo>
                <a:cubicBezTo>
                  <a:pt x="6131846" y="2369873"/>
                  <a:pt x="6168368" y="2430020"/>
                  <a:pt x="6203614" y="2488124"/>
                </a:cubicBezTo>
                <a:cubicBezTo>
                  <a:pt x="6291473" y="2632810"/>
                  <a:pt x="6382395" y="2782347"/>
                  <a:pt x="6504734" y="2895746"/>
                </a:cubicBezTo>
                <a:cubicBezTo>
                  <a:pt x="6675088" y="3053585"/>
                  <a:pt x="6943516" y="3131611"/>
                  <a:pt x="7126895" y="2975561"/>
                </a:cubicBezTo>
                <a:cubicBezTo>
                  <a:pt x="7271517" y="2852489"/>
                  <a:pt x="7302573" y="2647456"/>
                  <a:pt x="7305614" y="2437341"/>
                </a:cubicBezTo>
                <a:lnTo>
                  <a:pt x="7304593" y="2369196"/>
                </a:lnTo>
                <a:lnTo>
                  <a:pt x="7306784" y="2204545"/>
                </a:lnTo>
                <a:lnTo>
                  <a:pt x="7308232" y="2164274"/>
                </a:lnTo>
                <a:lnTo>
                  <a:pt x="7309070" y="2136252"/>
                </a:lnTo>
                <a:lnTo>
                  <a:pt x="7309507" y="2128389"/>
                </a:lnTo>
                <a:cubicBezTo>
                  <a:pt x="7311552" y="2088930"/>
                  <a:pt x="7313594" y="2047938"/>
                  <a:pt x="7316148" y="2009628"/>
                </a:cubicBezTo>
                <a:lnTo>
                  <a:pt x="7322366" y="1946198"/>
                </a:lnTo>
                <a:lnTo>
                  <a:pt x="7323075" y="1941077"/>
                </a:lnTo>
                <a:lnTo>
                  <a:pt x="7367697" y="1768680"/>
                </a:lnTo>
                <a:lnTo>
                  <a:pt x="7371545" y="1757124"/>
                </a:lnTo>
                <a:cubicBezTo>
                  <a:pt x="7413378" y="1658145"/>
                  <a:pt x="7479510" y="1574676"/>
                  <a:pt x="7583427" y="1542496"/>
                </a:cubicBezTo>
                <a:cubicBezTo>
                  <a:pt x="7664773" y="1517210"/>
                  <a:pt x="7753526" y="1532790"/>
                  <a:pt x="7831934" y="1546582"/>
                </a:cubicBezTo>
                <a:lnTo>
                  <a:pt x="8965936" y="1745211"/>
                </a:lnTo>
                <a:lnTo>
                  <a:pt x="8965936" y="1667475"/>
                </a:lnTo>
                <a:lnTo>
                  <a:pt x="8826985" y="1629156"/>
                </a:lnTo>
                <a:cubicBezTo>
                  <a:pt x="8661154" y="1574701"/>
                  <a:pt x="8504824" y="1499397"/>
                  <a:pt x="8352445" y="1426033"/>
                </a:cubicBezTo>
                <a:cubicBezTo>
                  <a:pt x="8305579" y="1403429"/>
                  <a:pt x="8257179" y="1380188"/>
                  <a:pt x="8209547" y="1357967"/>
                </a:cubicBezTo>
                <a:cubicBezTo>
                  <a:pt x="8154636" y="1332427"/>
                  <a:pt x="8099724" y="1308165"/>
                  <a:pt x="8046344" y="1286073"/>
                </a:cubicBezTo>
                <a:cubicBezTo>
                  <a:pt x="7963211" y="1251338"/>
                  <a:pt x="7874970" y="1219157"/>
                  <a:pt x="7785579" y="1220179"/>
                </a:cubicBezTo>
                <a:cubicBezTo>
                  <a:pt x="7661581" y="1221582"/>
                  <a:pt x="7559930" y="1275857"/>
                  <a:pt x="7474626" y="1386190"/>
                </a:cubicBezTo>
                <a:cubicBezTo>
                  <a:pt x="7450650" y="1417254"/>
                  <a:pt x="7430026" y="1451222"/>
                  <a:pt x="7412286" y="1486598"/>
                </a:cubicBezTo>
                <a:lnTo>
                  <a:pt x="7376850" y="1572232"/>
                </a:lnTo>
                <a:lnTo>
                  <a:pt x="7390407" y="1529232"/>
                </a:lnTo>
                <a:cubicBezTo>
                  <a:pt x="7417607" y="1456969"/>
                  <a:pt x="7454832" y="1385042"/>
                  <a:pt x="7505912" y="1325915"/>
                </a:cubicBezTo>
                <a:cubicBezTo>
                  <a:pt x="7593389" y="1224136"/>
                  <a:pt x="7695805" y="1176760"/>
                  <a:pt x="7818527" y="1181485"/>
                </a:cubicBezTo>
                <a:cubicBezTo>
                  <a:pt x="7907405" y="1184677"/>
                  <a:pt x="7998457" y="1221200"/>
                  <a:pt x="8075078" y="1256446"/>
                </a:cubicBezTo>
                <a:cubicBezTo>
                  <a:pt x="8128329" y="1280581"/>
                  <a:pt x="8182729" y="1307143"/>
                  <a:pt x="8237003" y="1335110"/>
                </a:cubicBezTo>
                <a:cubicBezTo>
                  <a:pt x="8284252" y="1359373"/>
                  <a:pt x="8331630" y="1384785"/>
                  <a:pt x="8377475" y="1409304"/>
                </a:cubicBezTo>
                <a:cubicBezTo>
                  <a:pt x="8529951" y="1490906"/>
                  <a:pt x="8686233" y="1574518"/>
                  <a:pt x="8854187" y="1633851"/>
                </a:cubicBezTo>
                <a:lnTo>
                  <a:pt x="8965936" y="1666483"/>
                </a:lnTo>
                <a:lnTo>
                  <a:pt x="8965936" y="1652984"/>
                </a:lnTo>
                <a:lnTo>
                  <a:pt x="8858291" y="1621552"/>
                </a:lnTo>
                <a:cubicBezTo>
                  <a:pt x="8691348" y="1562530"/>
                  <a:pt x="8535665" y="1479157"/>
                  <a:pt x="8383859" y="1397939"/>
                </a:cubicBezTo>
                <a:cubicBezTo>
                  <a:pt x="8337632" y="1373292"/>
                  <a:pt x="8290254" y="1348007"/>
                  <a:pt x="8243388" y="1323745"/>
                </a:cubicBezTo>
                <a:cubicBezTo>
                  <a:pt x="8188860" y="1295778"/>
                  <a:pt x="8134203" y="1268960"/>
                  <a:pt x="8080824" y="1244698"/>
                </a:cubicBezTo>
                <a:cubicBezTo>
                  <a:pt x="8002544" y="1208558"/>
                  <a:pt x="7910344" y="1171525"/>
                  <a:pt x="7819165" y="1168077"/>
                </a:cubicBezTo>
                <a:cubicBezTo>
                  <a:pt x="7691974" y="1163352"/>
                  <a:pt x="7586238" y="1212261"/>
                  <a:pt x="7495825" y="1317359"/>
                </a:cubicBezTo>
                <a:cubicBezTo>
                  <a:pt x="7469966" y="1347464"/>
                  <a:pt x="7447555" y="1380796"/>
                  <a:pt x="7428136" y="1415777"/>
                </a:cubicBezTo>
                <a:lnTo>
                  <a:pt x="7390232" y="1498345"/>
                </a:lnTo>
                <a:lnTo>
                  <a:pt x="7403881" y="1459426"/>
                </a:lnTo>
                <a:cubicBezTo>
                  <a:pt x="7433987" y="1387083"/>
                  <a:pt x="7474500" y="1315827"/>
                  <a:pt x="7528900" y="1258360"/>
                </a:cubicBezTo>
                <a:cubicBezTo>
                  <a:pt x="7621100" y="1161563"/>
                  <a:pt x="7727220" y="1119549"/>
                  <a:pt x="7853645" y="1129894"/>
                </a:cubicBezTo>
                <a:cubicBezTo>
                  <a:pt x="7945334" y="1137427"/>
                  <a:pt x="8039705" y="1179313"/>
                  <a:pt x="8111345" y="1214942"/>
                </a:cubicBezTo>
                <a:cubicBezTo>
                  <a:pt x="8164342" y="1241249"/>
                  <a:pt x="8218614" y="1270109"/>
                  <a:pt x="8272505" y="1300757"/>
                </a:cubicBezTo>
                <a:cubicBezTo>
                  <a:pt x="8318476" y="1326936"/>
                  <a:pt x="8365088" y="1354392"/>
                  <a:pt x="8410166" y="1380954"/>
                </a:cubicBezTo>
                <a:cubicBezTo>
                  <a:pt x="8562354" y="1470983"/>
                  <a:pt x="8718206" y="1562594"/>
                  <a:pt x="8887419" y="1626368"/>
                </a:cubicBezTo>
                <a:lnTo>
                  <a:pt x="8965936" y="1650464"/>
                </a:lnTo>
                <a:lnTo>
                  <a:pt x="8965936" y="1636618"/>
                </a:lnTo>
                <a:lnTo>
                  <a:pt x="8892025" y="1613891"/>
                </a:lnTo>
                <a:cubicBezTo>
                  <a:pt x="8723968" y="1550350"/>
                  <a:pt x="8568930" y="1458884"/>
                  <a:pt x="8417701" y="1369716"/>
                </a:cubicBezTo>
                <a:cubicBezTo>
                  <a:pt x="8372621" y="1343154"/>
                  <a:pt x="8326011" y="1315698"/>
                  <a:pt x="8280038" y="1289520"/>
                </a:cubicBezTo>
                <a:cubicBezTo>
                  <a:pt x="8225766" y="1258617"/>
                  <a:pt x="8171238" y="1229628"/>
                  <a:pt x="8118113" y="1203321"/>
                </a:cubicBezTo>
                <a:cubicBezTo>
                  <a:pt x="8045324" y="1167054"/>
                  <a:pt x="7949804" y="1124530"/>
                  <a:pt x="7855432" y="1116867"/>
                </a:cubicBezTo>
                <a:cubicBezTo>
                  <a:pt x="7724284" y="1106013"/>
                  <a:pt x="7615099" y="1149559"/>
                  <a:pt x="7519962" y="1249422"/>
                </a:cubicBezTo>
                <a:cubicBezTo>
                  <a:pt x="7492059" y="1278570"/>
                  <a:pt x="7467732" y="1311262"/>
                  <a:pt x="7446537" y="1345853"/>
                </a:cubicBezTo>
                <a:lnTo>
                  <a:pt x="7397958" y="1441741"/>
                </a:lnTo>
                <a:lnTo>
                  <a:pt x="7386920" y="1467854"/>
                </a:lnTo>
                <a:lnTo>
                  <a:pt x="7368340" y="1520649"/>
                </a:lnTo>
                <a:lnTo>
                  <a:pt x="7375377" y="1495165"/>
                </a:lnTo>
                <a:lnTo>
                  <a:pt x="7386920" y="1467854"/>
                </a:lnTo>
                <a:lnTo>
                  <a:pt x="7391909" y="1453680"/>
                </a:lnTo>
                <a:lnTo>
                  <a:pt x="7397958" y="1441741"/>
                </a:lnTo>
                <a:lnTo>
                  <a:pt x="7443813" y="1333253"/>
                </a:lnTo>
                <a:cubicBezTo>
                  <a:pt x="7472757" y="1280297"/>
                  <a:pt x="7508308" y="1230266"/>
                  <a:pt x="7551886" y="1188891"/>
                </a:cubicBezTo>
                <a:cubicBezTo>
                  <a:pt x="7624485" y="1119837"/>
                  <a:pt x="7704625" y="1081885"/>
                  <a:pt x="7794948" y="1074121"/>
                </a:cubicBezTo>
                <a:cubicBezTo>
                  <a:pt x="7825056" y="1071533"/>
                  <a:pt x="7856295" y="1072299"/>
                  <a:pt x="7888763" y="1076385"/>
                </a:cubicBezTo>
                <a:cubicBezTo>
                  <a:pt x="7983389" y="1088262"/>
                  <a:pt x="8076738" y="1133341"/>
                  <a:pt x="8147613" y="1171651"/>
                </a:cubicBezTo>
                <a:cubicBezTo>
                  <a:pt x="8200481" y="1200640"/>
                  <a:pt x="8254498" y="1231160"/>
                  <a:pt x="8308133" y="1264490"/>
                </a:cubicBezTo>
                <a:cubicBezTo>
                  <a:pt x="8353723" y="1292585"/>
                  <a:pt x="8398929" y="1321955"/>
                  <a:pt x="8443114" y="1350560"/>
                </a:cubicBezTo>
                <a:cubicBezTo>
                  <a:pt x="8594440" y="1448061"/>
                  <a:pt x="8749501" y="1548147"/>
                  <a:pt x="8919934" y="1616717"/>
                </a:cubicBezTo>
                <a:lnTo>
                  <a:pt x="8965936" y="1631565"/>
                </a:lnTo>
                <a:lnTo>
                  <a:pt x="8965936" y="1617962"/>
                </a:lnTo>
                <a:lnTo>
                  <a:pt x="8924645" y="1604605"/>
                </a:lnTo>
                <a:cubicBezTo>
                  <a:pt x="8755535" y="1536454"/>
                  <a:pt x="8600953" y="1436823"/>
                  <a:pt x="8450393" y="1339706"/>
                </a:cubicBezTo>
                <a:cubicBezTo>
                  <a:pt x="8406207" y="1311228"/>
                  <a:pt x="8360363" y="1281729"/>
                  <a:pt x="8315156" y="1253636"/>
                </a:cubicBezTo>
                <a:cubicBezTo>
                  <a:pt x="8261395" y="1220178"/>
                  <a:pt x="8207122" y="1188762"/>
                  <a:pt x="8153997" y="1160286"/>
                </a:cubicBezTo>
                <a:cubicBezTo>
                  <a:pt x="8081975" y="1121592"/>
                  <a:pt x="7987220" y="1076258"/>
                  <a:pt x="7890423" y="1063488"/>
                </a:cubicBezTo>
                <a:cubicBezTo>
                  <a:pt x="7756336" y="1046631"/>
                  <a:pt x="7642553" y="1084558"/>
                  <a:pt x="7542563" y="1179568"/>
                </a:cubicBezTo>
                <a:cubicBezTo>
                  <a:pt x="7483182" y="1235885"/>
                  <a:pt x="7438520" y="1307685"/>
                  <a:pt x="7405014" y="1381225"/>
                </a:cubicBezTo>
                <a:lnTo>
                  <a:pt x="7367703" y="1478079"/>
                </a:lnTo>
                <a:lnTo>
                  <a:pt x="7383016" y="1427735"/>
                </a:lnTo>
                <a:cubicBezTo>
                  <a:pt x="7420872" y="1320687"/>
                  <a:pt x="7480565" y="1203385"/>
                  <a:pt x="7573084" y="1123508"/>
                </a:cubicBezTo>
                <a:cubicBezTo>
                  <a:pt x="7649226" y="1057902"/>
                  <a:pt x="7732479" y="1023757"/>
                  <a:pt x="7825646" y="1020268"/>
                </a:cubicBezTo>
                <a:cubicBezTo>
                  <a:pt x="7856702" y="1019104"/>
                  <a:pt x="7888858" y="1021347"/>
                  <a:pt x="7922220" y="1026966"/>
                </a:cubicBezTo>
                <a:cubicBezTo>
                  <a:pt x="7997052" y="1039736"/>
                  <a:pt x="8080059" y="1073193"/>
                  <a:pt x="8182220" y="1132575"/>
                </a:cubicBezTo>
                <a:cubicBezTo>
                  <a:pt x="8235216" y="1162967"/>
                  <a:pt x="8288977" y="1196680"/>
                  <a:pt x="8341973" y="1232437"/>
                </a:cubicBezTo>
                <a:cubicBezTo>
                  <a:pt x="8386286" y="1262320"/>
                  <a:pt x="8431109" y="1293862"/>
                  <a:pt x="8474528" y="1324254"/>
                </a:cubicBezTo>
                <a:cubicBezTo>
                  <a:pt x="8625280" y="1429896"/>
                  <a:pt x="8779838" y="1538195"/>
                  <a:pt x="8951403" y="1611386"/>
                </a:cubicBezTo>
                <a:lnTo>
                  <a:pt x="8965936" y="1616300"/>
                </a:lnTo>
                <a:lnTo>
                  <a:pt x="8965936" y="1603118"/>
                </a:lnTo>
                <a:lnTo>
                  <a:pt x="8956612" y="1599553"/>
                </a:lnTo>
                <a:cubicBezTo>
                  <a:pt x="8786358" y="1527116"/>
                  <a:pt x="8632590" y="1419392"/>
                  <a:pt x="8482701" y="1314038"/>
                </a:cubicBezTo>
                <a:cubicBezTo>
                  <a:pt x="8439282" y="1283645"/>
                  <a:pt x="8394331" y="1252103"/>
                  <a:pt x="8349891" y="1222221"/>
                </a:cubicBezTo>
                <a:cubicBezTo>
                  <a:pt x="8296511" y="1186210"/>
                  <a:pt x="8242493" y="1152368"/>
                  <a:pt x="8189242" y="1121719"/>
                </a:cubicBezTo>
                <a:cubicBezTo>
                  <a:pt x="8085294" y="1061573"/>
                  <a:pt x="8001395" y="1027476"/>
                  <a:pt x="7924774" y="1014706"/>
                </a:cubicBezTo>
                <a:cubicBezTo>
                  <a:pt x="7787239" y="991337"/>
                  <a:pt x="7669371" y="1023901"/>
                  <a:pt x="7564784" y="1114186"/>
                </a:cubicBezTo>
                <a:cubicBezTo>
                  <a:pt x="7470157" y="1195788"/>
                  <a:pt x="7409363" y="1315029"/>
                  <a:pt x="7370873" y="1423692"/>
                </a:cubicBezTo>
                <a:lnTo>
                  <a:pt x="7351959" y="1485787"/>
                </a:lnTo>
                <a:lnTo>
                  <a:pt x="7357269" y="1460895"/>
                </a:lnTo>
                <a:cubicBezTo>
                  <a:pt x="7409499" y="1277133"/>
                  <a:pt x="7491739" y="1137045"/>
                  <a:pt x="7595176" y="1055954"/>
                </a:cubicBezTo>
                <a:cubicBezTo>
                  <a:pt x="7674576" y="993604"/>
                  <a:pt x="7760942" y="963220"/>
                  <a:pt x="7857023" y="964099"/>
                </a:cubicBezTo>
                <a:cubicBezTo>
                  <a:pt x="7889050" y="964393"/>
                  <a:pt x="7922157" y="968160"/>
                  <a:pt x="7956444" y="975374"/>
                </a:cubicBezTo>
                <a:cubicBezTo>
                  <a:pt x="8033321" y="991720"/>
                  <a:pt x="8116326" y="1028371"/>
                  <a:pt x="8217593" y="1091072"/>
                </a:cubicBezTo>
                <a:cubicBezTo>
                  <a:pt x="8270334" y="1123637"/>
                  <a:pt x="8323840" y="1159775"/>
                  <a:pt x="8376709" y="1198085"/>
                </a:cubicBezTo>
                <a:cubicBezTo>
                  <a:pt x="8420128" y="1229755"/>
                  <a:pt x="8464184" y="1263214"/>
                  <a:pt x="8506708" y="1295395"/>
                </a:cubicBezTo>
                <a:cubicBezTo>
                  <a:pt x="8619269" y="1380732"/>
                  <a:pt x="8734012" y="1467482"/>
                  <a:pt x="8857255" y="1538419"/>
                </a:cubicBezTo>
                <a:lnTo>
                  <a:pt x="8965936" y="1594370"/>
                </a:lnTo>
                <a:lnTo>
                  <a:pt x="8965936" y="1579027"/>
                </a:lnTo>
                <a:lnTo>
                  <a:pt x="8822497" y="1502255"/>
                </a:lnTo>
                <a:cubicBezTo>
                  <a:pt x="8715372" y="1436632"/>
                  <a:pt x="8614168" y="1360012"/>
                  <a:pt x="8514625" y="1284540"/>
                </a:cubicBezTo>
                <a:cubicBezTo>
                  <a:pt x="8471974" y="1252231"/>
                  <a:pt x="8427917" y="1218901"/>
                  <a:pt x="8384371" y="1187104"/>
                </a:cubicBezTo>
                <a:cubicBezTo>
                  <a:pt x="8331248" y="1148410"/>
                  <a:pt x="8277486" y="1112143"/>
                  <a:pt x="8224360" y="1079579"/>
                </a:cubicBezTo>
                <a:cubicBezTo>
                  <a:pt x="8121690" y="1015984"/>
                  <a:pt x="8037406" y="978695"/>
                  <a:pt x="7958871" y="962093"/>
                </a:cubicBezTo>
                <a:cubicBezTo>
                  <a:pt x="7819676" y="932723"/>
                  <a:pt x="7694401" y="960690"/>
                  <a:pt x="7586621" y="1045227"/>
                </a:cubicBezTo>
                <a:cubicBezTo>
                  <a:pt x="7507224" y="1107386"/>
                  <a:pt x="7440179" y="1203018"/>
                  <a:pt x="7389316" y="1325659"/>
                </a:cubicBezTo>
                <a:lnTo>
                  <a:pt x="7352963" y="1431048"/>
                </a:lnTo>
                <a:lnTo>
                  <a:pt x="7361994" y="1391935"/>
                </a:lnTo>
                <a:cubicBezTo>
                  <a:pt x="7419970" y="1205108"/>
                  <a:pt x="7506040" y="1065149"/>
                  <a:pt x="7616630" y="986867"/>
                </a:cubicBezTo>
                <a:cubicBezTo>
                  <a:pt x="7699572" y="928156"/>
                  <a:pt x="7789193" y="901555"/>
                  <a:pt x="7888083" y="906954"/>
                </a:cubicBezTo>
                <a:cubicBezTo>
                  <a:pt x="7921046" y="908754"/>
                  <a:pt x="7955038" y="914110"/>
                  <a:pt x="7990156" y="923016"/>
                </a:cubicBezTo>
                <a:cubicBezTo>
                  <a:pt x="8067926" y="942683"/>
                  <a:pt x="8153742" y="983802"/>
                  <a:pt x="8252455" y="1048930"/>
                </a:cubicBezTo>
                <a:cubicBezTo>
                  <a:pt x="8305068" y="1083409"/>
                  <a:pt x="8358446" y="1121848"/>
                  <a:pt x="8410804" y="1162967"/>
                </a:cubicBezTo>
                <a:cubicBezTo>
                  <a:pt x="8453583" y="1196426"/>
                  <a:pt x="8496747" y="1231670"/>
                  <a:pt x="8538506" y="1265766"/>
                </a:cubicBezTo>
                <a:cubicBezTo>
                  <a:pt x="8650635" y="1356922"/>
                  <a:pt x="8764866" y="1449976"/>
                  <a:pt x="8888380" y="1525656"/>
                </a:cubicBezTo>
                <a:lnTo>
                  <a:pt x="8965936" y="1567940"/>
                </a:lnTo>
                <a:lnTo>
                  <a:pt x="8965936" y="1552969"/>
                </a:lnTo>
                <a:lnTo>
                  <a:pt x="8894584" y="1514075"/>
                </a:lnTo>
                <a:cubicBezTo>
                  <a:pt x="8772025" y="1439034"/>
                  <a:pt x="8658473" y="1346690"/>
                  <a:pt x="8547062" y="1255679"/>
                </a:cubicBezTo>
                <a:cubicBezTo>
                  <a:pt x="8505431" y="1221454"/>
                  <a:pt x="8462140" y="1186210"/>
                  <a:pt x="8419361" y="1152624"/>
                </a:cubicBezTo>
                <a:cubicBezTo>
                  <a:pt x="8366619" y="1110993"/>
                  <a:pt x="8313112" y="1072427"/>
                  <a:pt x="8260117" y="1037693"/>
                </a:cubicBezTo>
                <a:cubicBezTo>
                  <a:pt x="8159743" y="971799"/>
                  <a:pt x="8072906" y="930040"/>
                  <a:pt x="7993731" y="909991"/>
                </a:cubicBezTo>
                <a:cubicBezTo>
                  <a:pt x="7850962" y="874362"/>
                  <a:pt x="7720707" y="897476"/>
                  <a:pt x="7609095" y="976523"/>
                </a:cubicBezTo>
                <a:cubicBezTo>
                  <a:pt x="7525387" y="1035809"/>
                  <a:pt x="7453963" y="1130938"/>
                  <a:pt x="7398915" y="1254639"/>
                </a:cubicBezTo>
                <a:lnTo>
                  <a:pt x="7351472" y="1382234"/>
                </a:lnTo>
                <a:lnTo>
                  <a:pt x="7366591" y="1321317"/>
                </a:lnTo>
                <a:cubicBezTo>
                  <a:pt x="7429164" y="1132446"/>
                  <a:pt x="7522896" y="993253"/>
                  <a:pt x="7637956" y="918291"/>
                </a:cubicBezTo>
                <a:cubicBezTo>
                  <a:pt x="7702677" y="876127"/>
                  <a:pt x="7770913" y="852669"/>
                  <a:pt x="7843937" y="847760"/>
                </a:cubicBezTo>
                <a:cubicBezTo>
                  <a:pt x="7868278" y="846123"/>
                  <a:pt x="7893151" y="846548"/>
                  <a:pt x="7918604" y="849028"/>
                </a:cubicBezTo>
                <a:cubicBezTo>
                  <a:pt x="7952541" y="852335"/>
                  <a:pt x="7987507" y="859294"/>
                  <a:pt x="8023614" y="869892"/>
                </a:cubicBezTo>
                <a:cubicBezTo>
                  <a:pt x="8103427" y="893262"/>
                  <a:pt x="8189498" y="937702"/>
                  <a:pt x="8287062" y="1005895"/>
                </a:cubicBezTo>
                <a:cubicBezTo>
                  <a:pt x="8339675" y="1042546"/>
                  <a:pt x="8392798" y="1083282"/>
                  <a:pt x="8444772" y="1127083"/>
                </a:cubicBezTo>
                <a:cubicBezTo>
                  <a:pt x="8486658" y="1162202"/>
                  <a:pt x="8529055" y="1199362"/>
                  <a:pt x="8570047" y="1235247"/>
                </a:cubicBezTo>
                <a:cubicBezTo>
                  <a:pt x="8681675" y="1333010"/>
                  <a:pt x="8795443" y="1432551"/>
                  <a:pt x="8919262" y="1513074"/>
                </a:cubicBezTo>
                <a:lnTo>
                  <a:pt x="8965936" y="1539956"/>
                </a:lnTo>
                <a:lnTo>
                  <a:pt x="8965936" y="1527172"/>
                </a:lnTo>
                <a:lnTo>
                  <a:pt x="8884704" y="1474367"/>
                </a:lnTo>
                <a:cubicBezTo>
                  <a:pt x="8777371" y="1399790"/>
                  <a:pt x="8677061" y="1312059"/>
                  <a:pt x="8578476" y="1225796"/>
                </a:cubicBezTo>
                <a:cubicBezTo>
                  <a:pt x="8537355" y="1189913"/>
                  <a:pt x="8494959" y="1152751"/>
                  <a:pt x="8452945" y="1117506"/>
                </a:cubicBezTo>
                <a:cubicBezTo>
                  <a:pt x="8400588" y="1073576"/>
                  <a:pt x="8347208" y="1032585"/>
                  <a:pt x="8294213" y="995679"/>
                </a:cubicBezTo>
                <a:cubicBezTo>
                  <a:pt x="8195499" y="926592"/>
                  <a:pt x="8108024" y="881513"/>
                  <a:pt x="8026934" y="857762"/>
                </a:cubicBezTo>
                <a:cubicBezTo>
                  <a:pt x="7880589" y="814854"/>
                  <a:pt x="7747779" y="831327"/>
                  <a:pt x="7630167" y="907821"/>
                </a:cubicBezTo>
                <a:cubicBezTo>
                  <a:pt x="7541957" y="965190"/>
                  <a:pt x="7466247" y="1059411"/>
                  <a:pt x="7406968" y="1183745"/>
                </a:cubicBezTo>
                <a:lnTo>
                  <a:pt x="7360093" y="1300916"/>
                </a:lnTo>
                <a:lnTo>
                  <a:pt x="7372592" y="1254145"/>
                </a:lnTo>
                <a:cubicBezTo>
                  <a:pt x="7441295" y="1060168"/>
                  <a:pt x="7538221" y="924932"/>
                  <a:pt x="7660686" y="852141"/>
                </a:cubicBezTo>
                <a:cubicBezTo>
                  <a:pt x="7719685" y="817088"/>
                  <a:pt x="7782642" y="796847"/>
                  <a:pt x="7849111" y="791436"/>
                </a:cubicBezTo>
                <a:cubicBezTo>
                  <a:pt x="7915578" y="786025"/>
                  <a:pt x="7985559" y="795444"/>
                  <a:pt x="8058604" y="819706"/>
                </a:cubicBezTo>
                <a:cubicBezTo>
                  <a:pt x="8140205" y="846906"/>
                  <a:pt x="8226658" y="894795"/>
                  <a:pt x="8323072" y="966051"/>
                </a:cubicBezTo>
                <a:cubicBezTo>
                  <a:pt x="8374665" y="1003723"/>
                  <a:pt x="8427532" y="1046758"/>
                  <a:pt x="8480018" y="1093753"/>
                </a:cubicBezTo>
                <a:cubicBezTo>
                  <a:pt x="8520243" y="1129892"/>
                  <a:pt x="8560852" y="1167948"/>
                  <a:pt x="8600184" y="1204726"/>
                </a:cubicBezTo>
                <a:cubicBezTo>
                  <a:pt x="8686670" y="1285904"/>
                  <a:pt x="8774598" y="1368304"/>
                  <a:pt x="8868021" y="1441254"/>
                </a:cubicBezTo>
                <a:lnTo>
                  <a:pt x="8965936" y="1509571"/>
                </a:lnTo>
                <a:lnTo>
                  <a:pt x="8965936" y="1495480"/>
                </a:lnTo>
                <a:lnTo>
                  <a:pt x="8915447" y="1460798"/>
                </a:lnTo>
                <a:cubicBezTo>
                  <a:pt x="8807508" y="1381400"/>
                  <a:pt x="8707071" y="1287859"/>
                  <a:pt x="8608103" y="1196553"/>
                </a:cubicBezTo>
                <a:cubicBezTo>
                  <a:pt x="8568771" y="1159775"/>
                  <a:pt x="8528034" y="1121719"/>
                  <a:pt x="8487807" y="1085452"/>
                </a:cubicBezTo>
                <a:cubicBezTo>
                  <a:pt x="8434940" y="1038075"/>
                  <a:pt x="8381687" y="994785"/>
                  <a:pt x="8329841" y="956475"/>
                </a:cubicBezTo>
                <a:cubicBezTo>
                  <a:pt x="8232405" y="884833"/>
                  <a:pt x="8144674" y="835925"/>
                  <a:pt x="8061669" y="808212"/>
                </a:cubicBezTo>
                <a:cubicBezTo>
                  <a:pt x="7912130" y="758410"/>
                  <a:pt x="7774469" y="769647"/>
                  <a:pt x="7653024" y="841798"/>
                </a:cubicBezTo>
                <a:cubicBezTo>
                  <a:pt x="7528132" y="915737"/>
                  <a:pt x="7429163" y="1053399"/>
                  <a:pt x="7359311" y="1250442"/>
                </a:cubicBezTo>
                <a:cubicBezTo>
                  <a:pt x="7327066" y="1344699"/>
                  <a:pt x="7301462" y="1441088"/>
                  <a:pt x="7282690" y="1538920"/>
                </a:cubicBezTo>
                <a:cubicBezTo>
                  <a:pt x="7276561" y="1571101"/>
                  <a:pt x="7270048" y="1603536"/>
                  <a:pt x="7263791" y="1635973"/>
                </a:cubicBezTo>
                <a:cubicBezTo>
                  <a:pt x="7226885" y="1831101"/>
                  <a:pt x="7188319" y="2032741"/>
                  <a:pt x="7097779" y="2198753"/>
                </a:cubicBezTo>
                <a:cubicBezTo>
                  <a:pt x="7073221" y="2243434"/>
                  <a:pt x="7044540" y="2285717"/>
                  <a:pt x="7012091" y="2325049"/>
                </a:cubicBezTo>
                <a:cubicBezTo>
                  <a:pt x="6861149" y="2507407"/>
                  <a:pt x="6612387" y="2575982"/>
                  <a:pt x="6433605" y="2484548"/>
                </a:cubicBezTo>
                <a:cubicBezTo>
                  <a:pt x="6402037" y="2468470"/>
                  <a:pt x="6372921" y="2447950"/>
                  <a:pt x="6347150" y="2423635"/>
                </a:cubicBezTo>
                <a:lnTo>
                  <a:pt x="6331814" y="2404975"/>
                </a:lnTo>
                <a:lnTo>
                  <a:pt x="6421727" y="2466798"/>
                </a:lnTo>
                <a:cubicBezTo>
                  <a:pt x="6475248" y="2492568"/>
                  <a:pt x="6533965" y="2505671"/>
                  <a:pt x="6593358" y="2505109"/>
                </a:cubicBezTo>
                <a:cubicBezTo>
                  <a:pt x="6747110" y="2505109"/>
                  <a:pt x="6911846" y="2424018"/>
                  <a:pt x="7022691" y="2282270"/>
                </a:cubicBezTo>
                <a:cubicBezTo>
                  <a:pt x="7055101" y="2240614"/>
                  <a:pt x="7083694" y="2196123"/>
                  <a:pt x="7108122" y="2149334"/>
                </a:cubicBezTo>
                <a:cubicBezTo>
                  <a:pt x="7194449" y="1983193"/>
                  <a:pt x="7232759" y="1786151"/>
                  <a:pt x="7271069" y="1595492"/>
                </a:cubicBezTo>
                <a:cubicBezTo>
                  <a:pt x="7279115" y="1555266"/>
                  <a:pt x="7287033" y="1515041"/>
                  <a:pt x="7295333" y="1475198"/>
                </a:cubicBezTo>
                <a:cubicBezTo>
                  <a:pt x="7315216" y="1376689"/>
                  <a:pt x="7342545" y="1279828"/>
                  <a:pt x="7377062" y="1185444"/>
                </a:cubicBezTo>
                <a:cubicBezTo>
                  <a:pt x="7451129" y="988655"/>
                  <a:pt x="7554184" y="853803"/>
                  <a:pt x="7681886" y="784333"/>
                </a:cubicBezTo>
                <a:cubicBezTo>
                  <a:pt x="7743182" y="751068"/>
                  <a:pt x="7808309" y="733093"/>
                  <a:pt x="7876821" y="730380"/>
                </a:cubicBezTo>
                <a:cubicBezTo>
                  <a:pt x="7945332" y="727666"/>
                  <a:pt x="8017229" y="740212"/>
                  <a:pt x="8092062" y="767987"/>
                </a:cubicBezTo>
                <a:cubicBezTo>
                  <a:pt x="8174429" y="798636"/>
                  <a:pt x="8263820" y="851249"/>
                  <a:pt x="8357808" y="924550"/>
                </a:cubicBezTo>
                <a:cubicBezTo>
                  <a:pt x="8412093" y="966947"/>
                  <a:pt x="8464222" y="1012038"/>
                  <a:pt x="8513986" y="1059657"/>
                </a:cubicBezTo>
                <a:cubicBezTo>
                  <a:pt x="8553574" y="1097585"/>
                  <a:pt x="8594055" y="1137811"/>
                  <a:pt x="8632365" y="1176121"/>
                </a:cubicBezTo>
                <a:cubicBezTo>
                  <a:pt x="8718684" y="1261881"/>
                  <a:pt x="8806298" y="1349009"/>
                  <a:pt x="8899698" y="1426032"/>
                </a:cubicBezTo>
                <a:lnTo>
                  <a:pt x="8965936" y="1474691"/>
                </a:lnTo>
                <a:lnTo>
                  <a:pt x="8965936" y="1460164"/>
                </a:lnTo>
                <a:lnTo>
                  <a:pt x="8947612" y="1446880"/>
                </a:lnTo>
                <a:cubicBezTo>
                  <a:pt x="8839784" y="1362948"/>
                  <a:pt x="8740081" y="1263661"/>
                  <a:pt x="8642071" y="1166033"/>
                </a:cubicBezTo>
                <a:cubicBezTo>
                  <a:pt x="8603249" y="1127467"/>
                  <a:pt x="8563152" y="1087752"/>
                  <a:pt x="8523436" y="1049441"/>
                </a:cubicBezTo>
                <a:cubicBezTo>
                  <a:pt x="8471078" y="999638"/>
                  <a:pt x="8418210" y="953793"/>
                  <a:pt x="8366108" y="913312"/>
                </a:cubicBezTo>
                <a:cubicBezTo>
                  <a:pt x="8271099" y="839245"/>
                  <a:pt x="8180430" y="785994"/>
                  <a:pt x="8096914" y="754835"/>
                </a:cubicBezTo>
                <a:cubicBezTo>
                  <a:pt x="7943673" y="697880"/>
                  <a:pt x="7801541" y="703626"/>
                  <a:pt x="7675500" y="771947"/>
                </a:cubicBezTo>
                <a:cubicBezTo>
                  <a:pt x="7544350" y="843587"/>
                  <a:pt x="7439762" y="980993"/>
                  <a:pt x="7364419" y="1180591"/>
                </a:cubicBezTo>
                <a:cubicBezTo>
                  <a:pt x="7329749" y="1275665"/>
                  <a:pt x="7302254" y="1373203"/>
                  <a:pt x="7282180" y="1472388"/>
                </a:cubicBezTo>
                <a:cubicBezTo>
                  <a:pt x="7273917" y="1512397"/>
                  <a:pt x="7265834" y="1552584"/>
                  <a:pt x="7257916" y="1592938"/>
                </a:cubicBezTo>
                <a:cubicBezTo>
                  <a:pt x="7220372" y="1782575"/>
                  <a:pt x="7181551" y="1978725"/>
                  <a:pt x="7096119" y="2143075"/>
                </a:cubicBezTo>
                <a:cubicBezTo>
                  <a:pt x="7072137" y="2189163"/>
                  <a:pt x="7044004" y="2232977"/>
                  <a:pt x="7012091" y="2273970"/>
                </a:cubicBezTo>
                <a:cubicBezTo>
                  <a:pt x="6861914" y="2466798"/>
                  <a:pt x="6610471" y="2544441"/>
                  <a:pt x="6427730" y="2455050"/>
                </a:cubicBezTo>
                <a:cubicBezTo>
                  <a:pt x="6395461" y="2439227"/>
                  <a:pt x="6365680" y="2418745"/>
                  <a:pt x="6339360" y="2394264"/>
                </a:cubicBezTo>
                <a:lnTo>
                  <a:pt x="6325385" y="2377241"/>
                </a:lnTo>
                <a:lnTo>
                  <a:pt x="6378175" y="2417581"/>
                </a:lnTo>
                <a:cubicBezTo>
                  <a:pt x="6437139" y="2454232"/>
                  <a:pt x="6505852" y="2473455"/>
                  <a:pt x="6576248" y="2472161"/>
                </a:cubicBezTo>
                <a:cubicBezTo>
                  <a:pt x="6736514" y="2472161"/>
                  <a:pt x="6911591" y="2383025"/>
                  <a:pt x="7023074" y="2230678"/>
                </a:cubicBezTo>
                <a:cubicBezTo>
                  <a:pt x="7054912" y="2187361"/>
                  <a:pt x="7082891" y="2141338"/>
                  <a:pt x="7106719" y="2093144"/>
                </a:cubicBezTo>
                <a:cubicBezTo>
                  <a:pt x="7187937" y="1929175"/>
                  <a:pt x="7226247" y="1737751"/>
                  <a:pt x="7264558" y="1552584"/>
                </a:cubicBezTo>
                <a:cubicBezTo>
                  <a:pt x="7274136" y="1505207"/>
                  <a:pt x="7284096" y="1456169"/>
                  <a:pt x="7294695" y="1408537"/>
                </a:cubicBezTo>
                <a:cubicBezTo>
                  <a:pt x="7316059" y="1308739"/>
                  <a:pt x="7345265" y="1210791"/>
                  <a:pt x="7382043" y="1115590"/>
                </a:cubicBezTo>
                <a:cubicBezTo>
                  <a:pt x="7461857" y="916121"/>
                  <a:pt x="7570148" y="781523"/>
                  <a:pt x="7703595" y="715374"/>
                </a:cubicBezTo>
                <a:cubicBezTo>
                  <a:pt x="7767127" y="684023"/>
                  <a:pt x="7834425" y="668316"/>
                  <a:pt x="7904996" y="668301"/>
                </a:cubicBezTo>
                <a:cubicBezTo>
                  <a:pt x="7975568" y="668285"/>
                  <a:pt x="8049411" y="683960"/>
                  <a:pt x="8126031" y="715374"/>
                </a:cubicBezTo>
                <a:cubicBezTo>
                  <a:pt x="8210058" y="749726"/>
                  <a:pt x="8299832" y="805403"/>
                  <a:pt x="8392799" y="882024"/>
                </a:cubicBezTo>
                <a:cubicBezTo>
                  <a:pt x="8447110" y="926668"/>
                  <a:pt x="8499034" y="974161"/>
                  <a:pt x="8548338" y="1024283"/>
                </a:cubicBezTo>
                <a:cubicBezTo>
                  <a:pt x="8587416" y="1063998"/>
                  <a:pt x="8626875" y="1105757"/>
                  <a:pt x="8665185" y="1146111"/>
                </a:cubicBezTo>
                <a:cubicBezTo>
                  <a:pt x="8751000" y="1237011"/>
                  <a:pt x="8837989" y="1329181"/>
                  <a:pt x="8931155" y="1410464"/>
                </a:cubicBezTo>
                <a:lnTo>
                  <a:pt x="8965936" y="1437384"/>
                </a:lnTo>
                <a:lnTo>
                  <a:pt x="8965936" y="1421020"/>
                </a:lnTo>
                <a:lnTo>
                  <a:pt x="8823621" y="1290980"/>
                </a:lnTo>
                <a:cubicBezTo>
                  <a:pt x="8773181" y="1240865"/>
                  <a:pt x="8724024" y="1188923"/>
                  <a:pt x="8675274" y="1137427"/>
                </a:cubicBezTo>
                <a:cubicBezTo>
                  <a:pt x="8637091" y="1096946"/>
                  <a:pt x="8597504" y="1055187"/>
                  <a:pt x="8558300" y="1015345"/>
                </a:cubicBezTo>
                <a:cubicBezTo>
                  <a:pt x="8508650" y="964916"/>
                  <a:pt x="8456393" y="917143"/>
                  <a:pt x="8401739" y="872192"/>
                </a:cubicBezTo>
                <a:cubicBezTo>
                  <a:pt x="8307750" y="795188"/>
                  <a:pt x="8216827" y="738361"/>
                  <a:pt x="8131394" y="703370"/>
                </a:cubicBezTo>
                <a:cubicBezTo>
                  <a:pt x="7974577" y="638497"/>
                  <a:pt x="7828743" y="638625"/>
                  <a:pt x="7698104" y="703370"/>
                </a:cubicBezTo>
                <a:cubicBezTo>
                  <a:pt x="7561464" y="771052"/>
                  <a:pt x="7451002" y="907948"/>
                  <a:pt x="7369912" y="1110609"/>
                </a:cubicBezTo>
                <a:cubicBezTo>
                  <a:pt x="7332866" y="1206475"/>
                  <a:pt x="7303443" y="1305112"/>
                  <a:pt x="7281925" y="1405600"/>
                </a:cubicBezTo>
                <a:cubicBezTo>
                  <a:pt x="7271325" y="1453359"/>
                  <a:pt x="7261365" y="1502525"/>
                  <a:pt x="7251660" y="1549902"/>
                </a:cubicBezTo>
                <a:cubicBezTo>
                  <a:pt x="7214244" y="1734175"/>
                  <a:pt x="7175421" y="1924705"/>
                  <a:pt x="7095098" y="2087141"/>
                </a:cubicBezTo>
                <a:cubicBezTo>
                  <a:pt x="7071550" y="2134609"/>
                  <a:pt x="7043992" y="2179981"/>
                  <a:pt x="7012731" y="2222761"/>
                </a:cubicBezTo>
                <a:cubicBezTo>
                  <a:pt x="6865364" y="2422740"/>
                  <a:pt x="6606002" y="2511621"/>
                  <a:pt x="6422240" y="2425295"/>
                </a:cubicBezTo>
                <a:cubicBezTo>
                  <a:pt x="6389242" y="2409792"/>
                  <a:pt x="6358823" y="2389283"/>
                  <a:pt x="6332083" y="2364509"/>
                </a:cubicBezTo>
                <a:lnTo>
                  <a:pt x="6319225" y="2348844"/>
                </a:lnTo>
                <a:lnTo>
                  <a:pt x="6411131" y="2409461"/>
                </a:lnTo>
                <a:cubicBezTo>
                  <a:pt x="6459338" y="2430991"/>
                  <a:pt x="6511580" y="2441998"/>
                  <a:pt x="6564372" y="2441769"/>
                </a:cubicBezTo>
                <a:cubicBezTo>
                  <a:pt x="6741366" y="2441642"/>
                  <a:pt x="6922574" y="2326710"/>
                  <a:pt x="7024097" y="2180875"/>
                </a:cubicBezTo>
                <a:cubicBezTo>
                  <a:pt x="7055472" y="2135885"/>
                  <a:pt x="7083018" y="2088343"/>
                  <a:pt x="7106464" y="2038744"/>
                </a:cubicBezTo>
                <a:cubicBezTo>
                  <a:pt x="7182191" y="1877073"/>
                  <a:pt x="7221395" y="1691269"/>
                  <a:pt x="7258811" y="1511720"/>
                </a:cubicBezTo>
                <a:cubicBezTo>
                  <a:pt x="7270305" y="1456298"/>
                  <a:pt x="7282308" y="1399088"/>
                  <a:pt x="7295079" y="1343538"/>
                </a:cubicBezTo>
                <a:cubicBezTo>
                  <a:pt x="7317822" y="1242424"/>
                  <a:pt x="7348917" y="1143366"/>
                  <a:pt x="7388045" y="1047398"/>
                </a:cubicBezTo>
                <a:cubicBezTo>
                  <a:pt x="7473222" y="845119"/>
                  <a:pt x="7587132" y="710777"/>
                  <a:pt x="7726454" y="648204"/>
                </a:cubicBezTo>
                <a:cubicBezTo>
                  <a:pt x="7791965" y="618386"/>
                  <a:pt x="7861275" y="604818"/>
                  <a:pt x="7933825" y="607467"/>
                </a:cubicBezTo>
                <a:cubicBezTo>
                  <a:pt x="8006376" y="610116"/>
                  <a:pt x="8082166" y="628985"/>
                  <a:pt x="8160639" y="664039"/>
                </a:cubicBezTo>
                <a:cubicBezTo>
                  <a:pt x="8258036" y="709908"/>
                  <a:pt x="8348345" y="769520"/>
                  <a:pt x="8428811" y="841032"/>
                </a:cubicBezTo>
                <a:cubicBezTo>
                  <a:pt x="8482612" y="887516"/>
                  <a:pt x="8533820" y="936923"/>
                  <a:pt x="8582180" y="989039"/>
                </a:cubicBezTo>
                <a:cubicBezTo>
                  <a:pt x="8620491" y="1030925"/>
                  <a:pt x="8658801" y="1074598"/>
                  <a:pt x="8697111" y="1116740"/>
                </a:cubicBezTo>
                <a:cubicBezTo>
                  <a:pt x="8782480" y="1212277"/>
                  <a:pt x="8869095" y="1309231"/>
                  <a:pt x="8962207" y="1394621"/>
                </a:cubicBezTo>
                <a:lnTo>
                  <a:pt x="8965936" y="1397645"/>
                </a:lnTo>
                <a:lnTo>
                  <a:pt x="8965936" y="1377355"/>
                </a:lnTo>
                <a:lnTo>
                  <a:pt x="8854679" y="1270170"/>
                </a:lnTo>
                <a:cubicBezTo>
                  <a:pt x="8804476" y="1217425"/>
                  <a:pt x="8755631" y="1162713"/>
                  <a:pt x="8707200" y="1108440"/>
                </a:cubicBezTo>
                <a:cubicBezTo>
                  <a:pt x="8669911" y="1065914"/>
                  <a:pt x="8630579" y="1022241"/>
                  <a:pt x="8592269" y="980738"/>
                </a:cubicBezTo>
                <a:cubicBezTo>
                  <a:pt x="8543104" y="927805"/>
                  <a:pt x="8491040" y="877632"/>
                  <a:pt x="8436346" y="830433"/>
                </a:cubicBezTo>
                <a:cubicBezTo>
                  <a:pt x="8354948" y="758180"/>
                  <a:pt x="8263604" y="697968"/>
                  <a:pt x="8165107" y="651651"/>
                </a:cubicBezTo>
                <a:cubicBezTo>
                  <a:pt x="8004460" y="579884"/>
                  <a:pt x="7854539" y="574520"/>
                  <a:pt x="7719558" y="635816"/>
                </a:cubicBezTo>
                <a:cubicBezTo>
                  <a:pt x="7577554" y="699923"/>
                  <a:pt x="7461346" y="836563"/>
                  <a:pt x="7374764" y="1042035"/>
                </a:cubicBezTo>
                <a:cubicBezTo>
                  <a:pt x="7335228" y="1138705"/>
                  <a:pt x="7303915" y="1238541"/>
                  <a:pt x="7281159" y="1340473"/>
                </a:cubicBezTo>
                <a:cubicBezTo>
                  <a:pt x="7268262" y="1396023"/>
                  <a:pt x="7256257" y="1453361"/>
                  <a:pt x="7244765" y="1508782"/>
                </a:cubicBezTo>
                <a:cubicBezTo>
                  <a:pt x="7207476" y="1687564"/>
                  <a:pt x="7168910" y="1872094"/>
                  <a:pt x="7093438" y="2032358"/>
                </a:cubicBezTo>
                <a:cubicBezTo>
                  <a:pt x="7070516" y="2081358"/>
                  <a:pt x="7043520" y="2128352"/>
                  <a:pt x="7012731" y="2172829"/>
                </a:cubicBezTo>
                <a:cubicBezTo>
                  <a:pt x="6884647" y="2357359"/>
                  <a:pt x="6626562" y="2491572"/>
                  <a:pt x="6416366" y="2396945"/>
                </a:cubicBezTo>
                <a:cubicBezTo>
                  <a:pt x="6382653" y="2381686"/>
                  <a:pt x="6351570" y="2361176"/>
                  <a:pt x="6324294" y="2336160"/>
                </a:cubicBezTo>
                <a:lnTo>
                  <a:pt x="6310743" y="2319658"/>
                </a:lnTo>
                <a:lnTo>
                  <a:pt x="6405383" y="2380727"/>
                </a:lnTo>
                <a:cubicBezTo>
                  <a:pt x="6451764" y="2400662"/>
                  <a:pt x="6501759" y="2410788"/>
                  <a:pt x="6552239" y="2410482"/>
                </a:cubicBezTo>
                <a:cubicBezTo>
                  <a:pt x="6734852" y="2410482"/>
                  <a:pt x="6921935" y="2285846"/>
                  <a:pt x="7024096" y="2130305"/>
                </a:cubicBezTo>
                <a:cubicBezTo>
                  <a:pt x="7054732" y="2083873"/>
                  <a:pt x="7081510" y="2035015"/>
                  <a:pt x="7104165" y="1984215"/>
                </a:cubicBezTo>
                <a:cubicBezTo>
                  <a:pt x="7175550" y="1825227"/>
                  <a:pt x="7213732" y="1645169"/>
                  <a:pt x="7250766" y="1471112"/>
                </a:cubicBezTo>
                <a:cubicBezTo>
                  <a:pt x="7264174" y="1407643"/>
                  <a:pt x="7278222" y="1342389"/>
                  <a:pt x="7293419" y="1278538"/>
                </a:cubicBezTo>
                <a:cubicBezTo>
                  <a:pt x="7317541" y="1176095"/>
                  <a:pt x="7350526" y="1075940"/>
                  <a:pt x="7392003" y="979206"/>
                </a:cubicBezTo>
                <a:cubicBezTo>
                  <a:pt x="7482417" y="774628"/>
                  <a:pt x="7601944" y="640670"/>
                  <a:pt x="7747269" y="581033"/>
                </a:cubicBezTo>
                <a:cubicBezTo>
                  <a:pt x="7815589" y="552811"/>
                  <a:pt x="7887326" y="541382"/>
                  <a:pt x="7961982" y="546714"/>
                </a:cubicBezTo>
                <a:cubicBezTo>
                  <a:pt x="8036640" y="552045"/>
                  <a:pt x="8114219" y="574138"/>
                  <a:pt x="8194223" y="612959"/>
                </a:cubicBezTo>
                <a:cubicBezTo>
                  <a:pt x="8292196" y="662213"/>
                  <a:pt x="8382761" y="724978"/>
                  <a:pt x="8463290" y="799402"/>
                </a:cubicBezTo>
                <a:cubicBezTo>
                  <a:pt x="8517549" y="848542"/>
                  <a:pt x="8568923" y="900771"/>
                  <a:pt x="8617170" y="955836"/>
                </a:cubicBezTo>
                <a:cubicBezTo>
                  <a:pt x="8655224" y="998999"/>
                  <a:pt x="8693663" y="1044461"/>
                  <a:pt x="8730825" y="1088390"/>
                </a:cubicBezTo>
                <a:cubicBezTo>
                  <a:pt x="8773229" y="1138533"/>
                  <a:pt x="8815952" y="1189055"/>
                  <a:pt x="8859694" y="1238233"/>
                </a:cubicBezTo>
                <a:lnTo>
                  <a:pt x="8965936" y="1349827"/>
                </a:lnTo>
                <a:lnTo>
                  <a:pt x="8965936" y="1328338"/>
                </a:lnTo>
                <a:lnTo>
                  <a:pt x="8887776" y="1249141"/>
                </a:lnTo>
                <a:cubicBezTo>
                  <a:pt x="8837790" y="1193792"/>
                  <a:pt x="8789216" y="1136374"/>
                  <a:pt x="8741041" y="1079451"/>
                </a:cubicBezTo>
                <a:cubicBezTo>
                  <a:pt x="8703878" y="1035395"/>
                  <a:pt x="8665568" y="989933"/>
                  <a:pt x="8627257" y="946642"/>
                </a:cubicBezTo>
                <a:cubicBezTo>
                  <a:pt x="8578579" y="891207"/>
                  <a:pt x="8526732" y="838631"/>
                  <a:pt x="8471974" y="789187"/>
                </a:cubicBezTo>
                <a:cubicBezTo>
                  <a:pt x="8390601" y="713625"/>
                  <a:pt x="8299002" y="649915"/>
                  <a:pt x="8199842" y="599932"/>
                </a:cubicBezTo>
                <a:cubicBezTo>
                  <a:pt x="8035745" y="520630"/>
                  <a:pt x="7882503" y="509776"/>
                  <a:pt x="7742032" y="567624"/>
                </a:cubicBezTo>
                <a:cubicBezTo>
                  <a:pt x="7593389" y="628154"/>
                  <a:pt x="7471434" y="765050"/>
                  <a:pt x="7379616" y="972949"/>
                </a:cubicBezTo>
                <a:cubicBezTo>
                  <a:pt x="7337730" y="1070384"/>
                  <a:pt x="7304489" y="1171320"/>
                  <a:pt x="7280265" y="1274579"/>
                </a:cubicBezTo>
                <a:cubicBezTo>
                  <a:pt x="7264941" y="1338173"/>
                  <a:pt x="7251022" y="1403558"/>
                  <a:pt x="7237485" y="1467409"/>
                </a:cubicBezTo>
                <a:cubicBezTo>
                  <a:pt x="7200707" y="1641210"/>
                  <a:pt x="7162524" y="1820502"/>
                  <a:pt x="7091778" y="1978214"/>
                </a:cubicBezTo>
                <a:cubicBezTo>
                  <a:pt x="7069404" y="2028528"/>
                  <a:pt x="7043021" y="2076952"/>
                  <a:pt x="7012858" y="2123026"/>
                </a:cubicBezTo>
                <a:cubicBezTo>
                  <a:pt x="6885285" y="2316494"/>
                  <a:pt x="6625157" y="2461180"/>
                  <a:pt x="6410364" y="2368469"/>
                </a:cubicBezTo>
                <a:cubicBezTo>
                  <a:pt x="6375948" y="2353553"/>
                  <a:pt x="6344239" y="2333057"/>
                  <a:pt x="6316503" y="2307811"/>
                </a:cubicBezTo>
                <a:lnTo>
                  <a:pt x="6302786" y="2291155"/>
                </a:lnTo>
                <a:lnTo>
                  <a:pt x="6352513" y="2328152"/>
                </a:lnTo>
                <a:cubicBezTo>
                  <a:pt x="6407908" y="2361804"/>
                  <a:pt x="6472009" y="2379547"/>
                  <a:pt x="6537682" y="2378685"/>
                </a:cubicBezTo>
                <a:cubicBezTo>
                  <a:pt x="6557462" y="2378672"/>
                  <a:pt x="6577217" y="2377306"/>
                  <a:pt x="6596808" y="2374599"/>
                </a:cubicBezTo>
                <a:cubicBezTo>
                  <a:pt x="6758733" y="2351613"/>
                  <a:pt x="6926532" y="2235914"/>
                  <a:pt x="7024224" y="2079864"/>
                </a:cubicBezTo>
                <a:cubicBezTo>
                  <a:pt x="7144391" y="1887929"/>
                  <a:pt x="7194577" y="1655001"/>
                  <a:pt x="7243104" y="1429864"/>
                </a:cubicBezTo>
                <a:cubicBezTo>
                  <a:pt x="7258555" y="1358351"/>
                  <a:pt x="7274518" y="1284284"/>
                  <a:pt x="7292524" y="1212771"/>
                </a:cubicBezTo>
                <a:cubicBezTo>
                  <a:pt x="7358546" y="950217"/>
                  <a:pt x="7494675" y="615640"/>
                  <a:pt x="7768722" y="512841"/>
                </a:cubicBezTo>
                <a:cubicBezTo>
                  <a:pt x="7815222" y="495378"/>
                  <a:pt x="7861677" y="486017"/>
                  <a:pt x="7907649" y="483339"/>
                </a:cubicBezTo>
                <a:cubicBezTo>
                  <a:pt x="8229456" y="464586"/>
                  <a:pt x="8527603" y="773208"/>
                  <a:pt x="8651521" y="921485"/>
                </a:cubicBezTo>
                <a:cubicBezTo>
                  <a:pt x="8688937" y="966308"/>
                  <a:pt x="8726866" y="1013557"/>
                  <a:pt x="8763516" y="1059275"/>
                </a:cubicBezTo>
                <a:cubicBezTo>
                  <a:pt x="8805669" y="1111708"/>
                  <a:pt x="8848140" y="1164588"/>
                  <a:pt x="8891676" y="1216078"/>
                </a:cubicBezTo>
                <a:lnTo>
                  <a:pt x="8965936" y="1298018"/>
                </a:lnTo>
                <a:lnTo>
                  <a:pt x="8965936" y="1278101"/>
                </a:lnTo>
                <a:lnTo>
                  <a:pt x="8919907" y="1229152"/>
                </a:lnTo>
                <a:cubicBezTo>
                  <a:pt x="8870154" y="1171189"/>
                  <a:pt x="8821875" y="1111026"/>
                  <a:pt x="8773987" y="1051357"/>
                </a:cubicBezTo>
                <a:cubicBezTo>
                  <a:pt x="8737336" y="1005641"/>
                  <a:pt x="8700048" y="958263"/>
                  <a:pt x="8661737" y="913312"/>
                </a:cubicBezTo>
                <a:cubicBezTo>
                  <a:pt x="8518330" y="741809"/>
                  <a:pt x="8143653" y="358067"/>
                  <a:pt x="7763998" y="500454"/>
                </a:cubicBezTo>
                <a:cubicBezTo>
                  <a:pt x="7484459" y="605296"/>
                  <a:pt x="7346286" y="943961"/>
                  <a:pt x="7279498" y="1209707"/>
                </a:cubicBezTo>
                <a:cubicBezTo>
                  <a:pt x="7261493" y="1280837"/>
                  <a:pt x="7245403" y="1355031"/>
                  <a:pt x="7229950" y="1426799"/>
                </a:cubicBezTo>
                <a:cubicBezTo>
                  <a:pt x="7181680" y="1651171"/>
                  <a:pt x="7131748" y="1882693"/>
                  <a:pt x="7012858" y="2072584"/>
                </a:cubicBezTo>
                <a:cubicBezTo>
                  <a:pt x="6917210" y="2225444"/>
                  <a:pt x="6753114" y="2338715"/>
                  <a:pt x="6594892" y="2361189"/>
                </a:cubicBezTo>
                <a:cubicBezTo>
                  <a:pt x="6485069" y="2376642"/>
                  <a:pt x="6386100" y="2348292"/>
                  <a:pt x="6308713" y="2279078"/>
                </a:cubicBezTo>
                <a:cubicBezTo>
                  <a:pt x="6185226" y="2169126"/>
                  <a:pt x="6146916" y="1987152"/>
                  <a:pt x="6108605" y="1811563"/>
                </a:cubicBezTo>
                <a:cubicBezTo>
                  <a:pt x="6072465" y="1640955"/>
                  <a:pt x="6034155" y="1464471"/>
                  <a:pt x="5919224" y="1347880"/>
                </a:cubicBezTo>
                <a:cubicBezTo>
                  <a:pt x="5734568" y="1160159"/>
                  <a:pt x="5439705" y="1218263"/>
                  <a:pt x="5243812" y="1351710"/>
                </a:cubicBezTo>
                <a:cubicBezTo>
                  <a:pt x="5123516" y="1433439"/>
                  <a:pt x="5019823" y="1542113"/>
                  <a:pt x="4919194" y="1647339"/>
                </a:cubicBezTo>
                <a:cubicBezTo>
                  <a:pt x="4848794" y="1723410"/>
                  <a:pt x="4774585" y="1795856"/>
                  <a:pt x="4696867" y="1864432"/>
                </a:cubicBezTo>
                <a:cubicBezTo>
                  <a:pt x="4469175" y="2057900"/>
                  <a:pt x="4223095" y="2116897"/>
                  <a:pt x="4038439" y="2022143"/>
                </a:cubicBezTo>
                <a:cubicBezTo>
                  <a:pt x="4010633" y="2007873"/>
                  <a:pt x="3985059" y="1990717"/>
                  <a:pt x="3961539" y="1971292"/>
                </a:cubicBezTo>
                <a:lnTo>
                  <a:pt x="3954380" y="1964143"/>
                </a:lnTo>
                <a:lnTo>
                  <a:pt x="3929799" y="1932955"/>
                </a:lnTo>
                <a:lnTo>
                  <a:pt x="3900174" y="1878706"/>
                </a:lnTo>
                <a:lnTo>
                  <a:pt x="3868027" y="1808305"/>
                </a:lnTo>
                <a:lnTo>
                  <a:pt x="3843492" y="1748247"/>
                </a:lnTo>
                <a:lnTo>
                  <a:pt x="3787121" y="1577103"/>
                </a:lnTo>
                <a:lnTo>
                  <a:pt x="3780191" y="1556250"/>
                </a:lnTo>
                <a:lnTo>
                  <a:pt x="3762222" y="1489116"/>
                </a:lnTo>
                <a:lnTo>
                  <a:pt x="3730277" y="1371927"/>
                </a:lnTo>
                <a:lnTo>
                  <a:pt x="3681868" y="1152846"/>
                </a:lnTo>
                <a:lnTo>
                  <a:pt x="3657123" y="1011003"/>
                </a:lnTo>
                <a:lnTo>
                  <a:pt x="3655588" y="1005734"/>
                </a:lnTo>
                <a:lnTo>
                  <a:pt x="3650178" y="961136"/>
                </a:lnTo>
                <a:cubicBezTo>
                  <a:pt x="3637840" y="883207"/>
                  <a:pt x="3621238" y="806107"/>
                  <a:pt x="3596209" y="731976"/>
                </a:cubicBezTo>
                <a:cubicBezTo>
                  <a:pt x="3521631" y="508882"/>
                  <a:pt x="3330463" y="295621"/>
                  <a:pt x="3110948" y="319884"/>
                </a:cubicBezTo>
                <a:cubicBezTo>
                  <a:pt x="2923356" y="340699"/>
                  <a:pt x="2788628" y="519992"/>
                  <a:pt x="2708689" y="666721"/>
                </a:cubicBezTo>
                <a:cubicBezTo>
                  <a:pt x="2682255" y="715120"/>
                  <a:pt x="2656714" y="766200"/>
                  <a:pt x="2633601" y="816643"/>
                </a:cubicBezTo>
                <a:cubicBezTo>
                  <a:pt x="2576135" y="935022"/>
                  <a:pt x="2516752" y="1057359"/>
                  <a:pt x="2430555" y="1153263"/>
                </a:cubicBezTo>
                <a:cubicBezTo>
                  <a:pt x="2380830" y="1208592"/>
                  <a:pt x="2316058" y="1254489"/>
                  <a:pt x="2247094" y="1280540"/>
                </a:cubicBezTo>
                <a:lnTo>
                  <a:pt x="2211472" y="1290240"/>
                </a:lnTo>
                <a:lnTo>
                  <a:pt x="2189549" y="1257339"/>
                </a:lnTo>
                <a:lnTo>
                  <a:pt x="2178688" y="1246975"/>
                </a:lnTo>
                <a:lnTo>
                  <a:pt x="2167234" y="1226052"/>
                </a:lnTo>
                <a:cubicBezTo>
                  <a:pt x="2157057" y="1196361"/>
                  <a:pt x="2141809" y="1168664"/>
                  <a:pt x="2122156" y="1144196"/>
                </a:cubicBezTo>
                <a:lnTo>
                  <a:pt x="2116151" y="1140539"/>
                </a:lnTo>
                <a:lnTo>
                  <a:pt x="2083717" y="1058763"/>
                </a:lnTo>
                <a:lnTo>
                  <a:pt x="2063295" y="1039763"/>
                </a:lnTo>
                <a:lnTo>
                  <a:pt x="2042980" y="972309"/>
                </a:lnTo>
                <a:lnTo>
                  <a:pt x="2016966" y="940861"/>
                </a:lnTo>
                <a:lnTo>
                  <a:pt x="2003775" y="885217"/>
                </a:lnTo>
                <a:lnTo>
                  <a:pt x="1974245" y="841358"/>
                </a:lnTo>
                <a:lnTo>
                  <a:pt x="1963678" y="799274"/>
                </a:lnTo>
                <a:lnTo>
                  <a:pt x="1929377" y="739773"/>
                </a:lnTo>
                <a:lnTo>
                  <a:pt x="1923453" y="712053"/>
                </a:lnTo>
                <a:lnTo>
                  <a:pt x="1884893" y="636086"/>
                </a:lnTo>
                <a:lnTo>
                  <a:pt x="1882973" y="625600"/>
                </a:lnTo>
                <a:lnTo>
                  <a:pt x="1842218" y="536587"/>
                </a:lnTo>
                <a:lnTo>
                  <a:pt x="1789358" y="410240"/>
                </a:lnTo>
                <a:lnTo>
                  <a:pt x="1786700" y="406996"/>
                </a:lnTo>
                <a:lnTo>
                  <a:pt x="1758249" y="329039"/>
                </a:lnTo>
                <a:cubicBezTo>
                  <a:pt x="1699641" y="213101"/>
                  <a:pt x="1601328" y="120798"/>
                  <a:pt x="1472413" y="63332"/>
                </a:cubicBezTo>
                <a:cubicBezTo>
                  <a:pt x="1368796" y="17641"/>
                  <a:pt x="1257601" y="-3242"/>
                  <a:pt x="1147215" y="407"/>
                </a:cubicBezTo>
                <a:close/>
              </a:path>
            </a:pathLst>
          </a:custGeom>
          <a:gradFill>
            <a:gsLst>
              <a:gs pos="84000">
                <a:schemeClr val="accent1"/>
              </a:gs>
              <a:gs pos="18000">
                <a:schemeClr val="accent1">
                  <a:alpha val="0"/>
                </a:schemeClr>
              </a:gs>
            </a:gsLst>
            <a:lin ang="1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Text1"/>
          <p:cNvSpPr txBox="1"/>
          <p:nvPr>
            <p:custDataLst>
              <p:tags r:id="rId1"/>
            </p:custDataLst>
          </p:nvPr>
        </p:nvSpPr>
        <p:spPr>
          <a:xfrm>
            <a:off x="2700655" y="2982595"/>
            <a:ext cx="8469630" cy="1357630"/>
          </a:xfrm>
          <a:prstGeom prst="rect">
            <a:avLst/>
          </a:prstGeom>
          <a:noFill/>
        </p:spPr>
        <p:txBody>
          <a:bodyPr wrap="square" rtlCol="0" anchor="t" anchorCtr="0">
            <a:normAutofit fontScale="7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为一种执行流机制扩展优先级支持</a:t>
            </a:r>
            <a:endParaRPr lang="zh-CN" altLang="en-US" sz="6000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字体圈欣意冠黑体" panose="00000500000000000000" charset="-122"/>
              <a:sym typeface="+mn-lt"/>
            </a:endParaRPr>
          </a:p>
        </p:txBody>
      </p:sp>
      <p:sp>
        <p:nvSpPr>
          <p:cNvPr id="4" name="Text2"/>
          <p:cNvSpPr txBox="1"/>
          <p:nvPr>
            <p:custDataLst>
              <p:tags r:id="rId2"/>
            </p:custDataLst>
          </p:nvPr>
        </p:nvSpPr>
        <p:spPr>
          <a:xfrm>
            <a:off x="2700655" y="4409440"/>
            <a:ext cx="8469630" cy="10337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uFillTx/>
              <a:latin typeface="微软雅黑" panose="020B0503020204020204" charset="-122"/>
              <a:ea typeface="微软雅黑" panose="020B0503020204020204" charset="-122"/>
              <a:cs typeface="Open Sans" panose="020B0606030504020204" pitchFamily="34" charset="0"/>
            </a:endParaRPr>
          </a:p>
        </p:txBody>
      </p:sp>
      <p:sp>
        <p:nvSpPr>
          <p:cNvPr id="6" name="Text3"/>
          <p:cNvSpPr txBox="1"/>
          <p:nvPr>
            <p:custDataLst>
              <p:tags r:id="rId3"/>
            </p:custDataLst>
          </p:nvPr>
        </p:nvSpPr>
        <p:spPr>
          <a:xfrm>
            <a:off x="9828757" y="1430606"/>
            <a:ext cx="1722527" cy="1399540"/>
          </a:xfrm>
          <a:prstGeom prst="rect">
            <a:avLst/>
          </a:prstGeom>
          <a:noFill/>
        </p:spPr>
        <p:txBody>
          <a:bodyPr wrap="square" rtlCol="0" anchor="ctr">
            <a:normAutofit fontScale="7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sz="8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: 形状 11"/>
          <p:cNvSpPr/>
          <p:nvPr/>
        </p:nvSpPr>
        <p:spPr>
          <a:xfrm flipH="1">
            <a:off x="9278528" y="2722909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1"/>
          <p:cNvSpPr/>
          <p:nvPr>
            <p:custDataLst>
              <p:tags r:id="rId1"/>
            </p:custDataLst>
          </p:nvPr>
        </p:nvSpPr>
        <p:spPr>
          <a:xfrm>
            <a:off x="762000" y="1342390"/>
            <a:ext cx="2743835" cy="5064125"/>
          </a:xfrm>
          <a:prstGeom prst="roundRect">
            <a:avLst>
              <a:gd name="adj" fmla="val 2859"/>
            </a:avLst>
          </a:prstGeom>
          <a:blipFill>
            <a:blip r:embed="rId2"/>
            <a:stretch>
              <a:fillRect l="-45207" r="-4520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Shape2"/>
          <p:cNvCxnSpPr/>
          <p:nvPr>
            <p:custDataLst>
              <p:tags r:id="rId3"/>
            </p:custDataLst>
          </p:nvPr>
        </p:nvCxnSpPr>
        <p:spPr>
          <a:xfrm flipH="1">
            <a:off x="3431626" y="1451167"/>
            <a:ext cx="0" cy="4815840"/>
          </a:xfrm>
          <a:prstGeom prst="line">
            <a:avLst/>
          </a:prstGeom>
          <a:ln w="2540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1"/>
          <p:cNvSpPr/>
          <p:nvPr>
            <p:custDataLst>
              <p:tags r:id="rId4"/>
            </p:custDataLst>
          </p:nvPr>
        </p:nvSpPr>
        <p:spPr>
          <a:xfrm>
            <a:off x="3133126" y="1393744"/>
            <a:ext cx="722539" cy="7225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2"/>
          <p:cNvSpPr txBox="1"/>
          <p:nvPr>
            <p:custDataLst>
              <p:tags r:id="rId5"/>
            </p:custDataLst>
          </p:nvPr>
        </p:nvSpPr>
        <p:spPr>
          <a:xfrm>
            <a:off x="3200207" y="1524181"/>
            <a:ext cx="58837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3"/>
          <p:cNvSpPr txBox="1"/>
          <p:nvPr>
            <p:custDataLst>
              <p:tags r:id="rId6"/>
            </p:custDataLst>
          </p:nvPr>
        </p:nvSpPr>
        <p:spPr>
          <a:xfrm>
            <a:off x="4495800" y="2116455"/>
            <a:ext cx="7088505" cy="993775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为《rust语言圣经》中异步章节的异步执行器增加优先级调度机制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，移植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CFS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调度算法。（实现过程中进行了一些人工干预，主要是熟悉原理。）</a:t>
            </a:r>
            <a:endParaRPr lang="zh-CN" altLang="en-US" sz="20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4"/>
          <p:cNvSpPr txBox="1"/>
          <p:nvPr>
            <p:custDataLst>
              <p:tags r:id="rId7"/>
            </p:custDataLst>
          </p:nvPr>
        </p:nvSpPr>
        <p:spPr>
          <a:xfrm>
            <a:off x="4440555" y="1450975"/>
            <a:ext cx="7022465" cy="3517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priority_fut‌</a:t>
            </a:r>
            <a:endParaRPr lang="zh-CN" altLang="en-US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5"/>
          <p:cNvSpPr txBox="1"/>
          <p:nvPr>
            <p:custDataLst>
              <p:tags r:id="rId8"/>
            </p:custDataLst>
          </p:nvPr>
        </p:nvSpPr>
        <p:spPr>
          <a:xfrm>
            <a:off x="304628" y="304517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本阶段共开发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2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个优先级执行流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72" name="Text6"/>
          <p:cNvSpPr/>
          <p:nvPr>
            <p:custDataLst>
              <p:tags r:id="rId9"/>
            </p:custDataLst>
          </p:nvPr>
        </p:nvSpPr>
        <p:spPr>
          <a:xfrm>
            <a:off x="3132491" y="3374686"/>
            <a:ext cx="722539" cy="7225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7"/>
          <p:cNvSpPr txBox="1"/>
          <p:nvPr>
            <p:custDataLst>
              <p:tags r:id="rId10"/>
            </p:custDataLst>
          </p:nvPr>
        </p:nvSpPr>
        <p:spPr>
          <a:xfrm>
            <a:off x="3199572" y="3505123"/>
            <a:ext cx="58837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8"/>
          <p:cNvSpPr txBox="1"/>
          <p:nvPr>
            <p:custDataLst>
              <p:tags r:id="rId11"/>
            </p:custDataLst>
          </p:nvPr>
        </p:nvSpPr>
        <p:spPr>
          <a:xfrm>
            <a:off x="4440555" y="4038600"/>
            <a:ext cx="7086600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为《100行无栈协程》中的异步执行器增加优先级调度机制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移植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CFS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调度算法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9"/>
          <p:cNvSpPr txBox="1"/>
          <p:nvPr>
            <p:custDataLst>
              <p:tags r:id="rId12"/>
            </p:custDataLst>
          </p:nvPr>
        </p:nvSpPr>
        <p:spPr>
          <a:xfrm>
            <a:off x="4408805" y="3429000"/>
            <a:ext cx="7087870" cy="351790"/>
          </a:xfrm>
          <a:prstGeom prst="rect">
            <a:avLst/>
          </a:prstGeom>
          <a:noFill/>
        </p:spPr>
        <p:txBody>
          <a:bodyPr wrap="square" rtlCol="0" anchor="ctr" anchorCtr="0">
            <a:normAutofit fontScale="25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priority100loc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‌</a:t>
            </a:r>
            <a:endParaRPr lang="zh-CN" altLang="en-US" sz="1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矩形"/>
          <p:cNvSpPr/>
          <p:nvPr>
            <p:custDataLst>
              <p:tags r:id="rId5"/>
            </p:custDataLst>
          </p:nvPr>
        </p:nvSpPr>
        <p:spPr>
          <a:xfrm>
            <a:off x="744638" y="694919"/>
            <a:ext cx="10911069" cy="5468162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1"/>
          <p:cNvSpPr txBox="1"/>
          <p:nvPr>
            <p:custDataLst>
              <p:tags r:id="rId6"/>
            </p:custDataLst>
          </p:nvPr>
        </p:nvSpPr>
        <p:spPr>
          <a:xfrm>
            <a:off x="1035171" y="2391335"/>
            <a:ext cx="10412192" cy="350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CFS（完全公平调度器，Completely Fair Scheduler）是Linux 2.6.23版本引入的核心普通进程调度算法，核心目标是在真实硬件上模拟出一个理想的、能让所有任务并行均分CPU算力的虚拟多任务CPU，保障调度的公平性。</a:t>
            </a:r>
            <a:endParaRPr kumimoji="0" lang="zh-CN" altLang="en-US" sz="2000" b="1" i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虚拟运行时间（vruntime）‌：这是CFS的核心概念，进程实际运行时vruntime会持续增长，未运行的进程vruntime保持不变。高优先级进程的vruntime增长速度更慢，能获得更多CPU运行机会，计算公式为：</a:t>
            </a:r>
            <a:r>
              <a:rPr kumimoji="0" lang="zh-CN" altLang="en-US" sz="2400" b="1" i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vruntime += 实际运行时间 * 1024 / 进程权重</a:t>
            </a:r>
            <a:r>
              <a:rPr kumimoji="0" lang="zh-CN" altLang="en-US" sz="2000" b="1" i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，权重由进程的nice值映射得到。</a:t>
            </a:r>
            <a:endParaRPr kumimoji="0" lang="zh-CN" altLang="en-US" sz="2000" b="1" i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  <p:sp>
        <p:nvSpPr>
          <p:cNvPr id="6" name="Text2"/>
          <p:cNvSpPr txBox="1"/>
          <p:nvPr>
            <p:custDataLst>
              <p:tags r:id="rId7"/>
            </p:custDataLst>
          </p:nvPr>
        </p:nvSpPr>
        <p:spPr>
          <a:xfrm>
            <a:off x="1035171" y="915451"/>
            <a:ext cx="10423099" cy="1295771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CFS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调度算法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</p:spTree>
    <p:custDataLst>
      <p:tags r:id="rId8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1"/>
          <p:cNvSpPr txBox="1"/>
          <p:nvPr>
            <p:custDataLst>
              <p:tags r:id="rId1"/>
            </p:custDataLst>
          </p:nvPr>
        </p:nvSpPr>
        <p:spPr>
          <a:xfrm>
            <a:off x="386080" y="387350"/>
            <a:ext cx="9935210" cy="131699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《100行无栈协程》</a:t>
            </a:r>
            <a:r>
              <a:rPr lang="zh-CN" altLang="en-US" sz="3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</a:t>
            </a:r>
            <a:r>
              <a:rPr lang="en-US" altLang="zh-CN" sz="3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waiter</a:t>
            </a:r>
            <a:r>
              <a:rPr lang="zh-CN" altLang="en-US" sz="3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结构</a:t>
            </a:r>
            <a:r>
              <a:rPr lang="en-US" altLang="zh-CN" sz="3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- </a:t>
            </a:r>
            <a:r>
              <a:rPr lang="zh-CN" altLang="en-US" sz="3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二值切换系统</a:t>
            </a:r>
            <a:endParaRPr lang="zh-CN" altLang="en-US" sz="3200" b="1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52600"/>
            <a:ext cx="9314180" cy="47701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/>
          <p:nvPr>
            <p:custDataLst>
              <p:tags r:id="rId1"/>
            </p:custDataLst>
          </p:nvPr>
        </p:nvSpPr>
        <p:spPr>
          <a:xfrm>
            <a:off x="7238035" y="0"/>
            <a:ext cx="495396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Text1"/>
          <p:cNvSpPr txBox="1"/>
          <p:nvPr>
            <p:custDataLst>
              <p:tags r:id="rId2"/>
            </p:custDataLst>
          </p:nvPr>
        </p:nvSpPr>
        <p:spPr>
          <a:xfrm>
            <a:off x="386079" y="387411"/>
            <a:ext cx="5597130" cy="1316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驱动执行器循环调度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3" name="Text2"/>
          <p:cNvSpPr txBox="1"/>
          <p:nvPr>
            <p:custDataLst>
              <p:tags r:id="rId3"/>
            </p:custDataLst>
          </p:nvPr>
        </p:nvSpPr>
        <p:spPr>
          <a:xfrm>
            <a:off x="386715" y="1884680"/>
            <a:ext cx="5208270" cy="392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因为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fib.waiter()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会进行二值切换，所以只要在异步任务中添加一个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loop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，就会使调度器循环调度任务。这种循环执行的任务适于衡量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CFS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调度算法的效果。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57400"/>
            <a:ext cx="5543550" cy="21240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/>
          <p:nvPr>
            <p:custDataLst>
              <p:tags r:id="rId1"/>
            </p:custDataLst>
          </p:nvPr>
        </p:nvSpPr>
        <p:spPr>
          <a:xfrm>
            <a:off x="7238035" y="0"/>
            <a:ext cx="495396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Text1"/>
          <p:cNvSpPr txBox="1"/>
          <p:nvPr>
            <p:custDataLst>
              <p:tags r:id="rId2"/>
            </p:custDataLst>
          </p:nvPr>
        </p:nvSpPr>
        <p:spPr>
          <a:xfrm>
            <a:off x="386079" y="387411"/>
            <a:ext cx="5597130" cy="1316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用户态计时器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3" name="Text2"/>
          <p:cNvSpPr txBox="1"/>
          <p:nvPr>
            <p:custDataLst>
              <p:tags r:id="rId3"/>
            </p:custDataLst>
          </p:nvPr>
        </p:nvSpPr>
        <p:spPr>
          <a:xfrm>
            <a:off x="386715" y="1884680"/>
            <a:ext cx="5208270" cy="249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使用标准库的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std::time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作为计时器，精度较低。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3124200"/>
            <a:ext cx="4829175" cy="485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724400"/>
            <a:ext cx="9324975" cy="619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2209800"/>
            <a:ext cx="4600575" cy="4000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358140" y="4572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1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457200"/>
            <a:ext cx="9219565" cy="60991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2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81000"/>
            <a:ext cx="8896350" cy="63246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3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371475"/>
            <a:ext cx="8886825" cy="61150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4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228600"/>
            <a:ext cx="9658350" cy="64865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5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304800"/>
            <a:ext cx="9118600" cy="62566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6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17170"/>
            <a:ext cx="9335135" cy="642366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7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457200"/>
            <a:ext cx="8886825" cy="61150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8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81000"/>
            <a:ext cx="8886825" cy="61150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9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04800"/>
            <a:ext cx="8886825" cy="61150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10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04800"/>
            <a:ext cx="8886825" cy="61150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11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457200"/>
            <a:ext cx="8886825" cy="61150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609600" y="5334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12</a:t>
            </a:r>
            <a:endParaRPr lang="en-US" altLang="zh-CN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219075"/>
            <a:ext cx="9705975" cy="64198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>
            <p:custDataLst>
              <p:tags r:id="rId1"/>
            </p:custDataLst>
          </p:nvPr>
        </p:nvSpPr>
        <p:spPr>
          <a:xfrm>
            <a:off x="702310" y="2311400"/>
            <a:ext cx="5347335" cy="3938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前面各次测试表明：任务执行完全服从优先级设置。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  <p:sp>
        <p:nvSpPr>
          <p:cNvPr id="5" name="Shape1"/>
          <p:cNvSpPr/>
          <p:nvPr>
            <p:custDataLst>
              <p:tags r:id="rId2"/>
            </p:custDataLst>
          </p:nvPr>
        </p:nvSpPr>
        <p:spPr>
          <a:xfrm>
            <a:off x="7551420" y="1330960"/>
            <a:ext cx="3957955" cy="4919345"/>
          </a:xfrm>
          <a:prstGeom prst="roundRect">
            <a:avLst>
              <a:gd name="adj" fmla="val 2038"/>
            </a:avLst>
          </a:prstGeom>
          <a:blipFill>
            <a:blip r:embed="rId3"/>
            <a:stretch>
              <a:fillRect l="-37601" r="-3760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2"/>
          <p:cNvSpPr txBox="1"/>
          <p:nvPr>
            <p:custDataLst>
              <p:tags r:id="rId4"/>
            </p:custDataLst>
          </p:nvPr>
        </p:nvSpPr>
        <p:spPr>
          <a:xfrm>
            <a:off x="522895" y="990866"/>
            <a:ext cx="11669372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结论：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>
            <p:custDataLst>
              <p:tags r:id="rId1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2"/>
            <a:stretch>
              <a:fillRect l="-1268" r="-126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2"/>
          <p:cNvSpPr/>
          <p:nvPr>
            <p:custDataLst>
              <p:tags r:id="rId3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4"/>
            <a:stretch>
              <a:fillRect l="-28637" r="-28637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2"/>
          <p:cNvSpPr txBox="1"/>
          <p:nvPr>
            <p:custDataLst>
              <p:tags r:id="rId5"/>
            </p:custDataLst>
          </p:nvPr>
        </p:nvSpPr>
        <p:spPr>
          <a:xfrm>
            <a:off x="304800" y="304800"/>
            <a:ext cx="10422890" cy="803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每次</a:t>
            </a:r>
            <a:r>
              <a:rPr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测试执行的任务总数统计</a:t>
            </a:r>
            <a:endParaRPr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720" y="1295400"/>
            <a:ext cx="9916160" cy="53270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>
            <p:custDataLst>
              <p:tags r:id="rId1"/>
            </p:custDataLst>
          </p:nvPr>
        </p:nvSpPr>
        <p:spPr>
          <a:xfrm>
            <a:off x="685800" y="1711325"/>
            <a:ext cx="1076833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《每次测试执行的任务总数统计》中可以看出，各种场景的任务总数是有稍许差异，这与CFS算法的机制有关。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在CFS算法中，优先级数字（-20~+19）每个都对应一个权重值，0对应权重1024，优先级数值越大权重值越小，优先级数值越小权重值越大。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-20的权重是88761，-19是71755；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而+19的权重值是15，+18的权重值是18。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  <p:sp>
        <p:nvSpPr>
          <p:cNvPr id="6" name="Text2"/>
          <p:cNvSpPr txBox="1"/>
          <p:nvPr>
            <p:custDataLst>
              <p:tags r:id="rId2"/>
            </p:custDataLst>
          </p:nvPr>
        </p:nvSpPr>
        <p:spPr>
          <a:xfrm>
            <a:off x="522895" y="990866"/>
            <a:ext cx="11669372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分析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-1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：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>
            <p:custDataLst>
              <p:tags r:id="rId1"/>
            </p:custDataLst>
          </p:nvPr>
        </p:nvSpPr>
        <p:spPr>
          <a:xfrm>
            <a:off x="685800" y="1711325"/>
            <a:ext cx="1076833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计算公式：</a:t>
            </a:r>
            <a:r>
              <a:rPr lang="zh-CN" altLang="en-US" sz="2400" b="1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vruntime += 实际运行时间 * 1024</a:t>
            </a:r>
            <a:r>
              <a:rPr lang="zh-CN" altLang="en-US" sz="2400" b="1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 / 进程权重</a:t>
            </a:r>
            <a:endParaRPr lang="zh-CN" altLang="en-US" sz="2400" b="1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CFS算法在每次计算权重时，需要计算</a:t>
            </a:r>
            <a:r>
              <a:rPr kumimoji="0" lang="zh-CN" altLang="en-US" sz="2400" b="1" i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以权重值为除数的除法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，CPU计算5位数的除法和2位数的除法是有细微差异的，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5位数除法的计算复杂度稍高计算耗时也稍长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在几千万次的循环过程中，这一细微差异被放大。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这就造成，如果测试优先级包含较大负数（例如：-19，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-18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）时，执行任务的总数会下降，因为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优先级运算消耗了更多CPU时间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  <p:sp>
        <p:nvSpPr>
          <p:cNvPr id="6" name="Text2"/>
          <p:cNvSpPr txBox="1"/>
          <p:nvPr>
            <p:custDataLst>
              <p:tags r:id="rId2"/>
            </p:custDataLst>
          </p:nvPr>
        </p:nvSpPr>
        <p:spPr>
          <a:xfrm>
            <a:off x="522895" y="990866"/>
            <a:ext cx="11669372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分析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-2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：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 flipH="1">
            <a:off x="1066065" y="2963436"/>
            <a:ext cx="5154861" cy="932252"/>
            <a:chOff x="5971074" y="2963436"/>
            <a:chExt cx="5154861" cy="932252"/>
          </a:xfrm>
          <a:noFill/>
        </p:grpSpPr>
        <p:sp>
          <p:nvSpPr>
            <p:cNvPr id="11" name="任意多边形: 形状 10"/>
            <p:cNvSpPr/>
            <p:nvPr/>
          </p:nvSpPr>
          <p:spPr>
            <a:xfrm>
              <a:off x="8439045" y="3750748"/>
              <a:ext cx="608671" cy="144940"/>
            </a:xfrm>
            <a:custGeom>
              <a:avLst/>
              <a:gdLst>
                <a:gd name="connsiteX0" fmla="*/ 568531 w 608671"/>
                <a:gd name="connsiteY0" fmla="*/ 144941 h 144940"/>
                <a:gd name="connsiteX1" fmla="*/ 0 w 608671"/>
                <a:gd name="connsiteY1" fmla="*/ 144941 h 144940"/>
                <a:gd name="connsiteX2" fmla="*/ 40140 w 608671"/>
                <a:gd name="connsiteY2" fmla="*/ 0 h 144940"/>
                <a:gd name="connsiteX3" fmla="*/ 608671 w 608671"/>
                <a:gd name="connsiteY3" fmla="*/ 0 h 144940"/>
                <a:gd name="connsiteX4" fmla="*/ 568531 w 608671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1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71074" y="3086047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517402" y="2963436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 flipH="1">
            <a:off x="7180306" y="2263059"/>
            <a:ext cx="4682775" cy="2948276"/>
            <a:chOff x="328919" y="-2038535"/>
            <a:chExt cx="4682775" cy="294827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4403161" y="-2038535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3 w 608533"/>
                <a:gd name="connsiteY2" fmla="*/ 0 h 144941"/>
                <a:gd name="connsiteX3" fmla="*/ 608534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534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408986" y="593557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140 w 608670"/>
                <a:gd name="connsiteY2" fmla="*/ 0 h 144940"/>
                <a:gd name="connsiteX3" fmla="*/ 608671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28919" y="764801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003 w 608670"/>
                <a:gd name="connsiteY2" fmla="*/ 0 h 144940"/>
                <a:gd name="connsiteX3" fmla="*/ 608670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 flipH="1">
            <a:off x="1370331" y="1738838"/>
            <a:ext cx="10715094" cy="2904438"/>
            <a:chOff x="106575" y="-2601860"/>
            <a:chExt cx="10715094" cy="2904438"/>
          </a:xfrm>
          <a:gradFill>
            <a:gsLst>
              <a:gs pos="100000">
                <a:schemeClr val="accent1">
                  <a:alpha val="26000"/>
                </a:schemeClr>
              </a:gs>
              <a:gs pos="18000">
                <a:schemeClr val="accent1">
                  <a:alpha val="0"/>
                </a:schemeClr>
              </a:gs>
            </a:gsLst>
            <a:lin ang="3256497" scaled="1"/>
          </a:gradFill>
        </p:grpSpPr>
        <p:sp>
          <p:nvSpPr>
            <p:cNvPr id="5" name="任意多边形: 形状 4"/>
            <p:cNvSpPr/>
            <p:nvPr/>
          </p:nvSpPr>
          <p:spPr>
            <a:xfrm>
              <a:off x="7319107" y="-1575019"/>
              <a:ext cx="907731" cy="150557"/>
            </a:xfrm>
            <a:custGeom>
              <a:avLst/>
              <a:gdLst>
                <a:gd name="connsiteX0" fmla="*/ 820740 w 907731"/>
                <a:gd name="connsiteY0" fmla="*/ 150558 h 150557"/>
                <a:gd name="connsiteX1" fmla="*/ 0 w 907731"/>
                <a:gd name="connsiteY1" fmla="*/ 150558 h 150557"/>
                <a:gd name="connsiteX2" fmla="*/ 86993 w 907731"/>
                <a:gd name="connsiteY2" fmla="*/ 0 h 150557"/>
                <a:gd name="connsiteX3" fmla="*/ 907731 w 907731"/>
                <a:gd name="connsiteY3" fmla="*/ 0 h 150557"/>
                <a:gd name="connsiteX4" fmla="*/ 820740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40" y="150558"/>
                  </a:moveTo>
                  <a:lnTo>
                    <a:pt x="0" y="150558"/>
                  </a:lnTo>
                  <a:lnTo>
                    <a:pt x="86993" y="0"/>
                  </a:lnTo>
                  <a:lnTo>
                    <a:pt x="907731" y="0"/>
                  </a:lnTo>
                  <a:lnTo>
                    <a:pt x="820740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4858260" y="-544814"/>
              <a:ext cx="907731" cy="150557"/>
            </a:xfrm>
            <a:custGeom>
              <a:avLst/>
              <a:gdLst>
                <a:gd name="connsiteX0" fmla="*/ 820739 w 907731"/>
                <a:gd name="connsiteY0" fmla="*/ 150558 h 150557"/>
                <a:gd name="connsiteX1" fmla="*/ 0 w 907731"/>
                <a:gd name="connsiteY1" fmla="*/ 150558 h 150557"/>
                <a:gd name="connsiteX2" fmla="*/ 86992 w 907731"/>
                <a:gd name="connsiteY2" fmla="*/ 0 h 150557"/>
                <a:gd name="connsiteX3" fmla="*/ 907731 w 907731"/>
                <a:gd name="connsiteY3" fmla="*/ 0 h 150557"/>
                <a:gd name="connsiteX4" fmla="*/ 820739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39" y="150558"/>
                  </a:moveTo>
                  <a:lnTo>
                    <a:pt x="0" y="150558"/>
                  </a:lnTo>
                  <a:lnTo>
                    <a:pt x="86992" y="0"/>
                  </a:lnTo>
                  <a:lnTo>
                    <a:pt x="907731" y="0"/>
                  </a:lnTo>
                  <a:lnTo>
                    <a:pt x="820739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7351302" y="-193756"/>
              <a:ext cx="984037" cy="165490"/>
            </a:xfrm>
            <a:custGeom>
              <a:avLst/>
              <a:gdLst>
                <a:gd name="connsiteX0" fmla="*/ 888415 w 984037"/>
                <a:gd name="connsiteY0" fmla="*/ 165490 h 165490"/>
                <a:gd name="connsiteX1" fmla="*/ 0 w 984037"/>
                <a:gd name="connsiteY1" fmla="*/ 165490 h 165490"/>
                <a:gd name="connsiteX2" fmla="*/ 95623 w 984037"/>
                <a:gd name="connsiteY2" fmla="*/ 0 h 165490"/>
                <a:gd name="connsiteX3" fmla="*/ 984038 w 984037"/>
                <a:gd name="connsiteY3" fmla="*/ 0 h 165490"/>
                <a:gd name="connsiteX4" fmla="*/ 888415 w 984037"/>
                <a:gd name="connsiteY4" fmla="*/ 165490 h 16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037" h="165490">
                  <a:moveTo>
                    <a:pt x="888415" y="165490"/>
                  </a:moveTo>
                  <a:lnTo>
                    <a:pt x="0" y="165490"/>
                  </a:lnTo>
                  <a:lnTo>
                    <a:pt x="95623" y="0"/>
                  </a:lnTo>
                  <a:lnTo>
                    <a:pt x="984038" y="0"/>
                  </a:lnTo>
                  <a:lnTo>
                    <a:pt x="888415" y="165490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340073" y="-1711801"/>
              <a:ext cx="608670" cy="144941"/>
            </a:xfrm>
            <a:custGeom>
              <a:avLst/>
              <a:gdLst>
                <a:gd name="connsiteX0" fmla="*/ 568531 w 608670"/>
                <a:gd name="connsiteY0" fmla="*/ 144941 h 144941"/>
                <a:gd name="connsiteX1" fmla="*/ 0 w 608670"/>
                <a:gd name="connsiteY1" fmla="*/ 144941 h 144941"/>
                <a:gd name="connsiteX2" fmla="*/ 40002 w 608670"/>
                <a:gd name="connsiteY2" fmla="*/ 0 h 144941"/>
                <a:gd name="connsiteX3" fmla="*/ 608670 w 608670"/>
                <a:gd name="connsiteY3" fmla="*/ 0 h 144941"/>
                <a:gd name="connsiteX4" fmla="*/ 568531 w 608670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20825" y="-461993"/>
              <a:ext cx="1005272" cy="196177"/>
            </a:xfrm>
            <a:custGeom>
              <a:avLst/>
              <a:gdLst>
                <a:gd name="connsiteX0" fmla="*/ 891977 w 1005272"/>
                <a:gd name="connsiteY0" fmla="*/ 196177 h 196177"/>
                <a:gd name="connsiteX1" fmla="*/ 0 w 1005272"/>
                <a:gd name="connsiteY1" fmla="*/ 196177 h 196177"/>
                <a:gd name="connsiteX2" fmla="*/ 113295 w 1005272"/>
                <a:gd name="connsiteY2" fmla="*/ 0 h 196177"/>
                <a:gd name="connsiteX3" fmla="*/ 1005272 w 1005272"/>
                <a:gd name="connsiteY3" fmla="*/ 0 h 196177"/>
                <a:gd name="connsiteX4" fmla="*/ 891977 w 1005272"/>
                <a:gd name="connsiteY4" fmla="*/ 196177 h 19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272" h="196177">
                  <a:moveTo>
                    <a:pt x="891977" y="196177"/>
                  </a:moveTo>
                  <a:lnTo>
                    <a:pt x="0" y="196177"/>
                  </a:lnTo>
                  <a:lnTo>
                    <a:pt x="113295" y="0"/>
                  </a:lnTo>
                  <a:lnTo>
                    <a:pt x="1005272" y="0"/>
                  </a:lnTo>
                  <a:lnTo>
                    <a:pt x="891977" y="19617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47475" y="-1636317"/>
              <a:ext cx="1274194" cy="166997"/>
            </a:xfrm>
            <a:custGeom>
              <a:avLst/>
              <a:gdLst>
                <a:gd name="connsiteX0" fmla="*/ 1177886 w 1274194"/>
                <a:gd name="connsiteY0" fmla="*/ 166997 h 166997"/>
                <a:gd name="connsiteX1" fmla="*/ 0 w 1274194"/>
                <a:gd name="connsiteY1" fmla="*/ 166997 h 166997"/>
                <a:gd name="connsiteX2" fmla="*/ 96307 w 1274194"/>
                <a:gd name="connsiteY2" fmla="*/ 0 h 166997"/>
                <a:gd name="connsiteX3" fmla="*/ 1274194 w 1274194"/>
                <a:gd name="connsiteY3" fmla="*/ 0 h 166997"/>
                <a:gd name="connsiteX4" fmla="*/ 1177886 w 1274194"/>
                <a:gd name="connsiteY4" fmla="*/ 166997 h 16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4194" h="166997">
                  <a:moveTo>
                    <a:pt x="1177886" y="166997"/>
                  </a:moveTo>
                  <a:lnTo>
                    <a:pt x="0" y="166997"/>
                  </a:lnTo>
                  <a:lnTo>
                    <a:pt x="96307" y="0"/>
                  </a:lnTo>
                  <a:lnTo>
                    <a:pt x="1274194" y="0"/>
                  </a:lnTo>
                  <a:lnTo>
                    <a:pt x="1177886" y="16699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6575" y="211564"/>
              <a:ext cx="820739" cy="91014"/>
            </a:xfrm>
            <a:custGeom>
              <a:avLst/>
              <a:gdLst>
                <a:gd name="connsiteX0" fmla="*/ 1080757 w 1164734"/>
                <a:gd name="connsiteY0" fmla="*/ 145489 h 145489"/>
                <a:gd name="connsiteX1" fmla="*/ 0 w 1164734"/>
                <a:gd name="connsiteY1" fmla="*/ 145489 h 145489"/>
                <a:gd name="connsiteX2" fmla="*/ 83978 w 1164734"/>
                <a:gd name="connsiteY2" fmla="*/ 0 h 145489"/>
                <a:gd name="connsiteX3" fmla="*/ 1164735 w 1164734"/>
                <a:gd name="connsiteY3" fmla="*/ 0 h 145489"/>
                <a:gd name="connsiteX4" fmla="*/ 1080757 w 1164734"/>
                <a:gd name="connsiteY4" fmla="*/ 145489 h 14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734" h="145489">
                  <a:moveTo>
                    <a:pt x="1080757" y="145489"/>
                  </a:moveTo>
                  <a:lnTo>
                    <a:pt x="0" y="145489"/>
                  </a:lnTo>
                  <a:lnTo>
                    <a:pt x="83978" y="0"/>
                  </a:lnTo>
                  <a:lnTo>
                    <a:pt x="1164735" y="0"/>
                  </a:lnTo>
                  <a:lnTo>
                    <a:pt x="1080757" y="145489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22885" y="-1097651"/>
              <a:ext cx="820739" cy="75347"/>
            </a:xfrm>
            <a:custGeom>
              <a:avLst/>
              <a:gdLst>
                <a:gd name="connsiteX0" fmla="*/ 0 w 820739"/>
                <a:gd name="connsiteY0" fmla="*/ 0 h 75347"/>
                <a:gd name="connsiteX1" fmla="*/ 820739 w 820739"/>
                <a:gd name="connsiteY1" fmla="*/ 0 h 75347"/>
                <a:gd name="connsiteX2" fmla="*/ 820739 w 820739"/>
                <a:gd name="connsiteY2" fmla="*/ 75347 h 75347"/>
                <a:gd name="connsiteX3" fmla="*/ 0 w 820739"/>
                <a:gd name="connsiteY3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738" h="75347">
                  <a:moveTo>
                    <a:pt x="0" y="0"/>
                  </a:moveTo>
                  <a:lnTo>
                    <a:pt x="820739" y="0"/>
                  </a:lnTo>
                  <a:lnTo>
                    <a:pt x="820739" y="75347"/>
                  </a:lnTo>
                  <a:lnTo>
                    <a:pt x="0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281169" y="-2601860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4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4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任意多边形: 形状 2"/>
          <p:cNvSpPr/>
          <p:nvPr/>
        </p:nvSpPr>
        <p:spPr>
          <a:xfrm flipH="1">
            <a:off x="-33" y="2077860"/>
            <a:ext cx="8965936" cy="3345776"/>
          </a:xfrm>
          <a:custGeom>
            <a:avLst/>
            <a:gdLst>
              <a:gd name="connsiteX0" fmla="*/ 7263937 w 8965936"/>
              <a:gd name="connsiteY0" fmla="*/ 2681044 h 3345776"/>
              <a:gd name="connsiteX1" fmla="*/ 7224122 w 8965936"/>
              <a:gd name="connsiteY1" fmla="*/ 2821258 h 3345776"/>
              <a:gd name="connsiteX2" fmla="*/ 7117062 w 8965936"/>
              <a:gd name="connsiteY2" fmla="*/ 2965854 h 3345776"/>
              <a:gd name="connsiteX3" fmla="*/ 6512780 w 8965936"/>
              <a:gd name="connsiteY3" fmla="*/ 2886424 h 3345776"/>
              <a:gd name="connsiteX4" fmla="*/ 6439675 w 8965936"/>
              <a:gd name="connsiteY4" fmla="*/ 2809169 h 3345776"/>
              <a:gd name="connsiteX5" fmla="*/ 6498989 w 8965936"/>
              <a:gd name="connsiteY5" fmla="*/ 2867653 h 3345776"/>
              <a:gd name="connsiteX6" fmla="*/ 7014902 w 8965936"/>
              <a:gd name="connsiteY6" fmla="*/ 2989736 h 3345776"/>
              <a:gd name="connsiteX7" fmla="*/ 7125491 w 8965936"/>
              <a:gd name="connsiteY7" fmla="*/ 2920904 h 3345776"/>
              <a:gd name="connsiteX8" fmla="*/ 7213765 w 8965936"/>
              <a:gd name="connsiteY8" fmla="*/ 2807677 h 3345776"/>
              <a:gd name="connsiteX9" fmla="*/ 6339956 w 8965936"/>
              <a:gd name="connsiteY9" fmla="*/ 2678993 h 3345776"/>
              <a:gd name="connsiteX10" fmla="*/ 6433922 w 8965936"/>
              <a:gd name="connsiteY10" fmla="*/ 2803089 h 3345776"/>
              <a:gd name="connsiteX11" fmla="*/ 6427318 w 8965936"/>
              <a:gd name="connsiteY11" fmla="*/ 2796110 h 3345776"/>
              <a:gd name="connsiteX12" fmla="*/ 6350775 w 8965936"/>
              <a:gd name="connsiteY12" fmla="*/ 2695941 h 3345776"/>
              <a:gd name="connsiteX13" fmla="*/ 7277482 w 8965936"/>
              <a:gd name="connsiteY13" fmla="*/ 2617686 h 3345776"/>
              <a:gd name="connsiteX14" fmla="*/ 7275907 w 8965936"/>
              <a:gd name="connsiteY14" fmla="*/ 2638892 h 3345776"/>
              <a:gd name="connsiteX15" fmla="*/ 7268439 w 8965936"/>
              <a:gd name="connsiteY15" fmla="*/ 2665189 h 3345776"/>
              <a:gd name="connsiteX16" fmla="*/ 7281492 w 8965936"/>
              <a:gd name="connsiteY16" fmla="*/ 2515472 h 3345776"/>
              <a:gd name="connsiteX17" fmla="*/ 7280488 w 8965936"/>
              <a:gd name="connsiteY17" fmla="*/ 2528816 h 3345776"/>
              <a:gd name="connsiteX18" fmla="*/ 7270699 w 8965936"/>
              <a:gd name="connsiteY18" fmla="*/ 2570625 h 3345776"/>
              <a:gd name="connsiteX19" fmla="*/ 7261525 w 8965936"/>
              <a:gd name="connsiteY19" fmla="*/ 2617502 h 3345776"/>
              <a:gd name="connsiteX20" fmla="*/ 7257052 w 8965936"/>
              <a:gd name="connsiteY20" fmla="*/ 2628907 h 3345776"/>
              <a:gd name="connsiteX21" fmla="*/ 7231908 w 8965936"/>
              <a:gd name="connsiteY21" fmla="*/ 2736305 h 3345776"/>
              <a:gd name="connsiteX22" fmla="*/ 7116297 w 8965936"/>
              <a:gd name="connsiteY22" fmla="*/ 2910944 h 3345776"/>
              <a:gd name="connsiteX23" fmla="*/ 7009794 w 8965936"/>
              <a:gd name="connsiteY23" fmla="*/ 2977220 h 3345776"/>
              <a:gd name="connsiteX24" fmla="*/ 6507800 w 8965936"/>
              <a:gd name="connsiteY24" fmla="*/ 2857565 h 3345776"/>
              <a:gd name="connsiteX25" fmla="*/ 6445098 w 8965936"/>
              <a:gd name="connsiteY25" fmla="*/ 2795630 h 3345776"/>
              <a:gd name="connsiteX26" fmla="*/ 6439135 w 8965936"/>
              <a:gd name="connsiteY26" fmla="*/ 2787741 h 3345776"/>
              <a:gd name="connsiteX27" fmla="*/ 6492731 w 8965936"/>
              <a:gd name="connsiteY27" fmla="*/ 2839048 h 3345776"/>
              <a:gd name="connsiteX28" fmla="*/ 7014774 w 8965936"/>
              <a:gd name="connsiteY28" fmla="*/ 2939293 h 3345776"/>
              <a:gd name="connsiteX29" fmla="*/ 7123575 w 8965936"/>
              <a:gd name="connsiteY29" fmla="*/ 2865737 h 3345776"/>
              <a:gd name="connsiteX30" fmla="*/ 7208975 w 8965936"/>
              <a:gd name="connsiteY30" fmla="*/ 2751538 h 3345776"/>
              <a:gd name="connsiteX31" fmla="*/ 7257052 w 8965936"/>
              <a:gd name="connsiteY31" fmla="*/ 2628907 h 3345776"/>
              <a:gd name="connsiteX32" fmla="*/ 7270699 w 8965936"/>
              <a:gd name="connsiteY32" fmla="*/ 2570625 h 3345776"/>
              <a:gd name="connsiteX33" fmla="*/ 7277962 w 8965936"/>
              <a:gd name="connsiteY33" fmla="*/ 2457910 h 3345776"/>
              <a:gd name="connsiteX34" fmla="*/ 7276860 w 8965936"/>
              <a:gd name="connsiteY34" fmla="*/ 2470713 h 3345776"/>
              <a:gd name="connsiteX35" fmla="*/ 7267593 w 8965936"/>
              <a:gd name="connsiteY35" fmla="*/ 2509671 h 3345776"/>
              <a:gd name="connsiteX36" fmla="*/ 7258204 w 8965936"/>
              <a:gd name="connsiteY36" fmla="*/ 2556541 h 3345776"/>
              <a:gd name="connsiteX37" fmla="*/ 7253573 w 8965936"/>
              <a:gd name="connsiteY37" fmla="*/ 2568616 h 3345776"/>
              <a:gd name="connsiteX38" fmla="*/ 7226911 w 8965936"/>
              <a:gd name="connsiteY38" fmla="*/ 2680709 h 3345776"/>
              <a:gd name="connsiteX39" fmla="*/ 7113997 w 8965936"/>
              <a:gd name="connsiteY39" fmla="*/ 2856416 h 3345776"/>
              <a:gd name="connsiteX40" fmla="*/ 7009028 w 8965936"/>
              <a:gd name="connsiteY40" fmla="*/ 2927289 h 3345776"/>
              <a:gd name="connsiteX41" fmla="*/ 6501160 w 8965936"/>
              <a:gd name="connsiteY41" fmla="*/ 2829087 h 3345776"/>
              <a:gd name="connsiteX42" fmla="*/ 6436670 w 8965936"/>
              <a:gd name="connsiteY42" fmla="*/ 2767279 h 3345776"/>
              <a:gd name="connsiteX43" fmla="*/ 6426189 w 8965936"/>
              <a:gd name="connsiteY43" fmla="*/ 2753179 h 3345776"/>
              <a:gd name="connsiteX44" fmla="*/ 6487750 w 8965936"/>
              <a:gd name="connsiteY44" fmla="*/ 2810442 h 3345776"/>
              <a:gd name="connsiteX45" fmla="*/ 6822966 w 8965936"/>
              <a:gd name="connsiteY45" fmla="*/ 2932908 h 3345776"/>
              <a:gd name="connsiteX46" fmla="*/ 7015156 w 8965936"/>
              <a:gd name="connsiteY46" fmla="*/ 2888724 h 3345776"/>
              <a:gd name="connsiteX47" fmla="*/ 7122170 w 8965936"/>
              <a:gd name="connsiteY47" fmla="*/ 2810698 h 3345776"/>
              <a:gd name="connsiteX48" fmla="*/ 7205702 w 8965936"/>
              <a:gd name="connsiteY48" fmla="*/ 2693436 h 3345776"/>
              <a:gd name="connsiteX49" fmla="*/ 7253573 w 8965936"/>
              <a:gd name="connsiteY49" fmla="*/ 2568616 h 3345776"/>
              <a:gd name="connsiteX50" fmla="*/ 7267593 w 8965936"/>
              <a:gd name="connsiteY50" fmla="*/ 2509671 h 3345776"/>
              <a:gd name="connsiteX51" fmla="*/ 7275225 w 8965936"/>
              <a:gd name="connsiteY51" fmla="*/ 2399563 h 3345776"/>
              <a:gd name="connsiteX52" fmla="*/ 7274429 w 8965936"/>
              <a:gd name="connsiteY52" fmla="*/ 2407709 h 3345776"/>
              <a:gd name="connsiteX53" fmla="*/ 7268330 w 8965936"/>
              <a:gd name="connsiteY53" fmla="*/ 2433201 h 3345776"/>
              <a:gd name="connsiteX54" fmla="*/ 7254438 w 8965936"/>
              <a:gd name="connsiteY54" fmla="*/ 2500974 h 3345776"/>
              <a:gd name="connsiteX55" fmla="*/ 7248157 w 8965936"/>
              <a:gd name="connsiteY55" fmla="*/ 2517513 h 3345776"/>
              <a:gd name="connsiteX56" fmla="*/ 7223196 w 8965936"/>
              <a:gd name="connsiteY56" fmla="*/ 2621835 h 3345776"/>
              <a:gd name="connsiteX57" fmla="*/ 7112592 w 8965936"/>
              <a:gd name="connsiteY57" fmla="*/ 2801887 h 3345776"/>
              <a:gd name="connsiteX58" fmla="*/ 7009155 w 8965936"/>
              <a:gd name="connsiteY58" fmla="*/ 2877357 h 3345776"/>
              <a:gd name="connsiteX59" fmla="*/ 6495540 w 8965936"/>
              <a:gd name="connsiteY59" fmla="*/ 2800736 h 3345776"/>
              <a:gd name="connsiteX60" fmla="*/ 6429135 w 8965936"/>
              <a:gd name="connsiteY60" fmla="*/ 2739056 h 3345776"/>
              <a:gd name="connsiteX61" fmla="*/ 6397026 w 8965936"/>
              <a:gd name="connsiteY61" fmla="*/ 2699770 h 3345776"/>
              <a:gd name="connsiteX62" fmla="*/ 6412662 w 8965936"/>
              <a:gd name="connsiteY62" fmla="*/ 2718753 h 3345776"/>
              <a:gd name="connsiteX63" fmla="*/ 6482386 w 8965936"/>
              <a:gd name="connsiteY63" fmla="*/ 2781837 h 3345776"/>
              <a:gd name="connsiteX64" fmla="*/ 6801639 w 8965936"/>
              <a:gd name="connsiteY64" fmla="*/ 2891788 h 3345776"/>
              <a:gd name="connsiteX65" fmla="*/ 6802150 w 8965936"/>
              <a:gd name="connsiteY65" fmla="*/ 2891916 h 3345776"/>
              <a:gd name="connsiteX66" fmla="*/ 7121403 w 8965936"/>
              <a:gd name="connsiteY66" fmla="*/ 2755658 h 3345776"/>
              <a:gd name="connsiteX67" fmla="*/ 7202395 w 8965936"/>
              <a:gd name="connsiteY67" fmla="*/ 2638008 h 3345776"/>
              <a:gd name="connsiteX68" fmla="*/ 7248157 w 8965936"/>
              <a:gd name="connsiteY68" fmla="*/ 2517513 h 3345776"/>
              <a:gd name="connsiteX69" fmla="*/ 7268330 w 8965936"/>
              <a:gd name="connsiteY69" fmla="*/ 2433201 h 3345776"/>
              <a:gd name="connsiteX70" fmla="*/ 7247646 w 8965936"/>
              <a:gd name="connsiteY70" fmla="*/ 2381192 h 3345776"/>
              <a:gd name="connsiteX71" fmla="*/ 7240374 w 8965936"/>
              <a:gd name="connsiteY71" fmla="*/ 2427323 h 3345776"/>
              <a:gd name="connsiteX72" fmla="*/ 7109529 w 8965936"/>
              <a:gd name="connsiteY72" fmla="*/ 2690787 h 3345776"/>
              <a:gd name="connsiteX73" fmla="*/ 7009284 w 8965936"/>
              <a:gd name="connsiteY73" fmla="*/ 2775452 h 3345776"/>
              <a:gd name="connsiteX74" fmla="*/ 6484047 w 8965936"/>
              <a:gd name="connsiteY74" fmla="*/ 2741739 h 3345776"/>
              <a:gd name="connsiteX75" fmla="*/ 6413939 w 8965936"/>
              <a:gd name="connsiteY75" fmla="*/ 2680188 h 3345776"/>
              <a:gd name="connsiteX76" fmla="*/ 6401486 w 8965936"/>
              <a:gd name="connsiteY76" fmla="*/ 2665089 h 3345776"/>
              <a:gd name="connsiteX77" fmla="*/ 6471021 w 8965936"/>
              <a:gd name="connsiteY77" fmla="*/ 2724500 h 3345776"/>
              <a:gd name="connsiteX78" fmla="*/ 6756817 w 8965936"/>
              <a:gd name="connsiteY78" fmla="*/ 2814786 h 3345776"/>
              <a:gd name="connsiteX79" fmla="*/ 7017710 w 8965936"/>
              <a:gd name="connsiteY79" fmla="*/ 2736887 h 3345776"/>
              <a:gd name="connsiteX80" fmla="*/ 7119105 w 8965936"/>
              <a:gd name="connsiteY80" fmla="*/ 2645070 h 3345776"/>
              <a:gd name="connsiteX81" fmla="*/ 7198158 w 8965936"/>
              <a:gd name="connsiteY81" fmla="*/ 2519193 h 3345776"/>
              <a:gd name="connsiteX82" fmla="*/ 7286737 w 8965936"/>
              <a:gd name="connsiteY82" fmla="*/ 2219445 h 3345776"/>
              <a:gd name="connsiteX83" fmla="*/ 7272792 w 8965936"/>
              <a:gd name="connsiteY83" fmla="*/ 2348497 h 3345776"/>
              <a:gd name="connsiteX84" fmla="*/ 7254087 w 8965936"/>
              <a:gd name="connsiteY84" fmla="*/ 2425640 h 3345776"/>
              <a:gd name="connsiteX85" fmla="*/ 7253162 w 8965936"/>
              <a:gd name="connsiteY85" fmla="*/ 2431489 h 3345776"/>
              <a:gd name="connsiteX86" fmla="*/ 7251680 w 8965936"/>
              <a:gd name="connsiteY86" fmla="*/ 2435567 h 3345776"/>
              <a:gd name="connsiteX87" fmla="*/ 7220181 w 8965936"/>
              <a:gd name="connsiteY87" fmla="*/ 2565480 h 3345776"/>
              <a:gd name="connsiteX88" fmla="*/ 7112336 w 8965936"/>
              <a:gd name="connsiteY88" fmla="*/ 2746464 h 3345776"/>
              <a:gd name="connsiteX89" fmla="*/ 7010175 w 8965936"/>
              <a:gd name="connsiteY89" fmla="*/ 2826533 h 3345776"/>
              <a:gd name="connsiteX90" fmla="*/ 6490688 w 8965936"/>
              <a:gd name="connsiteY90" fmla="*/ 2771238 h 3345776"/>
              <a:gd name="connsiteX91" fmla="*/ 6422494 w 8965936"/>
              <a:gd name="connsiteY91" fmla="*/ 2709686 h 3345776"/>
              <a:gd name="connsiteX92" fmla="*/ 6410840 w 8965936"/>
              <a:gd name="connsiteY92" fmla="*/ 2695505 h 3345776"/>
              <a:gd name="connsiteX93" fmla="*/ 6476512 w 8965936"/>
              <a:gd name="connsiteY93" fmla="*/ 2753233 h 3345776"/>
              <a:gd name="connsiteX94" fmla="*/ 6779038 w 8965936"/>
              <a:gd name="connsiteY94" fmla="*/ 2852713 h 3345776"/>
              <a:gd name="connsiteX95" fmla="*/ 7016561 w 8965936"/>
              <a:gd name="connsiteY95" fmla="*/ 2786435 h 3345776"/>
              <a:gd name="connsiteX96" fmla="*/ 7119745 w 8965936"/>
              <a:gd name="connsiteY96" fmla="*/ 2699215 h 3345776"/>
              <a:gd name="connsiteX97" fmla="*/ 7201358 w 8965936"/>
              <a:gd name="connsiteY97" fmla="*/ 2574163 h 3345776"/>
              <a:gd name="connsiteX98" fmla="*/ 7251680 w 8965936"/>
              <a:gd name="connsiteY98" fmla="*/ 2435567 h 3345776"/>
              <a:gd name="connsiteX99" fmla="*/ 7254087 w 8965936"/>
              <a:gd name="connsiteY99" fmla="*/ 2425640 h 3345776"/>
              <a:gd name="connsiteX100" fmla="*/ 7272680 w 8965936"/>
              <a:gd name="connsiteY100" fmla="*/ 2179430 h 3345776"/>
              <a:gd name="connsiteX101" fmla="*/ 7267541 w 8965936"/>
              <a:gd name="connsiteY101" fmla="*/ 2220240 h 3345776"/>
              <a:gd name="connsiteX102" fmla="*/ 7108379 w 8965936"/>
              <a:gd name="connsiteY102" fmla="*/ 2637280 h 3345776"/>
              <a:gd name="connsiteX103" fmla="*/ 7009793 w 8965936"/>
              <a:gd name="connsiteY103" fmla="*/ 2726671 h 3345776"/>
              <a:gd name="connsiteX104" fmla="*/ 6478556 w 8965936"/>
              <a:gd name="connsiteY104" fmla="*/ 2713901 h 3345776"/>
              <a:gd name="connsiteX105" fmla="*/ 6406659 w 8965936"/>
              <a:gd name="connsiteY105" fmla="*/ 2652349 h 3345776"/>
              <a:gd name="connsiteX106" fmla="*/ 6392370 w 8965936"/>
              <a:gd name="connsiteY106" fmla="*/ 2634969 h 3345776"/>
              <a:gd name="connsiteX107" fmla="*/ 6465531 w 8965936"/>
              <a:gd name="connsiteY107" fmla="*/ 2695895 h 3345776"/>
              <a:gd name="connsiteX108" fmla="*/ 6735491 w 8965936"/>
              <a:gd name="connsiteY108" fmla="*/ 2777879 h 3345776"/>
              <a:gd name="connsiteX109" fmla="*/ 7016561 w 8965936"/>
              <a:gd name="connsiteY109" fmla="*/ 2685807 h 3345776"/>
              <a:gd name="connsiteX110" fmla="*/ 7116169 w 8965936"/>
              <a:gd name="connsiteY110" fmla="*/ 2589392 h 3345776"/>
              <a:gd name="connsiteX111" fmla="*/ 7243344 w 8965936"/>
              <a:gd name="connsiteY111" fmla="*/ 2319256 h 3345776"/>
              <a:gd name="connsiteX112" fmla="*/ 7264179 w 8965936"/>
              <a:gd name="connsiteY112" fmla="*/ 2152149 h 3345776"/>
              <a:gd name="connsiteX113" fmla="*/ 7263009 w 8965936"/>
              <a:gd name="connsiteY113" fmla="*/ 2160705 h 3345776"/>
              <a:gd name="connsiteX114" fmla="*/ 7256977 w 8965936"/>
              <a:gd name="connsiteY114" fmla="*/ 2185807 h 3345776"/>
              <a:gd name="connsiteX115" fmla="*/ 7240008 w 8965936"/>
              <a:gd name="connsiteY115" fmla="*/ 2265111 h 3345776"/>
              <a:gd name="connsiteX116" fmla="*/ 7233293 w 8965936"/>
              <a:gd name="connsiteY116" fmla="*/ 2284371 h 3345776"/>
              <a:gd name="connsiteX117" fmla="*/ 7208435 w 8965936"/>
              <a:gd name="connsiteY117" fmla="*/ 2387817 h 3345776"/>
              <a:gd name="connsiteX118" fmla="*/ 7105697 w 8965936"/>
              <a:gd name="connsiteY118" fmla="*/ 2581730 h 3345776"/>
              <a:gd name="connsiteX119" fmla="*/ 7008644 w 8965936"/>
              <a:gd name="connsiteY119" fmla="*/ 2675590 h 3345776"/>
              <a:gd name="connsiteX120" fmla="*/ 6472299 w 8965936"/>
              <a:gd name="connsiteY120" fmla="*/ 2684785 h 3345776"/>
              <a:gd name="connsiteX121" fmla="*/ 6398488 w 8965936"/>
              <a:gd name="connsiteY121" fmla="*/ 2623361 h 3345776"/>
              <a:gd name="connsiteX122" fmla="*/ 6384436 w 8965936"/>
              <a:gd name="connsiteY122" fmla="*/ 2606274 h 3345776"/>
              <a:gd name="connsiteX123" fmla="*/ 6459656 w 8965936"/>
              <a:gd name="connsiteY123" fmla="*/ 2667289 h 3345776"/>
              <a:gd name="connsiteX124" fmla="*/ 6715058 w 8965936"/>
              <a:gd name="connsiteY124" fmla="*/ 2741866 h 3345776"/>
              <a:gd name="connsiteX125" fmla="*/ 7018349 w 8965936"/>
              <a:gd name="connsiteY125" fmla="*/ 2637024 h 3345776"/>
              <a:gd name="connsiteX126" fmla="*/ 7116042 w 8965936"/>
              <a:gd name="connsiteY126" fmla="*/ 2536141 h 3345776"/>
              <a:gd name="connsiteX127" fmla="*/ 7189818 w 8965936"/>
              <a:gd name="connsiteY127" fmla="*/ 2409072 h 3345776"/>
              <a:gd name="connsiteX128" fmla="*/ 7233293 w 8965936"/>
              <a:gd name="connsiteY128" fmla="*/ 2284371 h 3345776"/>
              <a:gd name="connsiteX129" fmla="*/ 7256977 w 8965936"/>
              <a:gd name="connsiteY129" fmla="*/ 2185807 h 3345776"/>
              <a:gd name="connsiteX130" fmla="*/ 4036141 w 8965936"/>
              <a:gd name="connsiteY130" fmla="*/ 2093597 h 3345776"/>
              <a:gd name="connsiteX131" fmla="*/ 4060276 w 8965936"/>
              <a:gd name="connsiteY131" fmla="*/ 2115642 h 3345776"/>
              <a:gd name="connsiteX132" fmla="*/ 4045685 w 8965936"/>
              <a:gd name="connsiteY132" fmla="*/ 2104845 h 3345776"/>
              <a:gd name="connsiteX133" fmla="*/ 7264415 w 8965936"/>
              <a:gd name="connsiteY133" fmla="*/ 2079097 h 3345776"/>
              <a:gd name="connsiteX134" fmla="*/ 7261050 w 8965936"/>
              <a:gd name="connsiteY134" fmla="*/ 2102112 h 3345776"/>
              <a:gd name="connsiteX135" fmla="*/ 7251078 w 8965936"/>
              <a:gd name="connsiteY135" fmla="*/ 2143181 h 3345776"/>
              <a:gd name="connsiteX136" fmla="*/ 7242211 w 8965936"/>
              <a:gd name="connsiteY136" fmla="*/ 2185791 h 3345776"/>
              <a:gd name="connsiteX137" fmla="*/ 7236552 w 8965936"/>
              <a:gd name="connsiteY137" fmla="*/ 2203004 h 3345776"/>
              <a:gd name="connsiteX138" fmla="*/ 7205116 w 8965936"/>
              <a:gd name="connsiteY138" fmla="*/ 2332471 h 3345776"/>
              <a:gd name="connsiteX139" fmla="*/ 7105570 w 8965936"/>
              <a:gd name="connsiteY139" fmla="*/ 2526817 h 3345776"/>
              <a:gd name="connsiteX140" fmla="*/ 7010177 w 8965936"/>
              <a:gd name="connsiteY140" fmla="*/ 2625403 h 3345776"/>
              <a:gd name="connsiteX141" fmla="*/ 6467190 w 8965936"/>
              <a:gd name="connsiteY141" fmla="*/ 2656051 h 3345776"/>
              <a:gd name="connsiteX142" fmla="*/ 6391720 w 8965936"/>
              <a:gd name="connsiteY142" fmla="*/ 2594755 h 3345776"/>
              <a:gd name="connsiteX143" fmla="*/ 6377856 w 8965936"/>
              <a:gd name="connsiteY143" fmla="*/ 2577868 h 3345776"/>
              <a:gd name="connsiteX144" fmla="*/ 6454676 w 8965936"/>
              <a:gd name="connsiteY144" fmla="*/ 2638684 h 3345776"/>
              <a:gd name="connsiteX145" fmla="*/ 6694371 w 8965936"/>
              <a:gd name="connsiteY145" fmla="*/ 2705216 h 3345776"/>
              <a:gd name="connsiteX146" fmla="*/ 7020138 w 8965936"/>
              <a:gd name="connsiteY146" fmla="*/ 2583517 h 3345776"/>
              <a:gd name="connsiteX147" fmla="*/ 7116169 w 8965936"/>
              <a:gd name="connsiteY147" fmla="*/ 2478035 h 3345776"/>
              <a:gd name="connsiteX148" fmla="*/ 7191676 w 8965936"/>
              <a:gd name="connsiteY148" fmla="*/ 2339527 h 3345776"/>
              <a:gd name="connsiteX149" fmla="*/ 7236552 w 8965936"/>
              <a:gd name="connsiteY149" fmla="*/ 2203004 h 3345776"/>
              <a:gd name="connsiteX150" fmla="*/ 7251078 w 8965936"/>
              <a:gd name="connsiteY150" fmla="*/ 2143181 h 3345776"/>
              <a:gd name="connsiteX151" fmla="*/ 4033273 w 8965936"/>
              <a:gd name="connsiteY151" fmla="*/ 2076022 h 3345776"/>
              <a:gd name="connsiteX152" fmla="*/ 4041286 w 8965936"/>
              <a:gd name="connsiteY152" fmla="*/ 2083019 h 3345776"/>
              <a:gd name="connsiteX153" fmla="*/ 4035309 w 8965936"/>
              <a:gd name="connsiteY153" fmla="*/ 2078522 h 3345776"/>
              <a:gd name="connsiteX154" fmla="*/ 3978487 w 8965936"/>
              <a:gd name="connsiteY154" fmla="*/ 2045172 h 3345776"/>
              <a:gd name="connsiteX155" fmla="*/ 4035480 w 8965936"/>
              <a:gd name="connsiteY155" fmla="*/ 2112218 h 3345776"/>
              <a:gd name="connsiteX156" fmla="*/ 4015568 w 8965936"/>
              <a:gd name="connsiteY156" fmla="*/ 2093149 h 3345776"/>
              <a:gd name="connsiteX157" fmla="*/ 3381665 w 8965936"/>
              <a:gd name="connsiteY157" fmla="*/ 1958660 h 3345776"/>
              <a:gd name="connsiteX158" fmla="*/ 3386395 w 8965936"/>
              <a:gd name="connsiteY158" fmla="*/ 1965570 h 3345776"/>
              <a:gd name="connsiteX159" fmla="*/ 3393124 w 8965936"/>
              <a:gd name="connsiteY159" fmla="*/ 1981757 h 3345776"/>
              <a:gd name="connsiteX160" fmla="*/ 3391865 w 8965936"/>
              <a:gd name="connsiteY160" fmla="*/ 1979450 h 3345776"/>
              <a:gd name="connsiteX161" fmla="*/ 3902656 w 8965936"/>
              <a:gd name="connsiteY161" fmla="*/ 1931181 h 3345776"/>
              <a:gd name="connsiteX162" fmla="*/ 3906070 w 8965936"/>
              <a:gd name="connsiteY162" fmla="*/ 1934576 h 3345776"/>
              <a:gd name="connsiteX163" fmla="*/ 3909971 w 8965936"/>
              <a:gd name="connsiteY163" fmla="*/ 1942073 h 3345776"/>
              <a:gd name="connsiteX164" fmla="*/ 3959142 w 8965936"/>
              <a:gd name="connsiteY164" fmla="*/ 2020143 h 3345776"/>
              <a:gd name="connsiteX165" fmla="*/ 3956837 w 8965936"/>
              <a:gd name="connsiteY165" fmla="*/ 2017161 h 3345776"/>
              <a:gd name="connsiteX166" fmla="*/ 5545187 w 8965936"/>
              <a:gd name="connsiteY166" fmla="*/ 1889843 h 3345776"/>
              <a:gd name="connsiteX167" fmla="*/ 6001719 w 8965936"/>
              <a:gd name="connsiteY167" fmla="*/ 2151759 h 3345776"/>
              <a:gd name="connsiteX168" fmla="*/ 6089196 w 8965936"/>
              <a:gd name="connsiteY168" fmla="*/ 2271671 h 3345776"/>
              <a:gd name="connsiteX169" fmla="*/ 6199657 w 8965936"/>
              <a:gd name="connsiteY169" fmla="*/ 2455815 h 3345776"/>
              <a:gd name="connsiteX170" fmla="*/ 6232821 w 8965936"/>
              <a:gd name="connsiteY170" fmla="*/ 2511158 h 3345776"/>
              <a:gd name="connsiteX171" fmla="*/ 6213958 w 8965936"/>
              <a:gd name="connsiteY171" fmla="*/ 2481610 h 3345776"/>
              <a:gd name="connsiteX172" fmla="*/ 6103879 w 8965936"/>
              <a:gd name="connsiteY172" fmla="*/ 2306149 h 3345776"/>
              <a:gd name="connsiteX173" fmla="*/ 5561533 w 8965936"/>
              <a:gd name="connsiteY173" fmla="*/ 1905678 h 3345776"/>
              <a:gd name="connsiteX174" fmla="*/ 4788683 w 8965936"/>
              <a:gd name="connsiteY174" fmla="*/ 2552868 h 3345776"/>
              <a:gd name="connsiteX175" fmla="*/ 3984165 w 8965936"/>
              <a:gd name="connsiteY175" fmla="*/ 3069803 h 3345776"/>
              <a:gd name="connsiteX176" fmla="*/ 3606169 w 8965936"/>
              <a:gd name="connsiteY176" fmla="*/ 2586965 h 3345776"/>
              <a:gd name="connsiteX177" fmla="*/ 3580283 w 8965936"/>
              <a:gd name="connsiteY177" fmla="*/ 2498601 h 3345776"/>
              <a:gd name="connsiteX178" fmla="*/ 3631087 w 8965936"/>
              <a:gd name="connsiteY178" fmla="*/ 2609734 h 3345776"/>
              <a:gd name="connsiteX179" fmla="*/ 3851485 w 8965936"/>
              <a:gd name="connsiteY179" fmla="*/ 2900600 h 3345776"/>
              <a:gd name="connsiteX180" fmla="*/ 3961308 w 8965936"/>
              <a:gd name="connsiteY180" fmla="*/ 2967644 h 3345776"/>
              <a:gd name="connsiteX181" fmla="*/ 4345816 w 8965936"/>
              <a:gd name="connsiteY181" fmla="*/ 2937761 h 3345776"/>
              <a:gd name="connsiteX182" fmla="*/ 4710404 w 8965936"/>
              <a:gd name="connsiteY182" fmla="*/ 2609186 h 3345776"/>
              <a:gd name="connsiteX183" fmla="*/ 4766976 w 8965936"/>
              <a:gd name="connsiteY183" fmla="*/ 2534736 h 3345776"/>
              <a:gd name="connsiteX184" fmla="*/ 4795070 w 8965936"/>
              <a:gd name="connsiteY184" fmla="*/ 2495658 h 3345776"/>
              <a:gd name="connsiteX185" fmla="*/ 5042171 w 8965936"/>
              <a:gd name="connsiteY185" fmla="*/ 2174107 h 3345776"/>
              <a:gd name="connsiteX186" fmla="*/ 5545187 w 8965936"/>
              <a:gd name="connsiteY186" fmla="*/ 1889843 h 3345776"/>
              <a:gd name="connsiteX187" fmla="*/ 7282735 w 8965936"/>
              <a:gd name="connsiteY187" fmla="*/ 1888637 h 3345776"/>
              <a:gd name="connsiteX188" fmla="*/ 7262407 w 8965936"/>
              <a:gd name="connsiteY188" fmla="*/ 2022759 h 3345776"/>
              <a:gd name="connsiteX189" fmla="*/ 7237435 w 8965936"/>
              <a:gd name="connsiteY189" fmla="*/ 2129447 h 3345776"/>
              <a:gd name="connsiteX190" fmla="*/ 7236096 w 8965936"/>
              <a:gd name="connsiteY190" fmla="*/ 2136562 h 3345776"/>
              <a:gd name="connsiteX191" fmla="*/ 7234942 w 8965936"/>
              <a:gd name="connsiteY191" fmla="*/ 2140100 h 3345776"/>
              <a:gd name="connsiteX192" fmla="*/ 7207020 w 8965936"/>
              <a:gd name="connsiteY192" fmla="*/ 2259383 h 3345776"/>
              <a:gd name="connsiteX193" fmla="*/ 7105059 w 8965936"/>
              <a:gd name="connsiteY193" fmla="*/ 2470756 h 3345776"/>
              <a:gd name="connsiteX194" fmla="*/ 7011198 w 8965936"/>
              <a:gd name="connsiteY194" fmla="*/ 2573811 h 3345776"/>
              <a:gd name="connsiteX195" fmla="*/ 6462082 w 8965936"/>
              <a:gd name="connsiteY195" fmla="*/ 2625914 h 3345776"/>
              <a:gd name="connsiteX196" fmla="*/ 6384696 w 8965936"/>
              <a:gd name="connsiteY196" fmla="*/ 2564744 h 3345776"/>
              <a:gd name="connsiteX197" fmla="*/ 6374921 w 8965936"/>
              <a:gd name="connsiteY197" fmla="*/ 2552879 h 3345776"/>
              <a:gd name="connsiteX198" fmla="*/ 6434039 w 8965936"/>
              <a:gd name="connsiteY198" fmla="*/ 2600493 h 3345776"/>
              <a:gd name="connsiteX199" fmla="*/ 6675599 w 8965936"/>
              <a:gd name="connsiteY199" fmla="*/ 2670737 h 3345776"/>
              <a:gd name="connsiteX200" fmla="*/ 7020138 w 8965936"/>
              <a:gd name="connsiteY200" fmla="*/ 2535885 h 3345776"/>
              <a:gd name="connsiteX201" fmla="*/ 7114381 w 8965936"/>
              <a:gd name="connsiteY201" fmla="*/ 2425805 h 3345776"/>
              <a:gd name="connsiteX202" fmla="*/ 7186534 w 8965936"/>
              <a:gd name="connsiteY202" fmla="*/ 2288367 h 3345776"/>
              <a:gd name="connsiteX203" fmla="*/ 7234942 w 8965936"/>
              <a:gd name="connsiteY203" fmla="*/ 2140100 h 3345776"/>
              <a:gd name="connsiteX204" fmla="*/ 7237435 w 8965936"/>
              <a:gd name="connsiteY204" fmla="*/ 2129447 h 3345776"/>
              <a:gd name="connsiteX205" fmla="*/ 7272763 w 8965936"/>
              <a:gd name="connsiteY205" fmla="*/ 1872023 h 3345776"/>
              <a:gd name="connsiteX206" fmla="*/ 7223741 w 8965936"/>
              <a:gd name="connsiteY206" fmla="*/ 2132986 h 3345776"/>
              <a:gd name="connsiteX207" fmla="*/ 7103527 w 8965936"/>
              <a:gd name="connsiteY207" fmla="*/ 2418654 h 3345776"/>
              <a:gd name="connsiteX208" fmla="*/ 7011326 w 8965936"/>
              <a:gd name="connsiteY208" fmla="*/ 2526434 h 3345776"/>
              <a:gd name="connsiteX209" fmla="*/ 6456591 w 8965936"/>
              <a:gd name="connsiteY209" fmla="*/ 2599991 h 3345776"/>
              <a:gd name="connsiteX210" fmla="*/ 6377416 w 8965936"/>
              <a:gd name="connsiteY210" fmla="*/ 2538822 h 3345776"/>
              <a:gd name="connsiteX211" fmla="*/ 6361393 w 8965936"/>
              <a:gd name="connsiteY211" fmla="*/ 2519332 h 3345776"/>
              <a:gd name="connsiteX212" fmla="*/ 6424574 w 8965936"/>
              <a:gd name="connsiteY212" fmla="*/ 2569698 h 3345776"/>
              <a:gd name="connsiteX213" fmla="*/ 6657977 w 8965936"/>
              <a:gd name="connsiteY213" fmla="*/ 2636769 h 3345776"/>
              <a:gd name="connsiteX214" fmla="*/ 7020903 w 8965936"/>
              <a:gd name="connsiteY214" fmla="*/ 2484677 h 3345776"/>
              <a:gd name="connsiteX215" fmla="*/ 7113359 w 8965936"/>
              <a:gd name="connsiteY215" fmla="*/ 2369745 h 3345776"/>
              <a:gd name="connsiteX216" fmla="*/ 7230814 w 8965936"/>
              <a:gd name="connsiteY216" fmla="*/ 2085403 h 3345776"/>
              <a:gd name="connsiteX217" fmla="*/ 5528330 w 8965936"/>
              <a:gd name="connsiteY217" fmla="*/ 1860983 h 3345776"/>
              <a:gd name="connsiteX218" fmla="*/ 5995973 w 8965936"/>
              <a:gd name="connsiteY218" fmla="*/ 2108084 h 3345776"/>
              <a:gd name="connsiteX219" fmla="*/ 6084343 w 8965936"/>
              <a:gd name="connsiteY219" fmla="*/ 2230296 h 3345776"/>
              <a:gd name="connsiteX220" fmla="*/ 6187524 w 8965936"/>
              <a:gd name="connsiteY220" fmla="*/ 2409429 h 3345776"/>
              <a:gd name="connsiteX221" fmla="*/ 6100561 w 8965936"/>
              <a:gd name="connsiteY221" fmla="*/ 2264392 h 3345776"/>
              <a:gd name="connsiteX222" fmla="*/ 6012063 w 8965936"/>
              <a:gd name="connsiteY222" fmla="*/ 2143203 h 3345776"/>
              <a:gd name="connsiteX223" fmla="*/ 5545443 w 8965936"/>
              <a:gd name="connsiteY223" fmla="*/ 1876435 h 3345776"/>
              <a:gd name="connsiteX224" fmla="*/ 5031956 w 8965936"/>
              <a:gd name="connsiteY224" fmla="*/ 2165296 h 3345776"/>
              <a:gd name="connsiteX225" fmla="*/ 4783449 w 8965936"/>
              <a:gd name="connsiteY225" fmla="*/ 2487614 h 3345776"/>
              <a:gd name="connsiteX226" fmla="*/ 4755482 w 8965936"/>
              <a:gd name="connsiteY226" fmla="*/ 2526563 h 3345776"/>
              <a:gd name="connsiteX227" fmla="*/ 4699166 w 8965936"/>
              <a:gd name="connsiteY227" fmla="*/ 2600629 h 3345776"/>
              <a:gd name="connsiteX228" fmla="*/ 4338794 w 8965936"/>
              <a:gd name="connsiteY228" fmla="*/ 2925629 h 3345776"/>
              <a:gd name="connsiteX229" fmla="*/ 3965904 w 8965936"/>
              <a:gd name="connsiteY229" fmla="*/ 2955001 h 3345776"/>
              <a:gd name="connsiteX230" fmla="*/ 3859275 w 8965936"/>
              <a:gd name="connsiteY230" fmla="*/ 2889873 h 3345776"/>
              <a:gd name="connsiteX231" fmla="*/ 3580119 w 8965936"/>
              <a:gd name="connsiteY231" fmla="*/ 2467182 h 3345776"/>
              <a:gd name="connsiteX232" fmla="*/ 3533018 w 8965936"/>
              <a:gd name="connsiteY232" fmla="*/ 2337235 h 3345776"/>
              <a:gd name="connsiteX233" fmla="*/ 3529547 w 8965936"/>
              <a:gd name="connsiteY233" fmla="*/ 2325376 h 3345776"/>
              <a:gd name="connsiteX234" fmla="*/ 3542192 w 8965936"/>
              <a:gd name="connsiteY234" fmla="*/ 2353783 h 3345776"/>
              <a:gd name="connsiteX235" fmla="*/ 3835905 w 8965936"/>
              <a:gd name="connsiteY235" fmla="*/ 2780177 h 3345776"/>
              <a:gd name="connsiteX236" fmla="*/ 3941898 w 8965936"/>
              <a:gd name="connsiteY236" fmla="*/ 2852711 h 3345776"/>
              <a:gd name="connsiteX237" fmla="*/ 4309165 w 8965936"/>
              <a:gd name="connsiteY237" fmla="*/ 2855138 h 3345776"/>
              <a:gd name="connsiteX238" fmla="*/ 4672221 w 8965936"/>
              <a:gd name="connsiteY238" fmla="*/ 2577387 h 3345776"/>
              <a:gd name="connsiteX239" fmla="*/ 4732496 w 8965936"/>
              <a:gd name="connsiteY239" fmla="*/ 2509195 h 3345776"/>
              <a:gd name="connsiteX240" fmla="*/ 4826100 w 8965936"/>
              <a:gd name="connsiteY240" fmla="*/ 2394264 h 3345776"/>
              <a:gd name="connsiteX241" fmla="*/ 5022889 w 8965936"/>
              <a:gd name="connsiteY241" fmla="*/ 2157889 h 3345776"/>
              <a:gd name="connsiteX242" fmla="*/ 5528330 w 8965936"/>
              <a:gd name="connsiteY242" fmla="*/ 1860983 h 3345776"/>
              <a:gd name="connsiteX243" fmla="*/ 5512495 w 8965936"/>
              <a:gd name="connsiteY243" fmla="*/ 1831357 h 3345776"/>
              <a:gd name="connsiteX244" fmla="*/ 5991247 w 8965936"/>
              <a:gd name="connsiteY244" fmla="*/ 2063517 h 3345776"/>
              <a:gd name="connsiteX245" fmla="*/ 6080638 w 8965936"/>
              <a:gd name="connsiteY245" fmla="*/ 2188026 h 3345776"/>
              <a:gd name="connsiteX246" fmla="*/ 6184824 w 8965936"/>
              <a:gd name="connsiteY246" fmla="*/ 2377454 h 3345776"/>
              <a:gd name="connsiteX247" fmla="*/ 6096091 w 8965936"/>
              <a:gd name="connsiteY247" fmla="*/ 2223016 h 3345776"/>
              <a:gd name="connsiteX248" fmla="*/ 6006700 w 8965936"/>
              <a:gd name="connsiteY248" fmla="*/ 2099401 h 3345776"/>
              <a:gd name="connsiteX249" fmla="*/ 5528459 w 8965936"/>
              <a:gd name="connsiteY249" fmla="*/ 1847574 h 3345776"/>
              <a:gd name="connsiteX250" fmla="*/ 5013184 w 8965936"/>
              <a:gd name="connsiteY250" fmla="*/ 2148950 h 3345776"/>
              <a:gd name="connsiteX251" fmla="*/ 4815884 w 8965936"/>
              <a:gd name="connsiteY251" fmla="*/ 2385835 h 3345776"/>
              <a:gd name="connsiteX252" fmla="*/ 4722536 w 8965936"/>
              <a:gd name="connsiteY252" fmla="*/ 2500766 h 3345776"/>
              <a:gd name="connsiteX253" fmla="*/ 4662771 w 8965936"/>
              <a:gd name="connsiteY253" fmla="*/ 2568449 h 3345776"/>
              <a:gd name="connsiteX254" fmla="*/ 4304186 w 8965936"/>
              <a:gd name="connsiteY254" fmla="*/ 2842879 h 3345776"/>
              <a:gd name="connsiteX255" fmla="*/ 3948282 w 8965936"/>
              <a:gd name="connsiteY255" fmla="*/ 2840835 h 3345776"/>
              <a:gd name="connsiteX256" fmla="*/ 3845227 w 8965936"/>
              <a:gd name="connsiteY256" fmla="*/ 2770217 h 3345776"/>
              <a:gd name="connsiteX257" fmla="*/ 3554579 w 8965936"/>
              <a:gd name="connsiteY257" fmla="*/ 2347908 h 3345776"/>
              <a:gd name="connsiteX258" fmla="*/ 3500689 w 8965936"/>
              <a:gd name="connsiteY258" fmla="*/ 2226795 h 3345776"/>
              <a:gd name="connsiteX259" fmla="*/ 3487195 w 8965936"/>
              <a:gd name="connsiteY259" fmla="*/ 2180695 h 3345776"/>
              <a:gd name="connsiteX260" fmla="*/ 3517161 w 8965936"/>
              <a:gd name="connsiteY260" fmla="*/ 2235402 h 3345776"/>
              <a:gd name="connsiteX261" fmla="*/ 3821346 w 8965936"/>
              <a:gd name="connsiteY261" fmla="*/ 2660265 h 3345776"/>
              <a:gd name="connsiteX262" fmla="*/ 3923508 w 8965936"/>
              <a:gd name="connsiteY262" fmla="*/ 2738036 h 3345776"/>
              <a:gd name="connsiteX263" fmla="*/ 4273409 w 8965936"/>
              <a:gd name="connsiteY263" fmla="*/ 2772771 h 3345776"/>
              <a:gd name="connsiteX264" fmla="*/ 4635059 w 8965936"/>
              <a:gd name="connsiteY264" fmla="*/ 2545973 h 3345776"/>
              <a:gd name="connsiteX265" fmla="*/ 4698910 w 8965936"/>
              <a:gd name="connsiteY265" fmla="*/ 2484037 h 3345776"/>
              <a:gd name="connsiteX266" fmla="*/ 4869135 w 8965936"/>
              <a:gd name="connsiteY266" fmla="*/ 2294146 h 3345776"/>
              <a:gd name="connsiteX267" fmla="*/ 5004499 w 8965936"/>
              <a:gd name="connsiteY267" fmla="*/ 2140905 h 3345776"/>
              <a:gd name="connsiteX268" fmla="*/ 5512495 w 8965936"/>
              <a:gd name="connsiteY268" fmla="*/ 1831357 h 3345776"/>
              <a:gd name="connsiteX269" fmla="*/ 3846720 w 8965936"/>
              <a:gd name="connsiteY269" fmla="*/ 1822981 h 3345776"/>
              <a:gd name="connsiteX270" fmla="*/ 3848490 w 8965936"/>
              <a:gd name="connsiteY270" fmla="*/ 1826655 h 3345776"/>
              <a:gd name="connsiteX271" fmla="*/ 3847973 w 8965936"/>
              <a:gd name="connsiteY271" fmla="*/ 1825930 h 3345776"/>
              <a:gd name="connsiteX272" fmla="*/ 5562802 w 8965936"/>
              <a:gd name="connsiteY272" fmla="*/ 1799831 h 3345776"/>
              <a:gd name="connsiteX273" fmla="*/ 5986394 w 8965936"/>
              <a:gd name="connsiteY273" fmla="*/ 2019333 h 3345776"/>
              <a:gd name="connsiteX274" fmla="*/ 6076552 w 8965936"/>
              <a:gd name="connsiteY274" fmla="*/ 2146140 h 3345776"/>
              <a:gd name="connsiteX275" fmla="*/ 6177457 w 8965936"/>
              <a:gd name="connsiteY275" fmla="*/ 2337861 h 3345776"/>
              <a:gd name="connsiteX276" fmla="*/ 6091365 w 8965936"/>
              <a:gd name="connsiteY276" fmla="*/ 2181258 h 3345776"/>
              <a:gd name="connsiteX277" fmla="*/ 6000953 w 8965936"/>
              <a:gd name="connsiteY277" fmla="*/ 2055217 h 3345776"/>
              <a:gd name="connsiteX278" fmla="*/ 5511090 w 8965936"/>
              <a:gd name="connsiteY278" fmla="*/ 1818330 h 3345776"/>
              <a:gd name="connsiteX279" fmla="*/ 4994027 w 8965936"/>
              <a:gd name="connsiteY279" fmla="*/ 2132221 h 3345776"/>
              <a:gd name="connsiteX280" fmla="*/ 4858281 w 8965936"/>
              <a:gd name="connsiteY280" fmla="*/ 2285463 h 3345776"/>
              <a:gd name="connsiteX281" fmla="*/ 4688565 w 8965936"/>
              <a:gd name="connsiteY281" fmla="*/ 2474971 h 3345776"/>
              <a:gd name="connsiteX282" fmla="*/ 4625354 w 8965936"/>
              <a:gd name="connsiteY282" fmla="*/ 2536267 h 3345776"/>
              <a:gd name="connsiteX283" fmla="*/ 4268683 w 8965936"/>
              <a:gd name="connsiteY283" fmla="*/ 2760128 h 3345776"/>
              <a:gd name="connsiteX284" fmla="*/ 3929637 w 8965936"/>
              <a:gd name="connsiteY284" fmla="*/ 2726542 h 3345776"/>
              <a:gd name="connsiteX285" fmla="*/ 3830030 w 8965936"/>
              <a:gd name="connsiteY285" fmla="*/ 2650688 h 3345776"/>
              <a:gd name="connsiteX286" fmla="*/ 3528016 w 8965936"/>
              <a:gd name="connsiteY286" fmla="*/ 2228634 h 3345776"/>
              <a:gd name="connsiteX287" fmla="*/ 3450291 w 8965936"/>
              <a:gd name="connsiteY287" fmla="*/ 2086494 h 3345776"/>
              <a:gd name="connsiteX288" fmla="*/ 3417000 w 8965936"/>
              <a:gd name="connsiteY288" fmla="*/ 2006606 h 3345776"/>
              <a:gd name="connsiteX289" fmla="*/ 3491494 w 8965936"/>
              <a:gd name="connsiteY289" fmla="*/ 2116641 h 3345776"/>
              <a:gd name="connsiteX290" fmla="*/ 3549853 w 8965936"/>
              <a:gd name="connsiteY290" fmla="*/ 2202073 h 3345776"/>
              <a:gd name="connsiteX291" fmla="*/ 3806277 w 8965936"/>
              <a:gd name="connsiteY291" fmla="*/ 2539844 h 3345776"/>
              <a:gd name="connsiteX292" fmla="*/ 3904479 w 8965936"/>
              <a:gd name="connsiteY292" fmla="*/ 2623105 h 3345776"/>
              <a:gd name="connsiteX293" fmla="*/ 4236502 w 8965936"/>
              <a:gd name="connsiteY293" fmla="*/ 2690148 h 3345776"/>
              <a:gd name="connsiteX294" fmla="*/ 4596876 w 8965936"/>
              <a:gd name="connsiteY294" fmla="*/ 2514175 h 3345776"/>
              <a:gd name="connsiteX295" fmla="*/ 4664302 w 8965936"/>
              <a:gd name="connsiteY295" fmla="*/ 2458626 h 3345776"/>
              <a:gd name="connsiteX296" fmla="*/ 4917024 w 8965936"/>
              <a:gd name="connsiteY296" fmla="*/ 2198115 h 3345776"/>
              <a:gd name="connsiteX297" fmla="*/ 4985599 w 8965936"/>
              <a:gd name="connsiteY297" fmla="*/ 2124430 h 3345776"/>
              <a:gd name="connsiteX298" fmla="*/ 5496404 w 8965936"/>
              <a:gd name="connsiteY298" fmla="*/ 1802241 h 3345776"/>
              <a:gd name="connsiteX299" fmla="*/ 5562802 w 8965936"/>
              <a:gd name="connsiteY299" fmla="*/ 1799831 h 3345776"/>
              <a:gd name="connsiteX300" fmla="*/ 7273405 w 8965936"/>
              <a:gd name="connsiteY300" fmla="*/ 1796984 h 3345776"/>
              <a:gd name="connsiteX301" fmla="*/ 7217628 w 8965936"/>
              <a:gd name="connsiteY301" fmla="*/ 2080997 h 3345776"/>
              <a:gd name="connsiteX302" fmla="*/ 7101612 w 8965936"/>
              <a:gd name="connsiteY302" fmla="*/ 2362850 h 3345776"/>
              <a:gd name="connsiteX303" fmla="*/ 7011071 w 8965936"/>
              <a:gd name="connsiteY303" fmla="*/ 2475355 h 3345776"/>
              <a:gd name="connsiteX304" fmla="*/ 6450463 w 8965936"/>
              <a:gd name="connsiteY304" fmla="*/ 2570365 h 3345776"/>
              <a:gd name="connsiteX305" fmla="*/ 6369372 w 8965936"/>
              <a:gd name="connsiteY305" fmla="*/ 2509195 h 3345776"/>
              <a:gd name="connsiteX306" fmla="*/ 6354525 w 8965936"/>
              <a:gd name="connsiteY306" fmla="*/ 2491136 h 3345776"/>
              <a:gd name="connsiteX307" fmla="*/ 6438202 w 8965936"/>
              <a:gd name="connsiteY307" fmla="*/ 2552741 h 3345776"/>
              <a:gd name="connsiteX308" fmla="*/ 6638565 w 8965936"/>
              <a:gd name="connsiteY308" fmla="*/ 2602161 h 3345776"/>
              <a:gd name="connsiteX309" fmla="*/ 7021158 w 8965936"/>
              <a:gd name="connsiteY309" fmla="*/ 2434872 h 3345776"/>
              <a:gd name="connsiteX310" fmla="*/ 7111827 w 8965936"/>
              <a:gd name="connsiteY310" fmla="*/ 2315599 h 3345776"/>
              <a:gd name="connsiteX311" fmla="*/ 7224810 w 8965936"/>
              <a:gd name="connsiteY311" fmla="*/ 2034896 h 3345776"/>
              <a:gd name="connsiteX312" fmla="*/ 3785864 w 8965936"/>
              <a:gd name="connsiteY312" fmla="*/ 1711293 h 3345776"/>
              <a:gd name="connsiteX313" fmla="*/ 3808749 w 8965936"/>
              <a:gd name="connsiteY313" fmla="*/ 1764990 h 3345776"/>
              <a:gd name="connsiteX314" fmla="*/ 3800564 w 8965936"/>
              <a:gd name="connsiteY314" fmla="*/ 1751831 h 3345776"/>
              <a:gd name="connsiteX315" fmla="*/ 8855255 w 8965936"/>
              <a:gd name="connsiteY315" fmla="*/ 1679877 h 3345776"/>
              <a:gd name="connsiteX316" fmla="*/ 8898248 w 8965936"/>
              <a:gd name="connsiteY316" fmla="*/ 1690285 h 3345776"/>
              <a:gd name="connsiteX317" fmla="*/ 8894664 w 8965936"/>
              <a:gd name="connsiteY317" fmla="*/ 1689735 h 3345776"/>
              <a:gd name="connsiteX318" fmla="*/ 7269908 w 8965936"/>
              <a:gd name="connsiteY318" fmla="*/ 1671357 h 3345776"/>
              <a:gd name="connsiteX319" fmla="*/ 7268388 w 8965936"/>
              <a:gd name="connsiteY319" fmla="*/ 1679647 h 3345776"/>
              <a:gd name="connsiteX320" fmla="*/ 7098035 w 8965936"/>
              <a:gd name="connsiteY320" fmla="*/ 2252515 h 3345776"/>
              <a:gd name="connsiteX321" fmla="*/ 7010687 w 8965936"/>
              <a:gd name="connsiteY321" fmla="*/ 2374215 h 3345776"/>
              <a:gd name="connsiteX322" fmla="*/ 6438075 w 8965936"/>
              <a:gd name="connsiteY322" fmla="*/ 2512133 h 3345776"/>
              <a:gd name="connsiteX323" fmla="*/ 6353408 w 8965936"/>
              <a:gd name="connsiteY323" fmla="*/ 2451218 h 3345776"/>
              <a:gd name="connsiteX324" fmla="*/ 6337965 w 8965936"/>
              <a:gd name="connsiteY324" fmla="*/ 2432415 h 3345776"/>
              <a:gd name="connsiteX325" fmla="*/ 6427219 w 8965936"/>
              <a:gd name="connsiteY325" fmla="*/ 2495402 h 3345776"/>
              <a:gd name="connsiteX326" fmla="*/ 6607533 w 8965936"/>
              <a:gd name="connsiteY326" fmla="*/ 2537161 h 3345776"/>
              <a:gd name="connsiteX327" fmla="*/ 7022180 w 8965936"/>
              <a:gd name="connsiteY327" fmla="*/ 2332201 h 3345776"/>
              <a:gd name="connsiteX328" fmla="*/ 7109271 w 8965936"/>
              <a:gd name="connsiteY328" fmla="*/ 2204499 h 3345776"/>
              <a:gd name="connsiteX329" fmla="*/ 7213397 w 8965936"/>
              <a:gd name="connsiteY329" fmla="*/ 1931760 h 3345776"/>
              <a:gd name="connsiteX330" fmla="*/ 3099006 w 8965936"/>
              <a:gd name="connsiteY330" fmla="*/ 1654709 h 3345776"/>
              <a:gd name="connsiteX331" fmla="*/ 3163672 w 8965936"/>
              <a:gd name="connsiteY331" fmla="*/ 1684170 h 3345776"/>
              <a:gd name="connsiteX332" fmla="*/ 3268017 w 8965936"/>
              <a:gd name="connsiteY332" fmla="*/ 1768911 h 3345776"/>
              <a:gd name="connsiteX333" fmla="*/ 3456121 w 8965936"/>
              <a:gd name="connsiteY333" fmla="*/ 1986003 h 3345776"/>
              <a:gd name="connsiteX334" fmla="*/ 3465955 w 8965936"/>
              <a:gd name="connsiteY334" fmla="*/ 1998007 h 3345776"/>
              <a:gd name="connsiteX335" fmla="*/ 3594549 w 8965936"/>
              <a:gd name="connsiteY335" fmla="*/ 2167467 h 3345776"/>
              <a:gd name="connsiteX336" fmla="*/ 3791209 w 8965936"/>
              <a:gd name="connsiteY336" fmla="*/ 2419550 h 3345776"/>
              <a:gd name="connsiteX337" fmla="*/ 3885708 w 8965936"/>
              <a:gd name="connsiteY337" fmla="*/ 2508174 h 3345776"/>
              <a:gd name="connsiteX338" fmla="*/ 4200364 w 8965936"/>
              <a:gd name="connsiteY338" fmla="*/ 2607526 h 3345776"/>
              <a:gd name="connsiteX339" fmla="*/ 4559461 w 8965936"/>
              <a:gd name="connsiteY339" fmla="*/ 2482506 h 3345776"/>
              <a:gd name="connsiteX340" fmla="*/ 4630719 w 8965936"/>
              <a:gd name="connsiteY340" fmla="*/ 2433213 h 3345776"/>
              <a:gd name="connsiteX341" fmla="*/ 4964785 w 8965936"/>
              <a:gd name="connsiteY341" fmla="*/ 2109873 h 3345776"/>
              <a:gd name="connsiteX342" fmla="*/ 4966955 w 8965936"/>
              <a:gd name="connsiteY342" fmla="*/ 2107575 h 3345776"/>
              <a:gd name="connsiteX343" fmla="*/ 5479804 w 8965936"/>
              <a:gd name="connsiteY343" fmla="*/ 1772997 h 3345776"/>
              <a:gd name="connsiteX344" fmla="*/ 5980904 w 8965936"/>
              <a:gd name="connsiteY344" fmla="*/ 1975276 h 3345776"/>
              <a:gd name="connsiteX345" fmla="*/ 6071955 w 8965936"/>
              <a:gd name="connsiteY345" fmla="*/ 2104254 h 3345776"/>
              <a:gd name="connsiteX346" fmla="*/ 6122054 w 8965936"/>
              <a:gd name="connsiteY346" fmla="*/ 2203558 h 3345776"/>
              <a:gd name="connsiteX347" fmla="*/ 6088173 w 8965936"/>
              <a:gd name="connsiteY347" fmla="*/ 2139244 h 3345776"/>
              <a:gd name="connsiteX348" fmla="*/ 5996737 w 8965936"/>
              <a:gd name="connsiteY348" fmla="*/ 2010777 h 3345776"/>
              <a:gd name="connsiteX349" fmla="*/ 5495128 w 8965936"/>
              <a:gd name="connsiteY349" fmla="*/ 1788960 h 3345776"/>
              <a:gd name="connsiteX350" fmla="*/ 4976277 w 8965936"/>
              <a:gd name="connsiteY350" fmla="*/ 2115237 h 3345776"/>
              <a:gd name="connsiteX351" fmla="*/ 4908084 w 8965936"/>
              <a:gd name="connsiteY351" fmla="*/ 2189175 h 3345776"/>
              <a:gd name="connsiteX352" fmla="*/ 4656257 w 8965936"/>
              <a:gd name="connsiteY352" fmla="*/ 2448664 h 3345776"/>
              <a:gd name="connsiteX353" fmla="*/ 4589598 w 8965936"/>
              <a:gd name="connsiteY353" fmla="*/ 2503704 h 3345776"/>
              <a:gd name="connsiteX354" fmla="*/ 4234843 w 8965936"/>
              <a:gd name="connsiteY354" fmla="*/ 2676994 h 3345776"/>
              <a:gd name="connsiteX355" fmla="*/ 3912524 w 8965936"/>
              <a:gd name="connsiteY355" fmla="*/ 2611995 h 3345776"/>
              <a:gd name="connsiteX356" fmla="*/ 3816366 w 8965936"/>
              <a:gd name="connsiteY356" fmla="*/ 2530649 h 3345776"/>
              <a:gd name="connsiteX357" fmla="*/ 3560963 w 8965936"/>
              <a:gd name="connsiteY357" fmla="*/ 2194667 h 3345776"/>
              <a:gd name="connsiteX358" fmla="*/ 3502475 w 8965936"/>
              <a:gd name="connsiteY358" fmla="*/ 2108979 h 3345776"/>
              <a:gd name="connsiteX359" fmla="*/ 3416278 w 8965936"/>
              <a:gd name="connsiteY359" fmla="*/ 1981277 h 3345776"/>
              <a:gd name="connsiteX360" fmla="*/ 3318203 w 8965936"/>
              <a:gd name="connsiteY360" fmla="*/ 1838890 h 3345776"/>
              <a:gd name="connsiteX361" fmla="*/ 3226898 w 8965936"/>
              <a:gd name="connsiteY361" fmla="*/ 1737623 h 3345776"/>
              <a:gd name="connsiteX362" fmla="*/ 3161458 w 8965936"/>
              <a:gd name="connsiteY362" fmla="*/ 1688375 h 3345776"/>
              <a:gd name="connsiteX363" fmla="*/ 2941014 w 8965936"/>
              <a:gd name="connsiteY363" fmla="*/ 1643000 h 3345776"/>
              <a:gd name="connsiteX364" fmla="*/ 2967470 w 8965936"/>
              <a:gd name="connsiteY364" fmla="*/ 1647980 h 3345776"/>
              <a:gd name="connsiteX365" fmla="*/ 2895639 w 8965936"/>
              <a:gd name="connsiteY365" fmla="*/ 1656789 h 3345776"/>
              <a:gd name="connsiteX366" fmla="*/ 2554804 w 8965936"/>
              <a:gd name="connsiteY366" fmla="*/ 2105020 h 3345776"/>
              <a:gd name="connsiteX367" fmla="*/ 2517261 w 8965936"/>
              <a:gd name="connsiteY367" fmla="*/ 2440875 h 3345776"/>
              <a:gd name="connsiteX368" fmla="*/ 2491720 w 8965936"/>
              <a:gd name="connsiteY368" fmla="*/ 2711602 h 3345776"/>
              <a:gd name="connsiteX369" fmla="*/ 2258154 w 8965936"/>
              <a:gd name="connsiteY369" fmla="*/ 3208615 h 3345776"/>
              <a:gd name="connsiteX370" fmla="*/ 1781956 w 8965936"/>
              <a:gd name="connsiteY370" fmla="*/ 3284469 h 3345776"/>
              <a:gd name="connsiteX371" fmla="*/ 1556134 w 8965936"/>
              <a:gd name="connsiteY371" fmla="*/ 2962644 h 3345776"/>
              <a:gd name="connsiteX372" fmla="*/ 1551837 w 8965936"/>
              <a:gd name="connsiteY372" fmla="*/ 2950558 h 3345776"/>
              <a:gd name="connsiteX373" fmla="*/ 1621803 w 8965936"/>
              <a:gd name="connsiteY373" fmla="*/ 3052227 h 3345776"/>
              <a:gd name="connsiteX374" fmla="*/ 1717851 w 8965936"/>
              <a:gd name="connsiteY374" fmla="*/ 3132250 h 3345776"/>
              <a:gd name="connsiteX375" fmla="*/ 1889737 w 8965936"/>
              <a:gd name="connsiteY375" fmla="*/ 3177201 h 3345776"/>
              <a:gd name="connsiteX376" fmla="*/ 2192517 w 8965936"/>
              <a:gd name="connsiteY376" fmla="*/ 3054097 h 3345776"/>
              <a:gd name="connsiteX377" fmla="*/ 2446898 w 8965936"/>
              <a:gd name="connsiteY377" fmla="*/ 2573173 h 3345776"/>
              <a:gd name="connsiteX378" fmla="*/ 2485209 w 8965936"/>
              <a:gd name="connsiteY378" fmla="*/ 2304362 h 3345776"/>
              <a:gd name="connsiteX379" fmla="*/ 2527990 w 8965936"/>
              <a:gd name="connsiteY379" fmla="*/ 2020993 h 3345776"/>
              <a:gd name="connsiteX380" fmla="*/ 2849796 w 8965936"/>
              <a:gd name="connsiteY380" fmla="*/ 1648361 h 3345776"/>
              <a:gd name="connsiteX381" fmla="*/ 2941014 w 8965936"/>
              <a:gd name="connsiteY381" fmla="*/ 1643000 h 3345776"/>
              <a:gd name="connsiteX382" fmla="*/ 7307461 w 8965936"/>
              <a:gd name="connsiteY382" fmla="*/ 1628102 h 3345776"/>
              <a:gd name="connsiteX383" fmla="*/ 7293724 w 8965936"/>
              <a:gd name="connsiteY383" fmla="*/ 1692427 h 3345776"/>
              <a:gd name="connsiteX384" fmla="*/ 7297122 w 8965936"/>
              <a:gd name="connsiteY384" fmla="*/ 1672878 h 3345776"/>
              <a:gd name="connsiteX385" fmla="*/ 3755422 w 8965936"/>
              <a:gd name="connsiteY385" fmla="*/ 1627342 h 3345776"/>
              <a:gd name="connsiteX386" fmla="*/ 3762301 w 8965936"/>
              <a:gd name="connsiteY386" fmla="*/ 1641856 h 3345776"/>
              <a:gd name="connsiteX387" fmla="*/ 3766606 w 8965936"/>
              <a:gd name="connsiteY387" fmla="*/ 1658186 h 3345776"/>
              <a:gd name="connsiteX388" fmla="*/ 2893031 w 8965936"/>
              <a:gd name="connsiteY388" fmla="*/ 1624796 h 3345776"/>
              <a:gd name="connsiteX389" fmla="*/ 2923872 w 8965936"/>
              <a:gd name="connsiteY389" fmla="*/ 1630231 h 3345776"/>
              <a:gd name="connsiteX390" fmla="*/ 2846603 w 8965936"/>
              <a:gd name="connsiteY390" fmla="*/ 1634824 h 3345776"/>
              <a:gd name="connsiteX391" fmla="*/ 2514579 w 8965936"/>
              <a:gd name="connsiteY391" fmla="*/ 2017928 h 3345776"/>
              <a:gd name="connsiteX392" fmla="*/ 2471417 w 8965936"/>
              <a:gd name="connsiteY392" fmla="*/ 2303085 h 3345776"/>
              <a:gd name="connsiteX393" fmla="*/ 2433106 w 8965936"/>
              <a:gd name="connsiteY393" fmla="*/ 2570492 h 3345776"/>
              <a:gd name="connsiteX394" fmla="*/ 2182812 w 8965936"/>
              <a:gd name="connsiteY394" fmla="*/ 3044392 h 3345776"/>
              <a:gd name="connsiteX395" fmla="*/ 1724619 w 8965936"/>
              <a:gd name="connsiteY395" fmla="*/ 3121013 h 3345776"/>
              <a:gd name="connsiteX396" fmla="*/ 1545698 w 8965936"/>
              <a:gd name="connsiteY396" fmla="*/ 2910918 h 3345776"/>
              <a:gd name="connsiteX397" fmla="*/ 1505891 w 8965936"/>
              <a:gd name="connsiteY397" fmla="*/ 2821237 h 3345776"/>
              <a:gd name="connsiteX398" fmla="*/ 1496173 w 8965936"/>
              <a:gd name="connsiteY398" fmla="*/ 2793589 h 3345776"/>
              <a:gd name="connsiteX399" fmla="*/ 1497757 w 8965936"/>
              <a:gd name="connsiteY399" fmla="*/ 2796842 h 3345776"/>
              <a:gd name="connsiteX400" fmla="*/ 1660641 w 8965936"/>
              <a:gd name="connsiteY400" fmla="*/ 2968664 h 3345776"/>
              <a:gd name="connsiteX401" fmla="*/ 2116152 w 8965936"/>
              <a:gd name="connsiteY401" fmla="*/ 2889745 h 3345776"/>
              <a:gd name="connsiteX402" fmla="*/ 2387135 w 8965936"/>
              <a:gd name="connsiteY402" fmla="*/ 2432829 h 3345776"/>
              <a:gd name="connsiteX403" fmla="*/ 2439619 w 8965936"/>
              <a:gd name="connsiteY403" fmla="*/ 2170915 h 3345776"/>
              <a:gd name="connsiteX404" fmla="*/ 2486997 w 8965936"/>
              <a:gd name="connsiteY404" fmla="*/ 1934156 h 3345776"/>
              <a:gd name="connsiteX405" fmla="*/ 2799610 w 8965936"/>
              <a:gd name="connsiteY405" fmla="*/ 1626778 h 3345776"/>
              <a:gd name="connsiteX406" fmla="*/ 2893031 w 8965936"/>
              <a:gd name="connsiteY406" fmla="*/ 1624796 h 3345776"/>
              <a:gd name="connsiteX407" fmla="*/ 2965640 w 8965936"/>
              <a:gd name="connsiteY407" fmla="*/ 1610093 h 3345776"/>
              <a:gd name="connsiteX408" fmla="*/ 3041348 w 8965936"/>
              <a:gd name="connsiteY408" fmla="*/ 1628440 h 3345776"/>
              <a:gd name="connsiteX409" fmla="*/ 3083486 w 8965936"/>
              <a:gd name="connsiteY409" fmla="*/ 1647638 h 3345776"/>
              <a:gd name="connsiteX410" fmla="*/ 2750060 w 8965936"/>
              <a:gd name="connsiteY410" fmla="*/ 1605325 h 3345776"/>
              <a:gd name="connsiteX411" fmla="*/ 2848409 w 8965936"/>
              <a:gd name="connsiteY411" fmla="*/ 1607078 h 3345776"/>
              <a:gd name="connsiteX412" fmla="*/ 2877515 w 8965936"/>
              <a:gd name="connsiteY412" fmla="*/ 1611815 h 3345776"/>
              <a:gd name="connsiteX413" fmla="*/ 2798203 w 8965936"/>
              <a:gd name="connsiteY413" fmla="*/ 1613498 h 3345776"/>
              <a:gd name="connsiteX414" fmla="*/ 2474483 w 8965936"/>
              <a:gd name="connsiteY414" fmla="*/ 1930580 h 3345776"/>
              <a:gd name="connsiteX415" fmla="*/ 2426848 w 8965936"/>
              <a:gd name="connsiteY415" fmla="*/ 2168872 h 3345776"/>
              <a:gd name="connsiteX416" fmla="*/ 2374236 w 8965936"/>
              <a:gd name="connsiteY416" fmla="*/ 2429126 h 3345776"/>
              <a:gd name="connsiteX417" fmla="*/ 2107213 w 8965936"/>
              <a:gd name="connsiteY417" fmla="*/ 2879784 h 3345776"/>
              <a:gd name="connsiteX418" fmla="*/ 1667153 w 8965936"/>
              <a:gd name="connsiteY418" fmla="*/ 2956405 h 3345776"/>
              <a:gd name="connsiteX419" fmla="*/ 1454890 w 8965936"/>
              <a:gd name="connsiteY419" fmla="*/ 2677823 h 3345776"/>
              <a:gd name="connsiteX420" fmla="*/ 1431347 w 8965936"/>
              <a:gd name="connsiteY420" fmla="*/ 2617892 h 3345776"/>
              <a:gd name="connsiteX421" fmla="*/ 1445734 w 8965936"/>
              <a:gd name="connsiteY421" fmla="*/ 2645932 h 3345776"/>
              <a:gd name="connsiteX422" fmla="*/ 1603813 w 8965936"/>
              <a:gd name="connsiteY422" fmla="*/ 2805334 h 3345776"/>
              <a:gd name="connsiteX423" fmla="*/ 2041063 w 8965936"/>
              <a:gd name="connsiteY423" fmla="*/ 2725648 h 3345776"/>
              <a:gd name="connsiteX424" fmla="*/ 2328646 w 8965936"/>
              <a:gd name="connsiteY424" fmla="*/ 2292614 h 3345776"/>
              <a:gd name="connsiteX425" fmla="*/ 2395562 w 8965936"/>
              <a:gd name="connsiteY425" fmla="*/ 2044106 h 3345776"/>
              <a:gd name="connsiteX426" fmla="*/ 2446642 w 8965936"/>
              <a:gd name="connsiteY426" fmla="*/ 1847957 h 3345776"/>
              <a:gd name="connsiteX427" fmla="*/ 2750060 w 8965936"/>
              <a:gd name="connsiteY427" fmla="*/ 1605325 h 3345776"/>
              <a:gd name="connsiteX428" fmla="*/ 2700768 w 8965936"/>
              <a:gd name="connsiteY428" fmla="*/ 1584127 h 3345776"/>
              <a:gd name="connsiteX429" fmla="*/ 2799175 w 8965936"/>
              <a:gd name="connsiteY429" fmla="*/ 1588648 h 3345776"/>
              <a:gd name="connsiteX430" fmla="*/ 2830514 w 8965936"/>
              <a:gd name="connsiteY430" fmla="*/ 1593348 h 3345776"/>
              <a:gd name="connsiteX431" fmla="*/ 2749806 w 8965936"/>
              <a:gd name="connsiteY431" fmla="*/ 1591916 h 3345776"/>
              <a:gd name="connsiteX432" fmla="*/ 2434639 w 8965936"/>
              <a:gd name="connsiteY432" fmla="*/ 1843233 h 3345776"/>
              <a:gd name="connsiteX433" fmla="*/ 2382791 w 8965936"/>
              <a:gd name="connsiteY433" fmla="*/ 2040914 h 3345776"/>
              <a:gd name="connsiteX434" fmla="*/ 2316387 w 8965936"/>
              <a:gd name="connsiteY434" fmla="*/ 2287888 h 3345776"/>
              <a:gd name="connsiteX435" fmla="*/ 2032506 w 8965936"/>
              <a:gd name="connsiteY435" fmla="*/ 2715305 h 3345776"/>
              <a:gd name="connsiteX436" fmla="*/ 1610454 w 8965936"/>
              <a:gd name="connsiteY436" fmla="*/ 2793203 h 3345776"/>
              <a:gd name="connsiteX437" fmla="*/ 1404332 w 8965936"/>
              <a:gd name="connsiteY437" fmla="*/ 2534518 h 3345776"/>
              <a:gd name="connsiteX438" fmla="*/ 1367525 w 8965936"/>
              <a:gd name="connsiteY438" fmla="*/ 2445918 h 3345776"/>
              <a:gd name="connsiteX439" fmla="*/ 1394272 w 8965936"/>
              <a:gd name="connsiteY439" fmla="*/ 2495084 h 3345776"/>
              <a:gd name="connsiteX440" fmla="*/ 1546732 w 8965936"/>
              <a:gd name="connsiteY440" fmla="*/ 2641238 h 3345776"/>
              <a:gd name="connsiteX441" fmla="*/ 1965592 w 8965936"/>
              <a:gd name="connsiteY441" fmla="*/ 2560914 h 3345776"/>
              <a:gd name="connsiteX442" fmla="*/ 2269649 w 8965936"/>
              <a:gd name="connsiteY442" fmla="*/ 2152270 h 3345776"/>
              <a:gd name="connsiteX443" fmla="*/ 2350994 w 8965936"/>
              <a:gd name="connsiteY443" fmla="*/ 1923046 h 3345776"/>
              <a:gd name="connsiteX444" fmla="*/ 2406417 w 8965936"/>
              <a:gd name="connsiteY444" fmla="*/ 1761376 h 3345776"/>
              <a:gd name="connsiteX445" fmla="*/ 2700768 w 8965936"/>
              <a:gd name="connsiteY445" fmla="*/ 1584127 h 3345776"/>
              <a:gd name="connsiteX446" fmla="*/ 2894149 w 8965936"/>
              <a:gd name="connsiteY446" fmla="*/ 1578983 h 3345776"/>
              <a:gd name="connsiteX447" fmla="*/ 2998695 w 8965936"/>
              <a:gd name="connsiteY447" fmla="*/ 1596259 h 3345776"/>
              <a:gd name="connsiteX448" fmla="*/ 3136358 w 8965936"/>
              <a:gd name="connsiteY448" fmla="*/ 1638528 h 3345776"/>
              <a:gd name="connsiteX449" fmla="*/ 3229579 w 8965936"/>
              <a:gd name="connsiteY449" fmla="*/ 1692034 h 3345776"/>
              <a:gd name="connsiteX450" fmla="*/ 3441180 w 8965936"/>
              <a:gd name="connsiteY450" fmla="*/ 1879245 h 3345776"/>
              <a:gd name="connsiteX451" fmla="*/ 3640776 w 8965936"/>
              <a:gd name="connsiteY451" fmla="*/ 2124559 h 3345776"/>
              <a:gd name="connsiteX452" fmla="*/ 3776779 w 8965936"/>
              <a:gd name="connsiteY452" fmla="*/ 2299382 h 3345776"/>
              <a:gd name="connsiteX453" fmla="*/ 3867446 w 8965936"/>
              <a:gd name="connsiteY453" fmla="*/ 2393242 h 3345776"/>
              <a:gd name="connsiteX454" fmla="*/ 4164351 w 8965936"/>
              <a:gd name="connsiteY454" fmla="*/ 2524776 h 3345776"/>
              <a:gd name="connsiteX455" fmla="*/ 4521916 w 8965936"/>
              <a:gd name="connsiteY455" fmla="*/ 2450836 h 3345776"/>
              <a:gd name="connsiteX456" fmla="*/ 4596749 w 8965936"/>
              <a:gd name="connsiteY456" fmla="*/ 2407801 h 3345776"/>
              <a:gd name="connsiteX457" fmla="*/ 4948310 w 8965936"/>
              <a:gd name="connsiteY457" fmla="*/ 2090973 h 3345776"/>
              <a:gd name="connsiteX458" fmla="*/ 5463585 w 8965936"/>
              <a:gd name="connsiteY458" fmla="*/ 1743626 h 3345776"/>
              <a:gd name="connsiteX459" fmla="*/ 5975923 w 8965936"/>
              <a:gd name="connsiteY459" fmla="*/ 1931091 h 3345776"/>
              <a:gd name="connsiteX460" fmla="*/ 6067741 w 8965936"/>
              <a:gd name="connsiteY460" fmla="*/ 2062368 h 3345776"/>
              <a:gd name="connsiteX461" fmla="*/ 6115207 w 8965936"/>
              <a:gd name="connsiteY461" fmla="*/ 2160559 h 3345776"/>
              <a:gd name="connsiteX462" fmla="*/ 6083065 w 8965936"/>
              <a:gd name="connsiteY462" fmla="*/ 2096848 h 3345776"/>
              <a:gd name="connsiteX463" fmla="*/ 5990609 w 8965936"/>
              <a:gd name="connsiteY463" fmla="*/ 1965826 h 3345776"/>
              <a:gd name="connsiteX464" fmla="*/ 5477379 w 8965936"/>
              <a:gd name="connsiteY464" fmla="*/ 1758950 h 3345776"/>
              <a:gd name="connsiteX465" fmla="*/ 4956739 w 8965936"/>
              <a:gd name="connsiteY465" fmla="*/ 2097741 h 3345776"/>
              <a:gd name="connsiteX466" fmla="*/ 4954569 w 8965936"/>
              <a:gd name="connsiteY466" fmla="*/ 2100040 h 3345776"/>
              <a:gd name="connsiteX467" fmla="*/ 4622545 w 8965936"/>
              <a:gd name="connsiteY467" fmla="*/ 2421975 h 3345776"/>
              <a:gd name="connsiteX468" fmla="*/ 4552437 w 8965936"/>
              <a:gd name="connsiteY468" fmla="*/ 2470501 h 3345776"/>
              <a:gd name="connsiteX469" fmla="*/ 4199599 w 8965936"/>
              <a:gd name="connsiteY469" fmla="*/ 2593478 h 3345776"/>
              <a:gd name="connsiteX470" fmla="*/ 3894009 w 8965936"/>
              <a:gd name="connsiteY470" fmla="*/ 2496809 h 3345776"/>
              <a:gd name="connsiteX471" fmla="*/ 3801425 w 8965936"/>
              <a:gd name="connsiteY471" fmla="*/ 2409972 h 3345776"/>
              <a:gd name="connsiteX472" fmla="*/ 3605532 w 8965936"/>
              <a:gd name="connsiteY472" fmla="*/ 2158910 h 3345776"/>
              <a:gd name="connsiteX473" fmla="*/ 3476426 w 8965936"/>
              <a:gd name="connsiteY473" fmla="*/ 1988812 h 3345776"/>
              <a:gd name="connsiteX474" fmla="*/ 3466593 w 8965936"/>
              <a:gd name="connsiteY474" fmla="*/ 1976809 h 3345776"/>
              <a:gd name="connsiteX475" fmla="*/ 3277722 w 8965936"/>
              <a:gd name="connsiteY475" fmla="*/ 1759717 h 3345776"/>
              <a:gd name="connsiteX476" fmla="*/ 3184630 w 8965936"/>
              <a:gd name="connsiteY476" fmla="*/ 1681691 h 3345776"/>
              <a:gd name="connsiteX477" fmla="*/ 3045691 w 8965936"/>
              <a:gd name="connsiteY477" fmla="*/ 1615669 h 3345776"/>
              <a:gd name="connsiteX478" fmla="*/ 2588989 w 8965936"/>
              <a:gd name="connsiteY478" fmla="*/ 1561186 h 3345776"/>
              <a:gd name="connsiteX479" fmla="*/ 2650964 w 8965936"/>
              <a:gd name="connsiteY479" fmla="*/ 1562035 h 3345776"/>
              <a:gd name="connsiteX480" fmla="*/ 2747842 w 8965936"/>
              <a:gd name="connsiteY480" fmla="*/ 1572510 h 3345776"/>
              <a:gd name="connsiteX481" fmla="*/ 2708430 w 8965936"/>
              <a:gd name="connsiteY481" fmla="*/ 1570335 h 3345776"/>
              <a:gd name="connsiteX482" fmla="*/ 2700001 w 8965936"/>
              <a:gd name="connsiteY482" fmla="*/ 1570335 h 3345776"/>
              <a:gd name="connsiteX483" fmla="*/ 2393517 w 8965936"/>
              <a:gd name="connsiteY483" fmla="*/ 1755757 h 3345776"/>
              <a:gd name="connsiteX484" fmla="*/ 2337458 w 8965936"/>
              <a:gd name="connsiteY484" fmla="*/ 1918832 h 3345776"/>
              <a:gd name="connsiteX485" fmla="*/ 2257773 w 8965936"/>
              <a:gd name="connsiteY485" fmla="*/ 2146524 h 3345776"/>
              <a:gd name="connsiteX486" fmla="*/ 1957163 w 8965936"/>
              <a:gd name="connsiteY486" fmla="*/ 2550954 h 3345776"/>
              <a:gd name="connsiteX487" fmla="*/ 1553116 w 8965936"/>
              <a:gd name="connsiteY487" fmla="*/ 2629362 h 3345776"/>
              <a:gd name="connsiteX488" fmla="*/ 1309079 w 8965936"/>
              <a:gd name="connsiteY488" fmla="*/ 2291081 h 3345776"/>
              <a:gd name="connsiteX489" fmla="*/ 1299215 w 8965936"/>
              <a:gd name="connsiteY489" fmla="*/ 2269999 h 3345776"/>
              <a:gd name="connsiteX490" fmla="*/ 1342202 w 8965936"/>
              <a:gd name="connsiteY490" fmla="*/ 2344286 h 3345776"/>
              <a:gd name="connsiteX491" fmla="*/ 1489522 w 8965936"/>
              <a:gd name="connsiteY491" fmla="*/ 2477398 h 3345776"/>
              <a:gd name="connsiteX492" fmla="*/ 1890504 w 8965936"/>
              <a:gd name="connsiteY492" fmla="*/ 2396691 h 3345776"/>
              <a:gd name="connsiteX493" fmla="*/ 2210524 w 8965936"/>
              <a:gd name="connsiteY493" fmla="*/ 2011544 h 3345776"/>
              <a:gd name="connsiteX494" fmla="*/ 2303617 w 8965936"/>
              <a:gd name="connsiteY494" fmla="*/ 1810286 h 3345776"/>
              <a:gd name="connsiteX495" fmla="*/ 2365681 w 8965936"/>
              <a:gd name="connsiteY495" fmla="*/ 1674539 h 3345776"/>
              <a:gd name="connsiteX496" fmla="*/ 2588989 w 8965936"/>
              <a:gd name="connsiteY496" fmla="*/ 1561186 h 3345776"/>
              <a:gd name="connsiteX497" fmla="*/ 3754013 w 8965936"/>
              <a:gd name="connsiteY497" fmla="*/ 1561082 h 3345776"/>
              <a:gd name="connsiteX498" fmla="*/ 3761547 w 8965936"/>
              <a:gd name="connsiteY498" fmla="*/ 1579937 h 3345776"/>
              <a:gd name="connsiteX499" fmla="*/ 3767713 w 8965936"/>
              <a:gd name="connsiteY499" fmla="*/ 1609029 h 3345776"/>
              <a:gd name="connsiteX500" fmla="*/ 3781088 w 8965936"/>
              <a:gd name="connsiteY500" fmla="*/ 1652096 h 3345776"/>
              <a:gd name="connsiteX501" fmla="*/ 3773803 w 8965936"/>
              <a:gd name="connsiteY501" fmla="*/ 1636745 h 3345776"/>
              <a:gd name="connsiteX502" fmla="*/ 7352073 w 8965936"/>
              <a:gd name="connsiteY502" fmla="*/ 1529467 h 3345776"/>
              <a:gd name="connsiteX503" fmla="*/ 7352019 w 8965936"/>
              <a:gd name="connsiteY503" fmla="*/ 1529662 h 3345776"/>
              <a:gd name="connsiteX504" fmla="*/ 7352033 w 8965936"/>
              <a:gd name="connsiteY504" fmla="*/ 1529598 h 3345776"/>
              <a:gd name="connsiteX505" fmla="*/ 2707954 w 8965936"/>
              <a:gd name="connsiteY505" fmla="*/ 1523172 h 3345776"/>
              <a:gd name="connsiteX506" fmla="*/ 2913266 w 8965936"/>
              <a:gd name="connsiteY506" fmla="*/ 1529471 h 3345776"/>
              <a:gd name="connsiteX507" fmla="*/ 2957577 w 8965936"/>
              <a:gd name="connsiteY507" fmla="*/ 1529471 h 3345776"/>
              <a:gd name="connsiteX508" fmla="*/ 3054374 w 8965936"/>
              <a:gd name="connsiteY508" fmla="*/ 1529471 h 3345776"/>
              <a:gd name="connsiteX509" fmla="*/ 3152196 w 8965936"/>
              <a:gd name="connsiteY509" fmla="*/ 1537260 h 3345776"/>
              <a:gd name="connsiteX510" fmla="*/ 3390356 w 8965936"/>
              <a:gd name="connsiteY510" fmla="*/ 1642486 h 3345776"/>
              <a:gd name="connsiteX511" fmla="*/ 3736425 w 8965936"/>
              <a:gd name="connsiteY511" fmla="*/ 2045001 h 3345776"/>
              <a:gd name="connsiteX512" fmla="*/ 3746769 w 8965936"/>
              <a:gd name="connsiteY512" fmla="*/ 2059303 h 3345776"/>
              <a:gd name="connsiteX513" fmla="*/ 3829775 w 8965936"/>
              <a:gd name="connsiteY513" fmla="*/ 2163764 h 3345776"/>
              <a:gd name="connsiteX514" fmla="*/ 4090797 w 8965936"/>
              <a:gd name="connsiteY514" fmla="*/ 2359146 h 3345776"/>
              <a:gd name="connsiteX515" fmla="*/ 4446318 w 8965936"/>
              <a:gd name="connsiteY515" fmla="*/ 2387624 h 3345776"/>
              <a:gd name="connsiteX516" fmla="*/ 4528684 w 8965936"/>
              <a:gd name="connsiteY516" fmla="*/ 2357359 h 3345776"/>
              <a:gd name="connsiteX517" fmla="*/ 4911023 w 8965936"/>
              <a:gd name="connsiteY517" fmla="*/ 2058282 h 3345776"/>
              <a:gd name="connsiteX518" fmla="*/ 5431150 w 8965936"/>
              <a:gd name="connsiteY518" fmla="*/ 1685650 h 3345776"/>
              <a:gd name="connsiteX519" fmla="*/ 5965196 w 8965936"/>
              <a:gd name="connsiteY519" fmla="*/ 1842849 h 3345776"/>
              <a:gd name="connsiteX520" fmla="*/ 6058802 w 8965936"/>
              <a:gd name="connsiteY520" fmla="*/ 1978596 h 3345776"/>
              <a:gd name="connsiteX521" fmla="*/ 6077451 w 8965936"/>
              <a:gd name="connsiteY521" fmla="*/ 2020589 h 3345776"/>
              <a:gd name="connsiteX522" fmla="*/ 6074381 w 8965936"/>
              <a:gd name="connsiteY522" fmla="*/ 2013970 h 3345776"/>
              <a:gd name="connsiteX523" fmla="*/ 5980010 w 8965936"/>
              <a:gd name="connsiteY523" fmla="*/ 1878096 h 3345776"/>
              <a:gd name="connsiteX524" fmla="*/ 5443664 w 8965936"/>
              <a:gd name="connsiteY524" fmla="*/ 1701229 h 3345776"/>
              <a:gd name="connsiteX525" fmla="*/ 4919323 w 8965936"/>
              <a:gd name="connsiteY525" fmla="*/ 2064923 h 3345776"/>
              <a:gd name="connsiteX526" fmla="*/ 4555374 w 8965936"/>
              <a:gd name="connsiteY526" fmla="*/ 2370512 h 3345776"/>
              <a:gd name="connsiteX527" fmla="*/ 4478753 w 8965936"/>
              <a:gd name="connsiteY527" fmla="*/ 2406523 h 3345776"/>
              <a:gd name="connsiteX528" fmla="*/ 4130129 w 8965936"/>
              <a:gd name="connsiteY528" fmla="*/ 2428744 h 3345776"/>
              <a:gd name="connsiteX529" fmla="*/ 3857359 w 8965936"/>
              <a:gd name="connsiteY529" fmla="*/ 2268606 h 3345776"/>
              <a:gd name="connsiteX530" fmla="*/ 3771798 w 8965936"/>
              <a:gd name="connsiteY530" fmla="*/ 2170787 h 3345776"/>
              <a:gd name="connsiteX531" fmla="*/ 3697348 w 8965936"/>
              <a:gd name="connsiteY531" fmla="*/ 2072713 h 3345776"/>
              <a:gd name="connsiteX532" fmla="*/ 3423813 w 8965936"/>
              <a:gd name="connsiteY532" fmla="*/ 1750395 h 3345776"/>
              <a:gd name="connsiteX533" fmla="*/ 3195357 w 8965936"/>
              <a:gd name="connsiteY533" fmla="*/ 1602134 h 3345776"/>
              <a:gd name="connsiteX534" fmla="*/ 3097664 w 8965936"/>
              <a:gd name="connsiteY534" fmla="*/ 1570846 h 3345776"/>
              <a:gd name="connsiteX535" fmla="*/ 2957193 w 8965936"/>
              <a:gd name="connsiteY535" fmla="*/ 1549265 h 3345776"/>
              <a:gd name="connsiteX536" fmla="*/ 2845582 w 8965936"/>
              <a:gd name="connsiteY536" fmla="*/ 1538665 h 3345776"/>
              <a:gd name="connsiteX537" fmla="*/ 2518149 w 8965936"/>
              <a:gd name="connsiteY537" fmla="*/ 1499719 h 3345776"/>
              <a:gd name="connsiteX538" fmla="*/ 2598735 w 8965936"/>
              <a:gd name="connsiteY538" fmla="*/ 1510878 h 3345776"/>
              <a:gd name="connsiteX539" fmla="*/ 2554041 w 8965936"/>
              <a:gd name="connsiteY539" fmla="*/ 1505846 h 3345776"/>
              <a:gd name="connsiteX540" fmla="*/ 5642767 w 8965936"/>
              <a:gd name="connsiteY540" fmla="*/ 1482923 h 3345776"/>
              <a:gd name="connsiteX541" fmla="*/ 5940423 w 8965936"/>
              <a:gd name="connsiteY541" fmla="*/ 1621799 h 3345776"/>
              <a:gd name="connsiteX542" fmla="*/ 6038369 w 8965936"/>
              <a:gd name="connsiteY542" fmla="*/ 1769293 h 3345776"/>
              <a:gd name="connsiteX543" fmla="*/ 6050235 w 8965936"/>
              <a:gd name="connsiteY543" fmla="*/ 1798633 h 3345776"/>
              <a:gd name="connsiteX544" fmla="*/ 5955364 w 8965936"/>
              <a:gd name="connsiteY544" fmla="*/ 1657299 h 3345776"/>
              <a:gd name="connsiteX545" fmla="*/ 5360914 w 8965936"/>
              <a:gd name="connsiteY545" fmla="*/ 1555138 h 3345776"/>
              <a:gd name="connsiteX546" fmla="*/ 4919450 w 8965936"/>
              <a:gd name="connsiteY546" fmla="*/ 1892270 h 3345776"/>
              <a:gd name="connsiteX547" fmla="*/ 4827249 w 8965936"/>
              <a:gd name="connsiteY547" fmla="*/ 1980894 h 3345776"/>
              <a:gd name="connsiteX548" fmla="*/ 4390257 w 8965936"/>
              <a:gd name="connsiteY548" fmla="*/ 2240639 h 3345776"/>
              <a:gd name="connsiteX549" fmla="*/ 4296396 w 8965936"/>
              <a:gd name="connsiteY549" fmla="*/ 2245236 h 3345776"/>
              <a:gd name="connsiteX550" fmla="*/ 4089551 w 8965936"/>
              <a:gd name="connsiteY550" fmla="*/ 2164002 h 3345776"/>
              <a:gd name="connsiteX551" fmla="*/ 4040853 w 8965936"/>
              <a:gd name="connsiteY551" fmla="*/ 2117363 h 3345776"/>
              <a:gd name="connsiteX552" fmla="*/ 4134249 w 8965936"/>
              <a:gd name="connsiteY552" fmla="*/ 2186357 h 3345776"/>
              <a:gd name="connsiteX553" fmla="*/ 4256680 w 8965936"/>
              <a:gd name="connsiteY553" fmla="*/ 2226720 h 3345776"/>
              <a:gd name="connsiteX554" fmla="*/ 4357565 w 8965936"/>
              <a:gd name="connsiteY554" fmla="*/ 2228380 h 3345776"/>
              <a:gd name="connsiteX555" fmla="*/ 4817290 w 8965936"/>
              <a:gd name="connsiteY555" fmla="*/ 1974126 h 3345776"/>
              <a:gd name="connsiteX556" fmla="*/ 4932221 w 8965936"/>
              <a:gd name="connsiteY556" fmla="*/ 1864686 h 3345776"/>
              <a:gd name="connsiteX557" fmla="*/ 5349803 w 8965936"/>
              <a:gd name="connsiteY557" fmla="*/ 1538282 h 3345776"/>
              <a:gd name="connsiteX558" fmla="*/ 5642767 w 8965936"/>
              <a:gd name="connsiteY558" fmla="*/ 1482923 h 3345776"/>
              <a:gd name="connsiteX559" fmla="*/ 7676284 w 8965936"/>
              <a:gd name="connsiteY559" fmla="*/ 1482607 h 3345776"/>
              <a:gd name="connsiteX560" fmla="*/ 7866926 w 8965936"/>
              <a:gd name="connsiteY560" fmla="*/ 1505718 h 3345776"/>
              <a:gd name="connsiteX561" fmla="*/ 8032937 w 8965936"/>
              <a:gd name="connsiteY561" fmla="*/ 1541985 h 3345776"/>
              <a:gd name="connsiteX562" fmla="*/ 8176473 w 8965936"/>
              <a:gd name="connsiteY562" fmla="*/ 1573911 h 3345776"/>
              <a:gd name="connsiteX563" fmla="*/ 8497451 w 8965936"/>
              <a:gd name="connsiteY563" fmla="*/ 1644737 h 3345776"/>
              <a:gd name="connsiteX564" fmla="*/ 8703048 w 8965936"/>
              <a:gd name="connsiteY564" fmla="*/ 1685992 h 3345776"/>
              <a:gd name="connsiteX565" fmla="*/ 7834233 w 8965936"/>
              <a:gd name="connsiteY565" fmla="*/ 1533812 h 3345776"/>
              <a:gd name="connsiteX566" fmla="*/ 7578830 w 8965936"/>
              <a:gd name="connsiteY566" fmla="*/ 1530109 h 3345776"/>
              <a:gd name="connsiteX567" fmla="*/ 7484035 w 8965936"/>
              <a:gd name="connsiteY567" fmla="*/ 1579359 h 3345776"/>
              <a:gd name="connsiteX568" fmla="*/ 7420706 w 8965936"/>
              <a:gd name="connsiteY568" fmla="*/ 1646189 h 3345776"/>
              <a:gd name="connsiteX569" fmla="*/ 7422677 w 8965936"/>
              <a:gd name="connsiteY569" fmla="*/ 1642301 h 3345776"/>
              <a:gd name="connsiteX570" fmla="*/ 7617269 w 8965936"/>
              <a:gd name="connsiteY570" fmla="*/ 1491544 h 3345776"/>
              <a:gd name="connsiteX571" fmla="*/ 7676284 w 8965936"/>
              <a:gd name="connsiteY571" fmla="*/ 1482607 h 3345776"/>
              <a:gd name="connsiteX572" fmla="*/ 3733863 w 8965936"/>
              <a:gd name="connsiteY572" fmla="*/ 1460330 h 3345776"/>
              <a:gd name="connsiteX573" fmla="*/ 3740308 w 8965936"/>
              <a:gd name="connsiteY573" fmla="*/ 1479730 h 3345776"/>
              <a:gd name="connsiteX574" fmla="*/ 3745888 w 8965936"/>
              <a:gd name="connsiteY574" fmla="*/ 1506057 h 3345776"/>
              <a:gd name="connsiteX575" fmla="*/ 3738225 w 8965936"/>
              <a:gd name="connsiteY575" fmla="*/ 1486873 h 3345776"/>
              <a:gd name="connsiteX576" fmla="*/ 3164848 w 8965936"/>
              <a:gd name="connsiteY576" fmla="*/ 1457595 h 3345776"/>
              <a:gd name="connsiteX577" fmla="*/ 3365581 w 8965936"/>
              <a:gd name="connsiteY577" fmla="*/ 1523212 h 3345776"/>
              <a:gd name="connsiteX578" fmla="*/ 3732466 w 8965936"/>
              <a:gd name="connsiteY578" fmla="*/ 1938626 h 3345776"/>
              <a:gd name="connsiteX579" fmla="*/ 3811641 w 8965936"/>
              <a:gd name="connsiteY579" fmla="*/ 2048320 h 3345776"/>
              <a:gd name="connsiteX580" fmla="*/ 4054274 w 8965936"/>
              <a:gd name="connsiteY580" fmla="*/ 2275374 h 3345776"/>
              <a:gd name="connsiteX581" fmla="*/ 4408645 w 8965936"/>
              <a:gd name="connsiteY581" fmla="*/ 2355187 h 3345776"/>
              <a:gd name="connsiteX582" fmla="*/ 4494716 w 8965936"/>
              <a:gd name="connsiteY582" fmla="*/ 2331306 h 3345776"/>
              <a:gd name="connsiteX583" fmla="*/ 4892378 w 8965936"/>
              <a:gd name="connsiteY583" fmla="*/ 2041042 h 3345776"/>
              <a:gd name="connsiteX584" fmla="*/ 4911534 w 8965936"/>
              <a:gd name="connsiteY584" fmla="*/ 2022269 h 3345776"/>
              <a:gd name="connsiteX585" fmla="*/ 5414932 w 8965936"/>
              <a:gd name="connsiteY585" fmla="*/ 1655894 h 3345776"/>
              <a:gd name="connsiteX586" fmla="*/ 5960728 w 8965936"/>
              <a:gd name="connsiteY586" fmla="*/ 1798665 h 3345776"/>
              <a:gd name="connsiteX587" fmla="*/ 6055099 w 8965936"/>
              <a:gd name="connsiteY587" fmla="*/ 1936710 h 3345776"/>
              <a:gd name="connsiteX588" fmla="*/ 6068840 w 8965936"/>
              <a:gd name="connsiteY588" fmla="*/ 1968990 h 3345776"/>
              <a:gd name="connsiteX589" fmla="*/ 5975668 w 8965936"/>
              <a:gd name="connsiteY589" fmla="*/ 1833911 h 3345776"/>
              <a:gd name="connsiteX590" fmla="*/ 5427574 w 8965936"/>
              <a:gd name="connsiteY590" fmla="*/ 1672113 h 3345776"/>
              <a:gd name="connsiteX591" fmla="*/ 4901445 w 8965936"/>
              <a:gd name="connsiteY591" fmla="*/ 2048194 h 3345776"/>
              <a:gd name="connsiteX592" fmla="*/ 4522811 w 8965936"/>
              <a:gd name="connsiteY592" fmla="*/ 2344589 h 3345776"/>
              <a:gd name="connsiteX593" fmla="*/ 4442614 w 8965936"/>
              <a:gd name="connsiteY593" fmla="*/ 2374215 h 3345776"/>
              <a:gd name="connsiteX594" fmla="*/ 4096032 w 8965936"/>
              <a:gd name="connsiteY594" fmla="*/ 2346376 h 3345776"/>
              <a:gd name="connsiteX595" fmla="*/ 3839608 w 8965936"/>
              <a:gd name="connsiteY595" fmla="*/ 2154824 h 3345776"/>
              <a:gd name="connsiteX596" fmla="*/ 3757497 w 8965936"/>
              <a:gd name="connsiteY596" fmla="*/ 2051514 h 3345776"/>
              <a:gd name="connsiteX597" fmla="*/ 3747152 w 8965936"/>
              <a:gd name="connsiteY597" fmla="*/ 2037084 h 3345776"/>
              <a:gd name="connsiteX598" fmla="*/ 3398018 w 8965936"/>
              <a:gd name="connsiteY598" fmla="*/ 1631504 h 3345776"/>
              <a:gd name="connsiteX599" fmla="*/ 3154366 w 8965936"/>
              <a:gd name="connsiteY599" fmla="*/ 1523979 h 3345776"/>
              <a:gd name="connsiteX600" fmla="*/ 3054503 w 8965936"/>
              <a:gd name="connsiteY600" fmla="*/ 1516062 h 3345776"/>
              <a:gd name="connsiteX601" fmla="*/ 2957321 w 8965936"/>
              <a:gd name="connsiteY601" fmla="*/ 1516062 h 3345776"/>
              <a:gd name="connsiteX602" fmla="*/ 2913010 w 8965936"/>
              <a:gd name="connsiteY602" fmla="*/ 1516062 h 3345776"/>
              <a:gd name="connsiteX603" fmla="*/ 2682987 w 8965936"/>
              <a:gd name="connsiteY603" fmla="*/ 1509151 h 3345776"/>
              <a:gd name="connsiteX604" fmla="*/ 2625432 w 8965936"/>
              <a:gd name="connsiteY604" fmla="*/ 1501174 h 3345776"/>
              <a:gd name="connsiteX605" fmla="*/ 2702877 w 8965936"/>
              <a:gd name="connsiteY605" fmla="*/ 1505207 h 3345776"/>
              <a:gd name="connsiteX606" fmla="*/ 2870997 w 8965936"/>
              <a:gd name="connsiteY606" fmla="*/ 1496012 h 3345776"/>
              <a:gd name="connsiteX607" fmla="*/ 3010189 w 8965936"/>
              <a:gd name="connsiteY607" fmla="*/ 1474431 h 3345776"/>
              <a:gd name="connsiteX608" fmla="*/ 3026536 w 8965936"/>
              <a:gd name="connsiteY608" fmla="*/ 1471366 h 3345776"/>
              <a:gd name="connsiteX609" fmla="*/ 3114395 w 8965936"/>
              <a:gd name="connsiteY609" fmla="*/ 1458596 h 3345776"/>
              <a:gd name="connsiteX610" fmla="*/ 3164848 w 8965936"/>
              <a:gd name="connsiteY610" fmla="*/ 1457595 h 3345776"/>
              <a:gd name="connsiteX611" fmla="*/ 3711789 w 8965936"/>
              <a:gd name="connsiteY611" fmla="*/ 1456683 h 3345776"/>
              <a:gd name="connsiteX612" fmla="*/ 3718675 w 8965936"/>
              <a:gd name="connsiteY612" fmla="*/ 1472643 h 3345776"/>
              <a:gd name="connsiteX613" fmla="*/ 3726047 w 8965936"/>
              <a:gd name="connsiteY613" fmla="*/ 1491091 h 3345776"/>
              <a:gd name="connsiteX614" fmla="*/ 3731828 w 8965936"/>
              <a:gd name="connsiteY614" fmla="*/ 1526279 h 3345776"/>
              <a:gd name="connsiteX615" fmla="*/ 3744925 w 8965936"/>
              <a:gd name="connsiteY615" fmla="*/ 1575953 h 3345776"/>
              <a:gd name="connsiteX616" fmla="*/ 3731201 w 8965936"/>
              <a:gd name="connsiteY616" fmla="*/ 1547991 h 3345776"/>
              <a:gd name="connsiteX617" fmla="*/ 3721800 w 8965936"/>
              <a:gd name="connsiteY617" fmla="*/ 1509636 h 3345776"/>
              <a:gd name="connsiteX618" fmla="*/ 5632454 w 8965936"/>
              <a:gd name="connsiteY618" fmla="*/ 1442410 h 3345776"/>
              <a:gd name="connsiteX619" fmla="*/ 5935697 w 8965936"/>
              <a:gd name="connsiteY619" fmla="*/ 1577358 h 3345776"/>
              <a:gd name="connsiteX620" fmla="*/ 6034410 w 8965936"/>
              <a:gd name="connsiteY620" fmla="*/ 1726769 h 3345776"/>
              <a:gd name="connsiteX621" fmla="*/ 6047459 w 8965936"/>
              <a:gd name="connsiteY621" fmla="*/ 1760197 h 3345776"/>
              <a:gd name="connsiteX622" fmla="*/ 5949361 w 8965936"/>
              <a:gd name="connsiteY622" fmla="*/ 1612987 h 3345776"/>
              <a:gd name="connsiteX623" fmla="*/ 5343290 w 8965936"/>
              <a:gd name="connsiteY623" fmla="*/ 1526406 h 3345776"/>
              <a:gd name="connsiteX624" fmla="*/ 4921876 w 8965936"/>
              <a:gd name="connsiteY624" fmla="*/ 1855492 h 3345776"/>
              <a:gd name="connsiteX625" fmla="*/ 4807839 w 8965936"/>
              <a:gd name="connsiteY625" fmla="*/ 1964677 h 3345776"/>
              <a:gd name="connsiteX626" fmla="*/ 4356160 w 8965936"/>
              <a:gd name="connsiteY626" fmla="*/ 2215355 h 3345776"/>
              <a:gd name="connsiteX627" fmla="*/ 4258850 w 8965936"/>
              <a:gd name="connsiteY627" fmla="*/ 2213821 h 3345776"/>
              <a:gd name="connsiteX628" fmla="*/ 4139483 w 8965936"/>
              <a:gd name="connsiteY628" fmla="*/ 2174256 h 3345776"/>
              <a:gd name="connsiteX629" fmla="*/ 4084426 w 8965936"/>
              <a:gd name="connsiteY629" fmla="*/ 2133513 h 3345776"/>
              <a:gd name="connsiteX630" fmla="*/ 4142662 w 8965936"/>
              <a:gd name="connsiteY630" fmla="*/ 2168346 h 3345776"/>
              <a:gd name="connsiteX631" fmla="*/ 4220413 w 8965936"/>
              <a:gd name="connsiteY631" fmla="*/ 2194283 h 3345776"/>
              <a:gd name="connsiteX632" fmla="*/ 4325000 w 8965936"/>
              <a:gd name="connsiteY632" fmla="*/ 2202456 h 3345776"/>
              <a:gd name="connsiteX633" fmla="*/ 4799410 w 8965936"/>
              <a:gd name="connsiteY633" fmla="*/ 1957270 h 3345776"/>
              <a:gd name="connsiteX634" fmla="*/ 4934646 w 8965936"/>
              <a:gd name="connsiteY634" fmla="*/ 1828036 h 3345776"/>
              <a:gd name="connsiteX635" fmla="*/ 5333712 w 8965936"/>
              <a:gd name="connsiteY635" fmla="*/ 1508782 h 3345776"/>
              <a:gd name="connsiteX636" fmla="*/ 5632454 w 8965936"/>
              <a:gd name="connsiteY636" fmla="*/ 1442410 h 3345776"/>
              <a:gd name="connsiteX637" fmla="*/ 7323413 w 8965936"/>
              <a:gd name="connsiteY637" fmla="*/ 1438157 h 3345776"/>
              <a:gd name="connsiteX638" fmla="*/ 7289187 w 8965936"/>
              <a:gd name="connsiteY638" fmla="*/ 1575861 h 3345776"/>
              <a:gd name="connsiteX639" fmla="*/ 7295971 w 8965936"/>
              <a:gd name="connsiteY639" fmla="*/ 1540836 h 3345776"/>
              <a:gd name="connsiteX640" fmla="*/ 7710753 w 8965936"/>
              <a:gd name="connsiteY640" fmla="*/ 1433615 h 3345776"/>
              <a:gd name="connsiteX641" fmla="*/ 7900766 w 8965936"/>
              <a:gd name="connsiteY641" fmla="*/ 1464215 h 3345776"/>
              <a:gd name="connsiteX642" fmla="*/ 8066778 w 8965936"/>
              <a:gd name="connsiteY642" fmla="*/ 1507633 h 3345776"/>
              <a:gd name="connsiteX643" fmla="*/ 8209292 w 8965936"/>
              <a:gd name="connsiteY643" fmla="*/ 1546582 h 3345776"/>
              <a:gd name="connsiteX644" fmla="*/ 8529440 w 8965936"/>
              <a:gd name="connsiteY644" fmla="*/ 1632206 h 3345776"/>
              <a:gd name="connsiteX645" fmla="*/ 8761705 w 8965936"/>
              <a:gd name="connsiteY645" fmla="*/ 1684546 h 3345776"/>
              <a:gd name="connsiteX646" fmla="*/ 8500627 w 8965936"/>
              <a:gd name="connsiteY646" fmla="*/ 1632334 h 3345776"/>
              <a:gd name="connsiteX647" fmla="*/ 8179666 w 8965936"/>
              <a:gd name="connsiteY647" fmla="*/ 1561268 h 3345776"/>
              <a:gd name="connsiteX648" fmla="*/ 8035235 w 8965936"/>
              <a:gd name="connsiteY648" fmla="*/ 1528833 h 3345776"/>
              <a:gd name="connsiteX649" fmla="*/ 7869224 w 8965936"/>
              <a:gd name="connsiteY649" fmla="*/ 1492565 h 3345776"/>
              <a:gd name="connsiteX650" fmla="*/ 7613821 w 8965936"/>
              <a:gd name="connsiteY650" fmla="*/ 1478518 h 3345776"/>
              <a:gd name="connsiteX651" fmla="*/ 7468992 w 8965936"/>
              <a:gd name="connsiteY651" fmla="*/ 1562003 h 3345776"/>
              <a:gd name="connsiteX652" fmla="*/ 7425515 w 8965936"/>
              <a:gd name="connsiteY652" fmla="*/ 1616908 h 3345776"/>
              <a:gd name="connsiteX653" fmla="*/ 7447736 w 8965936"/>
              <a:gd name="connsiteY653" fmla="*/ 1578783 h 3345776"/>
              <a:gd name="connsiteX654" fmla="*/ 7649961 w 8965936"/>
              <a:gd name="connsiteY654" fmla="*/ 1439824 h 3345776"/>
              <a:gd name="connsiteX655" fmla="*/ 7710753 w 8965936"/>
              <a:gd name="connsiteY655" fmla="*/ 1433615 h 3345776"/>
              <a:gd name="connsiteX656" fmla="*/ 7340533 w 8965936"/>
              <a:gd name="connsiteY656" fmla="*/ 1426304 h 3345776"/>
              <a:gd name="connsiteX657" fmla="*/ 7284352 w 8965936"/>
              <a:gd name="connsiteY657" fmla="*/ 1669431 h 3345776"/>
              <a:gd name="connsiteX658" fmla="*/ 7274901 w 8965936"/>
              <a:gd name="connsiteY658" fmla="*/ 1723065 h 3345776"/>
              <a:gd name="connsiteX659" fmla="*/ 7100716 w 8965936"/>
              <a:gd name="connsiteY659" fmla="*/ 2307555 h 3345776"/>
              <a:gd name="connsiteX660" fmla="*/ 7011326 w 8965936"/>
              <a:gd name="connsiteY660" fmla="*/ 2424529 h 3345776"/>
              <a:gd name="connsiteX661" fmla="*/ 6444715 w 8965936"/>
              <a:gd name="connsiteY661" fmla="*/ 2540993 h 3345776"/>
              <a:gd name="connsiteX662" fmla="*/ 6361837 w 8965936"/>
              <a:gd name="connsiteY662" fmla="*/ 2480078 h 3345776"/>
              <a:gd name="connsiteX663" fmla="*/ 6347531 w 8965936"/>
              <a:gd name="connsiteY663" fmla="*/ 2462668 h 3345776"/>
              <a:gd name="connsiteX664" fmla="*/ 6432710 w 8965936"/>
              <a:gd name="connsiteY664" fmla="*/ 2524009 h 3345776"/>
              <a:gd name="connsiteX665" fmla="*/ 6622603 w 8965936"/>
              <a:gd name="connsiteY665" fmla="*/ 2569470 h 3345776"/>
              <a:gd name="connsiteX666" fmla="*/ 7020775 w 8965936"/>
              <a:gd name="connsiteY666" fmla="*/ 2381749 h 3345776"/>
              <a:gd name="connsiteX667" fmla="*/ 7110166 w 8965936"/>
              <a:gd name="connsiteY667" fmla="*/ 2257879 h 3345776"/>
              <a:gd name="connsiteX668" fmla="*/ 7282180 w 8965936"/>
              <a:gd name="connsiteY668" fmla="*/ 1680796 h 3345776"/>
              <a:gd name="connsiteX669" fmla="*/ 7296227 w 8965936"/>
              <a:gd name="connsiteY669" fmla="*/ 1604814 h 3345776"/>
              <a:gd name="connsiteX670" fmla="*/ 5631034 w 8965936"/>
              <a:gd name="connsiteY670" fmla="*/ 1404293 h 3345776"/>
              <a:gd name="connsiteX671" fmla="*/ 5930334 w 8965936"/>
              <a:gd name="connsiteY671" fmla="*/ 1533941 h 3345776"/>
              <a:gd name="connsiteX672" fmla="*/ 6030069 w 8965936"/>
              <a:gd name="connsiteY672" fmla="*/ 1685777 h 3345776"/>
              <a:gd name="connsiteX673" fmla="*/ 6040639 w 8965936"/>
              <a:gd name="connsiteY673" fmla="*/ 1713811 h 3345776"/>
              <a:gd name="connsiteX674" fmla="*/ 5945402 w 8965936"/>
              <a:gd name="connsiteY674" fmla="*/ 1569696 h 3345776"/>
              <a:gd name="connsiteX675" fmla="*/ 5327711 w 8965936"/>
              <a:gd name="connsiteY675" fmla="*/ 1498183 h 3345776"/>
              <a:gd name="connsiteX676" fmla="*/ 4925197 w 8965936"/>
              <a:gd name="connsiteY676" fmla="*/ 1819863 h 3345776"/>
              <a:gd name="connsiteX677" fmla="*/ 4790471 w 8965936"/>
              <a:gd name="connsiteY677" fmla="*/ 1948841 h 3345776"/>
              <a:gd name="connsiteX678" fmla="*/ 4324107 w 8965936"/>
              <a:gd name="connsiteY678" fmla="*/ 2190580 h 3345776"/>
              <a:gd name="connsiteX679" fmla="*/ 4223351 w 8965936"/>
              <a:gd name="connsiteY679" fmla="*/ 2182662 h 3345776"/>
              <a:gd name="connsiteX680" fmla="*/ 4124098 w 8965936"/>
              <a:gd name="connsiteY680" fmla="*/ 2145330 h 3345776"/>
              <a:gd name="connsiteX681" fmla="*/ 4092820 w 8965936"/>
              <a:gd name="connsiteY681" fmla="*/ 2121794 h 3345776"/>
              <a:gd name="connsiteX682" fmla="*/ 4182740 w 8965936"/>
              <a:gd name="connsiteY682" fmla="*/ 2162997 h 3345776"/>
              <a:gd name="connsiteX683" fmla="*/ 4290904 w 8965936"/>
              <a:gd name="connsiteY683" fmla="*/ 2177555 h 3345776"/>
              <a:gd name="connsiteX684" fmla="*/ 4780766 w 8965936"/>
              <a:gd name="connsiteY684" fmla="*/ 1941307 h 3345776"/>
              <a:gd name="connsiteX685" fmla="*/ 4935667 w 8965936"/>
              <a:gd name="connsiteY685" fmla="*/ 1793046 h 3345776"/>
              <a:gd name="connsiteX686" fmla="*/ 5317366 w 8965936"/>
              <a:gd name="connsiteY686" fmla="*/ 1480179 h 3345776"/>
              <a:gd name="connsiteX687" fmla="*/ 5631034 w 8965936"/>
              <a:gd name="connsiteY687" fmla="*/ 1404293 h 3345776"/>
              <a:gd name="connsiteX688" fmla="*/ 7747045 w 8965936"/>
              <a:gd name="connsiteY688" fmla="*/ 1384856 h 3345776"/>
              <a:gd name="connsiteX689" fmla="*/ 7936394 w 8965936"/>
              <a:gd name="connsiteY689" fmla="*/ 1422712 h 3345776"/>
              <a:gd name="connsiteX690" fmla="*/ 8101255 w 8965936"/>
              <a:gd name="connsiteY690" fmla="*/ 1473793 h 3345776"/>
              <a:gd name="connsiteX691" fmla="*/ 8241727 w 8965936"/>
              <a:gd name="connsiteY691" fmla="*/ 1519255 h 3345776"/>
              <a:gd name="connsiteX692" fmla="*/ 8561060 w 8965936"/>
              <a:gd name="connsiteY692" fmla="*/ 1619803 h 3345776"/>
              <a:gd name="connsiteX693" fmla="*/ 8811595 w 8965936"/>
              <a:gd name="connsiteY693" fmla="*/ 1682440 h 3345776"/>
              <a:gd name="connsiteX694" fmla="*/ 8532600 w 8965936"/>
              <a:gd name="connsiteY694" fmla="*/ 1619548 h 3345776"/>
              <a:gd name="connsiteX695" fmla="*/ 8212868 w 8965936"/>
              <a:gd name="connsiteY695" fmla="*/ 1533939 h 3345776"/>
              <a:gd name="connsiteX696" fmla="*/ 8070354 w 8965936"/>
              <a:gd name="connsiteY696" fmla="*/ 1494991 h 3345776"/>
              <a:gd name="connsiteX697" fmla="*/ 7904342 w 8965936"/>
              <a:gd name="connsiteY697" fmla="*/ 1451572 h 3345776"/>
              <a:gd name="connsiteX698" fmla="*/ 7647534 w 8965936"/>
              <a:gd name="connsiteY698" fmla="*/ 1427054 h 3345776"/>
              <a:gd name="connsiteX699" fmla="*/ 7437246 w 8965936"/>
              <a:gd name="connsiteY699" fmla="*/ 1570664 h 3345776"/>
              <a:gd name="connsiteX700" fmla="*/ 7412839 w 8965936"/>
              <a:gd name="connsiteY700" fmla="*/ 1612615 h 3345776"/>
              <a:gd name="connsiteX701" fmla="*/ 7419970 w 8965936"/>
              <a:gd name="connsiteY701" fmla="*/ 1596258 h 3345776"/>
              <a:gd name="connsiteX702" fmla="*/ 7684440 w 8965936"/>
              <a:gd name="connsiteY702" fmla="*/ 1388232 h 3345776"/>
              <a:gd name="connsiteX703" fmla="*/ 7747045 w 8965936"/>
              <a:gd name="connsiteY703" fmla="*/ 1384856 h 3345776"/>
              <a:gd name="connsiteX704" fmla="*/ 5620834 w 8965936"/>
              <a:gd name="connsiteY704" fmla="*/ 1363665 h 3345776"/>
              <a:gd name="connsiteX705" fmla="*/ 5925864 w 8965936"/>
              <a:gd name="connsiteY705" fmla="*/ 1489755 h 3345776"/>
              <a:gd name="connsiteX706" fmla="*/ 6025855 w 8965936"/>
              <a:gd name="connsiteY706" fmla="*/ 1644018 h 3345776"/>
              <a:gd name="connsiteX707" fmla="*/ 6032821 w 8965936"/>
              <a:gd name="connsiteY707" fmla="*/ 1663141 h 3345776"/>
              <a:gd name="connsiteX708" fmla="*/ 5997671 w 8965936"/>
              <a:gd name="connsiteY708" fmla="*/ 1598403 h 3345776"/>
              <a:gd name="connsiteX709" fmla="*/ 5940038 w 8965936"/>
              <a:gd name="connsiteY709" fmla="*/ 1525001 h 3345776"/>
              <a:gd name="connsiteX710" fmla="*/ 5310855 w 8965936"/>
              <a:gd name="connsiteY710" fmla="*/ 1468558 h 3345776"/>
              <a:gd name="connsiteX711" fmla="*/ 4925962 w 8965936"/>
              <a:gd name="connsiteY711" fmla="*/ 1783468 h 3345776"/>
              <a:gd name="connsiteX712" fmla="*/ 4771445 w 8965936"/>
              <a:gd name="connsiteY712" fmla="*/ 1931347 h 3345776"/>
              <a:gd name="connsiteX713" fmla="*/ 4290520 w 8965936"/>
              <a:gd name="connsiteY713" fmla="*/ 2164018 h 3345776"/>
              <a:gd name="connsiteX714" fmla="*/ 4186189 w 8965936"/>
              <a:gd name="connsiteY714" fmla="*/ 2149972 h 3345776"/>
              <a:gd name="connsiteX715" fmla="*/ 4083511 w 8965936"/>
              <a:gd name="connsiteY715" fmla="*/ 2103338 h 3345776"/>
              <a:gd name="connsiteX716" fmla="*/ 4068413 w 8965936"/>
              <a:gd name="connsiteY716" fmla="*/ 2090162 h 3345776"/>
              <a:gd name="connsiteX717" fmla="*/ 4145835 w 8965936"/>
              <a:gd name="connsiteY717" fmla="*/ 2131327 h 3345776"/>
              <a:gd name="connsiteX718" fmla="*/ 4257447 w 8965936"/>
              <a:gd name="connsiteY718" fmla="*/ 2152270 h 3345776"/>
              <a:gd name="connsiteX719" fmla="*/ 4762633 w 8965936"/>
              <a:gd name="connsiteY719" fmla="*/ 1925216 h 3345776"/>
              <a:gd name="connsiteX720" fmla="*/ 4934520 w 8965936"/>
              <a:gd name="connsiteY720" fmla="*/ 1759971 h 3345776"/>
              <a:gd name="connsiteX721" fmla="*/ 5301533 w 8965936"/>
              <a:gd name="connsiteY721" fmla="*/ 1451445 h 3345776"/>
              <a:gd name="connsiteX722" fmla="*/ 5620834 w 8965936"/>
              <a:gd name="connsiteY722" fmla="*/ 1363665 h 3345776"/>
              <a:gd name="connsiteX723" fmla="*/ 3187440 w 8965936"/>
              <a:gd name="connsiteY723" fmla="*/ 1363443 h 3345776"/>
              <a:gd name="connsiteX724" fmla="*/ 3340168 w 8965936"/>
              <a:gd name="connsiteY724" fmla="*/ 1403813 h 3345776"/>
              <a:gd name="connsiteX725" fmla="*/ 3717398 w 8965936"/>
              <a:gd name="connsiteY725" fmla="*/ 1817820 h 3345776"/>
              <a:gd name="connsiteX726" fmla="*/ 3792741 w 8965936"/>
              <a:gd name="connsiteY726" fmla="*/ 1932751 h 3345776"/>
              <a:gd name="connsiteX727" fmla="*/ 4018262 w 8965936"/>
              <a:gd name="connsiteY727" fmla="*/ 2191602 h 3345776"/>
              <a:gd name="connsiteX728" fmla="*/ 4371100 w 8965936"/>
              <a:gd name="connsiteY728" fmla="*/ 2322751 h 3345776"/>
              <a:gd name="connsiteX729" fmla="*/ 4460491 w 8965936"/>
              <a:gd name="connsiteY729" fmla="*/ 2305128 h 3345776"/>
              <a:gd name="connsiteX730" fmla="*/ 4873605 w 8965936"/>
              <a:gd name="connsiteY730" fmla="*/ 2024185 h 3345776"/>
              <a:gd name="connsiteX731" fmla="*/ 4918429 w 8965936"/>
              <a:gd name="connsiteY731" fmla="*/ 1980639 h 3345776"/>
              <a:gd name="connsiteX732" fmla="*/ 5398458 w 8965936"/>
              <a:gd name="connsiteY732" fmla="*/ 1626268 h 3345776"/>
              <a:gd name="connsiteX733" fmla="*/ 5955491 w 8965936"/>
              <a:gd name="connsiteY733" fmla="*/ 1753969 h 3345776"/>
              <a:gd name="connsiteX734" fmla="*/ 6050884 w 8965936"/>
              <a:gd name="connsiteY734" fmla="*/ 1894440 h 3345776"/>
              <a:gd name="connsiteX735" fmla="*/ 6062310 w 8965936"/>
              <a:gd name="connsiteY735" fmla="*/ 1922438 h 3345776"/>
              <a:gd name="connsiteX736" fmla="*/ 5970815 w 8965936"/>
              <a:gd name="connsiteY736" fmla="*/ 1788960 h 3345776"/>
              <a:gd name="connsiteX737" fmla="*/ 5411101 w 8965936"/>
              <a:gd name="connsiteY737" fmla="*/ 1642230 h 3345776"/>
              <a:gd name="connsiteX738" fmla="*/ 4902211 w 8965936"/>
              <a:gd name="connsiteY738" fmla="*/ 2012564 h 3345776"/>
              <a:gd name="connsiteX739" fmla="*/ 4883056 w 8965936"/>
              <a:gd name="connsiteY739" fmla="*/ 2031336 h 3345776"/>
              <a:gd name="connsiteX740" fmla="*/ 4489991 w 8965936"/>
              <a:gd name="connsiteY740" fmla="*/ 2318536 h 3345776"/>
              <a:gd name="connsiteX741" fmla="*/ 4406347 w 8965936"/>
              <a:gd name="connsiteY741" fmla="*/ 2341906 h 3345776"/>
              <a:gd name="connsiteX742" fmla="*/ 4061554 w 8965936"/>
              <a:gd name="connsiteY742" fmla="*/ 2264009 h 3345776"/>
              <a:gd name="connsiteX743" fmla="*/ 3821730 w 8965936"/>
              <a:gd name="connsiteY743" fmla="*/ 2039765 h 3345776"/>
              <a:gd name="connsiteX744" fmla="*/ 3743066 w 8965936"/>
              <a:gd name="connsiteY744" fmla="*/ 1930962 h 3345776"/>
              <a:gd name="connsiteX745" fmla="*/ 3371967 w 8965936"/>
              <a:gd name="connsiteY745" fmla="*/ 1511464 h 3345776"/>
              <a:gd name="connsiteX746" fmla="*/ 3112990 w 8965936"/>
              <a:gd name="connsiteY746" fmla="*/ 1445059 h 3345776"/>
              <a:gd name="connsiteX747" fmla="*/ 3023600 w 8965936"/>
              <a:gd name="connsiteY747" fmla="*/ 1457829 h 3345776"/>
              <a:gd name="connsiteX748" fmla="*/ 3007382 w 8965936"/>
              <a:gd name="connsiteY748" fmla="*/ 1460767 h 3345776"/>
              <a:gd name="connsiteX749" fmla="*/ 2868953 w 8965936"/>
              <a:gd name="connsiteY749" fmla="*/ 1482348 h 3345776"/>
              <a:gd name="connsiteX750" fmla="*/ 2581320 w 8965936"/>
              <a:gd name="connsiteY750" fmla="*/ 1485204 h 3345776"/>
              <a:gd name="connsiteX751" fmla="*/ 2557090 w 8965936"/>
              <a:gd name="connsiteY751" fmla="*/ 1480778 h 3345776"/>
              <a:gd name="connsiteX752" fmla="*/ 2624996 w 8965936"/>
              <a:gd name="connsiteY752" fmla="*/ 1484870 h 3345776"/>
              <a:gd name="connsiteX753" fmla="*/ 2827960 w 8965936"/>
              <a:gd name="connsiteY753" fmla="*/ 1462427 h 3345776"/>
              <a:gd name="connsiteX754" fmla="*/ 2972900 w 8965936"/>
              <a:gd name="connsiteY754" fmla="*/ 1417986 h 3345776"/>
              <a:gd name="connsiteX755" fmla="*/ 3005081 w 8965936"/>
              <a:gd name="connsiteY755" fmla="*/ 1405216 h 3345776"/>
              <a:gd name="connsiteX756" fmla="*/ 3075701 w 8965936"/>
              <a:gd name="connsiteY756" fmla="*/ 1379676 h 3345776"/>
              <a:gd name="connsiteX757" fmla="*/ 3187440 w 8965936"/>
              <a:gd name="connsiteY757" fmla="*/ 1363443 h 3345776"/>
              <a:gd name="connsiteX758" fmla="*/ 3698032 w 8965936"/>
              <a:gd name="connsiteY758" fmla="*/ 1353295 h 3345776"/>
              <a:gd name="connsiteX759" fmla="*/ 3700030 w 8965936"/>
              <a:gd name="connsiteY759" fmla="*/ 1358478 h 3345776"/>
              <a:gd name="connsiteX760" fmla="*/ 3708391 w 8965936"/>
              <a:gd name="connsiteY760" fmla="*/ 1383650 h 3345776"/>
              <a:gd name="connsiteX761" fmla="*/ 3717095 w 8965936"/>
              <a:gd name="connsiteY761" fmla="*/ 1436618 h 3345776"/>
              <a:gd name="connsiteX762" fmla="*/ 3704782 w 8965936"/>
              <a:gd name="connsiteY762" fmla="*/ 1408120 h 3345776"/>
              <a:gd name="connsiteX763" fmla="*/ 7782881 w 8965936"/>
              <a:gd name="connsiteY763" fmla="*/ 1336260 h 3345776"/>
              <a:gd name="connsiteX764" fmla="*/ 7971512 w 8965936"/>
              <a:gd name="connsiteY764" fmla="*/ 1381208 h 3345776"/>
              <a:gd name="connsiteX765" fmla="*/ 8135608 w 8965936"/>
              <a:gd name="connsiteY765" fmla="*/ 1438802 h 3345776"/>
              <a:gd name="connsiteX766" fmla="*/ 8283741 w 8965936"/>
              <a:gd name="connsiteY766" fmla="*/ 1494096 h 3345776"/>
              <a:gd name="connsiteX767" fmla="*/ 8597664 w 8965936"/>
              <a:gd name="connsiteY767" fmla="*/ 1607128 h 3345776"/>
              <a:gd name="connsiteX768" fmla="*/ 8746425 w 8965936"/>
              <a:gd name="connsiteY768" fmla="*/ 1652655 h 3345776"/>
              <a:gd name="connsiteX769" fmla="*/ 8564157 w 8965936"/>
              <a:gd name="connsiteY769" fmla="*/ 1607065 h 3345776"/>
              <a:gd name="connsiteX770" fmla="*/ 8245431 w 8965936"/>
              <a:gd name="connsiteY770" fmla="*/ 1506867 h 3345776"/>
              <a:gd name="connsiteX771" fmla="*/ 8104960 w 8965936"/>
              <a:gd name="connsiteY771" fmla="*/ 1461405 h 3345776"/>
              <a:gd name="connsiteX772" fmla="*/ 7939842 w 8965936"/>
              <a:gd name="connsiteY772" fmla="*/ 1410324 h 3345776"/>
              <a:gd name="connsiteX773" fmla="*/ 7682013 w 8965936"/>
              <a:gd name="connsiteY773" fmla="*/ 1375590 h 3345776"/>
              <a:gd name="connsiteX774" fmla="*/ 7463536 w 8965936"/>
              <a:gd name="connsiteY774" fmla="*/ 1506881 h 3345776"/>
              <a:gd name="connsiteX775" fmla="*/ 7422320 w 8965936"/>
              <a:gd name="connsiteY775" fmla="*/ 1569339 h 3345776"/>
              <a:gd name="connsiteX776" fmla="*/ 7442189 w 8965936"/>
              <a:gd name="connsiteY776" fmla="*/ 1529215 h 3345776"/>
              <a:gd name="connsiteX777" fmla="*/ 7718407 w 8965936"/>
              <a:gd name="connsiteY777" fmla="*/ 1336768 h 3345776"/>
              <a:gd name="connsiteX778" fmla="*/ 7782881 w 8965936"/>
              <a:gd name="connsiteY778" fmla="*/ 1336260 h 3345776"/>
              <a:gd name="connsiteX779" fmla="*/ 2225520 w 8965936"/>
              <a:gd name="connsiteY779" fmla="*/ 1328528 h 3345776"/>
              <a:gd name="connsiteX780" fmla="*/ 2228155 w 8965936"/>
              <a:gd name="connsiteY780" fmla="*/ 1331883 h 3345776"/>
              <a:gd name="connsiteX781" fmla="*/ 2223541 w 8965936"/>
              <a:gd name="connsiteY781" fmla="*/ 1328772 h 3345776"/>
              <a:gd name="connsiteX782" fmla="*/ 5609693 w 8965936"/>
              <a:gd name="connsiteY782" fmla="*/ 1322835 h 3345776"/>
              <a:gd name="connsiteX783" fmla="*/ 5920501 w 8965936"/>
              <a:gd name="connsiteY783" fmla="*/ 1445571 h 3345776"/>
              <a:gd name="connsiteX784" fmla="*/ 6021897 w 8965936"/>
              <a:gd name="connsiteY784" fmla="*/ 1601878 h 3345776"/>
              <a:gd name="connsiteX785" fmla="*/ 6027375 w 8965936"/>
              <a:gd name="connsiteY785" fmla="*/ 1617407 h 3345776"/>
              <a:gd name="connsiteX786" fmla="*/ 5993608 w 8965936"/>
              <a:gd name="connsiteY786" fmla="*/ 1554506 h 3345776"/>
              <a:gd name="connsiteX787" fmla="*/ 5935187 w 8965936"/>
              <a:gd name="connsiteY787" fmla="*/ 1480050 h 3345776"/>
              <a:gd name="connsiteX788" fmla="*/ 5294382 w 8965936"/>
              <a:gd name="connsiteY788" fmla="*/ 1438675 h 3345776"/>
              <a:gd name="connsiteX789" fmla="*/ 4924048 w 8965936"/>
              <a:gd name="connsiteY789" fmla="*/ 1749499 h 3345776"/>
              <a:gd name="connsiteX790" fmla="*/ 4752801 w 8965936"/>
              <a:gd name="connsiteY790" fmla="*/ 1914106 h 3345776"/>
              <a:gd name="connsiteX791" fmla="*/ 4257063 w 8965936"/>
              <a:gd name="connsiteY791" fmla="*/ 2137838 h 3345776"/>
              <a:gd name="connsiteX792" fmla="*/ 4149283 w 8965936"/>
              <a:gd name="connsiteY792" fmla="*/ 2117535 h 3345776"/>
              <a:gd name="connsiteX793" fmla="*/ 4117924 w 8965936"/>
              <a:gd name="connsiteY793" fmla="*/ 2100808 h 3345776"/>
              <a:gd name="connsiteX794" fmla="*/ 4223223 w 8965936"/>
              <a:gd name="connsiteY794" fmla="*/ 2125964 h 3345776"/>
              <a:gd name="connsiteX795" fmla="*/ 4743606 w 8965936"/>
              <a:gd name="connsiteY795" fmla="*/ 1907977 h 3345776"/>
              <a:gd name="connsiteX796" fmla="*/ 4933626 w 8965936"/>
              <a:gd name="connsiteY796" fmla="*/ 1724598 h 3345776"/>
              <a:gd name="connsiteX797" fmla="*/ 5284804 w 8965936"/>
              <a:gd name="connsiteY797" fmla="*/ 1421435 h 3345776"/>
              <a:gd name="connsiteX798" fmla="*/ 5609693 w 8965936"/>
              <a:gd name="connsiteY798" fmla="*/ 1322835 h 3345776"/>
              <a:gd name="connsiteX799" fmla="*/ 2176220 w 8965936"/>
              <a:gd name="connsiteY799" fmla="*/ 1311298 h 3345776"/>
              <a:gd name="connsiteX800" fmla="*/ 2182046 w 8965936"/>
              <a:gd name="connsiteY800" fmla="*/ 1317885 h 3345776"/>
              <a:gd name="connsiteX801" fmla="*/ 2176753 w 8965936"/>
              <a:gd name="connsiteY801" fmla="*/ 1317889 h 3345776"/>
              <a:gd name="connsiteX802" fmla="*/ 2172388 w 8965936"/>
              <a:gd name="connsiteY802" fmla="*/ 1312003 h 3345776"/>
              <a:gd name="connsiteX803" fmla="*/ 2196907 w 8965936"/>
              <a:gd name="connsiteY803" fmla="*/ 1307492 h 3345776"/>
              <a:gd name="connsiteX804" fmla="*/ 2202204 w 8965936"/>
              <a:gd name="connsiteY804" fmla="*/ 1317129 h 3345776"/>
              <a:gd name="connsiteX805" fmla="*/ 2201842 w 8965936"/>
              <a:gd name="connsiteY805" fmla="*/ 1316847 h 3345776"/>
              <a:gd name="connsiteX806" fmla="*/ 2200308 w 8965936"/>
              <a:gd name="connsiteY806" fmla="*/ 1316847 h 3345776"/>
              <a:gd name="connsiteX807" fmla="*/ 2200044 w 8965936"/>
              <a:gd name="connsiteY807" fmla="*/ 1316847 h 3345776"/>
              <a:gd name="connsiteX808" fmla="*/ 2192513 w 8965936"/>
              <a:gd name="connsiteY808" fmla="*/ 1308300 h 3345776"/>
              <a:gd name="connsiteX809" fmla="*/ 7751993 w 8965936"/>
              <a:gd name="connsiteY809" fmla="*/ 1283773 h 3345776"/>
              <a:gd name="connsiteX810" fmla="*/ 8006120 w 8965936"/>
              <a:gd name="connsiteY810" fmla="*/ 1338430 h 3345776"/>
              <a:gd name="connsiteX811" fmla="*/ 8169577 w 8965936"/>
              <a:gd name="connsiteY811" fmla="*/ 1403047 h 3345776"/>
              <a:gd name="connsiteX812" fmla="*/ 8314902 w 8965936"/>
              <a:gd name="connsiteY812" fmla="*/ 1464726 h 3345776"/>
              <a:gd name="connsiteX813" fmla="*/ 8791273 w 8965936"/>
              <a:gd name="connsiteY813" fmla="*/ 1648168 h 3345776"/>
              <a:gd name="connsiteX814" fmla="*/ 8932894 w 8965936"/>
              <a:gd name="connsiteY814" fmla="*/ 1684953 h 3345776"/>
              <a:gd name="connsiteX815" fmla="*/ 8929781 w 8965936"/>
              <a:gd name="connsiteY815" fmla="*/ 1684499 h 3345776"/>
              <a:gd name="connsiteX816" fmla="*/ 8289360 w 8965936"/>
              <a:gd name="connsiteY816" fmla="*/ 1481455 h 3345776"/>
              <a:gd name="connsiteX817" fmla="*/ 8141098 w 8965936"/>
              <a:gd name="connsiteY817" fmla="*/ 1426159 h 3345776"/>
              <a:gd name="connsiteX818" fmla="*/ 7976620 w 8965936"/>
              <a:gd name="connsiteY818" fmla="*/ 1368567 h 3345776"/>
              <a:gd name="connsiteX819" fmla="*/ 7717897 w 8965936"/>
              <a:gd name="connsiteY819" fmla="*/ 1323360 h 3345776"/>
              <a:gd name="connsiteX820" fmla="*/ 7431590 w 8965936"/>
              <a:gd name="connsiteY820" fmla="*/ 1522191 h 3345776"/>
              <a:gd name="connsiteX821" fmla="*/ 7393681 w 8965936"/>
              <a:gd name="connsiteY821" fmla="*/ 1598739 h 3345776"/>
              <a:gd name="connsiteX822" fmla="*/ 7407606 w 8965936"/>
              <a:gd name="connsiteY822" fmla="*/ 1560961 h 3345776"/>
              <a:gd name="connsiteX823" fmla="*/ 7463644 w 8965936"/>
              <a:gd name="connsiteY823" fmla="*/ 1460257 h 3345776"/>
              <a:gd name="connsiteX824" fmla="*/ 7751993 w 8965936"/>
              <a:gd name="connsiteY824" fmla="*/ 1283773 h 3345776"/>
              <a:gd name="connsiteX825" fmla="*/ 5596491 w 8965936"/>
              <a:gd name="connsiteY825" fmla="*/ 1283486 h 3345776"/>
              <a:gd name="connsiteX826" fmla="*/ 5915266 w 8965936"/>
              <a:gd name="connsiteY826" fmla="*/ 1401386 h 3345776"/>
              <a:gd name="connsiteX827" fmla="*/ 6017427 w 8965936"/>
              <a:gd name="connsiteY827" fmla="*/ 1559992 h 3345776"/>
              <a:gd name="connsiteX828" fmla="*/ 6022201 w 8965936"/>
              <a:gd name="connsiteY828" fmla="*/ 1573985 h 3345776"/>
              <a:gd name="connsiteX829" fmla="*/ 5988991 w 8965936"/>
              <a:gd name="connsiteY829" fmla="*/ 1511437 h 3345776"/>
              <a:gd name="connsiteX830" fmla="*/ 5929569 w 8965936"/>
              <a:gd name="connsiteY830" fmla="*/ 1435993 h 3345776"/>
              <a:gd name="connsiteX831" fmla="*/ 5277270 w 8965936"/>
              <a:gd name="connsiteY831" fmla="*/ 1409686 h 3345776"/>
              <a:gd name="connsiteX832" fmla="*/ 4923537 w 8965936"/>
              <a:gd name="connsiteY832" fmla="*/ 1714893 h 3345776"/>
              <a:gd name="connsiteX833" fmla="*/ 4734157 w 8965936"/>
              <a:gd name="connsiteY833" fmla="*/ 1897505 h 3345776"/>
              <a:gd name="connsiteX834" fmla="*/ 4223351 w 8965936"/>
              <a:gd name="connsiteY834" fmla="*/ 2112300 h 3345776"/>
              <a:gd name="connsiteX835" fmla="*/ 4112123 w 8965936"/>
              <a:gd name="connsiteY835" fmla="*/ 2085738 h 3345776"/>
              <a:gd name="connsiteX836" fmla="*/ 4081258 w 8965936"/>
              <a:gd name="connsiteY836" fmla="*/ 2069431 h 3345776"/>
              <a:gd name="connsiteX837" fmla="*/ 4189126 w 8965936"/>
              <a:gd name="connsiteY837" fmla="*/ 2100168 h 3345776"/>
              <a:gd name="connsiteX838" fmla="*/ 4724834 w 8965936"/>
              <a:gd name="connsiteY838" fmla="*/ 1891248 h 3345776"/>
              <a:gd name="connsiteX839" fmla="*/ 4931837 w 8965936"/>
              <a:gd name="connsiteY839" fmla="*/ 1690374 h 3345776"/>
              <a:gd name="connsiteX840" fmla="*/ 5268330 w 8965936"/>
              <a:gd name="connsiteY840" fmla="*/ 1392191 h 3345776"/>
              <a:gd name="connsiteX841" fmla="*/ 5596491 w 8965936"/>
              <a:gd name="connsiteY841" fmla="*/ 1283486 h 3345776"/>
              <a:gd name="connsiteX842" fmla="*/ 2080509 w 8965936"/>
              <a:gd name="connsiteY842" fmla="*/ 1280058 h 3345776"/>
              <a:gd name="connsiteX843" fmla="*/ 2103892 w 8965936"/>
              <a:gd name="connsiteY843" fmla="*/ 1300233 h 3345776"/>
              <a:gd name="connsiteX844" fmla="*/ 2101581 w 8965936"/>
              <a:gd name="connsiteY844" fmla="*/ 1300253 h 3345776"/>
              <a:gd name="connsiteX845" fmla="*/ 3170829 w 8965936"/>
              <a:gd name="connsiteY845" fmla="*/ 1261184 h 3345776"/>
              <a:gd name="connsiteX846" fmla="*/ 3227934 w 8965936"/>
              <a:gd name="connsiteY846" fmla="*/ 1262842 h 3345776"/>
              <a:gd name="connsiteX847" fmla="*/ 3314756 w 8965936"/>
              <a:gd name="connsiteY847" fmla="*/ 1285433 h 3345776"/>
              <a:gd name="connsiteX848" fmla="*/ 3702330 w 8965936"/>
              <a:gd name="connsiteY848" fmla="*/ 1698036 h 3345776"/>
              <a:gd name="connsiteX849" fmla="*/ 3773970 w 8965936"/>
              <a:gd name="connsiteY849" fmla="*/ 1818332 h 3345776"/>
              <a:gd name="connsiteX850" fmla="*/ 3981868 w 8965936"/>
              <a:gd name="connsiteY850" fmla="*/ 2108724 h 3345776"/>
              <a:gd name="connsiteX851" fmla="*/ 4332919 w 8965936"/>
              <a:gd name="connsiteY851" fmla="*/ 2291209 h 3345776"/>
              <a:gd name="connsiteX852" fmla="*/ 4426652 w 8965936"/>
              <a:gd name="connsiteY852" fmla="*/ 2280098 h 3345776"/>
              <a:gd name="connsiteX853" fmla="*/ 4855089 w 8965936"/>
              <a:gd name="connsiteY853" fmla="*/ 2007841 h 3345776"/>
              <a:gd name="connsiteX854" fmla="*/ 4924176 w 8965936"/>
              <a:gd name="connsiteY854" fmla="*/ 1941052 h 3345776"/>
              <a:gd name="connsiteX855" fmla="*/ 5382369 w 8965936"/>
              <a:gd name="connsiteY855" fmla="*/ 1597280 h 3345776"/>
              <a:gd name="connsiteX856" fmla="*/ 5950639 w 8965936"/>
              <a:gd name="connsiteY856" fmla="*/ 1710423 h 3345776"/>
              <a:gd name="connsiteX857" fmla="*/ 6046798 w 8965936"/>
              <a:gd name="connsiteY857" fmla="*/ 1853065 h 3345776"/>
              <a:gd name="connsiteX858" fmla="*/ 6058531 w 8965936"/>
              <a:gd name="connsiteY858" fmla="*/ 1883067 h 3345776"/>
              <a:gd name="connsiteX859" fmla="*/ 5966090 w 8965936"/>
              <a:gd name="connsiteY859" fmla="*/ 1747074 h 3345776"/>
              <a:gd name="connsiteX860" fmla="*/ 5394754 w 8965936"/>
              <a:gd name="connsiteY860" fmla="*/ 1615413 h 3345776"/>
              <a:gd name="connsiteX861" fmla="*/ 4909490 w 8965936"/>
              <a:gd name="connsiteY861" fmla="*/ 1972977 h 3345776"/>
              <a:gd name="connsiteX862" fmla="*/ 4864795 w 8965936"/>
              <a:gd name="connsiteY862" fmla="*/ 2016523 h 3345776"/>
              <a:gd name="connsiteX863" fmla="*/ 4457045 w 8965936"/>
              <a:gd name="connsiteY863" fmla="*/ 2294657 h 3345776"/>
              <a:gd name="connsiteX864" fmla="*/ 4370080 w 8965936"/>
              <a:gd name="connsiteY864" fmla="*/ 2311641 h 3345776"/>
              <a:gd name="connsiteX865" fmla="*/ 4027201 w 8965936"/>
              <a:gd name="connsiteY865" fmla="*/ 2183940 h 3345776"/>
              <a:gd name="connsiteX866" fmla="*/ 3803979 w 8965936"/>
              <a:gd name="connsiteY866" fmla="*/ 1927643 h 3345776"/>
              <a:gd name="connsiteX867" fmla="*/ 3728891 w 8965936"/>
              <a:gd name="connsiteY867" fmla="*/ 1812712 h 3345776"/>
              <a:gd name="connsiteX868" fmla="*/ 3345786 w 8965936"/>
              <a:gd name="connsiteY868" fmla="*/ 1393724 h 3345776"/>
              <a:gd name="connsiteX869" fmla="*/ 3071614 w 8965936"/>
              <a:gd name="connsiteY869" fmla="*/ 1368184 h 3345776"/>
              <a:gd name="connsiteX870" fmla="*/ 2999847 w 8965936"/>
              <a:gd name="connsiteY870" fmla="*/ 1393724 h 3345776"/>
              <a:gd name="connsiteX871" fmla="*/ 2967921 w 8965936"/>
              <a:gd name="connsiteY871" fmla="*/ 1406494 h 3345776"/>
              <a:gd name="connsiteX872" fmla="*/ 2824768 w 8965936"/>
              <a:gd name="connsiteY872" fmla="*/ 1450296 h 3345776"/>
              <a:gd name="connsiteX873" fmla="*/ 2514418 w 8965936"/>
              <a:gd name="connsiteY873" fmla="*/ 1465883 h 3345776"/>
              <a:gd name="connsiteX874" fmla="*/ 2495725 w 8965936"/>
              <a:gd name="connsiteY874" fmla="*/ 1461721 h 3345776"/>
              <a:gd name="connsiteX875" fmla="*/ 2582345 w 8965936"/>
              <a:gd name="connsiteY875" fmla="*/ 1465301 h 3345776"/>
              <a:gd name="connsiteX876" fmla="*/ 2784415 w 8965936"/>
              <a:gd name="connsiteY876" fmla="*/ 1429480 h 3345776"/>
              <a:gd name="connsiteX877" fmla="*/ 2931398 w 8965936"/>
              <a:gd name="connsiteY877" fmla="*/ 1362821 h 3345776"/>
              <a:gd name="connsiteX878" fmla="*/ 2972903 w 8965936"/>
              <a:gd name="connsiteY878" fmla="*/ 1338173 h 3345776"/>
              <a:gd name="connsiteX879" fmla="*/ 3036754 w 8965936"/>
              <a:gd name="connsiteY879" fmla="*/ 1301524 h 3345776"/>
              <a:gd name="connsiteX880" fmla="*/ 3170829 w 8965936"/>
              <a:gd name="connsiteY880" fmla="*/ 1261184 h 3345776"/>
              <a:gd name="connsiteX881" fmla="*/ 3686682 w 8965936"/>
              <a:gd name="connsiteY881" fmla="*/ 1261110 h 3345776"/>
              <a:gd name="connsiteX882" fmla="*/ 3689949 w 8965936"/>
              <a:gd name="connsiteY882" fmla="*/ 1273076 h 3345776"/>
              <a:gd name="connsiteX883" fmla="*/ 3694539 w 8965936"/>
              <a:gd name="connsiteY883" fmla="*/ 1299352 h 3345776"/>
              <a:gd name="connsiteX884" fmla="*/ 3696463 w 8965936"/>
              <a:gd name="connsiteY884" fmla="*/ 1311061 h 3345776"/>
              <a:gd name="connsiteX885" fmla="*/ 3691121 w 8965936"/>
              <a:gd name="connsiteY885" fmla="*/ 1297166 h 3345776"/>
              <a:gd name="connsiteX886" fmla="*/ 2017159 w 8965936"/>
              <a:gd name="connsiteY886" fmla="*/ 1259770 h 3345776"/>
              <a:gd name="connsiteX887" fmla="*/ 2039973 w 8965936"/>
              <a:gd name="connsiteY887" fmla="*/ 1283493 h 3345776"/>
              <a:gd name="connsiteX888" fmla="*/ 2016421 w 8965936"/>
              <a:gd name="connsiteY888" fmla="*/ 1270109 h 3345776"/>
              <a:gd name="connsiteX889" fmla="*/ 2009980 w 8965936"/>
              <a:gd name="connsiteY889" fmla="*/ 1262489 h 3345776"/>
              <a:gd name="connsiteX890" fmla="*/ 2033410 w 8965936"/>
              <a:gd name="connsiteY890" fmla="*/ 1253614 h 3345776"/>
              <a:gd name="connsiteX891" fmla="*/ 2082149 w 8965936"/>
              <a:gd name="connsiteY891" fmla="*/ 1299964 h 3345776"/>
              <a:gd name="connsiteX892" fmla="*/ 2079258 w 8965936"/>
              <a:gd name="connsiteY892" fmla="*/ 1299118 h 3345776"/>
              <a:gd name="connsiteX893" fmla="*/ 2065073 w 8965936"/>
              <a:gd name="connsiteY893" fmla="*/ 1291563 h 3345776"/>
              <a:gd name="connsiteX894" fmla="*/ 2027213 w 8965936"/>
              <a:gd name="connsiteY894" fmla="*/ 1255961 h 3345776"/>
              <a:gd name="connsiteX895" fmla="*/ 2158679 w 8965936"/>
              <a:gd name="connsiteY895" fmla="*/ 1245829 h 3345776"/>
              <a:gd name="connsiteX896" fmla="*/ 2171726 w 8965936"/>
              <a:gd name="connsiteY896" fmla="*/ 1261695 h 3345776"/>
              <a:gd name="connsiteX897" fmla="*/ 2190552 w 8965936"/>
              <a:gd name="connsiteY897" fmla="*/ 1295936 h 3345776"/>
              <a:gd name="connsiteX898" fmla="*/ 2183349 w 8965936"/>
              <a:gd name="connsiteY898" fmla="*/ 1297898 h 3345776"/>
              <a:gd name="connsiteX899" fmla="*/ 2176811 w 8965936"/>
              <a:gd name="connsiteY899" fmla="*/ 1290477 h 3345776"/>
              <a:gd name="connsiteX900" fmla="*/ 2056995 w 8965936"/>
              <a:gd name="connsiteY900" fmla="*/ 1244681 h 3345776"/>
              <a:gd name="connsiteX901" fmla="*/ 2072080 w 8965936"/>
              <a:gd name="connsiteY901" fmla="*/ 1271979 h 3345776"/>
              <a:gd name="connsiteX902" fmla="*/ 2047389 w 8965936"/>
              <a:gd name="connsiteY902" fmla="*/ 1248320 h 3345776"/>
              <a:gd name="connsiteX903" fmla="*/ 5585684 w 8965936"/>
              <a:gd name="connsiteY903" fmla="*/ 1243054 h 3345776"/>
              <a:gd name="connsiteX904" fmla="*/ 5910029 w 8965936"/>
              <a:gd name="connsiteY904" fmla="*/ 1357585 h 3345776"/>
              <a:gd name="connsiteX905" fmla="*/ 5981211 w 8965936"/>
              <a:gd name="connsiteY905" fmla="*/ 1453280 h 3345776"/>
              <a:gd name="connsiteX906" fmla="*/ 6010127 w 8965936"/>
              <a:gd name="connsiteY906" fmla="*/ 1518023 h 3345776"/>
              <a:gd name="connsiteX907" fmla="*/ 5984587 w 8965936"/>
              <a:gd name="connsiteY907" fmla="*/ 1469070 h 3345776"/>
              <a:gd name="connsiteX908" fmla="*/ 5924588 w 8965936"/>
              <a:gd name="connsiteY908" fmla="*/ 1392575 h 3345776"/>
              <a:gd name="connsiteX909" fmla="*/ 5260541 w 8965936"/>
              <a:gd name="connsiteY909" fmla="*/ 1381337 h 3345776"/>
              <a:gd name="connsiteX910" fmla="*/ 4921621 w 8965936"/>
              <a:gd name="connsiteY910" fmla="*/ 1681563 h 3345776"/>
              <a:gd name="connsiteX911" fmla="*/ 4715512 w 8965936"/>
              <a:gd name="connsiteY911" fmla="*/ 1881672 h 3345776"/>
              <a:gd name="connsiteX912" fmla="*/ 4190275 w 8965936"/>
              <a:gd name="connsiteY912" fmla="*/ 2087270 h 3345776"/>
              <a:gd name="connsiteX913" fmla="*/ 4075344 w 8965936"/>
              <a:gd name="connsiteY913" fmla="*/ 2054579 h 3345776"/>
              <a:gd name="connsiteX914" fmla="*/ 4057085 w 8965936"/>
              <a:gd name="connsiteY914" fmla="*/ 2043857 h 3345776"/>
              <a:gd name="connsiteX915" fmla="*/ 4106683 w 8965936"/>
              <a:gd name="connsiteY915" fmla="*/ 2063446 h 3345776"/>
              <a:gd name="connsiteX916" fmla="*/ 4706061 w 8965936"/>
              <a:gd name="connsiteY916" fmla="*/ 1874775 h 3345776"/>
              <a:gd name="connsiteX917" fmla="*/ 4929410 w 8965936"/>
              <a:gd name="connsiteY917" fmla="*/ 1656790 h 3345776"/>
              <a:gd name="connsiteX918" fmla="*/ 5251857 w 8965936"/>
              <a:gd name="connsiteY918" fmla="*/ 1363077 h 3345776"/>
              <a:gd name="connsiteX919" fmla="*/ 5585684 w 8965936"/>
              <a:gd name="connsiteY919" fmla="*/ 1243054 h 3345776"/>
              <a:gd name="connsiteX920" fmla="*/ 2081651 w 8965936"/>
              <a:gd name="connsiteY920" fmla="*/ 1238184 h 3345776"/>
              <a:gd name="connsiteX921" fmla="*/ 2117850 w 8965936"/>
              <a:gd name="connsiteY921" fmla="*/ 1294975 h 3345776"/>
              <a:gd name="connsiteX922" fmla="*/ 2083455 w 8965936"/>
              <a:gd name="connsiteY922" fmla="*/ 1265072 h 3345776"/>
              <a:gd name="connsiteX923" fmla="*/ 2071748 w 8965936"/>
              <a:gd name="connsiteY923" fmla="*/ 1239738 h 3345776"/>
              <a:gd name="connsiteX924" fmla="*/ 2109320 w 8965936"/>
              <a:gd name="connsiteY924" fmla="*/ 1233845 h 3345776"/>
              <a:gd name="connsiteX925" fmla="*/ 2117415 w 8965936"/>
              <a:gd name="connsiteY925" fmla="*/ 1259670 h 3345776"/>
              <a:gd name="connsiteX926" fmla="*/ 2147066 w 8965936"/>
              <a:gd name="connsiteY926" fmla="*/ 1299854 h 3345776"/>
              <a:gd name="connsiteX927" fmla="*/ 2141475 w 8965936"/>
              <a:gd name="connsiteY927" fmla="*/ 1299903 h 3345776"/>
              <a:gd name="connsiteX928" fmla="*/ 2131647 w 8965936"/>
              <a:gd name="connsiteY928" fmla="*/ 1292222 h 3345776"/>
              <a:gd name="connsiteX929" fmla="*/ 2100909 w 8965936"/>
              <a:gd name="connsiteY929" fmla="*/ 1235164 h 3345776"/>
              <a:gd name="connsiteX930" fmla="*/ 7785834 w 8965936"/>
              <a:gd name="connsiteY930" fmla="*/ 1233076 h 3345776"/>
              <a:gd name="connsiteX931" fmla="*/ 8041236 w 8965936"/>
              <a:gd name="connsiteY931" fmla="*/ 1297949 h 3345776"/>
              <a:gd name="connsiteX932" fmla="*/ 8203928 w 8965936"/>
              <a:gd name="connsiteY932" fmla="*/ 1369589 h 3345776"/>
              <a:gd name="connsiteX933" fmla="*/ 8346698 w 8965936"/>
              <a:gd name="connsiteY933" fmla="*/ 1437653 h 3345776"/>
              <a:gd name="connsiteX934" fmla="*/ 8823177 w 8965936"/>
              <a:gd name="connsiteY934" fmla="*/ 1641530 h 3345776"/>
              <a:gd name="connsiteX935" fmla="*/ 8922635 w 8965936"/>
              <a:gd name="connsiteY935" fmla="*/ 1668953 h 3345776"/>
              <a:gd name="connsiteX936" fmla="*/ 8794839 w 8965936"/>
              <a:gd name="connsiteY936" fmla="*/ 1635772 h 3345776"/>
              <a:gd name="connsiteX937" fmla="*/ 8320137 w 8965936"/>
              <a:gd name="connsiteY937" fmla="*/ 1452977 h 3345776"/>
              <a:gd name="connsiteX938" fmla="*/ 8174685 w 8965936"/>
              <a:gd name="connsiteY938" fmla="*/ 1391170 h 3345776"/>
              <a:gd name="connsiteX939" fmla="*/ 8010717 w 8965936"/>
              <a:gd name="connsiteY939" fmla="*/ 1326426 h 3345776"/>
              <a:gd name="connsiteX940" fmla="*/ 7751100 w 8965936"/>
              <a:gd name="connsiteY940" fmla="*/ 1270876 h 3345776"/>
              <a:gd name="connsiteX941" fmla="*/ 7452407 w 8965936"/>
              <a:gd name="connsiteY941" fmla="*/ 1453105 h 3345776"/>
              <a:gd name="connsiteX942" fmla="*/ 7406102 w 8965936"/>
              <a:gd name="connsiteY942" fmla="*/ 1536121 h 3345776"/>
              <a:gd name="connsiteX943" fmla="*/ 7424206 w 8965936"/>
              <a:gd name="connsiteY943" fmla="*/ 1492292 h 3345776"/>
              <a:gd name="connsiteX944" fmla="*/ 7485480 w 8965936"/>
              <a:gd name="connsiteY944" fmla="*/ 1393596 h 3345776"/>
              <a:gd name="connsiteX945" fmla="*/ 7785834 w 8965936"/>
              <a:gd name="connsiteY945" fmla="*/ 1233076 h 3345776"/>
              <a:gd name="connsiteX946" fmla="*/ 2122787 w 8965936"/>
              <a:gd name="connsiteY946" fmla="*/ 1232929 h 3345776"/>
              <a:gd name="connsiteX947" fmla="*/ 2140851 w 8965936"/>
              <a:gd name="connsiteY947" fmla="*/ 1237774 h 3345776"/>
              <a:gd name="connsiteX948" fmla="*/ 2165908 w 8965936"/>
              <a:gd name="connsiteY948" fmla="*/ 1299639 h 3345776"/>
              <a:gd name="connsiteX949" fmla="*/ 2165951 w 8965936"/>
              <a:gd name="connsiteY949" fmla="*/ 1299687 h 3345776"/>
              <a:gd name="connsiteX950" fmla="*/ 2163275 w 8965936"/>
              <a:gd name="connsiteY950" fmla="*/ 1299712 h 3345776"/>
              <a:gd name="connsiteX951" fmla="*/ 2129322 w 8965936"/>
              <a:gd name="connsiteY951" fmla="*/ 1253923 h 3345776"/>
              <a:gd name="connsiteX952" fmla="*/ 2146290 w 8965936"/>
              <a:gd name="connsiteY952" fmla="*/ 1215315 h 3345776"/>
              <a:gd name="connsiteX953" fmla="*/ 2153665 w 8965936"/>
              <a:gd name="connsiteY953" fmla="*/ 1228824 h 3345776"/>
              <a:gd name="connsiteX954" fmla="*/ 2151514 w 8965936"/>
              <a:gd name="connsiteY954" fmla="*/ 1228186 h 3345776"/>
              <a:gd name="connsiteX955" fmla="*/ 3196022 w 8965936"/>
              <a:gd name="connsiteY955" fmla="*/ 1152927 h 3345776"/>
              <a:gd name="connsiteX956" fmla="*/ 3289471 w 8965936"/>
              <a:gd name="connsiteY956" fmla="*/ 1167437 h 3345776"/>
              <a:gd name="connsiteX957" fmla="*/ 3687515 w 8965936"/>
              <a:gd name="connsiteY957" fmla="*/ 1578763 h 3345776"/>
              <a:gd name="connsiteX958" fmla="*/ 3720462 w 8965936"/>
              <a:gd name="connsiteY958" fmla="*/ 1639676 h 3345776"/>
              <a:gd name="connsiteX959" fmla="*/ 3755453 w 8965936"/>
              <a:gd name="connsiteY959" fmla="*/ 1703527 h 3345776"/>
              <a:gd name="connsiteX960" fmla="*/ 3945856 w 8965936"/>
              <a:gd name="connsiteY960" fmla="*/ 2025590 h 3345776"/>
              <a:gd name="connsiteX961" fmla="*/ 4295501 w 8965936"/>
              <a:gd name="connsiteY961" fmla="*/ 2259410 h 3345776"/>
              <a:gd name="connsiteX962" fmla="*/ 4392681 w 8965936"/>
              <a:gd name="connsiteY962" fmla="*/ 2254686 h 3345776"/>
              <a:gd name="connsiteX963" fmla="*/ 4836444 w 8965936"/>
              <a:gd name="connsiteY963" fmla="*/ 1991366 h 3345776"/>
              <a:gd name="connsiteX964" fmla="*/ 4928900 w 8965936"/>
              <a:gd name="connsiteY964" fmla="*/ 1902741 h 3345776"/>
              <a:gd name="connsiteX965" fmla="*/ 5366022 w 8965936"/>
              <a:gd name="connsiteY965" fmla="*/ 1568292 h 3345776"/>
              <a:gd name="connsiteX966" fmla="*/ 5945531 w 8965936"/>
              <a:gd name="connsiteY966" fmla="*/ 1666494 h 3345776"/>
              <a:gd name="connsiteX967" fmla="*/ 6042584 w 8965936"/>
              <a:gd name="connsiteY967" fmla="*/ 1811435 h 3345776"/>
              <a:gd name="connsiteX968" fmla="*/ 6055914 w 8965936"/>
              <a:gd name="connsiteY968" fmla="*/ 1843300 h 3345776"/>
              <a:gd name="connsiteX969" fmla="*/ 5960472 w 8965936"/>
              <a:gd name="connsiteY969" fmla="*/ 1701996 h 3345776"/>
              <a:gd name="connsiteX970" fmla="*/ 5377515 w 8965936"/>
              <a:gd name="connsiteY970" fmla="*/ 1585403 h 3345776"/>
              <a:gd name="connsiteX971" fmla="*/ 4914853 w 8965936"/>
              <a:gd name="connsiteY971" fmla="*/ 1932113 h 3345776"/>
              <a:gd name="connsiteX972" fmla="*/ 4845894 w 8965936"/>
              <a:gd name="connsiteY972" fmla="*/ 1998773 h 3345776"/>
              <a:gd name="connsiteX973" fmla="*/ 4423458 w 8965936"/>
              <a:gd name="connsiteY973" fmla="*/ 2266946 h 3345776"/>
              <a:gd name="connsiteX974" fmla="*/ 4333302 w 8965936"/>
              <a:gd name="connsiteY974" fmla="*/ 2277800 h 3345776"/>
              <a:gd name="connsiteX975" fmla="*/ 3991957 w 8965936"/>
              <a:gd name="connsiteY975" fmla="*/ 2099785 h 3345776"/>
              <a:gd name="connsiteX976" fmla="*/ 3785335 w 8965936"/>
              <a:gd name="connsiteY976" fmla="*/ 1811179 h 3345776"/>
              <a:gd name="connsiteX977" fmla="*/ 3713950 w 8965936"/>
              <a:gd name="connsiteY977" fmla="*/ 1691269 h 3345776"/>
              <a:gd name="connsiteX978" fmla="*/ 3319608 w 8965936"/>
              <a:gd name="connsiteY978" fmla="*/ 1272919 h 3345776"/>
              <a:gd name="connsiteX979" fmla="*/ 3030623 w 8965936"/>
              <a:gd name="connsiteY979" fmla="*/ 1289520 h 3345776"/>
              <a:gd name="connsiteX980" fmla="*/ 2966006 w 8965936"/>
              <a:gd name="connsiteY980" fmla="*/ 1326681 h 3345776"/>
              <a:gd name="connsiteX981" fmla="*/ 2924886 w 8965936"/>
              <a:gd name="connsiteY981" fmla="*/ 1351200 h 3345776"/>
              <a:gd name="connsiteX982" fmla="*/ 2779179 w 8965936"/>
              <a:gd name="connsiteY982" fmla="*/ 1415945 h 3345776"/>
              <a:gd name="connsiteX983" fmla="*/ 2463045 w 8965936"/>
              <a:gd name="connsiteY983" fmla="*/ 1445503 h 3345776"/>
              <a:gd name="connsiteX984" fmla="*/ 2456028 w 8965936"/>
              <a:gd name="connsiteY984" fmla="*/ 1443755 h 3345776"/>
              <a:gd name="connsiteX985" fmla="*/ 2531326 w 8965936"/>
              <a:gd name="connsiteY985" fmla="*/ 1446337 h 3345776"/>
              <a:gd name="connsiteX986" fmla="*/ 2742018 w 8965936"/>
              <a:gd name="connsiteY986" fmla="*/ 1396916 h 3345776"/>
              <a:gd name="connsiteX987" fmla="*/ 2890151 w 8965936"/>
              <a:gd name="connsiteY987" fmla="*/ 1308163 h 3345776"/>
              <a:gd name="connsiteX988" fmla="*/ 2936634 w 8965936"/>
              <a:gd name="connsiteY988" fmla="*/ 1271258 h 3345776"/>
              <a:gd name="connsiteX989" fmla="*/ 2997675 w 8965936"/>
              <a:gd name="connsiteY989" fmla="*/ 1223753 h 3345776"/>
              <a:gd name="connsiteX990" fmla="*/ 3196022 w 8965936"/>
              <a:gd name="connsiteY990" fmla="*/ 1152927 h 3345776"/>
              <a:gd name="connsiteX991" fmla="*/ 1911040 w 8965936"/>
              <a:gd name="connsiteY991" fmla="*/ 1150186 h 3345776"/>
              <a:gd name="connsiteX992" fmla="*/ 1928065 w 8965936"/>
              <a:gd name="connsiteY992" fmla="*/ 1190026 h 3345776"/>
              <a:gd name="connsiteX993" fmla="*/ 1988444 w 8965936"/>
              <a:gd name="connsiteY993" fmla="*/ 1258193 h 3345776"/>
              <a:gd name="connsiteX994" fmla="*/ 1985488 w 8965936"/>
              <a:gd name="connsiteY994" fmla="*/ 1259690 h 3345776"/>
              <a:gd name="connsiteX995" fmla="*/ 1967893 w 8965936"/>
              <a:gd name="connsiteY995" fmla="*/ 1249039 h 3345776"/>
              <a:gd name="connsiteX996" fmla="*/ 1906490 w 8965936"/>
              <a:gd name="connsiteY996" fmla="*/ 1182090 h 3345776"/>
              <a:gd name="connsiteX997" fmla="*/ 1893881 w 8965936"/>
              <a:gd name="connsiteY997" fmla="*/ 1156106 h 3345776"/>
              <a:gd name="connsiteX998" fmla="*/ 2094871 w 8965936"/>
              <a:gd name="connsiteY998" fmla="*/ 1143259 h 3345776"/>
              <a:gd name="connsiteX999" fmla="*/ 2105334 w 8965936"/>
              <a:gd name="connsiteY999" fmla="*/ 1149532 h 3345776"/>
              <a:gd name="connsiteX1000" fmla="*/ 2113088 w 8965936"/>
              <a:gd name="connsiteY1000" fmla="*/ 1169224 h 3345776"/>
              <a:gd name="connsiteX1001" fmla="*/ 2134977 w 8965936"/>
              <a:gd name="connsiteY1001" fmla="*/ 1223269 h 3345776"/>
              <a:gd name="connsiteX1002" fmla="*/ 2123652 w 8965936"/>
              <a:gd name="connsiteY1002" fmla="*/ 1219903 h 3345776"/>
              <a:gd name="connsiteX1003" fmla="*/ 2118925 w 8965936"/>
              <a:gd name="connsiteY1003" fmla="*/ 1220526 h 3345776"/>
              <a:gd name="connsiteX1004" fmla="*/ 1939801 w 8965936"/>
              <a:gd name="connsiteY1004" fmla="*/ 1140265 h 3345776"/>
              <a:gd name="connsiteX1005" fmla="*/ 1939844 w 8965936"/>
              <a:gd name="connsiteY1005" fmla="*/ 1140430 h 3345776"/>
              <a:gd name="connsiteX1006" fmla="*/ 1976498 w 8965936"/>
              <a:gd name="connsiteY1006" fmla="*/ 1217480 h 3345776"/>
              <a:gd name="connsiteX1007" fmla="*/ 2007581 w 8965936"/>
              <a:gd name="connsiteY1007" fmla="*/ 1249808 h 3345776"/>
              <a:gd name="connsiteX1008" fmla="*/ 2001233 w 8965936"/>
              <a:gd name="connsiteY1008" fmla="*/ 1252144 h 3345776"/>
              <a:gd name="connsiteX1009" fmla="*/ 1932411 w 8965936"/>
              <a:gd name="connsiteY1009" fmla="*/ 1170724 h 3345776"/>
              <a:gd name="connsiteX1010" fmla="*/ 1924155 w 8965936"/>
              <a:gd name="connsiteY1010" fmla="*/ 1145663 h 3345776"/>
              <a:gd name="connsiteX1011" fmla="*/ 1975811 w 8965936"/>
              <a:gd name="connsiteY1011" fmla="*/ 1133198 h 3345776"/>
              <a:gd name="connsiteX1012" fmla="*/ 1988195 w 8965936"/>
              <a:gd name="connsiteY1012" fmla="*/ 1175645 h 3345776"/>
              <a:gd name="connsiteX1013" fmla="*/ 2024435 w 8965936"/>
              <a:gd name="connsiteY1013" fmla="*/ 1243611 h 3345776"/>
              <a:gd name="connsiteX1014" fmla="*/ 2016992 w 8965936"/>
              <a:gd name="connsiteY1014" fmla="*/ 1246349 h 3345776"/>
              <a:gd name="connsiteX1015" fmla="*/ 2002685 w 8965936"/>
              <a:gd name="connsiteY1015" fmla="*/ 1232895 h 3345776"/>
              <a:gd name="connsiteX1016" fmla="*/ 1961504 w 8965936"/>
              <a:gd name="connsiteY1016" fmla="*/ 1162544 h 3345776"/>
              <a:gd name="connsiteX1017" fmla="*/ 1955568 w 8965936"/>
              <a:gd name="connsiteY1017" fmla="*/ 1136763 h 3345776"/>
              <a:gd name="connsiteX1018" fmla="*/ 2058934 w 8965936"/>
              <a:gd name="connsiteY1018" fmla="*/ 1129521 h 3345776"/>
              <a:gd name="connsiteX1019" fmla="*/ 2074244 w 8965936"/>
              <a:gd name="connsiteY1019" fmla="*/ 1130893 h 3345776"/>
              <a:gd name="connsiteX1020" fmla="*/ 2077694 w 8965936"/>
              <a:gd name="connsiteY1020" fmla="*/ 1132962 h 3345776"/>
              <a:gd name="connsiteX1021" fmla="*/ 2105691 w 8965936"/>
              <a:gd name="connsiteY1021" fmla="*/ 1222270 h 3345776"/>
              <a:gd name="connsiteX1022" fmla="*/ 2094741 w 8965936"/>
              <a:gd name="connsiteY1022" fmla="*/ 1223713 h 3345776"/>
              <a:gd name="connsiteX1023" fmla="*/ 2068123 w 8965936"/>
              <a:gd name="connsiteY1023" fmla="*/ 1174299 h 3345776"/>
              <a:gd name="connsiteX1024" fmla="*/ 2013113 w 8965936"/>
              <a:gd name="connsiteY1024" fmla="*/ 1126630 h 3345776"/>
              <a:gd name="connsiteX1025" fmla="*/ 2024510 w 8965936"/>
              <a:gd name="connsiteY1025" fmla="*/ 1185891 h 3345776"/>
              <a:gd name="connsiteX1026" fmla="*/ 2051007 w 8965936"/>
              <a:gd name="connsiteY1026" fmla="*/ 1233841 h 3345776"/>
              <a:gd name="connsiteX1027" fmla="*/ 2037473 w 8965936"/>
              <a:gd name="connsiteY1027" fmla="*/ 1238817 h 3345776"/>
              <a:gd name="connsiteX1028" fmla="*/ 2035317 w 8965936"/>
              <a:gd name="connsiteY1028" fmla="*/ 1236749 h 3345776"/>
              <a:gd name="connsiteX1029" fmla="*/ 1998942 w 8965936"/>
              <a:gd name="connsiteY1029" fmla="*/ 1167760 h 3345776"/>
              <a:gd name="connsiteX1030" fmla="*/ 1988331 w 8965936"/>
              <a:gd name="connsiteY1030" fmla="*/ 1130993 h 3345776"/>
              <a:gd name="connsiteX1031" fmla="*/ 2021416 w 8965936"/>
              <a:gd name="connsiteY1031" fmla="*/ 1126156 h 3345776"/>
              <a:gd name="connsiteX1032" fmla="*/ 2048947 w 8965936"/>
              <a:gd name="connsiteY1032" fmla="*/ 1128625 h 3345776"/>
              <a:gd name="connsiteX1033" fmla="*/ 2072240 w 8965936"/>
              <a:gd name="connsiteY1033" fmla="*/ 1223418 h 3345776"/>
              <a:gd name="connsiteX1034" fmla="*/ 2074157 w 8965936"/>
              <a:gd name="connsiteY1034" fmla="*/ 1226427 h 3345776"/>
              <a:gd name="connsiteX1035" fmla="*/ 2069495 w 8965936"/>
              <a:gd name="connsiteY1035" fmla="*/ 1227042 h 3345776"/>
              <a:gd name="connsiteX1036" fmla="*/ 2066408 w 8965936"/>
              <a:gd name="connsiteY1036" fmla="*/ 1228177 h 3345776"/>
              <a:gd name="connsiteX1037" fmla="*/ 2022534 w 8965936"/>
              <a:gd name="connsiteY1037" fmla="*/ 1133231 h 3345776"/>
              <a:gd name="connsiteX1038" fmla="*/ 2071005 w 8965936"/>
              <a:gd name="connsiteY1038" fmla="*/ 1065366 h 3345776"/>
              <a:gd name="connsiteX1039" fmla="*/ 2072863 w 8965936"/>
              <a:gd name="connsiteY1039" fmla="*/ 1067063 h 3345776"/>
              <a:gd name="connsiteX1040" fmla="*/ 2097265 w 8965936"/>
              <a:gd name="connsiteY1040" fmla="*/ 1129037 h 3345776"/>
              <a:gd name="connsiteX1041" fmla="*/ 2088848 w 8965936"/>
              <a:gd name="connsiteY1041" fmla="*/ 1123912 h 3345776"/>
              <a:gd name="connsiteX1042" fmla="*/ 2082441 w 8965936"/>
              <a:gd name="connsiteY1042" fmla="*/ 1103330 h 3345776"/>
              <a:gd name="connsiteX1043" fmla="*/ 3185071 w 8965936"/>
              <a:gd name="connsiteY1043" fmla="*/ 1039875 h 3345776"/>
              <a:gd name="connsiteX1044" fmla="*/ 3264062 w 8965936"/>
              <a:gd name="connsiteY1044" fmla="*/ 1047653 h 3345776"/>
              <a:gd name="connsiteX1045" fmla="*/ 3672702 w 8965936"/>
              <a:gd name="connsiteY1045" fmla="*/ 1457575 h 3345776"/>
              <a:gd name="connsiteX1046" fmla="*/ 3717547 w 8965936"/>
              <a:gd name="connsiteY1046" fmla="*/ 1548943 h 3345776"/>
              <a:gd name="connsiteX1047" fmla="*/ 3718011 w 8965936"/>
              <a:gd name="connsiteY1047" fmla="*/ 1551224 h 3345776"/>
              <a:gd name="connsiteX1048" fmla="*/ 3764663 w 8965936"/>
              <a:gd name="connsiteY1048" fmla="*/ 1691727 h 3345776"/>
              <a:gd name="connsiteX1049" fmla="*/ 3732339 w 8965936"/>
              <a:gd name="connsiteY1049" fmla="*/ 1632525 h 3345776"/>
              <a:gd name="connsiteX1050" fmla="*/ 3699264 w 8965936"/>
              <a:gd name="connsiteY1050" fmla="*/ 1571357 h 3345776"/>
              <a:gd name="connsiteX1051" fmla="*/ 3293429 w 8965936"/>
              <a:gd name="connsiteY1051" fmla="*/ 1153773 h 3345776"/>
              <a:gd name="connsiteX1052" fmla="*/ 2989885 w 8965936"/>
              <a:gd name="connsiteY1052" fmla="*/ 1211877 h 3345776"/>
              <a:gd name="connsiteX1053" fmla="*/ 2928077 w 8965936"/>
              <a:gd name="connsiteY1053" fmla="*/ 1259893 h 3345776"/>
              <a:gd name="connsiteX1054" fmla="*/ 2881978 w 8965936"/>
              <a:gd name="connsiteY1054" fmla="*/ 1296543 h 3345776"/>
              <a:gd name="connsiteX1055" fmla="*/ 2736653 w 8965936"/>
              <a:gd name="connsiteY1055" fmla="*/ 1383635 h 3345776"/>
              <a:gd name="connsiteX1056" fmla="*/ 2417629 w 8965936"/>
              <a:gd name="connsiteY1056" fmla="*/ 1428296 h 3345776"/>
              <a:gd name="connsiteX1057" fmla="*/ 2400952 w 8965936"/>
              <a:gd name="connsiteY1057" fmla="*/ 1423691 h 3345776"/>
              <a:gd name="connsiteX1058" fmla="*/ 2486278 w 8965936"/>
              <a:gd name="connsiteY1058" fmla="*/ 1425139 h 3345776"/>
              <a:gd name="connsiteX1059" fmla="*/ 2698216 w 8965936"/>
              <a:gd name="connsiteY1059" fmla="*/ 1362565 h 3345776"/>
              <a:gd name="connsiteX1060" fmla="*/ 2847754 w 8965936"/>
              <a:gd name="connsiteY1060" fmla="*/ 1251720 h 3345776"/>
              <a:gd name="connsiteX1061" fmla="*/ 2896792 w 8965936"/>
              <a:gd name="connsiteY1061" fmla="*/ 1203193 h 3345776"/>
              <a:gd name="connsiteX1062" fmla="*/ 2957577 w 8965936"/>
              <a:gd name="connsiteY1062" fmla="*/ 1144067 h 3345776"/>
              <a:gd name="connsiteX1063" fmla="*/ 3185071 w 8965936"/>
              <a:gd name="connsiteY1063" fmla="*/ 1039875 h 3345776"/>
              <a:gd name="connsiteX1064" fmla="*/ 2039691 w 8965936"/>
              <a:gd name="connsiteY1064" fmla="*/ 1036722 h 3345776"/>
              <a:gd name="connsiteX1065" fmla="*/ 2051779 w 8965936"/>
              <a:gd name="connsiteY1065" fmla="*/ 1047777 h 3345776"/>
              <a:gd name="connsiteX1066" fmla="*/ 2069288 w 8965936"/>
              <a:gd name="connsiteY1066" fmla="*/ 1106141 h 3345776"/>
              <a:gd name="connsiteX1067" fmla="*/ 2072947 w 8965936"/>
              <a:gd name="connsiteY1067" fmla="*/ 1117814 h 3345776"/>
              <a:gd name="connsiteX1068" fmla="*/ 2056167 w 8965936"/>
              <a:gd name="connsiteY1068" fmla="*/ 1116030 h 3345776"/>
              <a:gd name="connsiteX1069" fmla="*/ 2041193 w 8965936"/>
              <a:gd name="connsiteY1069" fmla="*/ 1043055 h 3345776"/>
              <a:gd name="connsiteX1070" fmla="*/ 2004789 w 8965936"/>
              <a:gd name="connsiteY1070" fmla="*/ 1021052 h 3345776"/>
              <a:gd name="connsiteX1071" fmla="*/ 2024167 w 8965936"/>
              <a:gd name="connsiteY1071" fmla="*/ 1027050 h 3345776"/>
              <a:gd name="connsiteX1072" fmla="*/ 2028551 w 8965936"/>
              <a:gd name="connsiteY1072" fmla="*/ 1045609 h 3345776"/>
              <a:gd name="connsiteX1073" fmla="*/ 2045578 w 8965936"/>
              <a:gd name="connsiteY1073" fmla="*/ 1114903 h 3345776"/>
              <a:gd name="connsiteX1074" fmla="*/ 2019916 w 8965936"/>
              <a:gd name="connsiteY1074" fmla="*/ 1112175 h 3345776"/>
              <a:gd name="connsiteX1075" fmla="*/ 2019221 w 8965936"/>
              <a:gd name="connsiteY1075" fmla="*/ 1112289 h 3345776"/>
              <a:gd name="connsiteX1076" fmla="*/ 1872644 w 8965936"/>
              <a:gd name="connsiteY1076" fmla="*/ 1014443 h 3345776"/>
              <a:gd name="connsiteX1077" fmla="*/ 1872688 w 8965936"/>
              <a:gd name="connsiteY1077" fmla="*/ 1015064 h 3345776"/>
              <a:gd name="connsiteX1078" fmla="*/ 1892596 w 8965936"/>
              <a:gd name="connsiteY1078" fmla="*/ 1107028 h 3345776"/>
              <a:gd name="connsiteX1079" fmla="*/ 1905635 w 8965936"/>
              <a:gd name="connsiteY1079" fmla="*/ 1137538 h 3345776"/>
              <a:gd name="connsiteX1080" fmla="*/ 1887817 w 8965936"/>
              <a:gd name="connsiteY1080" fmla="*/ 1143610 h 3345776"/>
              <a:gd name="connsiteX1081" fmla="*/ 1867142 w 8965936"/>
              <a:gd name="connsiteY1081" fmla="*/ 1101008 h 3345776"/>
              <a:gd name="connsiteX1082" fmla="*/ 1847427 w 8965936"/>
              <a:gd name="connsiteY1082" fmla="*/ 1019564 h 3345776"/>
              <a:gd name="connsiteX1083" fmla="*/ 1914293 w 8965936"/>
              <a:gd name="connsiteY1083" fmla="*/ 1010580 h 3345776"/>
              <a:gd name="connsiteX1084" fmla="*/ 1918483 w 8965936"/>
              <a:gd name="connsiteY1084" fmla="*/ 1055230 h 3345776"/>
              <a:gd name="connsiteX1085" fmla="*/ 1936483 w 8965936"/>
              <a:gd name="connsiteY1085" fmla="*/ 1127026 h 3345776"/>
              <a:gd name="connsiteX1086" fmla="*/ 1919881 w 8965936"/>
              <a:gd name="connsiteY1086" fmla="*/ 1132684 h 3345776"/>
              <a:gd name="connsiteX1087" fmla="*/ 1891040 w 8965936"/>
              <a:gd name="connsiteY1087" fmla="*/ 1045144 h 3345776"/>
              <a:gd name="connsiteX1088" fmla="*/ 1886724 w 8965936"/>
              <a:gd name="connsiteY1088" fmla="*/ 1011585 h 3345776"/>
              <a:gd name="connsiteX1089" fmla="*/ 1891469 w 8965936"/>
              <a:gd name="connsiteY1089" fmla="*/ 1010622 h 3345776"/>
              <a:gd name="connsiteX1090" fmla="*/ 1954668 w 8965936"/>
              <a:gd name="connsiteY1090" fmla="*/ 1010506 h 3345776"/>
              <a:gd name="connsiteX1091" fmla="*/ 1965360 w 8965936"/>
              <a:gd name="connsiteY1091" fmla="*/ 1097375 h 3345776"/>
              <a:gd name="connsiteX1092" fmla="*/ 1971990 w 8965936"/>
              <a:gd name="connsiteY1092" fmla="*/ 1120101 h 3345776"/>
              <a:gd name="connsiteX1093" fmla="*/ 1952476 w 8965936"/>
              <a:gd name="connsiteY1093" fmla="*/ 1123330 h 3345776"/>
              <a:gd name="connsiteX1094" fmla="*/ 1926505 w 8965936"/>
              <a:gd name="connsiteY1094" fmla="*/ 1010557 h 3345776"/>
              <a:gd name="connsiteX1095" fmla="*/ 1970621 w 8965936"/>
              <a:gd name="connsiteY1095" fmla="*/ 1010476 h 3345776"/>
              <a:gd name="connsiteX1096" fmla="*/ 1992048 w 8965936"/>
              <a:gd name="connsiteY1096" fmla="*/ 1017107 h 3345776"/>
              <a:gd name="connsiteX1097" fmla="*/ 2010629 w 8965936"/>
              <a:gd name="connsiteY1097" fmla="*/ 1113711 h 3345776"/>
              <a:gd name="connsiteX1098" fmla="*/ 1984588 w 8965936"/>
              <a:gd name="connsiteY1098" fmla="*/ 1118018 h 3345776"/>
              <a:gd name="connsiteX1099" fmla="*/ 1976921 w 8965936"/>
              <a:gd name="connsiteY1099" fmla="*/ 1091444 h 3345776"/>
              <a:gd name="connsiteX1100" fmla="*/ 1967009 w 8965936"/>
              <a:gd name="connsiteY1100" fmla="*/ 1010483 h 3345776"/>
              <a:gd name="connsiteX1101" fmla="*/ 2023845 w 8965936"/>
              <a:gd name="connsiteY1101" fmla="*/ 969879 h 3345776"/>
              <a:gd name="connsiteX1102" fmla="*/ 2030977 w 8965936"/>
              <a:gd name="connsiteY1102" fmla="*/ 978439 h 3345776"/>
              <a:gd name="connsiteX1103" fmla="*/ 2043984 w 8965936"/>
              <a:gd name="connsiteY1103" fmla="*/ 1021793 h 3345776"/>
              <a:gd name="connsiteX1104" fmla="*/ 2039574 w 8965936"/>
              <a:gd name="connsiteY1104" fmla="*/ 1017694 h 3345776"/>
              <a:gd name="connsiteX1105" fmla="*/ 2034814 w 8965936"/>
              <a:gd name="connsiteY1105" fmla="*/ 1016149 h 3345776"/>
              <a:gd name="connsiteX1106" fmla="*/ 1992001 w 8965936"/>
              <a:gd name="connsiteY1106" fmla="*/ 931652 h 3345776"/>
              <a:gd name="connsiteX1107" fmla="*/ 2005448 w 8965936"/>
              <a:gd name="connsiteY1107" fmla="*/ 947795 h 3345776"/>
              <a:gd name="connsiteX1108" fmla="*/ 2020495 w 8965936"/>
              <a:gd name="connsiteY1108" fmla="*/ 1011503 h 3345776"/>
              <a:gd name="connsiteX1109" fmla="*/ 2002346 w 8965936"/>
              <a:gd name="connsiteY1109" fmla="*/ 1005617 h 3345776"/>
              <a:gd name="connsiteX1110" fmla="*/ 1999178 w 8965936"/>
              <a:gd name="connsiteY1110" fmla="*/ 985591 h 3345776"/>
              <a:gd name="connsiteX1111" fmla="*/ 3155701 w 8965936"/>
              <a:gd name="connsiteY1111" fmla="*/ 926365 h 3345776"/>
              <a:gd name="connsiteX1112" fmla="*/ 3239287 w 8965936"/>
              <a:gd name="connsiteY1112" fmla="*/ 927997 h 3345776"/>
              <a:gd name="connsiteX1113" fmla="*/ 3658144 w 8965936"/>
              <a:gd name="connsiteY1113" fmla="*/ 1336641 h 3345776"/>
              <a:gd name="connsiteX1114" fmla="*/ 3691378 w 8965936"/>
              <a:gd name="connsiteY1114" fmla="*/ 1409382 h 3345776"/>
              <a:gd name="connsiteX1115" fmla="*/ 3692083 w 8965936"/>
              <a:gd name="connsiteY1115" fmla="*/ 1411015 h 3345776"/>
              <a:gd name="connsiteX1116" fmla="*/ 3696072 w 8965936"/>
              <a:gd name="connsiteY1116" fmla="*/ 1443401 h 3345776"/>
              <a:gd name="connsiteX1117" fmla="*/ 3707548 w 8965936"/>
              <a:gd name="connsiteY1117" fmla="*/ 1499804 h 3345776"/>
              <a:gd name="connsiteX1118" fmla="*/ 3683812 w 8965936"/>
              <a:gd name="connsiteY1118" fmla="*/ 1451445 h 3345776"/>
              <a:gd name="connsiteX1119" fmla="*/ 3266356 w 8965936"/>
              <a:gd name="connsiteY1119" fmla="*/ 1034500 h 3345776"/>
              <a:gd name="connsiteX1120" fmla="*/ 2948510 w 8965936"/>
              <a:gd name="connsiteY1120" fmla="*/ 1134107 h 3345776"/>
              <a:gd name="connsiteX1121" fmla="*/ 2887213 w 8965936"/>
              <a:gd name="connsiteY1121" fmla="*/ 1193743 h 3345776"/>
              <a:gd name="connsiteX1122" fmla="*/ 2838432 w 8965936"/>
              <a:gd name="connsiteY1122" fmla="*/ 1242015 h 3345776"/>
              <a:gd name="connsiteX1123" fmla="*/ 2691831 w 8965936"/>
              <a:gd name="connsiteY1123" fmla="*/ 1350689 h 3345776"/>
              <a:gd name="connsiteX1124" fmla="*/ 2369915 w 8965936"/>
              <a:gd name="connsiteY1124" fmla="*/ 1409932 h 3345776"/>
              <a:gd name="connsiteX1125" fmla="*/ 2367072 w 8965936"/>
              <a:gd name="connsiteY1125" fmla="*/ 1409082 h 3345776"/>
              <a:gd name="connsiteX1126" fmla="*/ 2472614 w 8965936"/>
              <a:gd name="connsiteY1126" fmla="*/ 1400738 h 3345776"/>
              <a:gd name="connsiteX1127" fmla="*/ 2656713 w 8965936"/>
              <a:gd name="connsiteY1127" fmla="*/ 1329106 h 3345776"/>
              <a:gd name="connsiteX1128" fmla="*/ 2807146 w 8965936"/>
              <a:gd name="connsiteY1128" fmla="*/ 1195531 h 3345776"/>
              <a:gd name="connsiteX1129" fmla="*/ 2857458 w 8965936"/>
              <a:gd name="connsiteY1129" fmla="*/ 1136533 h 3345776"/>
              <a:gd name="connsiteX1130" fmla="*/ 2919267 w 8965936"/>
              <a:gd name="connsiteY1130" fmla="*/ 1064893 h 3345776"/>
              <a:gd name="connsiteX1131" fmla="*/ 3155701 w 8965936"/>
              <a:gd name="connsiteY1131" fmla="*/ 926365 h 3345776"/>
              <a:gd name="connsiteX1132" fmla="*/ 1955130 w 8965936"/>
              <a:gd name="connsiteY1132" fmla="*/ 910009 h 3345776"/>
              <a:gd name="connsiteX1133" fmla="*/ 1973401 w 8965936"/>
              <a:gd name="connsiteY1133" fmla="*/ 919171 h 3345776"/>
              <a:gd name="connsiteX1134" fmla="*/ 1986280 w 8965936"/>
              <a:gd name="connsiteY1134" fmla="*/ 987123 h 3345776"/>
              <a:gd name="connsiteX1135" fmla="*/ 1989005 w 8965936"/>
              <a:gd name="connsiteY1135" fmla="*/ 1001289 h 3345776"/>
              <a:gd name="connsiteX1136" fmla="*/ 1975010 w 8965936"/>
              <a:gd name="connsiteY1136" fmla="*/ 996748 h 3345776"/>
              <a:gd name="connsiteX1137" fmla="*/ 1965320 w 8965936"/>
              <a:gd name="connsiteY1137" fmla="*/ 996682 h 3345776"/>
              <a:gd name="connsiteX1138" fmla="*/ 1956911 w 8965936"/>
              <a:gd name="connsiteY1138" fmla="*/ 927997 h 3345776"/>
              <a:gd name="connsiteX1139" fmla="*/ 1915693 w 8965936"/>
              <a:gd name="connsiteY1139" fmla="*/ 892437 h 3345776"/>
              <a:gd name="connsiteX1140" fmla="*/ 1921967 w 8965936"/>
              <a:gd name="connsiteY1140" fmla="*/ 893375 h 3345776"/>
              <a:gd name="connsiteX1141" fmla="*/ 1942143 w 8965936"/>
              <a:gd name="connsiteY1141" fmla="*/ 903494 h 3345776"/>
              <a:gd name="connsiteX1142" fmla="*/ 1944781 w 8965936"/>
              <a:gd name="connsiteY1142" fmla="*/ 930167 h 3345776"/>
              <a:gd name="connsiteX1143" fmla="*/ 1952957 w 8965936"/>
              <a:gd name="connsiteY1143" fmla="*/ 996598 h 3345776"/>
              <a:gd name="connsiteX1144" fmla="*/ 1923244 w 8965936"/>
              <a:gd name="connsiteY1144" fmla="*/ 996394 h 3345776"/>
              <a:gd name="connsiteX1145" fmla="*/ 1923097 w 8965936"/>
              <a:gd name="connsiteY1145" fmla="*/ 995760 h 3345776"/>
              <a:gd name="connsiteX1146" fmla="*/ 1875702 w 8965936"/>
              <a:gd name="connsiteY1146" fmla="*/ 886471 h 3345776"/>
              <a:gd name="connsiteX1147" fmla="*/ 1903026 w 8965936"/>
              <a:gd name="connsiteY1147" fmla="*/ 890549 h 3345776"/>
              <a:gd name="connsiteX1148" fmla="*/ 1912954 w 8965936"/>
              <a:gd name="connsiteY1148" fmla="*/ 996324 h 3345776"/>
              <a:gd name="connsiteX1149" fmla="*/ 1891818 w 8965936"/>
              <a:gd name="connsiteY1149" fmla="*/ 996179 h 3345776"/>
              <a:gd name="connsiteX1150" fmla="*/ 1884922 w 8965936"/>
              <a:gd name="connsiteY1150" fmla="*/ 997563 h 3345776"/>
              <a:gd name="connsiteX1151" fmla="*/ 1878934 w 8965936"/>
              <a:gd name="connsiteY1151" fmla="*/ 950996 h 3345776"/>
              <a:gd name="connsiteX1152" fmla="*/ 1819715 w 8965936"/>
              <a:gd name="connsiteY1152" fmla="*/ 882109 h 3345776"/>
              <a:gd name="connsiteX1153" fmla="*/ 1820590 w 8965936"/>
              <a:gd name="connsiteY1153" fmla="*/ 910289 h 3345776"/>
              <a:gd name="connsiteX1154" fmla="*/ 1830961 w 8965936"/>
              <a:gd name="connsiteY1154" fmla="*/ 1008384 h 3345776"/>
              <a:gd name="connsiteX1155" fmla="*/ 1791791 w 8965936"/>
              <a:gd name="connsiteY1155" fmla="*/ 1016239 h 3345776"/>
              <a:gd name="connsiteX1156" fmla="*/ 1353776 w 8965936"/>
              <a:gd name="connsiteY1156" fmla="*/ 1235374 h 3345776"/>
              <a:gd name="connsiteX1157" fmla="*/ 1092881 w 8965936"/>
              <a:gd name="connsiteY1157" fmla="*/ 1319146 h 3345776"/>
              <a:gd name="connsiteX1158" fmla="*/ 908355 w 8965936"/>
              <a:gd name="connsiteY1158" fmla="*/ 1221966 h 3345776"/>
              <a:gd name="connsiteX1159" fmla="*/ 849358 w 8965936"/>
              <a:gd name="connsiteY1159" fmla="*/ 1175483 h 3345776"/>
              <a:gd name="connsiteX1160" fmla="*/ 296409 w 8965936"/>
              <a:gd name="connsiteY1160" fmla="*/ 1207535 h 3345776"/>
              <a:gd name="connsiteX1161" fmla="*/ 57974 w 8965936"/>
              <a:gd name="connsiteY1161" fmla="*/ 1489212 h 3345776"/>
              <a:gd name="connsiteX1162" fmla="*/ 8776 w 8965936"/>
              <a:gd name="connsiteY1162" fmla="*/ 1613636 h 3345776"/>
              <a:gd name="connsiteX1163" fmla="*/ 16990 w 8965936"/>
              <a:gd name="connsiteY1163" fmla="*/ 1569415 h 3345776"/>
              <a:gd name="connsiteX1164" fmla="*/ 300368 w 8965936"/>
              <a:gd name="connsiteY1164" fmla="*/ 1141386 h 3345776"/>
              <a:gd name="connsiteX1165" fmla="*/ 794955 w 8965936"/>
              <a:gd name="connsiteY1165" fmla="*/ 1067957 h 3345776"/>
              <a:gd name="connsiteX1166" fmla="*/ 851654 w 8965936"/>
              <a:gd name="connsiteY1166" fmla="*/ 1100649 h 3345776"/>
              <a:gd name="connsiteX1167" fmla="*/ 1034141 w 8965936"/>
              <a:gd name="connsiteY1167" fmla="*/ 1168715 h 3345776"/>
              <a:gd name="connsiteX1168" fmla="*/ 1286095 w 8965936"/>
              <a:gd name="connsiteY1168" fmla="*/ 1082005 h 3345776"/>
              <a:gd name="connsiteX1169" fmla="*/ 1735093 w 8965936"/>
              <a:gd name="connsiteY1169" fmla="*/ 889048 h 3345776"/>
              <a:gd name="connsiteX1170" fmla="*/ 1836975 w 8965936"/>
              <a:gd name="connsiteY1170" fmla="*/ 880694 h 3345776"/>
              <a:gd name="connsiteX1171" fmla="*/ 1863525 w 8965936"/>
              <a:gd name="connsiteY1171" fmla="*/ 884655 h 3345776"/>
              <a:gd name="connsiteX1172" fmla="*/ 1871645 w 8965936"/>
              <a:gd name="connsiteY1172" fmla="*/ 1000224 h 3345776"/>
              <a:gd name="connsiteX1173" fmla="*/ 1844459 w 8965936"/>
              <a:gd name="connsiteY1173" fmla="*/ 1005677 h 3345776"/>
              <a:gd name="connsiteX1174" fmla="*/ 1834232 w 8965936"/>
              <a:gd name="connsiteY1174" fmla="*/ 907388 h 3345776"/>
              <a:gd name="connsiteX1175" fmla="*/ 1833426 w 8965936"/>
              <a:gd name="connsiteY1175" fmla="*/ 880985 h 3345776"/>
              <a:gd name="connsiteX1176" fmla="*/ 1983571 w 8965936"/>
              <a:gd name="connsiteY1176" fmla="*/ 878497 h 3345776"/>
              <a:gd name="connsiteX1177" fmla="*/ 1992027 w 8965936"/>
              <a:gd name="connsiteY1177" fmla="*/ 890963 h 3345776"/>
              <a:gd name="connsiteX1178" fmla="*/ 1998554 w 8965936"/>
              <a:gd name="connsiteY1178" fmla="*/ 918601 h 3345776"/>
              <a:gd name="connsiteX1179" fmla="*/ 1996940 w 8965936"/>
              <a:gd name="connsiteY1179" fmla="*/ 916651 h 3345776"/>
              <a:gd name="connsiteX1180" fmla="*/ 1989497 w 8965936"/>
              <a:gd name="connsiteY1180" fmla="*/ 912840 h 3345776"/>
              <a:gd name="connsiteX1181" fmla="*/ 1986456 w 8965936"/>
              <a:gd name="connsiteY1181" fmla="*/ 889991 h 3345776"/>
              <a:gd name="connsiteX1182" fmla="*/ 1946629 w 8965936"/>
              <a:gd name="connsiteY1182" fmla="*/ 824042 h 3345776"/>
              <a:gd name="connsiteX1183" fmla="*/ 1958757 w 8965936"/>
              <a:gd name="connsiteY1183" fmla="*/ 841921 h 3345776"/>
              <a:gd name="connsiteX1184" fmla="*/ 1970342 w 8965936"/>
              <a:gd name="connsiteY1184" fmla="*/ 903036 h 3345776"/>
              <a:gd name="connsiteX1185" fmla="*/ 1953594 w 8965936"/>
              <a:gd name="connsiteY1185" fmla="*/ 894462 h 3345776"/>
              <a:gd name="connsiteX1186" fmla="*/ 3213872 w 8965936"/>
              <a:gd name="connsiteY1186" fmla="*/ 809746 h 3345776"/>
              <a:gd name="connsiteX1187" fmla="*/ 3643203 w 8965936"/>
              <a:gd name="connsiteY1187" fmla="*/ 1217241 h 3345776"/>
              <a:gd name="connsiteX1188" fmla="*/ 3671089 w 8965936"/>
              <a:gd name="connsiteY1188" fmla="*/ 1283406 h 3345776"/>
              <a:gd name="connsiteX1189" fmla="*/ 3678839 w 8965936"/>
              <a:gd name="connsiteY1189" fmla="*/ 1303508 h 3345776"/>
              <a:gd name="connsiteX1190" fmla="*/ 3686880 w 8965936"/>
              <a:gd name="connsiteY1190" fmla="*/ 1368782 h 3345776"/>
              <a:gd name="connsiteX1191" fmla="*/ 3670275 w 8965936"/>
              <a:gd name="connsiteY1191" fmla="*/ 1332427 h 3345776"/>
              <a:gd name="connsiteX1192" fmla="*/ 3241458 w 8965936"/>
              <a:gd name="connsiteY1192" fmla="*/ 916248 h 3345776"/>
              <a:gd name="connsiteX1193" fmla="*/ 2909433 w 8965936"/>
              <a:gd name="connsiteY1193" fmla="*/ 1056720 h 3345776"/>
              <a:gd name="connsiteX1194" fmla="*/ 2847245 w 8965936"/>
              <a:gd name="connsiteY1194" fmla="*/ 1128998 h 3345776"/>
              <a:gd name="connsiteX1195" fmla="*/ 2797186 w 8965936"/>
              <a:gd name="connsiteY1195" fmla="*/ 1187613 h 3345776"/>
              <a:gd name="connsiteX1196" fmla="*/ 2648795 w 8965936"/>
              <a:gd name="connsiteY1196" fmla="*/ 1316847 h 3345776"/>
              <a:gd name="connsiteX1197" fmla="*/ 2323900 w 8965936"/>
              <a:gd name="connsiteY1197" fmla="*/ 1391607 h 3345776"/>
              <a:gd name="connsiteX1198" fmla="*/ 2317215 w 8965936"/>
              <a:gd name="connsiteY1198" fmla="*/ 1390070 h 3345776"/>
              <a:gd name="connsiteX1199" fmla="*/ 2423368 w 8965936"/>
              <a:gd name="connsiteY1199" fmla="*/ 1380082 h 3345776"/>
              <a:gd name="connsiteX1200" fmla="*/ 2613423 w 8965936"/>
              <a:gd name="connsiteY1200" fmla="*/ 1295778 h 3345776"/>
              <a:gd name="connsiteX1201" fmla="*/ 2765643 w 8965936"/>
              <a:gd name="connsiteY1201" fmla="*/ 1140875 h 3345776"/>
              <a:gd name="connsiteX1202" fmla="*/ 2816722 w 8965936"/>
              <a:gd name="connsiteY1202" fmla="*/ 1071151 h 3345776"/>
              <a:gd name="connsiteX1203" fmla="*/ 2879552 w 8965936"/>
              <a:gd name="connsiteY1203" fmla="*/ 987123 h 3345776"/>
              <a:gd name="connsiteX1204" fmla="*/ 3213872 w 8965936"/>
              <a:gd name="connsiteY1204" fmla="*/ 809746 h 3345776"/>
              <a:gd name="connsiteX1205" fmla="*/ 1908867 w 8965936"/>
              <a:gd name="connsiteY1205" fmla="*/ 798382 h 3345776"/>
              <a:gd name="connsiteX1206" fmla="*/ 1932623 w 8965936"/>
              <a:gd name="connsiteY1206" fmla="*/ 814479 h 3345776"/>
              <a:gd name="connsiteX1207" fmla="*/ 1933973 w 8965936"/>
              <a:gd name="connsiteY1207" fmla="*/ 820840 h 3345776"/>
              <a:gd name="connsiteX1208" fmla="*/ 1940592 w 8965936"/>
              <a:gd name="connsiteY1208" fmla="*/ 887807 h 3345776"/>
              <a:gd name="connsiteX1209" fmla="*/ 1928079 w 8965936"/>
              <a:gd name="connsiteY1209" fmla="*/ 881402 h 3345776"/>
              <a:gd name="connsiteX1210" fmla="*/ 1914750 w 8965936"/>
              <a:gd name="connsiteY1210" fmla="*/ 879295 h 3345776"/>
              <a:gd name="connsiteX1211" fmla="*/ 1914258 w 8965936"/>
              <a:gd name="connsiteY1211" fmla="*/ 872448 h 3345776"/>
              <a:gd name="connsiteX1212" fmla="*/ 1938117 w 8965936"/>
              <a:gd name="connsiteY1212" fmla="*/ 780658 h 3345776"/>
              <a:gd name="connsiteX1213" fmla="*/ 1951545 w 8965936"/>
              <a:gd name="connsiteY1213" fmla="*/ 803871 h 3345776"/>
              <a:gd name="connsiteX1214" fmla="*/ 1953165 w 8965936"/>
              <a:gd name="connsiteY1214" fmla="*/ 812414 h 3345776"/>
              <a:gd name="connsiteX1215" fmla="*/ 1943481 w 8965936"/>
              <a:gd name="connsiteY1215" fmla="*/ 805767 h 3345776"/>
              <a:gd name="connsiteX1216" fmla="*/ 1870006 w 8965936"/>
              <a:gd name="connsiteY1216" fmla="*/ 774817 h 3345776"/>
              <a:gd name="connsiteX1217" fmla="*/ 1877063 w 8965936"/>
              <a:gd name="connsiteY1217" fmla="*/ 776831 h 3345776"/>
              <a:gd name="connsiteX1218" fmla="*/ 1895244 w 8965936"/>
              <a:gd name="connsiteY1218" fmla="*/ 789150 h 3345776"/>
              <a:gd name="connsiteX1219" fmla="*/ 1901362 w 8965936"/>
              <a:gd name="connsiteY1219" fmla="*/ 872830 h 3345776"/>
              <a:gd name="connsiteX1220" fmla="*/ 1901776 w 8965936"/>
              <a:gd name="connsiteY1220" fmla="*/ 877245 h 3345776"/>
              <a:gd name="connsiteX1221" fmla="*/ 1875028 w 8965936"/>
              <a:gd name="connsiteY1221" fmla="*/ 873016 h 3345776"/>
              <a:gd name="connsiteX1222" fmla="*/ 1872245 w 8965936"/>
              <a:gd name="connsiteY1222" fmla="*/ 817408 h 3345776"/>
              <a:gd name="connsiteX1223" fmla="*/ 1829833 w 8965936"/>
              <a:gd name="connsiteY1223" fmla="*/ 763359 h 3345776"/>
              <a:gd name="connsiteX1224" fmla="*/ 1856433 w 8965936"/>
              <a:gd name="connsiteY1224" fmla="*/ 770945 h 3345776"/>
              <a:gd name="connsiteX1225" fmla="*/ 1858835 w 8965936"/>
              <a:gd name="connsiteY1225" fmla="*/ 817919 h 3345776"/>
              <a:gd name="connsiteX1226" fmla="*/ 1862569 w 8965936"/>
              <a:gd name="connsiteY1226" fmla="*/ 871047 h 3345776"/>
              <a:gd name="connsiteX1227" fmla="*/ 1839156 w 8965936"/>
              <a:gd name="connsiteY1227" fmla="*/ 867345 h 3345776"/>
              <a:gd name="connsiteX1228" fmla="*/ 1833024 w 8965936"/>
              <a:gd name="connsiteY1228" fmla="*/ 867802 h 3345776"/>
              <a:gd name="connsiteX1229" fmla="*/ 1829848 w 8965936"/>
              <a:gd name="connsiteY1229" fmla="*/ 763773 h 3345776"/>
              <a:gd name="connsiteX1230" fmla="*/ 1677243 w 8965936"/>
              <a:gd name="connsiteY1230" fmla="*/ 747555 h 3345776"/>
              <a:gd name="connsiteX1231" fmla="*/ 1786373 w 8965936"/>
              <a:gd name="connsiteY1231" fmla="*/ 750963 h 3345776"/>
              <a:gd name="connsiteX1232" fmla="*/ 1815894 w 8965936"/>
              <a:gd name="connsiteY1232" fmla="*/ 759383 h 3345776"/>
              <a:gd name="connsiteX1233" fmla="*/ 1816056 w 8965936"/>
              <a:gd name="connsiteY1233" fmla="*/ 764284 h 3345776"/>
              <a:gd name="connsiteX1234" fmla="*/ 1819303 w 8965936"/>
              <a:gd name="connsiteY1234" fmla="*/ 868824 h 3345776"/>
              <a:gd name="connsiteX1235" fmla="*/ 1732921 w 8965936"/>
              <a:gd name="connsiteY1235" fmla="*/ 875257 h 3345776"/>
              <a:gd name="connsiteX1236" fmla="*/ 1277539 w 8965936"/>
              <a:gd name="connsiteY1236" fmla="*/ 1070895 h 3345776"/>
              <a:gd name="connsiteX1237" fmla="*/ 1034906 w 8965936"/>
              <a:gd name="connsiteY1237" fmla="*/ 1155305 h 3345776"/>
              <a:gd name="connsiteX1238" fmla="*/ 858806 w 8965936"/>
              <a:gd name="connsiteY1238" fmla="*/ 1089157 h 3345776"/>
              <a:gd name="connsiteX1239" fmla="*/ 800830 w 8965936"/>
              <a:gd name="connsiteY1239" fmla="*/ 1055954 h 3345776"/>
              <a:gd name="connsiteX1240" fmla="*/ 292322 w 8965936"/>
              <a:gd name="connsiteY1240" fmla="*/ 1130659 h 3345776"/>
              <a:gd name="connsiteX1241" fmla="*/ 72628 w 8965936"/>
              <a:gd name="connsiteY1241" fmla="*/ 1397491 h 3345776"/>
              <a:gd name="connsiteX1242" fmla="*/ 21920 w 8965936"/>
              <a:gd name="connsiteY1242" fmla="*/ 1522071 h 3345776"/>
              <a:gd name="connsiteX1243" fmla="*/ 34383 w 8965936"/>
              <a:gd name="connsiteY1243" fmla="*/ 1465324 h 3345776"/>
              <a:gd name="connsiteX1244" fmla="*/ 296409 w 8965936"/>
              <a:gd name="connsiteY1244" fmla="*/ 1063998 h 3345776"/>
              <a:gd name="connsiteX1245" fmla="*/ 747961 w 8965936"/>
              <a:gd name="connsiteY1245" fmla="*/ 949067 h 3345776"/>
              <a:gd name="connsiteX1246" fmla="*/ 805042 w 8965936"/>
              <a:gd name="connsiteY1246" fmla="*/ 968861 h 3345776"/>
              <a:gd name="connsiteX1247" fmla="*/ 971054 w 8965936"/>
              <a:gd name="connsiteY1247" fmla="*/ 1004872 h 3345776"/>
              <a:gd name="connsiteX1248" fmla="*/ 978207 w 8965936"/>
              <a:gd name="connsiteY1248" fmla="*/ 1004872 h 3345776"/>
              <a:gd name="connsiteX1249" fmla="*/ 1211261 w 8965936"/>
              <a:gd name="connsiteY1249" fmla="*/ 917525 h 3345776"/>
              <a:gd name="connsiteX1250" fmla="*/ 1677243 w 8965936"/>
              <a:gd name="connsiteY1250" fmla="*/ 747555 h 3345776"/>
              <a:gd name="connsiteX1251" fmla="*/ 1899995 w 8965936"/>
              <a:gd name="connsiteY1251" fmla="*/ 718561 h 3345776"/>
              <a:gd name="connsiteX1252" fmla="*/ 1904239 w 8965936"/>
              <a:gd name="connsiteY1252" fmla="*/ 722105 h 3345776"/>
              <a:gd name="connsiteX1253" fmla="*/ 1918094 w 8965936"/>
              <a:gd name="connsiteY1253" fmla="*/ 746051 h 3345776"/>
              <a:gd name="connsiteX1254" fmla="*/ 1928604 w 8965936"/>
              <a:gd name="connsiteY1254" fmla="*/ 795553 h 3345776"/>
              <a:gd name="connsiteX1255" fmla="*/ 1907613 w 8965936"/>
              <a:gd name="connsiteY1255" fmla="*/ 781144 h 3345776"/>
              <a:gd name="connsiteX1256" fmla="*/ 1905081 w 8965936"/>
              <a:gd name="connsiteY1256" fmla="*/ 746342 h 3345776"/>
              <a:gd name="connsiteX1257" fmla="*/ 3189102 w 8965936"/>
              <a:gd name="connsiteY1257" fmla="*/ 691238 h 3345776"/>
              <a:gd name="connsiteX1258" fmla="*/ 3628902 w 8965936"/>
              <a:gd name="connsiteY1258" fmla="*/ 1097457 h 3345776"/>
              <a:gd name="connsiteX1259" fmla="*/ 3666102 w 8965936"/>
              <a:gd name="connsiteY1259" fmla="*/ 1200113 h 3345776"/>
              <a:gd name="connsiteX1260" fmla="*/ 3672392 w 8965936"/>
              <a:gd name="connsiteY1260" fmla="*/ 1251174 h 3345776"/>
              <a:gd name="connsiteX1261" fmla="*/ 3655717 w 8965936"/>
              <a:gd name="connsiteY1261" fmla="*/ 1211750 h 3345776"/>
              <a:gd name="connsiteX1262" fmla="*/ 3215405 w 8965936"/>
              <a:gd name="connsiteY1262" fmla="*/ 796338 h 3345776"/>
              <a:gd name="connsiteX1263" fmla="*/ 2869335 w 8965936"/>
              <a:gd name="connsiteY1263" fmla="*/ 978695 h 3345776"/>
              <a:gd name="connsiteX1264" fmla="*/ 2805485 w 8965936"/>
              <a:gd name="connsiteY1264" fmla="*/ 1063233 h 3345776"/>
              <a:gd name="connsiteX1265" fmla="*/ 2754404 w 8965936"/>
              <a:gd name="connsiteY1265" fmla="*/ 1132702 h 3345776"/>
              <a:gd name="connsiteX1266" fmla="*/ 2604994 w 8965936"/>
              <a:gd name="connsiteY1266" fmla="*/ 1284922 h 3345776"/>
              <a:gd name="connsiteX1267" fmla="*/ 2361761 w 8965936"/>
              <a:gd name="connsiteY1267" fmla="*/ 1375700 h 3345776"/>
              <a:gd name="connsiteX1268" fmla="*/ 2289858 w 8965936"/>
              <a:gd name="connsiteY1268" fmla="*/ 1373482 h 3345776"/>
              <a:gd name="connsiteX1269" fmla="*/ 2285753 w 8965936"/>
              <a:gd name="connsiteY1269" fmla="*/ 1370715 h 3345776"/>
              <a:gd name="connsiteX1270" fmla="*/ 2378742 w 8965936"/>
              <a:gd name="connsiteY1270" fmla="*/ 1359873 h 3345776"/>
              <a:gd name="connsiteX1271" fmla="*/ 2571154 w 8965936"/>
              <a:gd name="connsiteY1271" fmla="*/ 1262829 h 3345776"/>
              <a:gd name="connsiteX1272" fmla="*/ 2724397 w 8965936"/>
              <a:gd name="connsiteY1272" fmla="*/ 1085963 h 3345776"/>
              <a:gd name="connsiteX1273" fmla="*/ 2775476 w 8965936"/>
              <a:gd name="connsiteY1273" fmla="*/ 1007044 h 3345776"/>
              <a:gd name="connsiteX1274" fmla="*/ 2840350 w 8965936"/>
              <a:gd name="connsiteY1274" fmla="*/ 909097 h 3345776"/>
              <a:gd name="connsiteX1275" fmla="*/ 3189102 w 8965936"/>
              <a:gd name="connsiteY1275" fmla="*/ 691238 h 3345776"/>
              <a:gd name="connsiteX1276" fmla="*/ 1865541 w 8965936"/>
              <a:gd name="connsiteY1276" fmla="*/ 689799 h 3345776"/>
              <a:gd name="connsiteX1277" fmla="*/ 1884493 w 8965936"/>
              <a:gd name="connsiteY1277" fmla="*/ 705621 h 3345776"/>
              <a:gd name="connsiteX1278" fmla="*/ 1892230 w 8965936"/>
              <a:gd name="connsiteY1278" fmla="*/ 747906 h 3345776"/>
              <a:gd name="connsiteX1279" fmla="*/ 1893975 w 8965936"/>
              <a:gd name="connsiteY1279" fmla="*/ 771781 h 3345776"/>
              <a:gd name="connsiteX1280" fmla="*/ 1883657 w 8965936"/>
              <a:gd name="connsiteY1280" fmla="*/ 764699 h 3345776"/>
              <a:gd name="connsiteX1281" fmla="*/ 1869255 w 8965936"/>
              <a:gd name="connsiteY1281" fmla="*/ 760522 h 3345776"/>
              <a:gd name="connsiteX1282" fmla="*/ 1892999 w 8965936"/>
              <a:gd name="connsiteY1282" fmla="*/ 680357 h 3345776"/>
              <a:gd name="connsiteX1283" fmla="*/ 1907017 w 8965936"/>
              <a:gd name="connsiteY1283" fmla="*/ 707570 h 3345776"/>
              <a:gd name="connsiteX1284" fmla="*/ 1896338 w 8965936"/>
              <a:gd name="connsiteY1284" fmla="*/ 698594 h 3345776"/>
              <a:gd name="connsiteX1285" fmla="*/ 1826552 w 8965936"/>
              <a:gd name="connsiteY1285" fmla="*/ 659134 h 3345776"/>
              <a:gd name="connsiteX1286" fmla="*/ 1830916 w 8965936"/>
              <a:gd name="connsiteY1286" fmla="*/ 660894 h 3345776"/>
              <a:gd name="connsiteX1287" fmla="*/ 1851688 w 8965936"/>
              <a:gd name="connsiteY1287" fmla="*/ 678234 h 3345776"/>
              <a:gd name="connsiteX1288" fmla="*/ 1855698 w 8965936"/>
              <a:gd name="connsiteY1288" fmla="*/ 756590 h 3345776"/>
              <a:gd name="connsiteX1289" fmla="*/ 1829381 w 8965936"/>
              <a:gd name="connsiteY1289" fmla="*/ 748959 h 3345776"/>
              <a:gd name="connsiteX1290" fmla="*/ 1854962 w 8965936"/>
              <a:gd name="connsiteY1290" fmla="*/ 613361 h 3345776"/>
              <a:gd name="connsiteX1291" fmla="*/ 1862043 w 8965936"/>
              <a:gd name="connsiteY1291" fmla="*/ 620271 h 3345776"/>
              <a:gd name="connsiteX1292" fmla="*/ 1872635 w 8965936"/>
              <a:gd name="connsiteY1292" fmla="*/ 640830 h 3345776"/>
              <a:gd name="connsiteX1293" fmla="*/ 1880819 w 8965936"/>
              <a:gd name="connsiteY1293" fmla="*/ 685552 h 3345776"/>
              <a:gd name="connsiteX1294" fmla="*/ 1864199 w 8965936"/>
              <a:gd name="connsiteY1294" fmla="*/ 671582 h 3345776"/>
              <a:gd name="connsiteX1295" fmla="*/ 1617864 w 8965936"/>
              <a:gd name="connsiteY1295" fmla="*/ 607084 h 3345776"/>
              <a:gd name="connsiteX1296" fmla="*/ 1734488 w 8965936"/>
              <a:gd name="connsiteY1296" fmla="*/ 621975 h 3345776"/>
              <a:gd name="connsiteX1297" fmla="*/ 1812393 w 8965936"/>
              <a:gd name="connsiteY1297" fmla="*/ 653418 h 3345776"/>
              <a:gd name="connsiteX1298" fmla="*/ 1815417 w 8965936"/>
              <a:gd name="connsiteY1298" fmla="*/ 744909 h 3345776"/>
              <a:gd name="connsiteX1299" fmla="*/ 1789233 w 8965936"/>
              <a:gd name="connsiteY1299" fmla="*/ 737315 h 3345776"/>
              <a:gd name="connsiteX1300" fmla="*/ 1675712 w 8965936"/>
              <a:gd name="connsiteY1300" fmla="*/ 733635 h 3345776"/>
              <a:gd name="connsiteX1301" fmla="*/ 1203216 w 8965936"/>
              <a:gd name="connsiteY1301" fmla="*/ 905776 h 3345776"/>
              <a:gd name="connsiteX1302" fmla="*/ 977440 w 8965936"/>
              <a:gd name="connsiteY1302" fmla="*/ 990953 h 3345776"/>
              <a:gd name="connsiteX1303" fmla="*/ 810279 w 8965936"/>
              <a:gd name="connsiteY1303" fmla="*/ 955964 h 3345776"/>
              <a:gd name="connsiteX1304" fmla="*/ 752176 w 8965936"/>
              <a:gd name="connsiteY1304" fmla="*/ 935786 h 3345776"/>
              <a:gd name="connsiteX1305" fmla="*/ 288491 w 8965936"/>
              <a:gd name="connsiteY1305" fmla="*/ 1053144 h 3345776"/>
              <a:gd name="connsiteX1306" fmla="*/ 87760 w 8965936"/>
              <a:gd name="connsiteY1306" fmla="*/ 1305115 h 3345776"/>
              <a:gd name="connsiteX1307" fmla="*/ 37428 w 8965936"/>
              <a:gd name="connsiteY1307" fmla="*/ 1424664 h 3345776"/>
              <a:gd name="connsiteX1308" fmla="*/ 53400 w 8965936"/>
              <a:gd name="connsiteY1308" fmla="*/ 1363523 h 3345776"/>
              <a:gd name="connsiteX1309" fmla="*/ 293982 w 8965936"/>
              <a:gd name="connsiteY1309" fmla="*/ 987123 h 3345776"/>
              <a:gd name="connsiteX1310" fmla="*/ 702627 w 8965936"/>
              <a:gd name="connsiteY1310" fmla="*/ 830689 h 3345776"/>
              <a:gd name="connsiteX1311" fmla="*/ 763413 w 8965936"/>
              <a:gd name="connsiteY1311" fmla="*/ 837075 h 3345776"/>
              <a:gd name="connsiteX1312" fmla="*/ 921507 w 8965936"/>
              <a:gd name="connsiteY1312" fmla="*/ 841416 h 3345776"/>
              <a:gd name="connsiteX1313" fmla="*/ 1135536 w 8965936"/>
              <a:gd name="connsiteY1313" fmla="*/ 753430 h 3345776"/>
              <a:gd name="connsiteX1314" fmla="*/ 1617864 w 8965936"/>
              <a:gd name="connsiteY1314" fmla="*/ 607084 h 3345776"/>
              <a:gd name="connsiteX1315" fmla="*/ 1850521 w 8965936"/>
              <a:gd name="connsiteY1315" fmla="*/ 585375 h 3345776"/>
              <a:gd name="connsiteX1316" fmla="*/ 1854610 w 8965936"/>
              <a:gd name="connsiteY1316" fmla="*/ 594308 h 3345776"/>
              <a:gd name="connsiteX1317" fmla="*/ 1851449 w 8965936"/>
              <a:gd name="connsiteY1317" fmla="*/ 591206 h 3345776"/>
              <a:gd name="connsiteX1318" fmla="*/ 1821388 w 8965936"/>
              <a:gd name="connsiteY1318" fmla="*/ 580601 h 3345776"/>
              <a:gd name="connsiteX1319" fmla="*/ 1839078 w 8965936"/>
              <a:gd name="connsiteY1319" fmla="*/ 597862 h 3345776"/>
              <a:gd name="connsiteX1320" fmla="*/ 1848706 w 8965936"/>
              <a:gd name="connsiteY1320" fmla="*/ 658563 h 3345776"/>
              <a:gd name="connsiteX1321" fmla="*/ 1838242 w 8965936"/>
              <a:gd name="connsiteY1321" fmla="*/ 649769 h 3345776"/>
              <a:gd name="connsiteX1322" fmla="*/ 1826103 w 8965936"/>
              <a:gd name="connsiteY1322" fmla="*/ 644828 h 3345776"/>
              <a:gd name="connsiteX1323" fmla="*/ 1824852 w 8965936"/>
              <a:gd name="connsiteY1323" fmla="*/ 605137 h 3345776"/>
              <a:gd name="connsiteX1324" fmla="*/ 3163689 w 8965936"/>
              <a:gd name="connsiteY1324" fmla="*/ 571073 h 3345776"/>
              <a:gd name="connsiteX1325" fmla="*/ 3614088 w 8965936"/>
              <a:gd name="connsiteY1325" fmla="*/ 976268 h 3345776"/>
              <a:gd name="connsiteX1326" fmla="*/ 3653729 w 8965936"/>
              <a:gd name="connsiteY1326" fmla="*/ 1098055 h 3345776"/>
              <a:gd name="connsiteX1327" fmla="*/ 3659136 w 8965936"/>
              <a:gd name="connsiteY1327" fmla="*/ 1142681 h 3345776"/>
              <a:gd name="connsiteX1328" fmla="*/ 3640521 w 8965936"/>
              <a:gd name="connsiteY1328" fmla="*/ 1091327 h 3345776"/>
              <a:gd name="connsiteX1329" fmla="*/ 3188719 w 8965936"/>
              <a:gd name="connsiteY1329" fmla="*/ 676681 h 3345776"/>
              <a:gd name="connsiteX1330" fmla="*/ 2828474 w 8965936"/>
              <a:gd name="connsiteY1330" fmla="*/ 900286 h 3345776"/>
              <a:gd name="connsiteX1331" fmla="*/ 2763345 w 8965936"/>
              <a:gd name="connsiteY1331" fmla="*/ 998743 h 3345776"/>
              <a:gd name="connsiteX1332" fmla="*/ 2712265 w 8965936"/>
              <a:gd name="connsiteY1332" fmla="*/ 1077407 h 3345776"/>
              <a:gd name="connsiteX1333" fmla="*/ 2561321 w 8965936"/>
              <a:gd name="connsiteY1333" fmla="*/ 1251464 h 3345776"/>
              <a:gd name="connsiteX1334" fmla="*/ 2315311 w 8965936"/>
              <a:gd name="connsiteY1334" fmla="*/ 1356355 h 3345776"/>
              <a:gd name="connsiteX1335" fmla="*/ 2262767 w 8965936"/>
              <a:gd name="connsiteY1335" fmla="*/ 1355218 h 3345776"/>
              <a:gd name="connsiteX1336" fmla="*/ 2261808 w 8965936"/>
              <a:gd name="connsiteY1336" fmla="*/ 1354571 h 3345776"/>
              <a:gd name="connsiteX1337" fmla="*/ 2257235 w 8965936"/>
              <a:gd name="connsiteY1337" fmla="*/ 1348737 h 3345776"/>
              <a:gd name="connsiteX1338" fmla="*/ 2305412 w 8965936"/>
              <a:gd name="connsiteY1338" fmla="*/ 1343688 h 3345776"/>
              <a:gd name="connsiteX1339" fmla="*/ 2526715 w 8965936"/>
              <a:gd name="connsiteY1339" fmla="*/ 1228350 h 3345776"/>
              <a:gd name="connsiteX1340" fmla="*/ 2681362 w 8965936"/>
              <a:gd name="connsiteY1340" fmla="*/ 1029647 h 3345776"/>
              <a:gd name="connsiteX1341" fmla="*/ 2732442 w 8965936"/>
              <a:gd name="connsiteY1341" fmla="*/ 943705 h 3345776"/>
              <a:gd name="connsiteX1342" fmla="*/ 2800507 w 8965936"/>
              <a:gd name="connsiteY1342" fmla="*/ 829540 h 3345776"/>
              <a:gd name="connsiteX1343" fmla="*/ 3163689 w 8965936"/>
              <a:gd name="connsiteY1343" fmla="*/ 571073 h 3345776"/>
              <a:gd name="connsiteX1344" fmla="*/ 1811252 w 8965936"/>
              <a:gd name="connsiteY1344" fmla="*/ 508844 h 3345776"/>
              <a:gd name="connsiteX1345" fmla="*/ 1819811 w 8965936"/>
              <a:gd name="connsiteY1345" fmla="*/ 518288 h 3345776"/>
              <a:gd name="connsiteX1346" fmla="*/ 1825092 w 8965936"/>
              <a:gd name="connsiteY1346" fmla="*/ 529822 h 3345776"/>
              <a:gd name="connsiteX1347" fmla="*/ 1830231 w 8965936"/>
              <a:gd name="connsiteY1347" fmla="*/ 542084 h 3345776"/>
              <a:gd name="connsiteX1348" fmla="*/ 1835551 w 8965936"/>
              <a:gd name="connsiteY1348" fmla="*/ 575626 h 3345776"/>
              <a:gd name="connsiteX1349" fmla="*/ 1818294 w 8965936"/>
              <a:gd name="connsiteY1349" fmla="*/ 558711 h 3345776"/>
              <a:gd name="connsiteX1350" fmla="*/ 3138020 w 8965936"/>
              <a:gd name="connsiteY1350" fmla="*/ 452437 h 3345776"/>
              <a:gd name="connsiteX1351" fmla="*/ 3598891 w 8965936"/>
              <a:gd name="connsiteY1351" fmla="*/ 856485 h 3345776"/>
              <a:gd name="connsiteX1352" fmla="*/ 3642692 w 8965936"/>
              <a:gd name="connsiteY1352" fmla="*/ 1006974 h 3345776"/>
              <a:gd name="connsiteX1353" fmla="*/ 3645843 w 8965936"/>
              <a:gd name="connsiteY1353" fmla="*/ 1032971 h 3345776"/>
              <a:gd name="connsiteX1354" fmla="*/ 3625837 w 8965936"/>
              <a:gd name="connsiteY1354" fmla="*/ 971415 h 3345776"/>
              <a:gd name="connsiteX1355" fmla="*/ 3167521 w 8965936"/>
              <a:gd name="connsiteY1355" fmla="*/ 557663 h 3345776"/>
              <a:gd name="connsiteX1356" fmla="*/ 3162668 w 8965936"/>
              <a:gd name="connsiteY1356" fmla="*/ 557663 h 3345776"/>
              <a:gd name="connsiteX1357" fmla="*/ 2788503 w 8965936"/>
              <a:gd name="connsiteY1357" fmla="*/ 822389 h 3345776"/>
              <a:gd name="connsiteX1358" fmla="*/ 2719927 w 8965936"/>
              <a:gd name="connsiteY1358" fmla="*/ 937320 h 3345776"/>
              <a:gd name="connsiteX1359" fmla="*/ 2669486 w 8965936"/>
              <a:gd name="connsiteY1359" fmla="*/ 1023007 h 3345776"/>
              <a:gd name="connsiteX1360" fmla="*/ 2517137 w 8965936"/>
              <a:gd name="connsiteY1360" fmla="*/ 1218901 h 3345776"/>
              <a:gd name="connsiteX1361" fmla="*/ 2268927 w 8965936"/>
              <a:gd name="connsiteY1361" fmla="*/ 1336696 h 3345776"/>
              <a:gd name="connsiteX1362" fmla="*/ 2247666 w 8965936"/>
              <a:gd name="connsiteY1362" fmla="*/ 1336526 h 3345776"/>
              <a:gd name="connsiteX1363" fmla="*/ 2240002 w 8965936"/>
              <a:gd name="connsiteY1363" fmla="*/ 1326747 h 3345776"/>
              <a:gd name="connsiteX1364" fmla="*/ 2259745 w 8965936"/>
              <a:gd name="connsiteY1364" fmla="*/ 1324317 h 3345776"/>
              <a:gd name="connsiteX1365" fmla="*/ 2483550 w 8965936"/>
              <a:gd name="connsiteY1365" fmla="*/ 1195277 h 3345776"/>
              <a:gd name="connsiteX1366" fmla="*/ 2639476 w 8965936"/>
              <a:gd name="connsiteY1366" fmla="*/ 974736 h 3345776"/>
              <a:gd name="connsiteX1367" fmla="*/ 2688768 w 8965936"/>
              <a:gd name="connsiteY1367" fmla="*/ 882664 h 3345776"/>
              <a:gd name="connsiteX1368" fmla="*/ 2760407 w 8965936"/>
              <a:gd name="connsiteY1368" fmla="*/ 751514 h 3345776"/>
              <a:gd name="connsiteX1369" fmla="*/ 3138020 w 8965936"/>
              <a:gd name="connsiteY1369" fmla="*/ 452437 h 3345776"/>
              <a:gd name="connsiteX1370" fmla="*/ 3112480 w 8965936"/>
              <a:gd name="connsiteY1370" fmla="*/ 334059 h 3345776"/>
              <a:gd name="connsiteX1371" fmla="*/ 3584078 w 8965936"/>
              <a:gd name="connsiteY1371" fmla="*/ 736957 h 3345776"/>
              <a:gd name="connsiteX1372" fmla="*/ 3612681 w 8965936"/>
              <a:gd name="connsiteY1372" fmla="*/ 858522 h 3345776"/>
              <a:gd name="connsiteX1373" fmla="*/ 3610895 w 8965936"/>
              <a:gd name="connsiteY1373" fmla="*/ 852398 h 3345776"/>
              <a:gd name="connsiteX1374" fmla="*/ 3136489 w 8965936"/>
              <a:gd name="connsiteY1374" fmla="*/ 439539 h 3345776"/>
              <a:gd name="connsiteX1375" fmla="*/ 2748149 w 8965936"/>
              <a:gd name="connsiteY1375" fmla="*/ 745257 h 3345776"/>
              <a:gd name="connsiteX1376" fmla="*/ 2676251 w 8965936"/>
              <a:gd name="connsiteY1376" fmla="*/ 876916 h 3345776"/>
              <a:gd name="connsiteX1377" fmla="*/ 2627086 w 8965936"/>
              <a:gd name="connsiteY1377" fmla="*/ 968734 h 3345776"/>
              <a:gd name="connsiteX1378" fmla="*/ 2473846 w 8965936"/>
              <a:gd name="connsiteY1378" fmla="*/ 1185826 h 3345776"/>
              <a:gd name="connsiteX1379" fmla="*/ 2292234 w 8965936"/>
              <a:gd name="connsiteY1379" fmla="*/ 1300934 h 3345776"/>
              <a:gd name="connsiteX1380" fmla="*/ 2231427 w 8965936"/>
              <a:gd name="connsiteY1380" fmla="*/ 1315807 h 3345776"/>
              <a:gd name="connsiteX1381" fmla="*/ 2221381 w 8965936"/>
              <a:gd name="connsiteY1381" fmla="*/ 1302987 h 3345776"/>
              <a:gd name="connsiteX1382" fmla="*/ 2225861 w 8965936"/>
              <a:gd name="connsiteY1382" fmla="*/ 1302162 h 3345776"/>
              <a:gd name="connsiteX1383" fmla="*/ 2440133 w 8965936"/>
              <a:gd name="connsiteY1383" fmla="*/ 1162585 h 3345776"/>
              <a:gd name="connsiteX1384" fmla="*/ 2645349 w 8965936"/>
              <a:gd name="connsiteY1384" fmla="*/ 822900 h 3345776"/>
              <a:gd name="connsiteX1385" fmla="*/ 2720565 w 8965936"/>
              <a:gd name="connsiteY1385" fmla="*/ 673872 h 3345776"/>
              <a:gd name="connsiteX1386" fmla="*/ 3112480 w 8965936"/>
              <a:gd name="connsiteY1386" fmla="*/ 334059 h 3345776"/>
              <a:gd name="connsiteX1387" fmla="*/ 1147215 w 8965936"/>
              <a:gd name="connsiteY1387" fmla="*/ 407 h 3345776"/>
              <a:gd name="connsiteX1388" fmla="*/ 826882 w 8965936"/>
              <a:gd name="connsiteY1388" fmla="*/ 84659 h 3345776"/>
              <a:gd name="connsiteX1389" fmla="*/ 60674 w 8965936"/>
              <a:gd name="connsiteY1389" fmla="*/ 1040886 h 3345776"/>
              <a:gd name="connsiteX1390" fmla="*/ 72550 w 8965936"/>
              <a:gd name="connsiteY1390" fmla="*/ 1047143 h 3345776"/>
              <a:gd name="connsiteX1391" fmla="*/ 832885 w 8965936"/>
              <a:gd name="connsiteY1391" fmla="*/ 96023 h 3345776"/>
              <a:gd name="connsiteX1392" fmla="*/ 1466537 w 8965936"/>
              <a:gd name="connsiteY1392" fmla="*/ 75081 h 3345776"/>
              <a:gd name="connsiteX1393" fmla="*/ 1746199 w 8965936"/>
              <a:gd name="connsiteY1393" fmla="*/ 334933 h 3345776"/>
              <a:gd name="connsiteX1394" fmla="*/ 1760742 w 8965936"/>
              <a:gd name="connsiteY1394" fmla="*/ 375280 h 3345776"/>
              <a:gd name="connsiteX1395" fmla="*/ 1702385 w 8965936"/>
              <a:gd name="connsiteY1395" fmla="*/ 303985 h 3345776"/>
              <a:gd name="connsiteX1396" fmla="*/ 1442786 w 8965936"/>
              <a:gd name="connsiteY1396" fmla="*/ 171112 h 3345776"/>
              <a:gd name="connsiteX1397" fmla="*/ 901843 w 8965936"/>
              <a:gd name="connsiteY1397" fmla="*/ 248626 h 3345776"/>
              <a:gd name="connsiteX1398" fmla="*/ 861361 w 8965936"/>
              <a:gd name="connsiteY1398" fmla="*/ 271868 h 3345776"/>
              <a:gd name="connsiteX1399" fmla="*/ 745408 w 8965936"/>
              <a:gd name="connsiteY1399" fmla="*/ 337635 h 3345776"/>
              <a:gd name="connsiteX1400" fmla="*/ 555134 w 8965936"/>
              <a:gd name="connsiteY1400" fmla="*/ 461377 h 3345776"/>
              <a:gd name="connsiteX1401" fmla="*/ 271892 w 8965936"/>
              <a:gd name="connsiteY1401" fmla="*/ 747044 h 3345776"/>
              <a:gd name="connsiteX1402" fmla="*/ 45350 w 8965936"/>
              <a:gd name="connsiteY1402" fmla="*/ 1157094 h 3345776"/>
              <a:gd name="connsiteX1403" fmla="*/ 58120 w 8965936"/>
              <a:gd name="connsiteY1403" fmla="*/ 1162074 h 3345776"/>
              <a:gd name="connsiteX1404" fmla="*/ 282491 w 8965936"/>
              <a:gd name="connsiteY1404" fmla="*/ 755473 h 3345776"/>
              <a:gd name="connsiteX1405" fmla="*/ 563434 w 8965936"/>
              <a:gd name="connsiteY1405" fmla="*/ 472487 h 3345776"/>
              <a:gd name="connsiteX1406" fmla="*/ 751921 w 8965936"/>
              <a:gd name="connsiteY1406" fmla="*/ 349638 h 3345776"/>
              <a:gd name="connsiteX1407" fmla="*/ 868129 w 8965936"/>
              <a:gd name="connsiteY1407" fmla="*/ 283744 h 3345776"/>
              <a:gd name="connsiteX1408" fmla="*/ 908612 w 8965936"/>
              <a:gd name="connsiteY1408" fmla="*/ 260503 h 3345776"/>
              <a:gd name="connsiteX1409" fmla="*/ 1439849 w 8965936"/>
              <a:gd name="connsiteY1409" fmla="*/ 184520 h 3345776"/>
              <a:gd name="connsiteX1410" fmla="*/ 1693031 w 8965936"/>
              <a:gd name="connsiteY1410" fmla="*/ 313691 h 3345776"/>
              <a:gd name="connsiteX1411" fmla="*/ 1774216 w 8965936"/>
              <a:gd name="connsiteY1411" fmla="*/ 412664 h 3345776"/>
              <a:gd name="connsiteX1412" fmla="*/ 1789752 w 8965936"/>
              <a:gd name="connsiteY1412" fmla="*/ 455758 h 3345776"/>
              <a:gd name="connsiteX1413" fmla="*/ 1791466 w 8965936"/>
              <a:gd name="connsiteY1413" fmla="*/ 468032 h 3345776"/>
              <a:gd name="connsiteX1414" fmla="*/ 1747371 w 8965936"/>
              <a:gd name="connsiteY1414" fmla="*/ 419251 h 3345776"/>
              <a:gd name="connsiteX1415" fmla="*/ 1500763 w 8965936"/>
              <a:gd name="connsiteY1415" fmla="*/ 311838 h 3345776"/>
              <a:gd name="connsiteX1416" fmla="*/ 977185 w 8965936"/>
              <a:gd name="connsiteY1416" fmla="*/ 413105 h 3345776"/>
              <a:gd name="connsiteX1417" fmla="*/ 803513 w 8965936"/>
              <a:gd name="connsiteY1417" fmla="*/ 500964 h 3345776"/>
              <a:gd name="connsiteX1418" fmla="*/ 760732 w 8965936"/>
              <a:gd name="connsiteY1418" fmla="*/ 516798 h 3345776"/>
              <a:gd name="connsiteX1419" fmla="*/ 604299 w 8965936"/>
              <a:gd name="connsiteY1419" fmla="*/ 579627 h 3345776"/>
              <a:gd name="connsiteX1420" fmla="*/ 276105 w 8965936"/>
              <a:gd name="connsiteY1420" fmla="*/ 823665 h 3345776"/>
              <a:gd name="connsiteX1421" fmla="*/ 30792 w 8965936"/>
              <a:gd name="connsiteY1421" fmla="*/ 1274451 h 3345776"/>
              <a:gd name="connsiteX1422" fmla="*/ 43562 w 8965936"/>
              <a:gd name="connsiteY1422" fmla="*/ 1278409 h 3345776"/>
              <a:gd name="connsiteX1423" fmla="*/ 286195 w 8965936"/>
              <a:gd name="connsiteY1423" fmla="*/ 832476 h 3345776"/>
              <a:gd name="connsiteX1424" fmla="*/ 609790 w 8965936"/>
              <a:gd name="connsiteY1424" fmla="*/ 592398 h 3345776"/>
              <a:gd name="connsiteX1425" fmla="*/ 765202 w 8965936"/>
              <a:gd name="connsiteY1425" fmla="*/ 529952 h 3345776"/>
              <a:gd name="connsiteX1426" fmla="*/ 807982 w 8965936"/>
              <a:gd name="connsiteY1426" fmla="*/ 513990 h 3345776"/>
              <a:gd name="connsiteX1427" fmla="*/ 983826 w 8965936"/>
              <a:gd name="connsiteY1427" fmla="*/ 424599 h 3345776"/>
              <a:gd name="connsiteX1428" fmla="*/ 1498973 w 8965936"/>
              <a:gd name="connsiteY1428" fmla="*/ 324736 h 3345776"/>
              <a:gd name="connsiteX1429" fmla="*/ 1738829 w 8965936"/>
              <a:gd name="connsiteY1429" fmla="*/ 428941 h 3345776"/>
              <a:gd name="connsiteX1430" fmla="*/ 1794601 w 8965936"/>
              <a:gd name="connsiteY1430" fmla="*/ 490474 h 3345776"/>
              <a:gd name="connsiteX1431" fmla="*/ 1801890 w 8965936"/>
              <a:gd name="connsiteY1431" fmla="*/ 542632 h 3345776"/>
              <a:gd name="connsiteX1432" fmla="*/ 1792941 w 8965936"/>
              <a:gd name="connsiteY1432" fmla="*/ 533863 h 3345776"/>
              <a:gd name="connsiteX1433" fmla="*/ 1559377 w 8965936"/>
              <a:gd name="connsiteY1433" fmla="*/ 452310 h 3345776"/>
              <a:gd name="connsiteX1434" fmla="*/ 1052401 w 8965936"/>
              <a:gd name="connsiteY1434" fmla="*/ 577201 h 3345776"/>
              <a:gd name="connsiteX1435" fmla="*/ 861488 w 8965936"/>
              <a:gd name="connsiteY1435" fmla="*/ 664038 h 3345776"/>
              <a:gd name="connsiteX1436" fmla="*/ 730340 w 8965936"/>
              <a:gd name="connsiteY1436" fmla="*/ 686641 h 3345776"/>
              <a:gd name="connsiteX1437" fmla="*/ 653719 w 8965936"/>
              <a:gd name="connsiteY1437" fmla="*/ 698262 h 3345776"/>
              <a:gd name="connsiteX1438" fmla="*/ 280447 w 8965936"/>
              <a:gd name="connsiteY1438" fmla="*/ 900286 h 3345776"/>
              <a:gd name="connsiteX1439" fmla="*/ 16106 w 8965936"/>
              <a:gd name="connsiteY1439" fmla="*/ 1391297 h 3345776"/>
              <a:gd name="connsiteX1440" fmla="*/ 28876 w 8965936"/>
              <a:gd name="connsiteY1440" fmla="*/ 1394362 h 3345776"/>
              <a:gd name="connsiteX1441" fmla="*/ 289641 w 8965936"/>
              <a:gd name="connsiteY1441" fmla="*/ 909735 h 3345776"/>
              <a:gd name="connsiteX1442" fmla="*/ 656528 w 8965936"/>
              <a:gd name="connsiteY1442" fmla="*/ 711415 h 3345776"/>
              <a:gd name="connsiteX1443" fmla="*/ 733150 w 8965936"/>
              <a:gd name="connsiteY1443" fmla="*/ 699922 h 3345776"/>
              <a:gd name="connsiteX1444" fmla="*/ 865447 w 8965936"/>
              <a:gd name="connsiteY1444" fmla="*/ 677446 h 3345776"/>
              <a:gd name="connsiteX1445" fmla="*/ 1060446 w 8965936"/>
              <a:gd name="connsiteY1445" fmla="*/ 588950 h 3345776"/>
              <a:gd name="connsiteX1446" fmla="*/ 1558483 w 8965936"/>
              <a:gd name="connsiteY1446" fmla="*/ 466102 h 3345776"/>
              <a:gd name="connsiteX1447" fmla="*/ 1784641 w 8965936"/>
              <a:gd name="connsiteY1447" fmla="*/ 544749 h 3345776"/>
              <a:gd name="connsiteX1448" fmla="*/ 1804955 w 8965936"/>
              <a:gd name="connsiteY1448" fmla="*/ 564570 h 3345776"/>
              <a:gd name="connsiteX1449" fmla="*/ 1810853 w 8965936"/>
              <a:gd name="connsiteY1449" fmla="*/ 606766 h 3345776"/>
              <a:gd name="connsiteX1450" fmla="*/ 1811919 w 8965936"/>
              <a:gd name="connsiteY1450" fmla="*/ 639057 h 3345776"/>
              <a:gd name="connsiteX1451" fmla="*/ 1738305 w 8965936"/>
              <a:gd name="connsiteY1451" fmla="*/ 609100 h 3345776"/>
              <a:gd name="connsiteX1452" fmla="*/ 1617606 w 8965936"/>
              <a:gd name="connsiteY1452" fmla="*/ 593548 h 3345776"/>
              <a:gd name="connsiteX1453" fmla="*/ 1127745 w 8965936"/>
              <a:gd name="connsiteY1453" fmla="*/ 742192 h 3345776"/>
              <a:gd name="connsiteX1454" fmla="*/ 919464 w 8965936"/>
              <a:gd name="connsiteY1454" fmla="*/ 828008 h 3345776"/>
              <a:gd name="connsiteX1455" fmla="*/ 764690 w 8965936"/>
              <a:gd name="connsiteY1455" fmla="*/ 823792 h 3345776"/>
              <a:gd name="connsiteX1456" fmla="*/ 702881 w 8965936"/>
              <a:gd name="connsiteY1456" fmla="*/ 817281 h 3345776"/>
              <a:gd name="connsiteX1457" fmla="*/ 285426 w 8965936"/>
              <a:gd name="connsiteY1457" fmla="*/ 977290 h 3345776"/>
              <a:gd name="connsiteX1458" fmla="*/ 2185 w 8965936"/>
              <a:gd name="connsiteY1458" fmla="*/ 1508400 h 3345776"/>
              <a:gd name="connsiteX1459" fmla="*/ 11374 w 8965936"/>
              <a:gd name="connsiteY1459" fmla="*/ 1510053 h 3345776"/>
              <a:gd name="connsiteX1460" fmla="*/ 0 w 8965936"/>
              <a:gd name="connsiteY1460" fmla="*/ 1561947 h 3345776"/>
              <a:gd name="connsiteX1461" fmla="*/ 0 w 8965936"/>
              <a:gd name="connsiteY1461" fmla="*/ 1671412 h 3345776"/>
              <a:gd name="connsiteX1462" fmla="*/ 48514 w 8965936"/>
              <a:gd name="connsiteY1462" fmla="*/ 1538362 h 3345776"/>
              <a:gd name="connsiteX1463" fmla="*/ 303815 w 8965936"/>
              <a:gd name="connsiteY1463" fmla="*/ 1219539 h 3345776"/>
              <a:gd name="connsiteX1464" fmla="*/ 841564 w 8965936"/>
              <a:gd name="connsiteY1464" fmla="*/ 1187359 h 3345776"/>
              <a:gd name="connsiteX1465" fmla="*/ 899415 w 8965936"/>
              <a:gd name="connsiteY1465" fmla="*/ 1233075 h 3345776"/>
              <a:gd name="connsiteX1466" fmla="*/ 1090965 w 8965936"/>
              <a:gd name="connsiteY1466" fmla="*/ 1333321 h 3345776"/>
              <a:gd name="connsiteX1467" fmla="*/ 1361693 w 8965936"/>
              <a:gd name="connsiteY1467" fmla="*/ 1247123 h 3345776"/>
              <a:gd name="connsiteX1468" fmla="*/ 1795877 w 8965936"/>
              <a:gd name="connsiteY1468" fmla="*/ 1030031 h 3345776"/>
              <a:gd name="connsiteX1469" fmla="*/ 1833705 w 8965936"/>
              <a:gd name="connsiteY1469" fmla="*/ 1022350 h 3345776"/>
              <a:gd name="connsiteX1470" fmla="*/ 1854656 w 8965936"/>
              <a:gd name="connsiteY1470" fmla="*/ 1107667 h 3345776"/>
              <a:gd name="connsiteX1471" fmla="*/ 1874505 w 8965936"/>
              <a:gd name="connsiteY1471" fmla="*/ 1148146 h 3345776"/>
              <a:gd name="connsiteX1472" fmla="*/ 1848619 w 8965936"/>
              <a:gd name="connsiteY1472" fmla="*/ 1156966 h 3345776"/>
              <a:gd name="connsiteX1473" fmla="*/ 1427970 w 8965936"/>
              <a:gd name="connsiteY1473" fmla="*/ 1399599 h 3345776"/>
              <a:gd name="connsiteX1474" fmla="*/ 1149325 w 8965936"/>
              <a:gd name="connsiteY1474" fmla="*/ 1482604 h 3345776"/>
              <a:gd name="connsiteX1475" fmla="*/ 957774 w 8965936"/>
              <a:gd name="connsiteY1475" fmla="*/ 1354903 h 3345776"/>
              <a:gd name="connsiteX1476" fmla="*/ 897245 w 8965936"/>
              <a:gd name="connsiteY1476" fmla="*/ 1294884 h 3345776"/>
              <a:gd name="connsiteX1477" fmla="*/ 299857 w 8965936"/>
              <a:gd name="connsiteY1477" fmla="*/ 1284412 h 3345776"/>
              <a:gd name="connsiteX1478" fmla="*/ 41614 w 8965936"/>
              <a:gd name="connsiteY1478" fmla="*/ 1579530 h 3345776"/>
              <a:gd name="connsiteX1479" fmla="*/ 0 w 8965936"/>
              <a:gd name="connsiteY1479" fmla="*/ 1688171 h 3345776"/>
              <a:gd name="connsiteX1480" fmla="*/ 0 w 8965936"/>
              <a:gd name="connsiteY1480" fmla="*/ 1728239 h 3345776"/>
              <a:gd name="connsiteX1481" fmla="*/ 54447 w 8965936"/>
              <a:gd name="connsiteY1481" fmla="*/ 1586681 h 3345776"/>
              <a:gd name="connsiteX1482" fmla="*/ 307137 w 8965936"/>
              <a:gd name="connsiteY1482" fmla="*/ 1295649 h 3345776"/>
              <a:gd name="connsiteX1483" fmla="*/ 888434 w 8965936"/>
              <a:gd name="connsiteY1483" fmla="*/ 1305100 h 3345776"/>
              <a:gd name="connsiteX1484" fmla="*/ 947942 w 8965936"/>
              <a:gd name="connsiteY1484" fmla="*/ 1364226 h 3345776"/>
              <a:gd name="connsiteX1485" fmla="*/ 1147156 w 8965936"/>
              <a:gd name="connsiteY1485" fmla="*/ 1496012 h 3345776"/>
              <a:gd name="connsiteX1486" fmla="*/ 1436526 w 8965936"/>
              <a:gd name="connsiteY1486" fmla="*/ 1410580 h 3345776"/>
              <a:gd name="connsiteX1487" fmla="*/ 1854366 w 8965936"/>
              <a:gd name="connsiteY1487" fmla="*/ 1169737 h 3345776"/>
              <a:gd name="connsiteX1488" fmla="*/ 1880648 w 8965936"/>
              <a:gd name="connsiteY1488" fmla="*/ 1160671 h 3345776"/>
              <a:gd name="connsiteX1489" fmla="*/ 1895427 w 8965936"/>
              <a:gd name="connsiteY1489" fmla="*/ 1190814 h 3345776"/>
              <a:gd name="connsiteX1490" fmla="*/ 1959081 w 8965936"/>
              <a:gd name="connsiteY1490" fmla="*/ 1260022 h 3345776"/>
              <a:gd name="connsiteX1491" fmla="*/ 1970807 w 8965936"/>
              <a:gd name="connsiteY1491" fmla="*/ 1267133 h 3345776"/>
              <a:gd name="connsiteX1492" fmla="*/ 1907744 w 8965936"/>
              <a:gd name="connsiteY1492" fmla="*/ 1299098 h 3345776"/>
              <a:gd name="connsiteX1493" fmla="*/ 1504462 w 8965936"/>
              <a:gd name="connsiteY1493" fmla="*/ 1564844 h 3345776"/>
              <a:gd name="connsiteX1494" fmla="*/ 1208069 w 8965936"/>
              <a:gd name="connsiteY1494" fmla="*/ 1647338 h 3345776"/>
              <a:gd name="connsiteX1495" fmla="*/ 1008854 w 8965936"/>
              <a:gd name="connsiteY1495" fmla="*/ 1487712 h 3345776"/>
              <a:gd name="connsiteX1496" fmla="*/ 946408 w 8965936"/>
              <a:gd name="connsiteY1496" fmla="*/ 1413900 h 3345776"/>
              <a:gd name="connsiteX1497" fmla="*/ 304965 w 8965936"/>
              <a:gd name="connsiteY1497" fmla="*/ 1360776 h 3345776"/>
              <a:gd name="connsiteX1498" fmla="*/ 28315 w 8965936"/>
              <a:gd name="connsiteY1498" fmla="*/ 1670437 h 3345776"/>
              <a:gd name="connsiteX1499" fmla="*/ 0 w 8965936"/>
              <a:gd name="connsiteY1499" fmla="*/ 1746016 h 3345776"/>
              <a:gd name="connsiteX1500" fmla="*/ 0 w 8965936"/>
              <a:gd name="connsiteY1500" fmla="*/ 1783074 h 3345776"/>
              <a:gd name="connsiteX1501" fmla="*/ 39554 w 8965936"/>
              <a:gd name="connsiteY1501" fmla="*/ 1677189 h 3345776"/>
              <a:gd name="connsiteX1502" fmla="*/ 311351 w 8965936"/>
              <a:gd name="connsiteY1502" fmla="*/ 1372653 h 3345776"/>
              <a:gd name="connsiteX1503" fmla="*/ 936192 w 8965936"/>
              <a:gd name="connsiteY1503" fmla="*/ 1423734 h 3345776"/>
              <a:gd name="connsiteX1504" fmla="*/ 997743 w 8965936"/>
              <a:gd name="connsiteY1504" fmla="*/ 1496523 h 3345776"/>
              <a:gd name="connsiteX1505" fmla="*/ 1204494 w 8965936"/>
              <a:gd name="connsiteY1505" fmla="*/ 1659599 h 3345776"/>
              <a:gd name="connsiteX1506" fmla="*/ 1512509 w 8965936"/>
              <a:gd name="connsiteY1506" fmla="*/ 1574932 h 3345776"/>
              <a:gd name="connsiteX1507" fmla="*/ 1914640 w 8965936"/>
              <a:gd name="connsiteY1507" fmla="*/ 1309825 h 3345776"/>
              <a:gd name="connsiteX1508" fmla="*/ 1983446 w 8965936"/>
              <a:gd name="connsiteY1508" fmla="*/ 1274795 h 3345776"/>
              <a:gd name="connsiteX1509" fmla="*/ 2017532 w 8965936"/>
              <a:gd name="connsiteY1509" fmla="*/ 1295464 h 3345776"/>
              <a:gd name="connsiteX1510" fmla="*/ 2052206 w 8965936"/>
              <a:gd name="connsiteY1510" fmla="*/ 1305726 h 3345776"/>
              <a:gd name="connsiteX1511" fmla="*/ 2066085 w 8965936"/>
              <a:gd name="connsiteY1511" fmla="*/ 1313631 h 3345776"/>
              <a:gd name="connsiteX1512" fmla="*/ 2096050 w 8965936"/>
              <a:gd name="connsiteY1512" fmla="*/ 1322529 h 3345776"/>
              <a:gd name="connsiteX1513" fmla="*/ 2114515 w 8965936"/>
              <a:gd name="connsiteY1513" fmla="*/ 1332392 h 3345776"/>
              <a:gd name="connsiteX1514" fmla="*/ 2131277 w 8965936"/>
              <a:gd name="connsiteY1514" fmla="*/ 1337121 h 3345776"/>
              <a:gd name="connsiteX1515" fmla="*/ 2109225 w 8965936"/>
              <a:gd name="connsiteY1515" fmla="*/ 1346873 h 3345776"/>
              <a:gd name="connsiteX1516" fmla="*/ 1965849 w 8965936"/>
              <a:gd name="connsiteY1516" fmla="*/ 1439824 h 3345776"/>
              <a:gd name="connsiteX1517" fmla="*/ 1579808 w 8965936"/>
              <a:gd name="connsiteY1517" fmla="*/ 1728812 h 3345776"/>
              <a:gd name="connsiteX1518" fmla="*/ 1265534 w 8965936"/>
              <a:gd name="connsiteY1518" fmla="*/ 1810541 h 3345776"/>
              <a:gd name="connsiteX1519" fmla="*/ 1058402 w 8965936"/>
              <a:gd name="connsiteY1519" fmla="*/ 1621798 h 3345776"/>
              <a:gd name="connsiteX1520" fmla="*/ 994425 w 8965936"/>
              <a:gd name="connsiteY1520" fmla="*/ 1533685 h 3345776"/>
              <a:gd name="connsiteX1521" fmla="*/ 308923 w 8965936"/>
              <a:gd name="connsiteY1521" fmla="*/ 1438164 h 3345776"/>
              <a:gd name="connsiteX1522" fmla="*/ 14301 w 8965936"/>
              <a:gd name="connsiteY1522" fmla="*/ 1762525 h 3345776"/>
              <a:gd name="connsiteX1523" fmla="*/ 0 w 8965936"/>
              <a:gd name="connsiteY1523" fmla="*/ 1801440 h 3345776"/>
              <a:gd name="connsiteX1524" fmla="*/ 0 w 8965936"/>
              <a:gd name="connsiteY1524" fmla="*/ 1837855 h 3345776"/>
              <a:gd name="connsiteX1525" fmla="*/ 25331 w 8965936"/>
              <a:gd name="connsiteY1525" fmla="*/ 1768863 h 3345776"/>
              <a:gd name="connsiteX1526" fmla="*/ 315436 w 8965936"/>
              <a:gd name="connsiteY1526" fmla="*/ 1449785 h 3345776"/>
              <a:gd name="connsiteX1527" fmla="*/ 983954 w 8965936"/>
              <a:gd name="connsiteY1527" fmla="*/ 1542368 h 3345776"/>
              <a:gd name="connsiteX1528" fmla="*/ 1047805 w 8965936"/>
              <a:gd name="connsiteY1528" fmla="*/ 1629078 h 3345776"/>
              <a:gd name="connsiteX1529" fmla="*/ 1261958 w 8965936"/>
              <a:gd name="connsiteY1529" fmla="*/ 1823182 h 3345776"/>
              <a:gd name="connsiteX1530" fmla="*/ 1588490 w 8965936"/>
              <a:gd name="connsiteY1530" fmla="*/ 1739156 h 3345776"/>
              <a:gd name="connsiteX1531" fmla="*/ 1974276 w 8965936"/>
              <a:gd name="connsiteY1531" fmla="*/ 1450551 h 3345776"/>
              <a:gd name="connsiteX1532" fmla="*/ 2112291 w 8965936"/>
              <a:gd name="connsiteY1532" fmla="*/ 1360554 h 3345776"/>
              <a:gd name="connsiteX1533" fmla="*/ 2147494 w 8965936"/>
              <a:gd name="connsiteY1533" fmla="*/ 1344457 h 3345776"/>
              <a:gd name="connsiteX1534" fmla="*/ 2164470 w 8965936"/>
              <a:gd name="connsiteY1534" fmla="*/ 1352945 h 3345776"/>
              <a:gd name="connsiteX1535" fmla="*/ 2176885 w 8965936"/>
              <a:gd name="connsiteY1535" fmla="*/ 1355242 h 3345776"/>
              <a:gd name="connsiteX1536" fmla="*/ 2212055 w 8965936"/>
              <a:gd name="connsiteY1536" fmla="*/ 1371562 h 3345776"/>
              <a:gd name="connsiteX1537" fmla="*/ 2219086 w 8965936"/>
              <a:gd name="connsiteY1537" fmla="*/ 1372817 h 3345776"/>
              <a:gd name="connsiteX1538" fmla="*/ 2249145 w 8965936"/>
              <a:gd name="connsiteY1538" fmla="*/ 1385649 h 3345776"/>
              <a:gd name="connsiteX1539" fmla="*/ 2254326 w 8965936"/>
              <a:gd name="connsiteY1539" fmla="*/ 1389254 h 3345776"/>
              <a:gd name="connsiteX1540" fmla="*/ 2280103 w 8965936"/>
              <a:gd name="connsiteY1540" fmla="*/ 1396983 h 3345776"/>
              <a:gd name="connsiteX1541" fmla="*/ 2290091 w 8965936"/>
              <a:gd name="connsiteY1541" fmla="*/ 1403038 h 3345776"/>
              <a:gd name="connsiteX1542" fmla="*/ 2307466 w 8965936"/>
              <a:gd name="connsiteY1542" fmla="*/ 1416805 h 3345776"/>
              <a:gd name="connsiteX1543" fmla="*/ 2424117 w 8965936"/>
              <a:gd name="connsiteY1543" fmla="*/ 1463844 h 3345776"/>
              <a:gd name="connsiteX1544" fmla="*/ 2404435 w 8965936"/>
              <a:gd name="connsiteY1544" fmla="*/ 1458828 h 3345776"/>
              <a:gd name="connsiteX1545" fmla="*/ 2306811 w 8965936"/>
              <a:gd name="connsiteY1545" fmla="*/ 1422840 h 3345776"/>
              <a:gd name="connsiteX1546" fmla="*/ 2239129 w 8965936"/>
              <a:gd name="connsiteY1546" fmla="*/ 1403813 h 3345776"/>
              <a:gd name="connsiteX1547" fmla="*/ 2237471 w 8965936"/>
              <a:gd name="connsiteY1547" fmla="*/ 1403813 h 3345776"/>
              <a:gd name="connsiteX1548" fmla="*/ 2236064 w 8965936"/>
              <a:gd name="connsiteY1548" fmla="*/ 1404578 h 3345776"/>
              <a:gd name="connsiteX1549" fmla="*/ 2037872 w 8965936"/>
              <a:gd name="connsiteY1549" fmla="*/ 1568165 h 3345776"/>
              <a:gd name="connsiteX1550" fmla="*/ 2023824 w 8965936"/>
              <a:gd name="connsiteY1550" fmla="*/ 1580935 h 3345776"/>
              <a:gd name="connsiteX1551" fmla="*/ 1655024 w 8965936"/>
              <a:gd name="connsiteY1551" fmla="*/ 1893037 h 3345776"/>
              <a:gd name="connsiteX1552" fmla="*/ 1322999 w 8965936"/>
              <a:gd name="connsiteY1552" fmla="*/ 1974126 h 3345776"/>
              <a:gd name="connsiteX1553" fmla="*/ 1108461 w 8965936"/>
              <a:gd name="connsiteY1553" fmla="*/ 1755247 h 3345776"/>
              <a:gd name="connsiteX1554" fmla="*/ 1041803 w 8965936"/>
              <a:gd name="connsiteY1554" fmla="*/ 1653086 h 3345776"/>
              <a:gd name="connsiteX1555" fmla="*/ 312371 w 8965936"/>
              <a:gd name="connsiteY1555" fmla="*/ 1515168 h 3345776"/>
              <a:gd name="connsiteX1556" fmla="*/ 60014 w 8965936"/>
              <a:gd name="connsiteY1556" fmla="*/ 1749248 h 3345776"/>
              <a:gd name="connsiteX1557" fmla="*/ 0 w 8965936"/>
              <a:gd name="connsiteY1557" fmla="*/ 1849699 h 3345776"/>
              <a:gd name="connsiteX1558" fmla="*/ 0 w 8965936"/>
              <a:gd name="connsiteY1558" fmla="*/ 1886744 h 3345776"/>
              <a:gd name="connsiteX1559" fmla="*/ 9735 w 8965936"/>
              <a:gd name="connsiteY1559" fmla="*/ 1859562 h 3345776"/>
              <a:gd name="connsiteX1560" fmla="*/ 318756 w 8965936"/>
              <a:gd name="connsiteY1560" fmla="*/ 1527044 h 3345776"/>
              <a:gd name="connsiteX1561" fmla="*/ 1031074 w 8965936"/>
              <a:gd name="connsiteY1561" fmla="*/ 1661131 h 3345776"/>
              <a:gd name="connsiteX1562" fmla="*/ 1096968 w 8965936"/>
              <a:gd name="connsiteY1562" fmla="*/ 1762271 h 3345776"/>
              <a:gd name="connsiteX1563" fmla="*/ 1318785 w 8965936"/>
              <a:gd name="connsiteY1563" fmla="*/ 1986769 h 3345776"/>
              <a:gd name="connsiteX1564" fmla="*/ 1663579 w 8965936"/>
              <a:gd name="connsiteY1564" fmla="*/ 1903508 h 3345776"/>
              <a:gd name="connsiteX1565" fmla="*/ 2033147 w 8965936"/>
              <a:gd name="connsiteY1565" fmla="*/ 1590767 h 3345776"/>
              <a:gd name="connsiteX1566" fmla="*/ 2047194 w 8965936"/>
              <a:gd name="connsiteY1566" fmla="*/ 1577997 h 3345776"/>
              <a:gd name="connsiteX1567" fmla="*/ 2240661 w 8965936"/>
              <a:gd name="connsiteY1567" fmla="*/ 1417221 h 3345776"/>
              <a:gd name="connsiteX1568" fmla="*/ 2301703 w 8965936"/>
              <a:gd name="connsiteY1568" fmla="*/ 1435099 h 3345776"/>
              <a:gd name="connsiteX1569" fmla="*/ 2400467 w 8965936"/>
              <a:gd name="connsiteY1569" fmla="*/ 1471499 h 3345776"/>
              <a:gd name="connsiteX1570" fmla="*/ 2496468 w 8965936"/>
              <a:gd name="connsiteY1570" fmla="*/ 1496018 h 3345776"/>
              <a:gd name="connsiteX1571" fmla="*/ 2459798 w 8965936"/>
              <a:gd name="connsiteY1571" fmla="*/ 1489757 h 3345776"/>
              <a:gd name="connsiteX1572" fmla="*/ 2275396 w 8965936"/>
              <a:gd name="connsiteY1572" fmla="*/ 1491927 h 3345776"/>
              <a:gd name="connsiteX1573" fmla="*/ 2175791 w 8965936"/>
              <a:gd name="connsiteY1573" fmla="*/ 1604304 h 3345776"/>
              <a:gd name="connsiteX1574" fmla="*/ 2082056 w 8965936"/>
              <a:gd name="connsiteY1574" fmla="*/ 1722428 h 3345776"/>
              <a:gd name="connsiteX1575" fmla="*/ 1730494 w 8965936"/>
              <a:gd name="connsiteY1575" fmla="*/ 2057643 h 3345776"/>
              <a:gd name="connsiteX1576" fmla="*/ 1380467 w 8965936"/>
              <a:gd name="connsiteY1576" fmla="*/ 2138096 h 3345776"/>
              <a:gd name="connsiteX1577" fmla="*/ 1158520 w 8965936"/>
              <a:gd name="connsiteY1577" fmla="*/ 1889078 h 3345776"/>
              <a:gd name="connsiteX1578" fmla="*/ 1089690 w 8965936"/>
              <a:gd name="connsiteY1578" fmla="*/ 1772359 h 3345776"/>
              <a:gd name="connsiteX1579" fmla="*/ 316329 w 8965936"/>
              <a:gd name="connsiteY1579" fmla="*/ 1592045 h 3345776"/>
              <a:gd name="connsiteX1580" fmla="*/ 47382 w 8965936"/>
              <a:gd name="connsiteY1580" fmla="*/ 1834866 h 3345776"/>
              <a:gd name="connsiteX1581" fmla="*/ 0 w 8965936"/>
              <a:gd name="connsiteY1581" fmla="*/ 1913969 h 3345776"/>
              <a:gd name="connsiteX1582" fmla="*/ 0 w 8965936"/>
              <a:gd name="connsiteY1582" fmla="*/ 1939996 h 3345776"/>
              <a:gd name="connsiteX1583" fmla="*/ 58082 w 8965936"/>
              <a:gd name="connsiteY1583" fmla="*/ 1842948 h 3345776"/>
              <a:gd name="connsiteX1584" fmla="*/ 322459 w 8965936"/>
              <a:gd name="connsiteY1584" fmla="*/ 1604048 h 3345776"/>
              <a:gd name="connsiteX1585" fmla="*/ 1078579 w 8965936"/>
              <a:gd name="connsiteY1585" fmla="*/ 1780276 h 3345776"/>
              <a:gd name="connsiteX1586" fmla="*/ 1146516 w 8965936"/>
              <a:gd name="connsiteY1586" fmla="*/ 1895207 h 3345776"/>
              <a:gd name="connsiteX1587" fmla="*/ 1375229 w 8965936"/>
              <a:gd name="connsiteY1587" fmla="*/ 2150610 h 3345776"/>
              <a:gd name="connsiteX1588" fmla="*/ 1738922 w 8965936"/>
              <a:gd name="connsiteY1588" fmla="*/ 2068116 h 3345776"/>
              <a:gd name="connsiteX1589" fmla="*/ 2092272 w 8965936"/>
              <a:gd name="connsiteY1589" fmla="*/ 1731366 h 3345776"/>
              <a:gd name="connsiteX1590" fmla="*/ 2186517 w 8965936"/>
              <a:gd name="connsiteY1590" fmla="*/ 1612605 h 3345776"/>
              <a:gd name="connsiteX1591" fmla="*/ 2283186 w 8965936"/>
              <a:gd name="connsiteY1591" fmla="*/ 1503036 h 3345776"/>
              <a:gd name="connsiteX1592" fmla="*/ 2342072 w 8965936"/>
              <a:gd name="connsiteY1592" fmla="*/ 1486611 h 3345776"/>
              <a:gd name="connsiteX1593" fmla="*/ 2457370 w 8965936"/>
              <a:gd name="connsiteY1593" fmla="*/ 1503036 h 3345776"/>
              <a:gd name="connsiteX1594" fmla="*/ 2551868 w 8965936"/>
              <a:gd name="connsiteY1594" fmla="*/ 1519127 h 3345776"/>
              <a:gd name="connsiteX1595" fmla="*/ 2844433 w 8965936"/>
              <a:gd name="connsiteY1595" fmla="*/ 1552074 h 3345776"/>
              <a:gd name="connsiteX1596" fmla="*/ 2955790 w 8965936"/>
              <a:gd name="connsiteY1596" fmla="*/ 1562673 h 3345776"/>
              <a:gd name="connsiteX1597" fmla="*/ 3094983 w 8965936"/>
              <a:gd name="connsiteY1597" fmla="*/ 1583872 h 3345776"/>
              <a:gd name="connsiteX1598" fmla="*/ 3190376 w 8965936"/>
              <a:gd name="connsiteY1598" fmla="*/ 1614520 h 3345776"/>
              <a:gd name="connsiteX1599" fmla="*/ 3415384 w 8965936"/>
              <a:gd name="connsiteY1599" fmla="*/ 1760611 h 3345776"/>
              <a:gd name="connsiteX1600" fmla="*/ 3687005 w 8965936"/>
              <a:gd name="connsiteY1600" fmla="*/ 2080758 h 3345776"/>
              <a:gd name="connsiteX1601" fmla="*/ 3761455 w 8965936"/>
              <a:gd name="connsiteY1601" fmla="*/ 2179088 h 3345776"/>
              <a:gd name="connsiteX1602" fmla="*/ 3848292 w 8965936"/>
              <a:gd name="connsiteY1602" fmla="*/ 2278184 h 3345776"/>
              <a:gd name="connsiteX1603" fmla="*/ 4127191 w 8965936"/>
              <a:gd name="connsiteY1603" fmla="*/ 2441769 h 3345776"/>
              <a:gd name="connsiteX1604" fmla="*/ 4483988 w 8965936"/>
              <a:gd name="connsiteY1604" fmla="*/ 2419039 h 3345776"/>
              <a:gd name="connsiteX1605" fmla="*/ 4562652 w 8965936"/>
              <a:gd name="connsiteY1605" fmla="*/ 2382261 h 3345776"/>
              <a:gd name="connsiteX1606" fmla="*/ 4929539 w 8965936"/>
              <a:gd name="connsiteY1606" fmla="*/ 2074373 h 3345776"/>
              <a:gd name="connsiteX1607" fmla="*/ 5447240 w 8965936"/>
              <a:gd name="connsiteY1607" fmla="*/ 1714382 h 3345776"/>
              <a:gd name="connsiteX1608" fmla="*/ 5970815 w 8965936"/>
              <a:gd name="connsiteY1608" fmla="*/ 1887034 h 3345776"/>
              <a:gd name="connsiteX1609" fmla="*/ 6063527 w 8965936"/>
              <a:gd name="connsiteY1609" fmla="*/ 2020483 h 3345776"/>
              <a:gd name="connsiteX1610" fmla="*/ 6099211 w 8965936"/>
              <a:gd name="connsiteY1610" fmla="*/ 2097565 h 3345776"/>
              <a:gd name="connsiteX1611" fmla="*/ 6079106 w 8965936"/>
              <a:gd name="connsiteY1611" fmla="*/ 2055984 h 3345776"/>
              <a:gd name="connsiteX1612" fmla="*/ 5987033 w 8965936"/>
              <a:gd name="connsiteY1612" fmla="*/ 1922663 h 3345776"/>
              <a:gd name="connsiteX1613" fmla="*/ 5462180 w 8965936"/>
              <a:gd name="connsiteY1613" fmla="*/ 1731111 h 3345776"/>
              <a:gd name="connsiteX1614" fmla="*/ 4939754 w 8965936"/>
              <a:gd name="connsiteY1614" fmla="*/ 2082289 h 3345776"/>
              <a:gd name="connsiteX1615" fmla="*/ 4590363 w 8965936"/>
              <a:gd name="connsiteY1615" fmla="*/ 2397202 h 3345776"/>
              <a:gd name="connsiteX1616" fmla="*/ 4516807 w 8965936"/>
              <a:gd name="connsiteY1616" fmla="*/ 2439342 h 3345776"/>
              <a:gd name="connsiteX1617" fmla="*/ 4166140 w 8965936"/>
              <a:gd name="connsiteY1617" fmla="*/ 2512005 h 3345776"/>
              <a:gd name="connsiteX1618" fmla="*/ 3876897 w 8965936"/>
              <a:gd name="connsiteY1618" fmla="*/ 2383665 h 3345776"/>
              <a:gd name="connsiteX1619" fmla="*/ 3787506 w 8965936"/>
              <a:gd name="connsiteY1619" fmla="*/ 2291337 h 3345776"/>
              <a:gd name="connsiteX1620" fmla="*/ 3651759 w 8965936"/>
              <a:gd name="connsiteY1620" fmla="*/ 2117024 h 3345776"/>
              <a:gd name="connsiteX1621" fmla="*/ 3451012 w 8965936"/>
              <a:gd name="connsiteY1621" fmla="*/ 1870561 h 3345776"/>
              <a:gd name="connsiteX1622" fmla="*/ 3237625 w 8965936"/>
              <a:gd name="connsiteY1622" fmla="*/ 1681691 h 3345776"/>
              <a:gd name="connsiteX1623" fmla="*/ 3142105 w 8965936"/>
              <a:gd name="connsiteY1623" fmla="*/ 1626907 h 3345776"/>
              <a:gd name="connsiteX1624" fmla="*/ 3001633 w 8965936"/>
              <a:gd name="connsiteY1624" fmla="*/ 1583233 h 3345776"/>
              <a:gd name="connsiteX1625" fmla="*/ 2602948 w 8965936"/>
              <a:gd name="connsiteY1625" fmla="*/ 1527938 h 3345776"/>
              <a:gd name="connsiteX1626" fmla="*/ 2314474 w 8965936"/>
              <a:gd name="connsiteY1626" fmla="*/ 1580807 h 3345776"/>
              <a:gd name="connsiteX1627" fmla="*/ 2238746 w 8965936"/>
              <a:gd name="connsiteY1627" fmla="*/ 1702123 h 3345776"/>
              <a:gd name="connsiteX1628" fmla="*/ 2140415 w 8965936"/>
              <a:gd name="connsiteY1628" fmla="*/ 1864432 h 3345776"/>
              <a:gd name="connsiteX1629" fmla="*/ 1805839 w 8965936"/>
              <a:gd name="connsiteY1629" fmla="*/ 2221995 h 3345776"/>
              <a:gd name="connsiteX1630" fmla="*/ 1437930 w 8965936"/>
              <a:gd name="connsiteY1630" fmla="*/ 2301808 h 3345776"/>
              <a:gd name="connsiteX1631" fmla="*/ 1208068 w 8965936"/>
              <a:gd name="connsiteY1631" fmla="*/ 2023037 h 3345776"/>
              <a:gd name="connsiteX1632" fmla="*/ 1137066 w 8965936"/>
              <a:gd name="connsiteY1632" fmla="*/ 1891632 h 3345776"/>
              <a:gd name="connsiteX1633" fmla="*/ 319777 w 8965936"/>
              <a:gd name="connsiteY1633" fmla="*/ 1669048 h 3345776"/>
              <a:gd name="connsiteX1634" fmla="*/ 37116 w 8965936"/>
              <a:gd name="connsiteY1634" fmla="*/ 1920984 h 3345776"/>
              <a:gd name="connsiteX1635" fmla="*/ 0 w 8965936"/>
              <a:gd name="connsiteY1635" fmla="*/ 1983062 h 3345776"/>
              <a:gd name="connsiteX1636" fmla="*/ 0 w 8965936"/>
              <a:gd name="connsiteY1636" fmla="*/ 2008583 h 3345776"/>
              <a:gd name="connsiteX1637" fmla="*/ 47597 w 8965936"/>
              <a:gd name="connsiteY1637" fmla="*/ 1929075 h 3345776"/>
              <a:gd name="connsiteX1638" fmla="*/ 326162 w 8965936"/>
              <a:gd name="connsiteY1638" fmla="*/ 1681053 h 3345776"/>
              <a:gd name="connsiteX1639" fmla="*/ 1126211 w 8965936"/>
              <a:gd name="connsiteY1639" fmla="*/ 1899294 h 3345776"/>
              <a:gd name="connsiteX1640" fmla="*/ 1196447 w 8965936"/>
              <a:gd name="connsiteY1640" fmla="*/ 2029549 h 3345776"/>
              <a:gd name="connsiteX1641" fmla="*/ 1432439 w 8965936"/>
              <a:gd name="connsiteY1641" fmla="*/ 2314707 h 3345776"/>
              <a:gd name="connsiteX1642" fmla="*/ 1814522 w 8965936"/>
              <a:gd name="connsiteY1642" fmla="*/ 2232850 h 3345776"/>
              <a:gd name="connsiteX1643" fmla="*/ 2151525 w 8965936"/>
              <a:gd name="connsiteY1643" fmla="*/ 1871966 h 3345776"/>
              <a:gd name="connsiteX1644" fmla="*/ 2250494 w 8965936"/>
              <a:gd name="connsiteY1644" fmla="*/ 1708509 h 3345776"/>
              <a:gd name="connsiteX1645" fmla="*/ 2324815 w 8965936"/>
              <a:gd name="connsiteY1645" fmla="*/ 1589235 h 3345776"/>
              <a:gd name="connsiteX1646" fmla="*/ 2486403 w 8965936"/>
              <a:gd name="connsiteY1646" fmla="*/ 1533045 h 3345776"/>
              <a:gd name="connsiteX1647" fmla="*/ 2601545 w 8965936"/>
              <a:gd name="connsiteY1647" fmla="*/ 1541219 h 3345776"/>
              <a:gd name="connsiteX1648" fmla="*/ 2803185 w 8965936"/>
              <a:gd name="connsiteY1648" fmla="*/ 1563951 h 3345776"/>
              <a:gd name="connsiteX1649" fmla="*/ 2822159 w 8965936"/>
              <a:gd name="connsiteY1649" fmla="*/ 1567085 h 3345776"/>
              <a:gd name="connsiteX1650" fmla="*/ 2651732 w 8965936"/>
              <a:gd name="connsiteY1650" fmla="*/ 1548627 h 3345776"/>
              <a:gd name="connsiteX1651" fmla="*/ 2354060 w 8965936"/>
              <a:gd name="connsiteY1651" fmla="*/ 1667772 h 3345776"/>
              <a:gd name="connsiteX1652" fmla="*/ 2291359 w 8965936"/>
              <a:gd name="connsiteY1652" fmla="*/ 1805178 h 3345776"/>
              <a:gd name="connsiteX1653" fmla="*/ 2198903 w 8965936"/>
              <a:gd name="connsiteY1653" fmla="*/ 2004903 h 3345776"/>
              <a:gd name="connsiteX1654" fmla="*/ 1881820 w 8965936"/>
              <a:gd name="connsiteY1654" fmla="*/ 2386475 h 3345776"/>
              <a:gd name="connsiteX1655" fmla="*/ 1495779 w 8965936"/>
              <a:gd name="connsiteY1655" fmla="*/ 2465649 h 3345776"/>
              <a:gd name="connsiteX1656" fmla="*/ 1259021 w 8965936"/>
              <a:gd name="connsiteY1656" fmla="*/ 2156996 h 3345776"/>
              <a:gd name="connsiteX1657" fmla="*/ 1185848 w 8965936"/>
              <a:gd name="connsiteY1657" fmla="*/ 2010777 h 3345776"/>
              <a:gd name="connsiteX1658" fmla="*/ 324758 w 8965936"/>
              <a:gd name="connsiteY1658" fmla="*/ 1745925 h 3345776"/>
              <a:gd name="connsiteX1659" fmla="*/ 25216 w 8965936"/>
              <a:gd name="connsiteY1659" fmla="*/ 2006599 h 3345776"/>
              <a:gd name="connsiteX1660" fmla="*/ 0 w 8965936"/>
              <a:gd name="connsiteY1660" fmla="*/ 2048591 h 3345776"/>
              <a:gd name="connsiteX1661" fmla="*/ 0 w 8965936"/>
              <a:gd name="connsiteY1661" fmla="*/ 2073509 h 3345776"/>
              <a:gd name="connsiteX1662" fmla="*/ 35226 w 8965936"/>
              <a:gd name="connsiteY1662" fmla="*/ 2014795 h 3345776"/>
              <a:gd name="connsiteX1663" fmla="*/ 329993 w 8965936"/>
              <a:gd name="connsiteY1663" fmla="*/ 1758184 h 3345776"/>
              <a:gd name="connsiteX1664" fmla="*/ 563847 w 8965936"/>
              <a:gd name="connsiteY1664" fmla="*/ 1699673 h 3345776"/>
              <a:gd name="connsiteX1665" fmla="*/ 1173844 w 8965936"/>
              <a:gd name="connsiteY1665" fmla="*/ 2017673 h 3345776"/>
              <a:gd name="connsiteX1666" fmla="*/ 1222205 w 8965936"/>
              <a:gd name="connsiteY1666" fmla="*/ 2113380 h 3345776"/>
              <a:gd name="connsiteX1667" fmla="*/ 1157701 w 8965936"/>
              <a:gd name="connsiteY1667" fmla="*/ 2020132 h 3345776"/>
              <a:gd name="connsiteX1668" fmla="*/ 328588 w 8965936"/>
              <a:gd name="connsiteY1668" fmla="*/ 1822928 h 3345776"/>
              <a:gd name="connsiteX1669" fmla="*/ 12626 w 8965936"/>
              <a:gd name="connsiteY1669" fmla="*/ 2092244 h 3345776"/>
              <a:gd name="connsiteX1670" fmla="*/ 0 w 8965936"/>
              <a:gd name="connsiteY1670" fmla="*/ 2113221 h 3345776"/>
              <a:gd name="connsiteX1671" fmla="*/ 0 w 8965936"/>
              <a:gd name="connsiteY1671" fmla="*/ 2138078 h 3345776"/>
              <a:gd name="connsiteX1672" fmla="*/ 22638 w 8965936"/>
              <a:gd name="connsiteY1672" fmla="*/ 2100428 h 3345776"/>
              <a:gd name="connsiteX1673" fmla="*/ 333696 w 8965936"/>
              <a:gd name="connsiteY1673" fmla="*/ 1835187 h 3345776"/>
              <a:gd name="connsiteX1674" fmla="*/ 582064 w 8965936"/>
              <a:gd name="connsiteY1674" fmla="*/ 1777959 h 3345776"/>
              <a:gd name="connsiteX1675" fmla="*/ 1221603 w 8965936"/>
              <a:gd name="connsiteY1675" fmla="*/ 2136562 h 3345776"/>
              <a:gd name="connsiteX1676" fmla="*/ 1256259 w 8965936"/>
              <a:gd name="connsiteY1676" fmla="*/ 2210733 h 3345776"/>
              <a:gd name="connsiteX1677" fmla="*/ 1203097 w 8965936"/>
              <a:gd name="connsiteY1677" fmla="*/ 2129706 h 3345776"/>
              <a:gd name="connsiteX1678" fmla="*/ 332546 w 8965936"/>
              <a:gd name="connsiteY1678" fmla="*/ 1899932 h 3345776"/>
              <a:gd name="connsiteX1679" fmla="*/ 2572 w 8965936"/>
              <a:gd name="connsiteY1679" fmla="*/ 2178456 h 3345776"/>
              <a:gd name="connsiteX1680" fmla="*/ 0 w 8965936"/>
              <a:gd name="connsiteY1680" fmla="*/ 2182732 h 3345776"/>
              <a:gd name="connsiteX1681" fmla="*/ 0 w 8965936"/>
              <a:gd name="connsiteY1681" fmla="*/ 2207706 h 3345776"/>
              <a:gd name="connsiteX1682" fmla="*/ 12584 w 8965936"/>
              <a:gd name="connsiteY1682" fmla="*/ 2186745 h 3345776"/>
              <a:gd name="connsiteX1683" fmla="*/ 337143 w 8965936"/>
              <a:gd name="connsiteY1683" fmla="*/ 1912191 h 3345776"/>
              <a:gd name="connsiteX1684" fmla="*/ 600266 w 8965936"/>
              <a:gd name="connsiteY1684" fmla="*/ 1856515 h 3345776"/>
              <a:gd name="connsiteX1685" fmla="*/ 1269364 w 8965936"/>
              <a:gd name="connsiteY1685" fmla="*/ 2255452 h 3345776"/>
              <a:gd name="connsiteX1686" fmla="*/ 1295675 w 8965936"/>
              <a:gd name="connsiteY1686" fmla="*/ 2315532 h 3345776"/>
              <a:gd name="connsiteX1687" fmla="*/ 1248090 w 8965936"/>
              <a:gd name="connsiteY1687" fmla="*/ 2239246 h 3345776"/>
              <a:gd name="connsiteX1688" fmla="*/ 335740 w 8965936"/>
              <a:gd name="connsiteY1688" fmla="*/ 1977064 h 3345776"/>
              <a:gd name="connsiteX1689" fmla="*/ 89494 w 8965936"/>
              <a:gd name="connsiteY1689" fmla="*/ 2145745 h 3345776"/>
              <a:gd name="connsiteX1690" fmla="*/ 0 w 8965936"/>
              <a:gd name="connsiteY1690" fmla="*/ 2251780 h 3345776"/>
              <a:gd name="connsiteX1691" fmla="*/ 0 w 8965936"/>
              <a:gd name="connsiteY1691" fmla="*/ 2273803 h 3345776"/>
              <a:gd name="connsiteX1692" fmla="*/ 1120 w 8965936"/>
              <a:gd name="connsiteY1692" fmla="*/ 2271944 h 3345776"/>
              <a:gd name="connsiteX1693" fmla="*/ 341230 w 8965936"/>
              <a:gd name="connsiteY1693" fmla="*/ 1989323 h 3345776"/>
              <a:gd name="connsiteX1694" fmla="*/ 618783 w 8965936"/>
              <a:gd name="connsiteY1694" fmla="*/ 1934982 h 3345776"/>
              <a:gd name="connsiteX1695" fmla="*/ 1316613 w 8965936"/>
              <a:gd name="connsiteY1695" fmla="*/ 2374343 h 3345776"/>
              <a:gd name="connsiteX1696" fmla="*/ 1334073 w 8965936"/>
              <a:gd name="connsiteY1696" fmla="*/ 2416241 h 3345776"/>
              <a:gd name="connsiteX1697" fmla="*/ 1295705 w 8965936"/>
              <a:gd name="connsiteY1697" fmla="*/ 2352280 h 3345776"/>
              <a:gd name="connsiteX1698" fmla="*/ 931467 w 8965936"/>
              <a:gd name="connsiteY1698" fmla="*/ 2065560 h 3345776"/>
              <a:gd name="connsiteX1699" fmla="*/ 339826 w 8965936"/>
              <a:gd name="connsiteY1699" fmla="*/ 2053812 h 3345776"/>
              <a:gd name="connsiteX1700" fmla="*/ 81630 w 8965936"/>
              <a:gd name="connsiteY1700" fmla="*/ 2227406 h 3345776"/>
              <a:gd name="connsiteX1701" fmla="*/ 0 w 8965936"/>
              <a:gd name="connsiteY1701" fmla="*/ 2323298 h 3345776"/>
              <a:gd name="connsiteX1702" fmla="*/ 0 w 8965936"/>
              <a:gd name="connsiteY1702" fmla="*/ 2344677 h 3345776"/>
              <a:gd name="connsiteX1703" fmla="*/ 91437 w 8965936"/>
              <a:gd name="connsiteY1703" fmla="*/ 2237192 h 3345776"/>
              <a:gd name="connsiteX1704" fmla="*/ 345316 w 8965936"/>
              <a:gd name="connsiteY1704" fmla="*/ 2066327 h 3345776"/>
              <a:gd name="connsiteX1705" fmla="*/ 636948 w 8965936"/>
              <a:gd name="connsiteY1705" fmla="*/ 2013522 h 3345776"/>
              <a:gd name="connsiteX1706" fmla="*/ 1364374 w 8965936"/>
              <a:gd name="connsiteY1706" fmla="*/ 2493360 h 3345776"/>
              <a:gd name="connsiteX1707" fmla="*/ 1376408 w 8965936"/>
              <a:gd name="connsiteY1707" fmla="*/ 2523661 h 3345776"/>
              <a:gd name="connsiteX1708" fmla="*/ 1341286 w 8965936"/>
              <a:gd name="connsiteY1708" fmla="*/ 2462770 h 3345776"/>
              <a:gd name="connsiteX1709" fmla="*/ 961602 w 8965936"/>
              <a:gd name="connsiteY1709" fmla="*/ 2152781 h 3345776"/>
              <a:gd name="connsiteX1710" fmla="*/ 343784 w 8965936"/>
              <a:gd name="connsiteY1710" fmla="*/ 2130816 h 3345776"/>
              <a:gd name="connsiteX1711" fmla="*/ 79489 w 8965936"/>
              <a:gd name="connsiteY1711" fmla="*/ 2304346 h 3345776"/>
              <a:gd name="connsiteX1712" fmla="*/ 0 w 8965936"/>
              <a:gd name="connsiteY1712" fmla="*/ 2396547 h 3345776"/>
              <a:gd name="connsiteX1713" fmla="*/ 0 w 8965936"/>
              <a:gd name="connsiteY1713" fmla="*/ 2420186 h 3345776"/>
              <a:gd name="connsiteX1714" fmla="*/ 86037 w 8965936"/>
              <a:gd name="connsiteY1714" fmla="*/ 2318954 h 3345776"/>
              <a:gd name="connsiteX1715" fmla="*/ 349403 w 8965936"/>
              <a:gd name="connsiteY1715" fmla="*/ 2143330 h 3345776"/>
              <a:gd name="connsiteX1716" fmla="*/ 1328299 w 8965936"/>
              <a:gd name="connsiteY1716" fmla="*/ 2466473 h 3345776"/>
              <a:gd name="connsiteX1717" fmla="*/ 1409017 w 8965936"/>
              <a:gd name="connsiteY1717" fmla="*/ 2605771 h 3345776"/>
              <a:gd name="connsiteX1718" fmla="*/ 1445974 w 8965936"/>
              <a:gd name="connsiteY1718" fmla="*/ 2698831 h 3345776"/>
              <a:gd name="connsiteX1719" fmla="*/ 1493538 w 8965936"/>
              <a:gd name="connsiteY1719" fmla="*/ 2826479 h 3345776"/>
              <a:gd name="connsiteX1720" fmla="*/ 1495594 w 8965936"/>
              <a:gd name="connsiteY1720" fmla="*/ 2830910 h 3345776"/>
              <a:gd name="connsiteX1721" fmla="*/ 1496161 w 8965936"/>
              <a:gd name="connsiteY1721" fmla="*/ 2832534 h 3345776"/>
              <a:gd name="connsiteX1722" fmla="*/ 1775571 w 8965936"/>
              <a:gd name="connsiteY1722" fmla="*/ 3295963 h 3345776"/>
              <a:gd name="connsiteX1723" fmla="*/ 1958694 w 8965936"/>
              <a:gd name="connsiteY1723" fmla="*/ 3345766 h 3345776"/>
              <a:gd name="connsiteX1724" fmla="*/ 2268370 w 8965936"/>
              <a:gd name="connsiteY1724" fmla="*/ 3217937 h 3345776"/>
              <a:gd name="connsiteX1725" fmla="*/ 2506023 w 8965936"/>
              <a:gd name="connsiteY1725" fmla="*/ 2713134 h 3345776"/>
              <a:gd name="connsiteX1726" fmla="*/ 2531563 w 8965936"/>
              <a:gd name="connsiteY1726" fmla="*/ 2441258 h 3345776"/>
              <a:gd name="connsiteX1727" fmla="*/ 2568723 w 8965936"/>
              <a:gd name="connsiteY1727" fmla="*/ 2107319 h 3345776"/>
              <a:gd name="connsiteX1728" fmla="*/ 2899725 w 8965936"/>
              <a:gd name="connsiteY1728" fmla="*/ 1669303 h 3345776"/>
              <a:gd name="connsiteX1729" fmla="*/ 3046611 w 8965936"/>
              <a:gd name="connsiteY1729" fmla="*/ 1669407 h 3345776"/>
              <a:gd name="connsiteX1730" fmla="*/ 3093444 w 8965936"/>
              <a:gd name="connsiteY1730" fmla="*/ 1685963 h 3345776"/>
              <a:gd name="connsiteX1731" fmla="*/ 3114523 w 8965936"/>
              <a:gd name="connsiteY1731" fmla="*/ 1695008 h 3345776"/>
              <a:gd name="connsiteX1732" fmla="*/ 3143264 w 8965936"/>
              <a:gd name="connsiteY1732" fmla="*/ 1711811 h 3345776"/>
              <a:gd name="connsiteX1733" fmla="*/ 3189395 w 8965936"/>
              <a:gd name="connsiteY1733" fmla="*/ 1743642 h 3345776"/>
              <a:gd name="connsiteX1734" fmla="*/ 3236599 w 8965936"/>
              <a:gd name="connsiteY1734" fmla="*/ 1783037 h 3345776"/>
              <a:gd name="connsiteX1735" fmla="*/ 3245004 w 8965936"/>
              <a:gd name="connsiteY1735" fmla="*/ 1791332 h 3345776"/>
              <a:gd name="connsiteX1736" fmla="*/ 3284420 w 8965936"/>
              <a:gd name="connsiteY1736" fmla="*/ 1836815 h 3345776"/>
              <a:gd name="connsiteX1737" fmla="*/ 3315680 w 8965936"/>
              <a:gd name="connsiteY1737" fmla="*/ 1880788 h 3345776"/>
              <a:gd name="connsiteX1738" fmla="*/ 3386396 w 8965936"/>
              <a:gd name="connsiteY1738" fmla="*/ 2002093 h 3345776"/>
              <a:gd name="connsiteX1739" fmla="*/ 3453513 w 8965936"/>
              <a:gd name="connsiteY1739" fmla="*/ 2154552 h 3345776"/>
              <a:gd name="connsiteX1740" fmla="*/ 3492389 w 8965936"/>
              <a:gd name="connsiteY1740" fmla="*/ 2262860 h 3345776"/>
              <a:gd name="connsiteX1741" fmla="*/ 3522029 w 8965936"/>
              <a:gd name="connsiteY1741" fmla="*/ 2344657 h 3345776"/>
              <a:gd name="connsiteX1742" fmla="*/ 3531209 w 8965936"/>
              <a:gd name="connsiteY1742" fmla="*/ 2376002 h 3345776"/>
              <a:gd name="connsiteX1743" fmla="*/ 3594293 w 8965936"/>
              <a:gd name="connsiteY1743" fmla="*/ 2590668 h 3345776"/>
              <a:gd name="connsiteX1744" fmla="*/ 3980334 w 8965936"/>
              <a:gd name="connsiteY1744" fmla="*/ 3081935 h 3345776"/>
              <a:gd name="connsiteX1745" fmla="*/ 4115314 w 8965936"/>
              <a:gd name="connsiteY1745" fmla="*/ 3105687 h 3345776"/>
              <a:gd name="connsiteX1746" fmla="*/ 4801198 w 8965936"/>
              <a:gd name="connsiteY1746" fmla="*/ 2559509 h 3345776"/>
              <a:gd name="connsiteX1747" fmla="*/ 5561787 w 8965936"/>
              <a:gd name="connsiteY1747" fmla="*/ 1918576 h 3345776"/>
              <a:gd name="connsiteX1748" fmla="*/ 6093790 w 8965936"/>
              <a:gd name="connsiteY1748" fmla="*/ 2313045 h 3345776"/>
              <a:gd name="connsiteX1749" fmla="*/ 6203614 w 8965936"/>
              <a:gd name="connsiteY1749" fmla="*/ 2488124 h 3345776"/>
              <a:gd name="connsiteX1750" fmla="*/ 6504734 w 8965936"/>
              <a:gd name="connsiteY1750" fmla="*/ 2895746 h 3345776"/>
              <a:gd name="connsiteX1751" fmla="*/ 7126895 w 8965936"/>
              <a:gd name="connsiteY1751" fmla="*/ 2975561 h 3345776"/>
              <a:gd name="connsiteX1752" fmla="*/ 7305614 w 8965936"/>
              <a:gd name="connsiteY1752" fmla="*/ 2437341 h 3345776"/>
              <a:gd name="connsiteX1753" fmla="*/ 7304593 w 8965936"/>
              <a:gd name="connsiteY1753" fmla="*/ 2369196 h 3345776"/>
              <a:gd name="connsiteX1754" fmla="*/ 7306784 w 8965936"/>
              <a:gd name="connsiteY1754" fmla="*/ 2204545 h 3345776"/>
              <a:gd name="connsiteX1755" fmla="*/ 7308232 w 8965936"/>
              <a:gd name="connsiteY1755" fmla="*/ 2164274 h 3345776"/>
              <a:gd name="connsiteX1756" fmla="*/ 7309070 w 8965936"/>
              <a:gd name="connsiteY1756" fmla="*/ 2136252 h 3345776"/>
              <a:gd name="connsiteX1757" fmla="*/ 7309507 w 8965936"/>
              <a:gd name="connsiteY1757" fmla="*/ 2128389 h 3345776"/>
              <a:gd name="connsiteX1758" fmla="*/ 7316148 w 8965936"/>
              <a:gd name="connsiteY1758" fmla="*/ 2009628 h 3345776"/>
              <a:gd name="connsiteX1759" fmla="*/ 7322366 w 8965936"/>
              <a:gd name="connsiteY1759" fmla="*/ 1946198 h 3345776"/>
              <a:gd name="connsiteX1760" fmla="*/ 7323075 w 8965936"/>
              <a:gd name="connsiteY1760" fmla="*/ 1941077 h 3345776"/>
              <a:gd name="connsiteX1761" fmla="*/ 7367697 w 8965936"/>
              <a:gd name="connsiteY1761" fmla="*/ 1768680 h 3345776"/>
              <a:gd name="connsiteX1762" fmla="*/ 7371545 w 8965936"/>
              <a:gd name="connsiteY1762" fmla="*/ 1757124 h 3345776"/>
              <a:gd name="connsiteX1763" fmla="*/ 7583427 w 8965936"/>
              <a:gd name="connsiteY1763" fmla="*/ 1542496 h 3345776"/>
              <a:gd name="connsiteX1764" fmla="*/ 7831934 w 8965936"/>
              <a:gd name="connsiteY1764" fmla="*/ 1546582 h 3345776"/>
              <a:gd name="connsiteX1765" fmla="*/ 8965936 w 8965936"/>
              <a:gd name="connsiteY1765" fmla="*/ 1745211 h 3345776"/>
              <a:gd name="connsiteX1766" fmla="*/ 8965936 w 8965936"/>
              <a:gd name="connsiteY1766" fmla="*/ 1667475 h 3345776"/>
              <a:gd name="connsiteX1767" fmla="*/ 8826985 w 8965936"/>
              <a:gd name="connsiteY1767" fmla="*/ 1629156 h 3345776"/>
              <a:gd name="connsiteX1768" fmla="*/ 8352445 w 8965936"/>
              <a:gd name="connsiteY1768" fmla="*/ 1426033 h 3345776"/>
              <a:gd name="connsiteX1769" fmla="*/ 8209547 w 8965936"/>
              <a:gd name="connsiteY1769" fmla="*/ 1357967 h 3345776"/>
              <a:gd name="connsiteX1770" fmla="*/ 8046344 w 8965936"/>
              <a:gd name="connsiteY1770" fmla="*/ 1286073 h 3345776"/>
              <a:gd name="connsiteX1771" fmla="*/ 7785579 w 8965936"/>
              <a:gd name="connsiteY1771" fmla="*/ 1220179 h 3345776"/>
              <a:gd name="connsiteX1772" fmla="*/ 7474626 w 8965936"/>
              <a:gd name="connsiteY1772" fmla="*/ 1386190 h 3345776"/>
              <a:gd name="connsiteX1773" fmla="*/ 7412286 w 8965936"/>
              <a:gd name="connsiteY1773" fmla="*/ 1486598 h 3345776"/>
              <a:gd name="connsiteX1774" fmla="*/ 7376850 w 8965936"/>
              <a:gd name="connsiteY1774" fmla="*/ 1572232 h 3345776"/>
              <a:gd name="connsiteX1775" fmla="*/ 7390407 w 8965936"/>
              <a:gd name="connsiteY1775" fmla="*/ 1529232 h 3345776"/>
              <a:gd name="connsiteX1776" fmla="*/ 7505912 w 8965936"/>
              <a:gd name="connsiteY1776" fmla="*/ 1325915 h 3345776"/>
              <a:gd name="connsiteX1777" fmla="*/ 7818527 w 8965936"/>
              <a:gd name="connsiteY1777" fmla="*/ 1181485 h 3345776"/>
              <a:gd name="connsiteX1778" fmla="*/ 8075078 w 8965936"/>
              <a:gd name="connsiteY1778" fmla="*/ 1256446 h 3345776"/>
              <a:gd name="connsiteX1779" fmla="*/ 8237003 w 8965936"/>
              <a:gd name="connsiteY1779" fmla="*/ 1335110 h 3345776"/>
              <a:gd name="connsiteX1780" fmla="*/ 8377475 w 8965936"/>
              <a:gd name="connsiteY1780" fmla="*/ 1409304 h 3345776"/>
              <a:gd name="connsiteX1781" fmla="*/ 8854187 w 8965936"/>
              <a:gd name="connsiteY1781" fmla="*/ 1633851 h 3345776"/>
              <a:gd name="connsiteX1782" fmla="*/ 8965936 w 8965936"/>
              <a:gd name="connsiteY1782" fmla="*/ 1666483 h 3345776"/>
              <a:gd name="connsiteX1783" fmla="*/ 8965936 w 8965936"/>
              <a:gd name="connsiteY1783" fmla="*/ 1652984 h 3345776"/>
              <a:gd name="connsiteX1784" fmla="*/ 8858291 w 8965936"/>
              <a:gd name="connsiteY1784" fmla="*/ 1621552 h 3345776"/>
              <a:gd name="connsiteX1785" fmla="*/ 8383859 w 8965936"/>
              <a:gd name="connsiteY1785" fmla="*/ 1397939 h 3345776"/>
              <a:gd name="connsiteX1786" fmla="*/ 8243388 w 8965936"/>
              <a:gd name="connsiteY1786" fmla="*/ 1323745 h 3345776"/>
              <a:gd name="connsiteX1787" fmla="*/ 8080824 w 8965936"/>
              <a:gd name="connsiteY1787" fmla="*/ 1244698 h 3345776"/>
              <a:gd name="connsiteX1788" fmla="*/ 7819165 w 8965936"/>
              <a:gd name="connsiteY1788" fmla="*/ 1168077 h 3345776"/>
              <a:gd name="connsiteX1789" fmla="*/ 7495825 w 8965936"/>
              <a:gd name="connsiteY1789" fmla="*/ 1317359 h 3345776"/>
              <a:gd name="connsiteX1790" fmla="*/ 7428136 w 8965936"/>
              <a:gd name="connsiteY1790" fmla="*/ 1415777 h 3345776"/>
              <a:gd name="connsiteX1791" fmla="*/ 7390232 w 8965936"/>
              <a:gd name="connsiteY1791" fmla="*/ 1498345 h 3345776"/>
              <a:gd name="connsiteX1792" fmla="*/ 7403881 w 8965936"/>
              <a:gd name="connsiteY1792" fmla="*/ 1459426 h 3345776"/>
              <a:gd name="connsiteX1793" fmla="*/ 7528900 w 8965936"/>
              <a:gd name="connsiteY1793" fmla="*/ 1258360 h 3345776"/>
              <a:gd name="connsiteX1794" fmla="*/ 7853645 w 8965936"/>
              <a:gd name="connsiteY1794" fmla="*/ 1129894 h 3345776"/>
              <a:gd name="connsiteX1795" fmla="*/ 8111345 w 8965936"/>
              <a:gd name="connsiteY1795" fmla="*/ 1214942 h 3345776"/>
              <a:gd name="connsiteX1796" fmla="*/ 8272505 w 8965936"/>
              <a:gd name="connsiteY1796" fmla="*/ 1300757 h 3345776"/>
              <a:gd name="connsiteX1797" fmla="*/ 8410166 w 8965936"/>
              <a:gd name="connsiteY1797" fmla="*/ 1380954 h 3345776"/>
              <a:gd name="connsiteX1798" fmla="*/ 8887419 w 8965936"/>
              <a:gd name="connsiteY1798" fmla="*/ 1626368 h 3345776"/>
              <a:gd name="connsiteX1799" fmla="*/ 8965936 w 8965936"/>
              <a:gd name="connsiteY1799" fmla="*/ 1650464 h 3345776"/>
              <a:gd name="connsiteX1800" fmla="*/ 8965936 w 8965936"/>
              <a:gd name="connsiteY1800" fmla="*/ 1636618 h 3345776"/>
              <a:gd name="connsiteX1801" fmla="*/ 8892025 w 8965936"/>
              <a:gd name="connsiteY1801" fmla="*/ 1613891 h 3345776"/>
              <a:gd name="connsiteX1802" fmla="*/ 8417701 w 8965936"/>
              <a:gd name="connsiteY1802" fmla="*/ 1369716 h 3345776"/>
              <a:gd name="connsiteX1803" fmla="*/ 8280038 w 8965936"/>
              <a:gd name="connsiteY1803" fmla="*/ 1289520 h 3345776"/>
              <a:gd name="connsiteX1804" fmla="*/ 8118113 w 8965936"/>
              <a:gd name="connsiteY1804" fmla="*/ 1203321 h 3345776"/>
              <a:gd name="connsiteX1805" fmla="*/ 7855432 w 8965936"/>
              <a:gd name="connsiteY1805" fmla="*/ 1116867 h 3345776"/>
              <a:gd name="connsiteX1806" fmla="*/ 7519962 w 8965936"/>
              <a:gd name="connsiteY1806" fmla="*/ 1249422 h 3345776"/>
              <a:gd name="connsiteX1807" fmla="*/ 7446537 w 8965936"/>
              <a:gd name="connsiteY1807" fmla="*/ 1345853 h 3345776"/>
              <a:gd name="connsiteX1808" fmla="*/ 7397958 w 8965936"/>
              <a:gd name="connsiteY1808" fmla="*/ 1441741 h 3345776"/>
              <a:gd name="connsiteX1809" fmla="*/ 7386920 w 8965936"/>
              <a:gd name="connsiteY1809" fmla="*/ 1467854 h 3345776"/>
              <a:gd name="connsiteX1810" fmla="*/ 7368340 w 8965936"/>
              <a:gd name="connsiteY1810" fmla="*/ 1520649 h 3345776"/>
              <a:gd name="connsiteX1811" fmla="*/ 7375377 w 8965936"/>
              <a:gd name="connsiteY1811" fmla="*/ 1495165 h 3345776"/>
              <a:gd name="connsiteX1812" fmla="*/ 7386920 w 8965936"/>
              <a:gd name="connsiteY1812" fmla="*/ 1467854 h 3345776"/>
              <a:gd name="connsiteX1813" fmla="*/ 7391909 w 8965936"/>
              <a:gd name="connsiteY1813" fmla="*/ 1453680 h 3345776"/>
              <a:gd name="connsiteX1814" fmla="*/ 7397958 w 8965936"/>
              <a:gd name="connsiteY1814" fmla="*/ 1441741 h 3345776"/>
              <a:gd name="connsiteX1815" fmla="*/ 7443813 w 8965936"/>
              <a:gd name="connsiteY1815" fmla="*/ 1333253 h 3345776"/>
              <a:gd name="connsiteX1816" fmla="*/ 7551886 w 8965936"/>
              <a:gd name="connsiteY1816" fmla="*/ 1188891 h 3345776"/>
              <a:gd name="connsiteX1817" fmla="*/ 7794948 w 8965936"/>
              <a:gd name="connsiteY1817" fmla="*/ 1074121 h 3345776"/>
              <a:gd name="connsiteX1818" fmla="*/ 7888763 w 8965936"/>
              <a:gd name="connsiteY1818" fmla="*/ 1076385 h 3345776"/>
              <a:gd name="connsiteX1819" fmla="*/ 8147613 w 8965936"/>
              <a:gd name="connsiteY1819" fmla="*/ 1171651 h 3345776"/>
              <a:gd name="connsiteX1820" fmla="*/ 8308133 w 8965936"/>
              <a:gd name="connsiteY1820" fmla="*/ 1264490 h 3345776"/>
              <a:gd name="connsiteX1821" fmla="*/ 8443114 w 8965936"/>
              <a:gd name="connsiteY1821" fmla="*/ 1350560 h 3345776"/>
              <a:gd name="connsiteX1822" fmla="*/ 8919934 w 8965936"/>
              <a:gd name="connsiteY1822" fmla="*/ 1616717 h 3345776"/>
              <a:gd name="connsiteX1823" fmla="*/ 8965936 w 8965936"/>
              <a:gd name="connsiteY1823" fmla="*/ 1631565 h 3345776"/>
              <a:gd name="connsiteX1824" fmla="*/ 8965936 w 8965936"/>
              <a:gd name="connsiteY1824" fmla="*/ 1617962 h 3345776"/>
              <a:gd name="connsiteX1825" fmla="*/ 8924645 w 8965936"/>
              <a:gd name="connsiteY1825" fmla="*/ 1604605 h 3345776"/>
              <a:gd name="connsiteX1826" fmla="*/ 8450393 w 8965936"/>
              <a:gd name="connsiteY1826" fmla="*/ 1339706 h 3345776"/>
              <a:gd name="connsiteX1827" fmla="*/ 8315156 w 8965936"/>
              <a:gd name="connsiteY1827" fmla="*/ 1253636 h 3345776"/>
              <a:gd name="connsiteX1828" fmla="*/ 8153997 w 8965936"/>
              <a:gd name="connsiteY1828" fmla="*/ 1160286 h 3345776"/>
              <a:gd name="connsiteX1829" fmla="*/ 7890423 w 8965936"/>
              <a:gd name="connsiteY1829" fmla="*/ 1063488 h 3345776"/>
              <a:gd name="connsiteX1830" fmla="*/ 7542563 w 8965936"/>
              <a:gd name="connsiteY1830" fmla="*/ 1179568 h 3345776"/>
              <a:gd name="connsiteX1831" fmla="*/ 7405014 w 8965936"/>
              <a:gd name="connsiteY1831" fmla="*/ 1381225 h 3345776"/>
              <a:gd name="connsiteX1832" fmla="*/ 7367703 w 8965936"/>
              <a:gd name="connsiteY1832" fmla="*/ 1478079 h 3345776"/>
              <a:gd name="connsiteX1833" fmla="*/ 7383016 w 8965936"/>
              <a:gd name="connsiteY1833" fmla="*/ 1427735 h 3345776"/>
              <a:gd name="connsiteX1834" fmla="*/ 7573084 w 8965936"/>
              <a:gd name="connsiteY1834" fmla="*/ 1123508 h 3345776"/>
              <a:gd name="connsiteX1835" fmla="*/ 7825646 w 8965936"/>
              <a:gd name="connsiteY1835" fmla="*/ 1020268 h 3345776"/>
              <a:gd name="connsiteX1836" fmla="*/ 7922220 w 8965936"/>
              <a:gd name="connsiteY1836" fmla="*/ 1026966 h 3345776"/>
              <a:gd name="connsiteX1837" fmla="*/ 8182220 w 8965936"/>
              <a:gd name="connsiteY1837" fmla="*/ 1132575 h 3345776"/>
              <a:gd name="connsiteX1838" fmla="*/ 8341973 w 8965936"/>
              <a:gd name="connsiteY1838" fmla="*/ 1232437 h 3345776"/>
              <a:gd name="connsiteX1839" fmla="*/ 8474528 w 8965936"/>
              <a:gd name="connsiteY1839" fmla="*/ 1324254 h 3345776"/>
              <a:gd name="connsiteX1840" fmla="*/ 8951403 w 8965936"/>
              <a:gd name="connsiteY1840" fmla="*/ 1611386 h 3345776"/>
              <a:gd name="connsiteX1841" fmla="*/ 8965936 w 8965936"/>
              <a:gd name="connsiteY1841" fmla="*/ 1616300 h 3345776"/>
              <a:gd name="connsiteX1842" fmla="*/ 8965936 w 8965936"/>
              <a:gd name="connsiteY1842" fmla="*/ 1603118 h 3345776"/>
              <a:gd name="connsiteX1843" fmla="*/ 8956612 w 8965936"/>
              <a:gd name="connsiteY1843" fmla="*/ 1599553 h 3345776"/>
              <a:gd name="connsiteX1844" fmla="*/ 8482701 w 8965936"/>
              <a:gd name="connsiteY1844" fmla="*/ 1314038 h 3345776"/>
              <a:gd name="connsiteX1845" fmla="*/ 8349891 w 8965936"/>
              <a:gd name="connsiteY1845" fmla="*/ 1222221 h 3345776"/>
              <a:gd name="connsiteX1846" fmla="*/ 8189242 w 8965936"/>
              <a:gd name="connsiteY1846" fmla="*/ 1121719 h 3345776"/>
              <a:gd name="connsiteX1847" fmla="*/ 7924774 w 8965936"/>
              <a:gd name="connsiteY1847" fmla="*/ 1014706 h 3345776"/>
              <a:gd name="connsiteX1848" fmla="*/ 7564784 w 8965936"/>
              <a:gd name="connsiteY1848" fmla="*/ 1114186 h 3345776"/>
              <a:gd name="connsiteX1849" fmla="*/ 7370873 w 8965936"/>
              <a:gd name="connsiteY1849" fmla="*/ 1423692 h 3345776"/>
              <a:gd name="connsiteX1850" fmla="*/ 7351959 w 8965936"/>
              <a:gd name="connsiteY1850" fmla="*/ 1485787 h 3345776"/>
              <a:gd name="connsiteX1851" fmla="*/ 7357269 w 8965936"/>
              <a:gd name="connsiteY1851" fmla="*/ 1460895 h 3345776"/>
              <a:gd name="connsiteX1852" fmla="*/ 7595176 w 8965936"/>
              <a:gd name="connsiteY1852" fmla="*/ 1055954 h 3345776"/>
              <a:gd name="connsiteX1853" fmla="*/ 7857023 w 8965936"/>
              <a:gd name="connsiteY1853" fmla="*/ 964099 h 3345776"/>
              <a:gd name="connsiteX1854" fmla="*/ 7956444 w 8965936"/>
              <a:gd name="connsiteY1854" fmla="*/ 975374 h 3345776"/>
              <a:gd name="connsiteX1855" fmla="*/ 8217593 w 8965936"/>
              <a:gd name="connsiteY1855" fmla="*/ 1091072 h 3345776"/>
              <a:gd name="connsiteX1856" fmla="*/ 8376709 w 8965936"/>
              <a:gd name="connsiteY1856" fmla="*/ 1198085 h 3345776"/>
              <a:gd name="connsiteX1857" fmla="*/ 8506708 w 8965936"/>
              <a:gd name="connsiteY1857" fmla="*/ 1295395 h 3345776"/>
              <a:gd name="connsiteX1858" fmla="*/ 8857255 w 8965936"/>
              <a:gd name="connsiteY1858" fmla="*/ 1538419 h 3345776"/>
              <a:gd name="connsiteX1859" fmla="*/ 8965936 w 8965936"/>
              <a:gd name="connsiteY1859" fmla="*/ 1594370 h 3345776"/>
              <a:gd name="connsiteX1860" fmla="*/ 8965936 w 8965936"/>
              <a:gd name="connsiteY1860" fmla="*/ 1579027 h 3345776"/>
              <a:gd name="connsiteX1861" fmla="*/ 8822497 w 8965936"/>
              <a:gd name="connsiteY1861" fmla="*/ 1502255 h 3345776"/>
              <a:gd name="connsiteX1862" fmla="*/ 8514625 w 8965936"/>
              <a:gd name="connsiteY1862" fmla="*/ 1284540 h 3345776"/>
              <a:gd name="connsiteX1863" fmla="*/ 8384371 w 8965936"/>
              <a:gd name="connsiteY1863" fmla="*/ 1187104 h 3345776"/>
              <a:gd name="connsiteX1864" fmla="*/ 8224360 w 8965936"/>
              <a:gd name="connsiteY1864" fmla="*/ 1079579 h 3345776"/>
              <a:gd name="connsiteX1865" fmla="*/ 7958871 w 8965936"/>
              <a:gd name="connsiteY1865" fmla="*/ 962093 h 3345776"/>
              <a:gd name="connsiteX1866" fmla="*/ 7586621 w 8965936"/>
              <a:gd name="connsiteY1866" fmla="*/ 1045227 h 3345776"/>
              <a:gd name="connsiteX1867" fmla="*/ 7389316 w 8965936"/>
              <a:gd name="connsiteY1867" fmla="*/ 1325659 h 3345776"/>
              <a:gd name="connsiteX1868" fmla="*/ 7352963 w 8965936"/>
              <a:gd name="connsiteY1868" fmla="*/ 1431048 h 3345776"/>
              <a:gd name="connsiteX1869" fmla="*/ 7361994 w 8965936"/>
              <a:gd name="connsiteY1869" fmla="*/ 1391935 h 3345776"/>
              <a:gd name="connsiteX1870" fmla="*/ 7616630 w 8965936"/>
              <a:gd name="connsiteY1870" fmla="*/ 986867 h 3345776"/>
              <a:gd name="connsiteX1871" fmla="*/ 7888083 w 8965936"/>
              <a:gd name="connsiteY1871" fmla="*/ 906954 h 3345776"/>
              <a:gd name="connsiteX1872" fmla="*/ 7990156 w 8965936"/>
              <a:gd name="connsiteY1872" fmla="*/ 923016 h 3345776"/>
              <a:gd name="connsiteX1873" fmla="*/ 8252455 w 8965936"/>
              <a:gd name="connsiteY1873" fmla="*/ 1048930 h 3345776"/>
              <a:gd name="connsiteX1874" fmla="*/ 8410804 w 8965936"/>
              <a:gd name="connsiteY1874" fmla="*/ 1162967 h 3345776"/>
              <a:gd name="connsiteX1875" fmla="*/ 8538506 w 8965936"/>
              <a:gd name="connsiteY1875" fmla="*/ 1265766 h 3345776"/>
              <a:gd name="connsiteX1876" fmla="*/ 8888380 w 8965936"/>
              <a:gd name="connsiteY1876" fmla="*/ 1525656 h 3345776"/>
              <a:gd name="connsiteX1877" fmla="*/ 8965936 w 8965936"/>
              <a:gd name="connsiteY1877" fmla="*/ 1567940 h 3345776"/>
              <a:gd name="connsiteX1878" fmla="*/ 8965936 w 8965936"/>
              <a:gd name="connsiteY1878" fmla="*/ 1552969 h 3345776"/>
              <a:gd name="connsiteX1879" fmla="*/ 8894584 w 8965936"/>
              <a:gd name="connsiteY1879" fmla="*/ 1514075 h 3345776"/>
              <a:gd name="connsiteX1880" fmla="*/ 8547062 w 8965936"/>
              <a:gd name="connsiteY1880" fmla="*/ 1255679 h 3345776"/>
              <a:gd name="connsiteX1881" fmla="*/ 8419361 w 8965936"/>
              <a:gd name="connsiteY1881" fmla="*/ 1152624 h 3345776"/>
              <a:gd name="connsiteX1882" fmla="*/ 8260117 w 8965936"/>
              <a:gd name="connsiteY1882" fmla="*/ 1037693 h 3345776"/>
              <a:gd name="connsiteX1883" fmla="*/ 7993731 w 8965936"/>
              <a:gd name="connsiteY1883" fmla="*/ 909991 h 3345776"/>
              <a:gd name="connsiteX1884" fmla="*/ 7609095 w 8965936"/>
              <a:gd name="connsiteY1884" fmla="*/ 976523 h 3345776"/>
              <a:gd name="connsiteX1885" fmla="*/ 7398915 w 8965936"/>
              <a:gd name="connsiteY1885" fmla="*/ 1254639 h 3345776"/>
              <a:gd name="connsiteX1886" fmla="*/ 7351472 w 8965936"/>
              <a:gd name="connsiteY1886" fmla="*/ 1382234 h 3345776"/>
              <a:gd name="connsiteX1887" fmla="*/ 7366591 w 8965936"/>
              <a:gd name="connsiteY1887" fmla="*/ 1321317 h 3345776"/>
              <a:gd name="connsiteX1888" fmla="*/ 7637956 w 8965936"/>
              <a:gd name="connsiteY1888" fmla="*/ 918291 h 3345776"/>
              <a:gd name="connsiteX1889" fmla="*/ 7843937 w 8965936"/>
              <a:gd name="connsiteY1889" fmla="*/ 847760 h 3345776"/>
              <a:gd name="connsiteX1890" fmla="*/ 7918604 w 8965936"/>
              <a:gd name="connsiteY1890" fmla="*/ 849028 h 3345776"/>
              <a:gd name="connsiteX1891" fmla="*/ 8023614 w 8965936"/>
              <a:gd name="connsiteY1891" fmla="*/ 869892 h 3345776"/>
              <a:gd name="connsiteX1892" fmla="*/ 8287062 w 8965936"/>
              <a:gd name="connsiteY1892" fmla="*/ 1005895 h 3345776"/>
              <a:gd name="connsiteX1893" fmla="*/ 8444772 w 8965936"/>
              <a:gd name="connsiteY1893" fmla="*/ 1127083 h 3345776"/>
              <a:gd name="connsiteX1894" fmla="*/ 8570047 w 8965936"/>
              <a:gd name="connsiteY1894" fmla="*/ 1235247 h 3345776"/>
              <a:gd name="connsiteX1895" fmla="*/ 8919262 w 8965936"/>
              <a:gd name="connsiteY1895" fmla="*/ 1513074 h 3345776"/>
              <a:gd name="connsiteX1896" fmla="*/ 8965936 w 8965936"/>
              <a:gd name="connsiteY1896" fmla="*/ 1539956 h 3345776"/>
              <a:gd name="connsiteX1897" fmla="*/ 8965936 w 8965936"/>
              <a:gd name="connsiteY1897" fmla="*/ 1527172 h 3345776"/>
              <a:gd name="connsiteX1898" fmla="*/ 8884704 w 8965936"/>
              <a:gd name="connsiteY1898" fmla="*/ 1474367 h 3345776"/>
              <a:gd name="connsiteX1899" fmla="*/ 8578476 w 8965936"/>
              <a:gd name="connsiteY1899" fmla="*/ 1225796 h 3345776"/>
              <a:gd name="connsiteX1900" fmla="*/ 8452945 w 8965936"/>
              <a:gd name="connsiteY1900" fmla="*/ 1117506 h 3345776"/>
              <a:gd name="connsiteX1901" fmla="*/ 8294213 w 8965936"/>
              <a:gd name="connsiteY1901" fmla="*/ 995679 h 3345776"/>
              <a:gd name="connsiteX1902" fmla="*/ 8026934 w 8965936"/>
              <a:gd name="connsiteY1902" fmla="*/ 857762 h 3345776"/>
              <a:gd name="connsiteX1903" fmla="*/ 7630167 w 8965936"/>
              <a:gd name="connsiteY1903" fmla="*/ 907821 h 3345776"/>
              <a:gd name="connsiteX1904" fmla="*/ 7406968 w 8965936"/>
              <a:gd name="connsiteY1904" fmla="*/ 1183745 h 3345776"/>
              <a:gd name="connsiteX1905" fmla="*/ 7360093 w 8965936"/>
              <a:gd name="connsiteY1905" fmla="*/ 1300916 h 3345776"/>
              <a:gd name="connsiteX1906" fmla="*/ 7372592 w 8965936"/>
              <a:gd name="connsiteY1906" fmla="*/ 1254145 h 3345776"/>
              <a:gd name="connsiteX1907" fmla="*/ 7660686 w 8965936"/>
              <a:gd name="connsiteY1907" fmla="*/ 852141 h 3345776"/>
              <a:gd name="connsiteX1908" fmla="*/ 7849111 w 8965936"/>
              <a:gd name="connsiteY1908" fmla="*/ 791436 h 3345776"/>
              <a:gd name="connsiteX1909" fmla="*/ 8058604 w 8965936"/>
              <a:gd name="connsiteY1909" fmla="*/ 819706 h 3345776"/>
              <a:gd name="connsiteX1910" fmla="*/ 8323072 w 8965936"/>
              <a:gd name="connsiteY1910" fmla="*/ 966051 h 3345776"/>
              <a:gd name="connsiteX1911" fmla="*/ 8480018 w 8965936"/>
              <a:gd name="connsiteY1911" fmla="*/ 1093753 h 3345776"/>
              <a:gd name="connsiteX1912" fmla="*/ 8600184 w 8965936"/>
              <a:gd name="connsiteY1912" fmla="*/ 1204726 h 3345776"/>
              <a:gd name="connsiteX1913" fmla="*/ 8868021 w 8965936"/>
              <a:gd name="connsiteY1913" fmla="*/ 1441254 h 3345776"/>
              <a:gd name="connsiteX1914" fmla="*/ 8965936 w 8965936"/>
              <a:gd name="connsiteY1914" fmla="*/ 1509571 h 3345776"/>
              <a:gd name="connsiteX1915" fmla="*/ 8965936 w 8965936"/>
              <a:gd name="connsiteY1915" fmla="*/ 1495480 h 3345776"/>
              <a:gd name="connsiteX1916" fmla="*/ 8915447 w 8965936"/>
              <a:gd name="connsiteY1916" fmla="*/ 1460798 h 3345776"/>
              <a:gd name="connsiteX1917" fmla="*/ 8608103 w 8965936"/>
              <a:gd name="connsiteY1917" fmla="*/ 1196553 h 3345776"/>
              <a:gd name="connsiteX1918" fmla="*/ 8487807 w 8965936"/>
              <a:gd name="connsiteY1918" fmla="*/ 1085452 h 3345776"/>
              <a:gd name="connsiteX1919" fmla="*/ 8329841 w 8965936"/>
              <a:gd name="connsiteY1919" fmla="*/ 956475 h 3345776"/>
              <a:gd name="connsiteX1920" fmla="*/ 8061669 w 8965936"/>
              <a:gd name="connsiteY1920" fmla="*/ 808212 h 3345776"/>
              <a:gd name="connsiteX1921" fmla="*/ 7653024 w 8965936"/>
              <a:gd name="connsiteY1921" fmla="*/ 841798 h 3345776"/>
              <a:gd name="connsiteX1922" fmla="*/ 7359311 w 8965936"/>
              <a:gd name="connsiteY1922" fmla="*/ 1250442 h 3345776"/>
              <a:gd name="connsiteX1923" fmla="*/ 7282690 w 8965936"/>
              <a:gd name="connsiteY1923" fmla="*/ 1538920 h 3345776"/>
              <a:gd name="connsiteX1924" fmla="*/ 7263791 w 8965936"/>
              <a:gd name="connsiteY1924" fmla="*/ 1635973 h 3345776"/>
              <a:gd name="connsiteX1925" fmla="*/ 7097779 w 8965936"/>
              <a:gd name="connsiteY1925" fmla="*/ 2198753 h 3345776"/>
              <a:gd name="connsiteX1926" fmla="*/ 7012091 w 8965936"/>
              <a:gd name="connsiteY1926" fmla="*/ 2325049 h 3345776"/>
              <a:gd name="connsiteX1927" fmla="*/ 6433605 w 8965936"/>
              <a:gd name="connsiteY1927" fmla="*/ 2484548 h 3345776"/>
              <a:gd name="connsiteX1928" fmla="*/ 6347150 w 8965936"/>
              <a:gd name="connsiteY1928" fmla="*/ 2423635 h 3345776"/>
              <a:gd name="connsiteX1929" fmla="*/ 6331814 w 8965936"/>
              <a:gd name="connsiteY1929" fmla="*/ 2404975 h 3345776"/>
              <a:gd name="connsiteX1930" fmla="*/ 6421727 w 8965936"/>
              <a:gd name="connsiteY1930" fmla="*/ 2466798 h 3345776"/>
              <a:gd name="connsiteX1931" fmla="*/ 6593358 w 8965936"/>
              <a:gd name="connsiteY1931" fmla="*/ 2505109 h 3345776"/>
              <a:gd name="connsiteX1932" fmla="*/ 7022691 w 8965936"/>
              <a:gd name="connsiteY1932" fmla="*/ 2282270 h 3345776"/>
              <a:gd name="connsiteX1933" fmla="*/ 7108122 w 8965936"/>
              <a:gd name="connsiteY1933" fmla="*/ 2149334 h 3345776"/>
              <a:gd name="connsiteX1934" fmla="*/ 7271069 w 8965936"/>
              <a:gd name="connsiteY1934" fmla="*/ 1595492 h 3345776"/>
              <a:gd name="connsiteX1935" fmla="*/ 7295333 w 8965936"/>
              <a:gd name="connsiteY1935" fmla="*/ 1475198 h 3345776"/>
              <a:gd name="connsiteX1936" fmla="*/ 7377062 w 8965936"/>
              <a:gd name="connsiteY1936" fmla="*/ 1185444 h 3345776"/>
              <a:gd name="connsiteX1937" fmla="*/ 7681886 w 8965936"/>
              <a:gd name="connsiteY1937" fmla="*/ 784333 h 3345776"/>
              <a:gd name="connsiteX1938" fmla="*/ 7876821 w 8965936"/>
              <a:gd name="connsiteY1938" fmla="*/ 730380 h 3345776"/>
              <a:gd name="connsiteX1939" fmla="*/ 8092062 w 8965936"/>
              <a:gd name="connsiteY1939" fmla="*/ 767987 h 3345776"/>
              <a:gd name="connsiteX1940" fmla="*/ 8357808 w 8965936"/>
              <a:gd name="connsiteY1940" fmla="*/ 924550 h 3345776"/>
              <a:gd name="connsiteX1941" fmla="*/ 8513986 w 8965936"/>
              <a:gd name="connsiteY1941" fmla="*/ 1059657 h 3345776"/>
              <a:gd name="connsiteX1942" fmla="*/ 8632365 w 8965936"/>
              <a:gd name="connsiteY1942" fmla="*/ 1176121 h 3345776"/>
              <a:gd name="connsiteX1943" fmla="*/ 8899698 w 8965936"/>
              <a:gd name="connsiteY1943" fmla="*/ 1426032 h 3345776"/>
              <a:gd name="connsiteX1944" fmla="*/ 8965936 w 8965936"/>
              <a:gd name="connsiteY1944" fmla="*/ 1474691 h 3345776"/>
              <a:gd name="connsiteX1945" fmla="*/ 8965936 w 8965936"/>
              <a:gd name="connsiteY1945" fmla="*/ 1460164 h 3345776"/>
              <a:gd name="connsiteX1946" fmla="*/ 8947612 w 8965936"/>
              <a:gd name="connsiteY1946" fmla="*/ 1446880 h 3345776"/>
              <a:gd name="connsiteX1947" fmla="*/ 8642071 w 8965936"/>
              <a:gd name="connsiteY1947" fmla="*/ 1166033 h 3345776"/>
              <a:gd name="connsiteX1948" fmla="*/ 8523436 w 8965936"/>
              <a:gd name="connsiteY1948" fmla="*/ 1049441 h 3345776"/>
              <a:gd name="connsiteX1949" fmla="*/ 8366108 w 8965936"/>
              <a:gd name="connsiteY1949" fmla="*/ 913312 h 3345776"/>
              <a:gd name="connsiteX1950" fmla="*/ 8096914 w 8965936"/>
              <a:gd name="connsiteY1950" fmla="*/ 754835 h 3345776"/>
              <a:gd name="connsiteX1951" fmla="*/ 7675500 w 8965936"/>
              <a:gd name="connsiteY1951" fmla="*/ 771947 h 3345776"/>
              <a:gd name="connsiteX1952" fmla="*/ 7364419 w 8965936"/>
              <a:gd name="connsiteY1952" fmla="*/ 1180591 h 3345776"/>
              <a:gd name="connsiteX1953" fmla="*/ 7282180 w 8965936"/>
              <a:gd name="connsiteY1953" fmla="*/ 1472388 h 3345776"/>
              <a:gd name="connsiteX1954" fmla="*/ 7257916 w 8965936"/>
              <a:gd name="connsiteY1954" fmla="*/ 1592938 h 3345776"/>
              <a:gd name="connsiteX1955" fmla="*/ 7096119 w 8965936"/>
              <a:gd name="connsiteY1955" fmla="*/ 2143075 h 3345776"/>
              <a:gd name="connsiteX1956" fmla="*/ 7012091 w 8965936"/>
              <a:gd name="connsiteY1956" fmla="*/ 2273970 h 3345776"/>
              <a:gd name="connsiteX1957" fmla="*/ 6427730 w 8965936"/>
              <a:gd name="connsiteY1957" fmla="*/ 2455050 h 3345776"/>
              <a:gd name="connsiteX1958" fmla="*/ 6339360 w 8965936"/>
              <a:gd name="connsiteY1958" fmla="*/ 2394264 h 3345776"/>
              <a:gd name="connsiteX1959" fmla="*/ 6325385 w 8965936"/>
              <a:gd name="connsiteY1959" fmla="*/ 2377241 h 3345776"/>
              <a:gd name="connsiteX1960" fmla="*/ 6378175 w 8965936"/>
              <a:gd name="connsiteY1960" fmla="*/ 2417581 h 3345776"/>
              <a:gd name="connsiteX1961" fmla="*/ 6576248 w 8965936"/>
              <a:gd name="connsiteY1961" fmla="*/ 2472161 h 3345776"/>
              <a:gd name="connsiteX1962" fmla="*/ 7023074 w 8965936"/>
              <a:gd name="connsiteY1962" fmla="*/ 2230678 h 3345776"/>
              <a:gd name="connsiteX1963" fmla="*/ 7106719 w 8965936"/>
              <a:gd name="connsiteY1963" fmla="*/ 2093144 h 3345776"/>
              <a:gd name="connsiteX1964" fmla="*/ 7264558 w 8965936"/>
              <a:gd name="connsiteY1964" fmla="*/ 1552584 h 3345776"/>
              <a:gd name="connsiteX1965" fmla="*/ 7294695 w 8965936"/>
              <a:gd name="connsiteY1965" fmla="*/ 1408537 h 3345776"/>
              <a:gd name="connsiteX1966" fmla="*/ 7382043 w 8965936"/>
              <a:gd name="connsiteY1966" fmla="*/ 1115590 h 3345776"/>
              <a:gd name="connsiteX1967" fmla="*/ 7703595 w 8965936"/>
              <a:gd name="connsiteY1967" fmla="*/ 715374 h 3345776"/>
              <a:gd name="connsiteX1968" fmla="*/ 7904996 w 8965936"/>
              <a:gd name="connsiteY1968" fmla="*/ 668301 h 3345776"/>
              <a:gd name="connsiteX1969" fmla="*/ 8126031 w 8965936"/>
              <a:gd name="connsiteY1969" fmla="*/ 715374 h 3345776"/>
              <a:gd name="connsiteX1970" fmla="*/ 8392799 w 8965936"/>
              <a:gd name="connsiteY1970" fmla="*/ 882024 h 3345776"/>
              <a:gd name="connsiteX1971" fmla="*/ 8548338 w 8965936"/>
              <a:gd name="connsiteY1971" fmla="*/ 1024283 h 3345776"/>
              <a:gd name="connsiteX1972" fmla="*/ 8665185 w 8965936"/>
              <a:gd name="connsiteY1972" fmla="*/ 1146111 h 3345776"/>
              <a:gd name="connsiteX1973" fmla="*/ 8931155 w 8965936"/>
              <a:gd name="connsiteY1973" fmla="*/ 1410464 h 3345776"/>
              <a:gd name="connsiteX1974" fmla="*/ 8965936 w 8965936"/>
              <a:gd name="connsiteY1974" fmla="*/ 1437384 h 3345776"/>
              <a:gd name="connsiteX1975" fmla="*/ 8965936 w 8965936"/>
              <a:gd name="connsiteY1975" fmla="*/ 1421020 h 3345776"/>
              <a:gd name="connsiteX1976" fmla="*/ 8823621 w 8965936"/>
              <a:gd name="connsiteY1976" fmla="*/ 1290980 h 3345776"/>
              <a:gd name="connsiteX1977" fmla="*/ 8675274 w 8965936"/>
              <a:gd name="connsiteY1977" fmla="*/ 1137427 h 3345776"/>
              <a:gd name="connsiteX1978" fmla="*/ 8558300 w 8965936"/>
              <a:gd name="connsiteY1978" fmla="*/ 1015345 h 3345776"/>
              <a:gd name="connsiteX1979" fmla="*/ 8401739 w 8965936"/>
              <a:gd name="connsiteY1979" fmla="*/ 872192 h 3345776"/>
              <a:gd name="connsiteX1980" fmla="*/ 8131394 w 8965936"/>
              <a:gd name="connsiteY1980" fmla="*/ 703370 h 3345776"/>
              <a:gd name="connsiteX1981" fmla="*/ 7698104 w 8965936"/>
              <a:gd name="connsiteY1981" fmla="*/ 703370 h 3345776"/>
              <a:gd name="connsiteX1982" fmla="*/ 7369912 w 8965936"/>
              <a:gd name="connsiteY1982" fmla="*/ 1110609 h 3345776"/>
              <a:gd name="connsiteX1983" fmla="*/ 7281925 w 8965936"/>
              <a:gd name="connsiteY1983" fmla="*/ 1405600 h 3345776"/>
              <a:gd name="connsiteX1984" fmla="*/ 7251660 w 8965936"/>
              <a:gd name="connsiteY1984" fmla="*/ 1549902 h 3345776"/>
              <a:gd name="connsiteX1985" fmla="*/ 7095098 w 8965936"/>
              <a:gd name="connsiteY1985" fmla="*/ 2087141 h 3345776"/>
              <a:gd name="connsiteX1986" fmla="*/ 7012731 w 8965936"/>
              <a:gd name="connsiteY1986" fmla="*/ 2222761 h 3345776"/>
              <a:gd name="connsiteX1987" fmla="*/ 6422240 w 8965936"/>
              <a:gd name="connsiteY1987" fmla="*/ 2425295 h 3345776"/>
              <a:gd name="connsiteX1988" fmla="*/ 6332083 w 8965936"/>
              <a:gd name="connsiteY1988" fmla="*/ 2364509 h 3345776"/>
              <a:gd name="connsiteX1989" fmla="*/ 6319225 w 8965936"/>
              <a:gd name="connsiteY1989" fmla="*/ 2348844 h 3345776"/>
              <a:gd name="connsiteX1990" fmla="*/ 6411131 w 8965936"/>
              <a:gd name="connsiteY1990" fmla="*/ 2409461 h 3345776"/>
              <a:gd name="connsiteX1991" fmla="*/ 6564372 w 8965936"/>
              <a:gd name="connsiteY1991" fmla="*/ 2441769 h 3345776"/>
              <a:gd name="connsiteX1992" fmla="*/ 7024097 w 8965936"/>
              <a:gd name="connsiteY1992" fmla="*/ 2180875 h 3345776"/>
              <a:gd name="connsiteX1993" fmla="*/ 7106464 w 8965936"/>
              <a:gd name="connsiteY1993" fmla="*/ 2038744 h 3345776"/>
              <a:gd name="connsiteX1994" fmla="*/ 7258811 w 8965936"/>
              <a:gd name="connsiteY1994" fmla="*/ 1511720 h 3345776"/>
              <a:gd name="connsiteX1995" fmla="*/ 7295079 w 8965936"/>
              <a:gd name="connsiteY1995" fmla="*/ 1343538 h 3345776"/>
              <a:gd name="connsiteX1996" fmla="*/ 7388045 w 8965936"/>
              <a:gd name="connsiteY1996" fmla="*/ 1047398 h 3345776"/>
              <a:gd name="connsiteX1997" fmla="*/ 7726454 w 8965936"/>
              <a:gd name="connsiteY1997" fmla="*/ 648204 h 3345776"/>
              <a:gd name="connsiteX1998" fmla="*/ 7933825 w 8965936"/>
              <a:gd name="connsiteY1998" fmla="*/ 607467 h 3345776"/>
              <a:gd name="connsiteX1999" fmla="*/ 8160639 w 8965936"/>
              <a:gd name="connsiteY1999" fmla="*/ 664039 h 3345776"/>
              <a:gd name="connsiteX2000" fmla="*/ 8428811 w 8965936"/>
              <a:gd name="connsiteY2000" fmla="*/ 841032 h 3345776"/>
              <a:gd name="connsiteX2001" fmla="*/ 8582180 w 8965936"/>
              <a:gd name="connsiteY2001" fmla="*/ 989039 h 3345776"/>
              <a:gd name="connsiteX2002" fmla="*/ 8697111 w 8965936"/>
              <a:gd name="connsiteY2002" fmla="*/ 1116740 h 3345776"/>
              <a:gd name="connsiteX2003" fmla="*/ 8962207 w 8965936"/>
              <a:gd name="connsiteY2003" fmla="*/ 1394621 h 3345776"/>
              <a:gd name="connsiteX2004" fmla="*/ 8965936 w 8965936"/>
              <a:gd name="connsiteY2004" fmla="*/ 1397645 h 3345776"/>
              <a:gd name="connsiteX2005" fmla="*/ 8965936 w 8965936"/>
              <a:gd name="connsiteY2005" fmla="*/ 1377355 h 3345776"/>
              <a:gd name="connsiteX2006" fmla="*/ 8854679 w 8965936"/>
              <a:gd name="connsiteY2006" fmla="*/ 1270170 h 3345776"/>
              <a:gd name="connsiteX2007" fmla="*/ 8707200 w 8965936"/>
              <a:gd name="connsiteY2007" fmla="*/ 1108440 h 3345776"/>
              <a:gd name="connsiteX2008" fmla="*/ 8592269 w 8965936"/>
              <a:gd name="connsiteY2008" fmla="*/ 980738 h 3345776"/>
              <a:gd name="connsiteX2009" fmla="*/ 8436346 w 8965936"/>
              <a:gd name="connsiteY2009" fmla="*/ 830433 h 3345776"/>
              <a:gd name="connsiteX2010" fmla="*/ 8165107 w 8965936"/>
              <a:gd name="connsiteY2010" fmla="*/ 651651 h 3345776"/>
              <a:gd name="connsiteX2011" fmla="*/ 7719558 w 8965936"/>
              <a:gd name="connsiteY2011" fmla="*/ 635816 h 3345776"/>
              <a:gd name="connsiteX2012" fmla="*/ 7374764 w 8965936"/>
              <a:gd name="connsiteY2012" fmla="*/ 1042035 h 3345776"/>
              <a:gd name="connsiteX2013" fmla="*/ 7281159 w 8965936"/>
              <a:gd name="connsiteY2013" fmla="*/ 1340473 h 3345776"/>
              <a:gd name="connsiteX2014" fmla="*/ 7244765 w 8965936"/>
              <a:gd name="connsiteY2014" fmla="*/ 1508782 h 3345776"/>
              <a:gd name="connsiteX2015" fmla="*/ 7093438 w 8965936"/>
              <a:gd name="connsiteY2015" fmla="*/ 2032358 h 3345776"/>
              <a:gd name="connsiteX2016" fmla="*/ 7012731 w 8965936"/>
              <a:gd name="connsiteY2016" fmla="*/ 2172829 h 3345776"/>
              <a:gd name="connsiteX2017" fmla="*/ 6416366 w 8965936"/>
              <a:gd name="connsiteY2017" fmla="*/ 2396945 h 3345776"/>
              <a:gd name="connsiteX2018" fmla="*/ 6324294 w 8965936"/>
              <a:gd name="connsiteY2018" fmla="*/ 2336160 h 3345776"/>
              <a:gd name="connsiteX2019" fmla="*/ 6310743 w 8965936"/>
              <a:gd name="connsiteY2019" fmla="*/ 2319658 h 3345776"/>
              <a:gd name="connsiteX2020" fmla="*/ 6405383 w 8965936"/>
              <a:gd name="connsiteY2020" fmla="*/ 2380727 h 3345776"/>
              <a:gd name="connsiteX2021" fmla="*/ 6552239 w 8965936"/>
              <a:gd name="connsiteY2021" fmla="*/ 2410482 h 3345776"/>
              <a:gd name="connsiteX2022" fmla="*/ 7024096 w 8965936"/>
              <a:gd name="connsiteY2022" fmla="*/ 2130305 h 3345776"/>
              <a:gd name="connsiteX2023" fmla="*/ 7104165 w 8965936"/>
              <a:gd name="connsiteY2023" fmla="*/ 1984215 h 3345776"/>
              <a:gd name="connsiteX2024" fmla="*/ 7250766 w 8965936"/>
              <a:gd name="connsiteY2024" fmla="*/ 1471112 h 3345776"/>
              <a:gd name="connsiteX2025" fmla="*/ 7293419 w 8965936"/>
              <a:gd name="connsiteY2025" fmla="*/ 1278538 h 3345776"/>
              <a:gd name="connsiteX2026" fmla="*/ 7392003 w 8965936"/>
              <a:gd name="connsiteY2026" fmla="*/ 979206 h 3345776"/>
              <a:gd name="connsiteX2027" fmla="*/ 7747269 w 8965936"/>
              <a:gd name="connsiteY2027" fmla="*/ 581033 h 3345776"/>
              <a:gd name="connsiteX2028" fmla="*/ 7961982 w 8965936"/>
              <a:gd name="connsiteY2028" fmla="*/ 546714 h 3345776"/>
              <a:gd name="connsiteX2029" fmla="*/ 8194223 w 8965936"/>
              <a:gd name="connsiteY2029" fmla="*/ 612959 h 3345776"/>
              <a:gd name="connsiteX2030" fmla="*/ 8463290 w 8965936"/>
              <a:gd name="connsiteY2030" fmla="*/ 799402 h 3345776"/>
              <a:gd name="connsiteX2031" fmla="*/ 8617170 w 8965936"/>
              <a:gd name="connsiteY2031" fmla="*/ 955836 h 3345776"/>
              <a:gd name="connsiteX2032" fmla="*/ 8730825 w 8965936"/>
              <a:gd name="connsiteY2032" fmla="*/ 1088390 h 3345776"/>
              <a:gd name="connsiteX2033" fmla="*/ 8859694 w 8965936"/>
              <a:gd name="connsiteY2033" fmla="*/ 1238233 h 3345776"/>
              <a:gd name="connsiteX2034" fmla="*/ 8965936 w 8965936"/>
              <a:gd name="connsiteY2034" fmla="*/ 1349827 h 3345776"/>
              <a:gd name="connsiteX2035" fmla="*/ 8965936 w 8965936"/>
              <a:gd name="connsiteY2035" fmla="*/ 1328338 h 3345776"/>
              <a:gd name="connsiteX2036" fmla="*/ 8887776 w 8965936"/>
              <a:gd name="connsiteY2036" fmla="*/ 1249141 h 3345776"/>
              <a:gd name="connsiteX2037" fmla="*/ 8741041 w 8965936"/>
              <a:gd name="connsiteY2037" fmla="*/ 1079451 h 3345776"/>
              <a:gd name="connsiteX2038" fmla="*/ 8627257 w 8965936"/>
              <a:gd name="connsiteY2038" fmla="*/ 946642 h 3345776"/>
              <a:gd name="connsiteX2039" fmla="*/ 8471974 w 8965936"/>
              <a:gd name="connsiteY2039" fmla="*/ 789187 h 3345776"/>
              <a:gd name="connsiteX2040" fmla="*/ 8199842 w 8965936"/>
              <a:gd name="connsiteY2040" fmla="*/ 599932 h 3345776"/>
              <a:gd name="connsiteX2041" fmla="*/ 7742032 w 8965936"/>
              <a:gd name="connsiteY2041" fmla="*/ 567624 h 3345776"/>
              <a:gd name="connsiteX2042" fmla="*/ 7379616 w 8965936"/>
              <a:gd name="connsiteY2042" fmla="*/ 972949 h 3345776"/>
              <a:gd name="connsiteX2043" fmla="*/ 7280265 w 8965936"/>
              <a:gd name="connsiteY2043" fmla="*/ 1274579 h 3345776"/>
              <a:gd name="connsiteX2044" fmla="*/ 7237485 w 8965936"/>
              <a:gd name="connsiteY2044" fmla="*/ 1467409 h 3345776"/>
              <a:gd name="connsiteX2045" fmla="*/ 7091778 w 8965936"/>
              <a:gd name="connsiteY2045" fmla="*/ 1978214 h 3345776"/>
              <a:gd name="connsiteX2046" fmla="*/ 7012858 w 8965936"/>
              <a:gd name="connsiteY2046" fmla="*/ 2123026 h 3345776"/>
              <a:gd name="connsiteX2047" fmla="*/ 6410364 w 8965936"/>
              <a:gd name="connsiteY2047" fmla="*/ 2368469 h 3345776"/>
              <a:gd name="connsiteX2048" fmla="*/ 6316503 w 8965936"/>
              <a:gd name="connsiteY2048" fmla="*/ 2307811 h 3345776"/>
              <a:gd name="connsiteX2049" fmla="*/ 6302786 w 8965936"/>
              <a:gd name="connsiteY2049" fmla="*/ 2291155 h 3345776"/>
              <a:gd name="connsiteX2050" fmla="*/ 6352513 w 8965936"/>
              <a:gd name="connsiteY2050" fmla="*/ 2328152 h 3345776"/>
              <a:gd name="connsiteX2051" fmla="*/ 6537682 w 8965936"/>
              <a:gd name="connsiteY2051" fmla="*/ 2378685 h 3345776"/>
              <a:gd name="connsiteX2052" fmla="*/ 6596808 w 8965936"/>
              <a:gd name="connsiteY2052" fmla="*/ 2374599 h 3345776"/>
              <a:gd name="connsiteX2053" fmla="*/ 7024224 w 8965936"/>
              <a:gd name="connsiteY2053" fmla="*/ 2079864 h 3345776"/>
              <a:gd name="connsiteX2054" fmla="*/ 7243104 w 8965936"/>
              <a:gd name="connsiteY2054" fmla="*/ 1429864 h 3345776"/>
              <a:gd name="connsiteX2055" fmla="*/ 7292524 w 8965936"/>
              <a:gd name="connsiteY2055" fmla="*/ 1212771 h 3345776"/>
              <a:gd name="connsiteX2056" fmla="*/ 7768722 w 8965936"/>
              <a:gd name="connsiteY2056" fmla="*/ 512841 h 3345776"/>
              <a:gd name="connsiteX2057" fmla="*/ 7907649 w 8965936"/>
              <a:gd name="connsiteY2057" fmla="*/ 483339 h 3345776"/>
              <a:gd name="connsiteX2058" fmla="*/ 8651521 w 8965936"/>
              <a:gd name="connsiteY2058" fmla="*/ 921485 h 3345776"/>
              <a:gd name="connsiteX2059" fmla="*/ 8763516 w 8965936"/>
              <a:gd name="connsiteY2059" fmla="*/ 1059275 h 3345776"/>
              <a:gd name="connsiteX2060" fmla="*/ 8891676 w 8965936"/>
              <a:gd name="connsiteY2060" fmla="*/ 1216078 h 3345776"/>
              <a:gd name="connsiteX2061" fmla="*/ 8965936 w 8965936"/>
              <a:gd name="connsiteY2061" fmla="*/ 1298018 h 3345776"/>
              <a:gd name="connsiteX2062" fmla="*/ 8965936 w 8965936"/>
              <a:gd name="connsiteY2062" fmla="*/ 1278101 h 3345776"/>
              <a:gd name="connsiteX2063" fmla="*/ 8919907 w 8965936"/>
              <a:gd name="connsiteY2063" fmla="*/ 1229152 h 3345776"/>
              <a:gd name="connsiteX2064" fmla="*/ 8773987 w 8965936"/>
              <a:gd name="connsiteY2064" fmla="*/ 1051357 h 3345776"/>
              <a:gd name="connsiteX2065" fmla="*/ 8661737 w 8965936"/>
              <a:gd name="connsiteY2065" fmla="*/ 913312 h 3345776"/>
              <a:gd name="connsiteX2066" fmla="*/ 7763998 w 8965936"/>
              <a:gd name="connsiteY2066" fmla="*/ 500454 h 3345776"/>
              <a:gd name="connsiteX2067" fmla="*/ 7279498 w 8965936"/>
              <a:gd name="connsiteY2067" fmla="*/ 1209707 h 3345776"/>
              <a:gd name="connsiteX2068" fmla="*/ 7229950 w 8965936"/>
              <a:gd name="connsiteY2068" fmla="*/ 1426799 h 3345776"/>
              <a:gd name="connsiteX2069" fmla="*/ 7012858 w 8965936"/>
              <a:gd name="connsiteY2069" fmla="*/ 2072584 h 3345776"/>
              <a:gd name="connsiteX2070" fmla="*/ 6594892 w 8965936"/>
              <a:gd name="connsiteY2070" fmla="*/ 2361189 h 3345776"/>
              <a:gd name="connsiteX2071" fmla="*/ 6308713 w 8965936"/>
              <a:gd name="connsiteY2071" fmla="*/ 2279078 h 3345776"/>
              <a:gd name="connsiteX2072" fmla="*/ 6108605 w 8965936"/>
              <a:gd name="connsiteY2072" fmla="*/ 1811563 h 3345776"/>
              <a:gd name="connsiteX2073" fmla="*/ 5919224 w 8965936"/>
              <a:gd name="connsiteY2073" fmla="*/ 1347880 h 3345776"/>
              <a:gd name="connsiteX2074" fmla="*/ 5243812 w 8965936"/>
              <a:gd name="connsiteY2074" fmla="*/ 1351710 h 3345776"/>
              <a:gd name="connsiteX2075" fmla="*/ 4919194 w 8965936"/>
              <a:gd name="connsiteY2075" fmla="*/ 1647339 h 3345776"/>
              <a:gd name="connsiteX2076" fmla="*/ 4696867 w 8965936"/>
              <a:gd name="connsiteY2076" fmla="*/ 1864432 h 3345776"/>
              <a:gd name="connsiteX2077" fmla="*/ 4038439 w 8965936"/>
              <a:gd name="connsiteY2077" fmla="*/ 2022143 h 3345776"/>
              <a:gd name="connsiteX2078" fmla="*/ 3961539 w 8965936"/>
              <a:gd name="connsiteY2078" fmla="*/ 1971292 h 3345776"/>
              <a:gd name="connsiteX2079" fmla="*/ 3954380 w 8965936"/>
              <a:gd name="connsiteY2079" fmla="*/ 1964143 h 3345776"/>
              <a:gd name="connsiteX2080" fmla="*/ 3929799 w 8965936"/>
              <a:gd name="connsiteY2080" fmla="*/ 1932955 h 3345776"/>
              <a:gd name="connsiteX2081" fmla="*/ 3900174 w 8965936"/>
              <a:gd name="connsiteY2081" fmla="*/ 1878706 h 3345776"/>
              <a:gd name="connsiteX2082" fmla="*/ 3868027 w 8965936"/>
              <a:gd name="connsiteY2082" fmla="*/ 1808305 h 3345776"/>
              <a:gd name="connsiteX2083" fmla="*/ 3843492 w 8965936"/>
              <a:gd name="connsiteY2083" fmla="*/ 1748247 h 3345776"/>
              <a:gd name="connsiteX2084" fmla="*/ 3787121 w 8965936"/>
              <a:gd name="connsiteY2084" fmla="*/ 1577103 h 3345776"/>
              <a:gd name="connsiteX2085" fmla="*/ 3780191 w 8965936"/>
              <a:gd name="connsiteY2085" fmla="*/ 1556250 h 3345776"/>
              <a:gd name="connsiteX2086" fmla="*/ 3762222 w 8965936"/>
              <a:gd name="connsiteY2086" fmla="*/ 1489116 h 3345776"/>
              <a:gd name="connsiteX2087" fmla="*/ 3730277 w 8965936"/>
              <a:gd name="connsiteY2087" fmla="*/ 1371927 h 3345776"/>
              <a:gd name="connsiteX2088" fmla="*/ 3681868 w 8965936"/>
              <a:gd name="connsiteY2088" fmla="*/ 1152846 h 3345776"/>
              <a:gd name="connsiteX2089" fmla="*/ 3657123 w 8965936"/>
              <a:gd name="connsiteY2089" fmla="*/ 1011003 h 3345776"/>
              <a:gd name="connsiteX2090" fmla="*/ 3655588 w 8965936"/>
              <a:gd name="connsiteY2090" fmla="*/ 1005734 h 3345776"/>
              <a:gd name="connsiteX2091" fmla="*/ 3650178 w 8965936"/>
              <a:gd name="connsiteY2091" fmla="*/ 961136 h 3345776"/>
              <a:gd name="connsiteX2092" fmla="*/ 3596209 w 8965936"/>
              <a:gd name="connsiteY2092" fmla="*/ 731976 h 3345776"/>
              <a:gd name="connsiteX2093" fmla="*/ 3110948 w 8965936"/>
              <a:gd name="connsiteY2093" fmla="*/ 319884 h 3345776"/>
              <a:gd name="connsiteX2094" fmla="*/ 2708689 w 8965936"/>
              <a:gd name="connsiteY2094" fmla="*/ 666721 h 3345776"/>
              <a:gd name="connsiteX2095" fmla="*/ 2633601 w 8965936"/>
              <a:gd name="connsiteY2095" fmla="*/ 816643 h 3345776"/>
              <a:gd name="connsiteX2096" fmla="*/ 2430555 w 8965936"/>
              <a:gd name="connsiteY2096" fmla="*/ 1153263 h 3345776"/>
              <a:gd name="connsiteX2097" fmla="*/ 2247094 w 8965936"/>
              <a:gd name="connsiteY2097" fmla="*/ 1280540 h 3345776"/>
              <a:gd name="connsiteX2098" fmla="*/ 2211472 w 8965936"/>
              <a:gd name="connsiteY2098" fmla="*/ 1290240 h 3345776"/>
              <a:gd name="connsiteX2099" fmla="*/ 2189549 w 8965936"/>
              <a:gd name="connsiteY2099" fmla="*/ 1257339 h 3345776"/>
              <a:gd name="connsiteX2100" fmla="*/ 2178688 w 8965936"/>
              <a:gd name="connsiteY2100" fmla="*/ 1246975 h 3345776"/>
              <a:gd name="connsiteX2101" fmla="*/ 2167234 w 8965936"/>
              <a:gd name="connsiteY2101" fmla="*/ 1226052 h 3345776"/>
              <a:gd name="connsiteX2102" fmla="*/ 2122156 w 8965936"/>
              <a:gd name="connsiteY2102" fmla="*/ 1144196 h 3345776"/>
              <a:gd name="connsiteX2103" fmla="*/ 2116151 w 8965936"/>
              <a:gd name="connsiteY2103" fmla="*/ 1140539 h 3345776"/>
              <a:gd name="connsiteX2104" fmla="*/ 2083717 w 8965936"/>
              <a:gd name="connsiteY2104" fmla="*/ 1058763 h 3345776"/>
              <a:gd name="connsiteX2105" fmla="*/ 2063295 w 8965936"/>
              <a:gd name="connsiteY2105" fmla="*/ 1039763 h 3345776"/>
              <a:gd name="connsiteX2106" fmla="*/ 2042980 w 8965936"/>
              <a:gd name="connsiteY2106" fmla="*/ 972309 h 3345776"/>
              <a:gd name="connsiteX2107" fmla="*/ 2016966 w 8965936"/>
              <a:gd name="connsiteY2107" fmla="*/ 940861 h 3345776"/>
              <a:gd name="connsiteX2108" fmla="*/ 2003775 w 8965936"/>
              <a:gd name="connsiteY2108" fmla="*/ 885217 h 3345776"/>
              <a:gd name="connsiteX2109" fmla="*/ 1974245 w 8965936"/>
              <a:gd name="connsiteY2109" fmla="*/ 841358 h 3345776"/>
              <a:gd name="connsiteX2110" fmla="*/ 1963678 w 8965936"/>
              <a:gd name="connsiteY2110" fmla="*/ 799274 h 3345776"/>
              <a:gd name="connsiteX2111" fmla="*/ 1929377 w 8965936"/>
              <a:gd name="connsiteY2111" fmla="*/ 739773 h 3345776"/>
              <a:gd name="connsiteX2112" fmla="*/ 1923453 w 8965936"/>
              <a:gd name="connsiteY2112" fmla="*/ 712053 h 3345776"/>
              <a:gd name="connsiteX2113" fmla="*/ 1884893 w 8965936"/>
              <a:gd name="connsiteY2113" fmla="*/ 636086 h 3345776"/>
              <a:gd name="connsiteX2114" fmla="*/ 1882973 w 8965936"/>
              <a:gd name="connsiteY2114" fmla="*/ 625600 h 3345776"/>
              <a:gd name="connsiteX2115" fmla="*/ 1842218 w 8965936"/>
              <a:gd name="connsiteY2115" fmla="*/ 536587 h 3345776"/>
              <a:gd name="connsiteX2116" fmla="*/ 1789358 w 8965936"/>
              <a:gd name="connsiteY2116" fmla="*/ 410240 h 3345776"/>
              <a:gd name="connsiteX2117" fmla="*/ 1786700 w 8965936"/>
              <a:gd name="connsiteY2117" fmla="*/ 406996 h 3345776"/>
              <a:gd name="connsiteX2118" fmla="*/ 1758249 w 8965936"/>
              <a:gd name="connsiteY2118" fmla="*/ 329039 h 3345776"/>
              <a:gd name="connsiteX2119" fmla="*/ 1472413 w 8965936"/>
              <a:gd name="connsiteY2119" fmla="*/ 63332 h 3345776"/>
              <a:gd name="connsiteX2120" fmla="*/ 1147215 w 8965936"/>
              <a:gd name="connsiteY2120" fmla="*/ 407 h 334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</a:cxnLst>
            <a:rect l="l" t="t" r="r" b="b"/>
            <a:pathLst>
              <a:path w="8965936" h="3345775">
                <a:moveTo>
                  <a:pt x="7263937" y="2681044"/>
                </a:moveTo>
                <a:lnTo>
                  <a:pt x="7224122" y="2821258"/>
                </a:lnTo>
                <a:cubicBezTo>
                  <a:pt x="7198680" y="2876703"/>
                  <a:pt x="7164024" y="2925852"/>
                  <a:pt x="7117062" y="2965854"/>
                </a:cubicBezTo>
                <a:cubicBezTo>
                  <a:pt x="6939557" y="3116287"/>
                  <a:pt x="6678791" y="3039666"/>
                  <a:pt x="6512780" y="2886424"/>
                </a:cubicBezTo>
                <a:lnTo>
                  <a:pt x="6439675" y="2809169"/>
                </a:lnTo>
                <a:lnTo>
                  <a:pt x="6498989" y="2867653"/>
                </a:lnTo>
                <a:cubicBezTo>
                  <a:pt x="6651464" y="3002506"/>
                  <a:pt x="6858723" y="3051798"/>
                  <a:pt x="7014902" y="2989736"/>
                </a:cubicBezTo>
                <a:cubicBezTo>
                  <a:pt x="7055614" y="2973645"/>
                  <a:pt x="7093068" y="2950326"/>
                  <a:pt x="7125491" y="2920904"/>
                </a:cubicBezTo>
                <a:cubicBezTo>
                  <a:pt x="7161823" y="2887958"/>
                  <a:pt x="7190731" y="2849535"/>
                  <a:pt x="7213765" y="2807677"/>
                </a:cubicBezTo>
                <a:close/>
                <a:moveTo>
                  <a:pt x="6339956" y="2678993"/>
                </a:moveTo>
                <a:lnTo>
                  <a:pt x="6433922" y="2803089"/>
                </a:lnTo>
                <a:lnTo>
                  <a:pt x="6427318" y="2796110"/>
                </a:lnTo>
                <a:cubicBezTo>
                  <a:pt x="6400463" y="2764146"/>
                  <a:pt x="6375094" y="2730540"/>
                  <a:pt x="6350775" y="2695941"/>
                </a:cubicBezTo>
                <a:close/>
                <a:moveTo>
                  <a:pt x="7277482" y="2617686"/>
                </a:moveTo>
                <a:lnTo>
                  <a:pt x="7275907" y="2638892"/>
                </a:lnTo>
                <a:lnTo>
                  <a:pt x="7268439" y="2665189"/>
                </a:lnTo>
                <a:close/>
                <a:moveTo>
                  <a:pt x="7281492" y="2515472"/>
                </a:moveTo>
                <a:lnTo>
                  <a:pt x="7280488" y="2528816"/>
                </a:lnTo>
                <a:lnTo>
                  <a:pt x="7270699" y="2570625"/>
                </a:lnTo>
                <a:lnTo>
                  <a:pt x="7261525" y="2617502"/>
                </a:lnTo>
                <a:lnTo>
                  <a:pt x="7257052" y="2628907"/>
                </a:lnTo>
                <a:lnTo>
                  <a:pt x="7231908" y="2736305"/>
                </a:lnTo>
                <a:cubicBezTo>
                  <a:pt x="7206243" y="2802298"/>
                  <a:pt x="7169404" y="2862817"/>
                  <a:pt x="7116297" y="2910944"/>
                </a:cubicBezTo>
                <a:cubicBezTo>
                  <a:pt x="7085099" y="2939305"/>
                  <a:pt x="7049011" y="2961755"/>
                  <a:pt x="7009794" y="2977220"/>
                </a:cubicBezTo>
                <a:cubicBezTo>
                  <a:pt x="6858213" y="3037495"/>
                  <a:pt x="6656572" y="2989480"/>
                  <a:pt x="6507800" y="2857565"/>
                </a:cubicBezTo>
                <a:cubicBezTo>
                  <a:pt x="6485771" y="2838090"/>
                  <a:pt x="6464842" y="2817415"/>
                  <a:pt x="6445098" y="2795630"/>
                </a:cubicBezTo>
                <a:lnTo>
                  <a:pt x="6439135" y="2787741"/>
                </a:lnTo>
                <a:lnTo>
                  <a:pt x="6492731" y="2839048"/>
                </a:lnTo>
                <a:cubicBezTo>
                  <a:pt x="6647123" y="2970069"/>
                  <a:pt x="6856935" y="3010295"/>
                  <a:pt x="7014774" y="2939293"/>
                </a:cubicBezTo>
                <a:cubicBezTo>
                  <a:pt x="7054961" y="2921147"/>
                  <a:pt x="7091753" y="2896270"/>
                  <a:pt x="7123575" y="2865737"/>
                </a:cubicBezTo>
                <a:cubicBezTo>
                  <a:pt x="7158470" y="2832024"/>
                  <a:pt x="7186461" y="2793435"/>
                  <a:pt x="7208975" y="2751538"/>
                </a:cubicBezTo>
                <a:lnTo>
                  <a:pt x="7257052" y="2628907"/>
                </a:lnTo>
                <a:lnTo>
                  <a:pt x="7270699" y="2570625"/>
                </a:lnTo>
                <a:close/>
                <a:moveTo>
                  <a:pt x="7277962" y="2457910"/>
                </a:moveTo>
                <a:lnTo>
                  <a:pt x="7276860" y="2470713"/>
                </a:lnTo>
                <a:lnTo>
                  <a:pt x="7267593" y="2509671"/>
                </a:lnTo>
                <a:lnTo>
                  <a:pt x="7258204" y="2556541"/>
                </a:lnTo>
                <a:lnTo>
                  <a:pt x="7253573" y="2568616"/>
                </a:lnTo>
                <a:lnTo>
                  <a:pt x="7226911" y="2680709"/>
                </a:lnTo>
                <a:cubicBezTo>
                  <a:pt x="7201345" y="2746757"/>
                  <a:pt x="7165286" y="2807091"/>
                  <a:pt x="7113997" y="2856416"/>
                </a:cubicBezTo>
                <a:cubicBezTo>
                  <a:pt x="7083324" y="2885888"/>
                  <a:pt x="7047823" y="2909858"/>
                  <a:pt x="7009028" y="2927289"/>
                </a:cubicBezTo>
                <a:cubicBezTo>
                  <a:pt x="6855786" y="2996376"/>
                  <a:pt x="6651719" y="2956788"/>
                  <a:pt x="6501160" y="2829087"/>
                </a:cubicBezTo>
                <a:cubicBezTo>
                  <a:pt x="6478391" y="2809855"/>
                  <a:pt x="6456859" y="2789205"/>
                  <a:pt x="6436670" y="2767279"/>
                </a:cubicBezTo>
                <a:lnTo>
                  <a:pt x="6426189" y="2753179"/>
                </a:lnTo>
                <a:lnTo>
                  <a:pt x="6487750" y="2810442"/>
                </a:lnTo>
                <a:cubicBezTo>
                  <a:pt x="6582312" y="2888187"/>
                  <a:pt x="6700551" y="2931389"/>
                  <a:pt x="6822966" y="2932908"/>
                </a:cubicBezTo>
                <a:cubicBezTo>
                  <a:pt x="6889613" y="2933444"/>
                  <a:pt x="6955444" y="2918311"/>
                  <a:pt x="7015156" y="2888724"/>
                </a:cubicBezTo>
                <a:cubicBezTo>
                  <a:pt x="7054820" y="2868687"/>
                  <a:pt x="7090960" y="2842329"/>
                  <a:pt x="7122170" y="2810698"/>
                </a:cubicBezTo>
                <a:cubicBezTo>
                  <a:pt x="7156075" y="2775931"/>
                  <a:pt x="7183475" y="2736320"/>
                  <a:pt x="7205702" y="2693436"/>
                </a:cubicBezTo>
                <a:lnTo>
                  <a:pt x="7253573" y="2568616"/>
                </a:lnTo>
                <a:lnTo>
                  <a:pt x="7267593" y="2509671"/>
                </a:lnTo>
                <a:close/>
                <a:moveTo>
                  <a:pt x="7275225" y="2399563"/>
                </a:moveTo>
                <a:lnTo>
                  <a:pt x="7274429" y="2407709"/>
                </a:lnTo>
                <a:lnTo>
                  <a:pt x="7268330" y="2433201"/>
                </a:lnTo>
                <a:lnTo>
                  <a:pt x="7254438" y="2500974"/>
                </a:lnTo>
                <a:lnTo>
                  <a:pt x="7248157" y="2517513"/>
                </a:lnTo>
                <a:lnTo>
                  <a:pt x="7223196" y="2621835"/>
                </a:lnTo>
                <a:cubicBezTo>
                  <a:pt x="7197696" y="2689295"/>
                  <a:pt x="7162300" y="2751077"/>
                  <a:pt x="7112592" y="2801887"/>
                </a:cubicBezTo>
                <a:cubicBezTo>
                  <a:pt x="7082417" y="2832457"/>
                  <a:pt x="7047477" y="2857947"/>
                  <a:pt x="7009155" y="2877357"/>
                </a:cubicBezTo>
                <a:cubicBezTo>
                  <a:pt x="6854508" y="2955639"/>
                  <a:pt x="6648143" y="2924735"/>
                  <a:pt x="6495540" y="2800736"/>
                </a:cubicBezTo>
                <a:cubicBezTo>
                  <a:pt x="6472042" y="2781697"/>
                  <a:pt x="6449849" y="2761099"/>
                  <a:pt x="6429135" y="2739056"/>
                </a:cubicBezTo>
                <a:lnTo>
                  <a:pt x="6397026" y="2699770"/>
                </a:lnTo>
                <a:lnTo>
                  <a:pt x="6412662" y="2718753"/>
                </a:lnTo>
                <a:cubicBezTo>
                  <a:pt x="6434243" y="2741547"/>
                  <a:pt x="6457562" y="2762631"/>
                  <a:pt x="6482386" y="2781837"/>
                </a:cubicBezTo>
                <a:cubicBezTo>
                  <a:pt x="6573808" y="2852621"/>
                  <a:pt x="6686019" y="2891264"/>
                  <a:pt x="6801639" y="2891788"/>
                </a:cubicBezTo>
                <a:lnTo>
                  <a:pt x="6802150" y="2891916"/>
                </a:lnTo>
                <a:cubicBezTo>
                  <a:pt x="6923109" y="2894023"/>
                  <a:pt x="7039240" y="2844462"/>
                  <a:pt x="7121403" y="2755658"/>
                </a:cubicBezTo>
                <a:cubicBezTo>
                  <a:pt x="7154063" y="2720445"/>
                  <a:pt x="7180641" y="2680842"/>
                  <a:pt x="7202395" y="2638008"/>
                </a:cubicBezTo>
                <a:lnTo>
                  <a:pt x="7248157" y="2517513"/>
                </a:lnTo>
                <a:lnTo>
                  <a:pt x="7268330" y="2433201"/>
                </a:lnTo>
                <a:close/>
                <a:moveTo>
                  <a:pt x="7247646" y="2381192"/>
                </a:moveTo>
                <a:lnTo>
                  <a:pt x="7240374" y="2427323"/>
                </a:lnTo>
                <a:cubicBezTo>
                  <a:pt x="7214371" y="2525030"/>
                  <a:pt x="7174401" y="2616912"/>
                  <a:pt x="7109529" y="2690787"/>
                </a:cubicBezTo>
                <a:cubicBezTo>
                  <a:pt x="7080515" y="2723849"/>
                  <a:pt x="7046725" y="2752378"/>
                  <a:pt x="7009284" y="2775452"/>
                </a:cubicBezTo>
                <a:cubicBezTo>
                  <a:pt x="6855275" y="2870973"/>
                  <a:pt x="6639332" y="2856670"/>
                  <a:pt x="6484047" y="2741739"/>
                </a:cubicBezTo>
                <a:cubicBezTo>
                  <a:pt x="6459043" y="2723172"/>
                  <a:pt x="6435597" y="2702573"/>
                  <a:pt x="6413939" y="2680188"/>
                </a:cubicBezTo>
                <a:lnTo>
                  <a:pt x="6401486" y="2665089"/>
                </a:lnTo>
                <a:lnTo>
                  <a:pt x="6471021" y="2724500"/>
                </a:lnTo>
                <a:cubicBezTo>
                  <a:pt x="6554601" y="2783537"/>
                  <a:pt x="6654490" y="2815079"/>
                  <a:pt x="6756817" y="2814786"/>
                </a:cubicBezTo>
                <a:cubicBezTo>
                  <a:pt x="6849617" y="2815500"/>
                  <a:pt x="6940490" y="2788363"/>
                  <a:pt x="7017710" y="2736887"/>
                </a:cubicBezTo>
                <a:cubicBezTo>
                  <a:pt x="7055637" y="2711169"/>
                  <a:pt x="7089760" y="2680264"/>
                  <a:pt x="7119105" y="2645070"/>
                </a:cubicBezTo>
                <a:cubicBezTo>
                  <a:pt x="7150967" y="2606727"/>
                  <a:pt x="7176875" y="2564394"/>
                  <a:pt x="7198158" y="2519193"/>
                </a:cubicBezTo>
                <a:close/>
                <a:moveTo>
                  <a:pt x="7286737" y="2219445"/>
                </a:moveTo>
                <a:lnTo>
                  <a:pt x="7272792" y="2348497"/>
                </a:lnTo>
                <a:lnTo>
                  <a:pt x="7254087" y="2425640"/>
                </a:lnTo>
                <a:lnTo>
                  <a:pt x="7253162" y="2431489"/>
                </a:lnTo>
                <a:lnTo>
                  <a:pt x="7251680" y="2435567"/>
                </a:lnTo>
                <a:lnTo>
                  <a:pt x="7220181" y="2565480"/>
                </a:lnTo>
                <a:cubicBezTo>
                  <a:pt x="7194805" y="2633113"/>
                  <a:pt x="7160225" y="2694745"/>
                  <a:pt x="7112336" y="2746464"/>
                </a:cubicBezTo>
                <a:cubicBezTo>
                  <a:pt x="7082672" y="2778313"/>
                  <a:pt x="7048193" y="2805334"/>
                  <a:pt x="7010175" y="2826533"/>
                </a:cubicBezTo>
                <a:cubicBezTo>
                  <a:pt x="6856806" y="2912732"/>
                  <a:pt x="6643290" y="2890000"/>
                  <a:pt x="6490688" y="2771238"/>
                </a:cubicBezTo>
                <a:cubicBezTo>
                  <a:pt x="6466462" y="2752453"/>
                  <a:pt x="6443668" y="2731868"/>
                  <a:pt x="6422494" y="2709686"/>
                </a:cubicBezTo>
                <a:lnTo>
                  <a:pt x="6410840" y="2695505"/>
                </a:lnTo>
                <a:lnTo>
                  <a:pt x="6476512" y="2753233"/>
                </a:lnTo>
                <a:cubicBezTo>
                  <a:pt x="6564179" y="2817786"/>
                  <a:pt x="6670172" y="2852635"/>
                  <a:pt x="6779038" y="2852713"/>
                </a:cubicBezTo>
                <a:cubicBezTo>
                  <a:pt x="6862835" y="2853108"/>
                  <a:pt x="6945075" y="2830159"/>
                  <a:pt x="7016561" y="2786435"/>
                </a:cubicBezTo>
                <a:cubicBezTo>
                  <a:pt x="7055076" y="2762619"/>
                  <a:pt x="7089850" y="2733222"/>
                  <a:pt x="7119745" y="2699215"/>
                </a:cubicBezTo>
                <a:cubicBezTo>
                  <a:pt x="7152852" y="2661480"/>
                  <a:pt x="7179590" y="2619289"/>
                  <a:pt x="7201358" y="2574163"/>
                </a:cubicBezTo>
                <a:lnTo>
                  <a:pt x="7251680" y="2435567"/>
                </a:lnTo>
                <a:lnTo>
                  <a:pt x="7254087" y="2425640"/>
                </a:lnTo>
                <a:close/>
                <a:moveTo>
                  <a:pt x="7272680" y="2179430"/>
                </a:moveTo>
                <a:lnTo>
                  <a:pt x="7267541" y="2220240"/>
                </a:lnTo>
                <a:cubicBezTo>
                  <a:pt x="7243471" y="2375237"/>
                  <a:pt x="7202144" y="2524360"/>
                  <a:pt x="7108379" y="2637280"/>
                </a:cubicBezTo>
                <a:cubicBezTo>
                  <a:pt x="7079863" y="2671543"/>
                  <a:pt x="7046673" y="2701628"/>
                  <a:pt x="7009793" y="2726671"/>
                </a:cubicBezTo>
                <a:cubicBezTo>
                  <a:pt x="6855019" y="2831259"/>
                  <a:pt x="6636522" y="2826151"/>
                  <a:pt x="6478556" y="2713901"/>
                </a:cubicBezTo>
                <a:cubicBezTo>
                  <a:pt x="6452812" y="2695563"/>
                  <a:pt x="6428753" y="2674964"/>
                  <a:pt x="6406659" y="2652349"/>
                </a:cubicBezTo>
                <a:lnTo>
                  <a:pt x="6392370" y="2634969"/>
                </a:lnTo>
                <a:lnTo>
                  <a:pt x="6465531" y="2695895"/>
                </a:lnTo>
                <a:cubicBezTo>
                  <a:pt x="6545254" y="2749696"/>
                  <a:pt x="6639318" y="2778262"/>
                  <a:pt x="6735491" y="2777879"/>
                </a:cubicBezTo>
                <a:cubicBezTo>
                  <a:pt x="6836593" y="2777853"/>
                  <a:pt x="6935049" y="2745596"/>
                  <a:pt x="7016561" y="2685807"/>
                </a:cubicBezTo>
                <a:cubicBezTo>
                  <a:pt x="7053940" y="2658287"/>
                  <a:pt x="7087449" y="2625851"/>
                  <a:pt x="7116169" y="2589392"/>
                </a:cubicBezTo>
                <a:cubicBezTo>
                  <a:pt x="7177339" y="2511622"/>
                  <a:pt x="7216350" y="2419614"/>
                  <a:pt x="7243344" y="2319256"/>
                </a:cubicBezTo>
                <a:close/>
                <a:moveTo>
                  <a:pt x="7264179" y="2152149"/>
                </a:moveTo>
                <a:lnTo>
                  <a:pt x="7263009" y="2160705"/>
                </a:lnTo>
                <a:lnTo>
                  <a:pt x="7256977" y="2185807"/>
                </a:lnTo>
                <a:lnTo>
                  <a:pt x="7240008" y="2265111"/>
                </a:lnTo>
                <a:lnTo>
                  <a:pt x="7233293" y="2284371"/>
                </a:lnTo>
                <a:lnTo>
                  <a:pt x="7208435" y="2387817"/>
                </a:lnTo>
                <a:cubicBezTo>
                  <a:pt x="7183634" y="2458808"/>
                  <a:pt x="7150808" y="2524265"/>
                  <a:pt x="7105697" y="2581730"/>
                </a:cubicBezTo>
                <a:cubicBezTo>
                  <a:pt x="7077693" y="2617218"/>
                  <a:pt x="7045052" y="2648786"/>
                  <a:pt x="7008644" y="2675590"/>
                </a:cubicBezTo>
                <a:cubicBezTo>
                  <a:pt x="6849349" y="2790445"/>
                  <a:pt x="6635437" y="2794123"/>
                  <a:pt x="6472299" y="2684785"/>
                </a:cubicBezTo>
                <a:cubicBezTo>
                  <a:pt x="6445776" y="2666741"/>
                  <a:pt x="6421052" y="2646168"/>
                  <a:pt x="6398488" y="2623361"/>
                </a:cubicBezTo>
                <a:lnTo>
                  <a:pt x="6384436" y="2606274"/>
                </a:lnTo>
                <a:lnTo>
                  <a:pt x="6459656" y="2667289"/>
                </a:lnTo>
                <a:cubicBezTo>
                  <a:pt x="6535716" y="2716467"/>
                  <a:pt x="6624481" y="2742391"/>
                  <a:pt x="6715058" y="2741866"/>
                </a:cubicBezTo>
                <a:cubicBezTo>
                  <a:pt x="6825099" y="2742199"/>
                  <a:pt x="6931999" y="2705243"/>
                  <a:pt x="7018349" y="2637024"/>
                </a:cubicBezTo>
                <a:cubicBezTo>
                  <a:pt x="7055038" y="2607653"/>
                  <a:pt x="7087858" y="2573761"/>
                  <a:pt x="7116042" y="2536141"/>
                </a:cubicBezTo>
                <a:cubicBezTo>
                  <a:pt x="7145382" y="2496841"/>
                  <a:pt x="7169565" y="2454363"/>
                  <a:pt x="7189818" y="2409072"/>
                </a:cubicBezTo>
                <a:lnTo>
                  <a:pt x="7233293" y="2284371"/>
                </a:lnTo>
                <a:lnTo>
                  <a:pt x="7256977" y="2185807"/>
                </a:lnTo>
                <a:close/>
                <a:moveTo>
                  <a:pt x="4036141" y="2093597"/>
                </a:moveTo>
                <a:lnTo>
                  <a:pt x="4060276" y="2115642"/>
                </a:lnTo>
                <a:lnTo>
                  <a:pt x="4045685" y="2104845"/>
                </a:lnTo>
                <a:close/>
                <a:moveTo>
                  <a:pt x="7264415" y="2079097"/>
                </a:moveTo>
                <a:lnTo>
                  <a:pt x="7261050" y="2102112"/>
                </a:lnTo>
                <a:lnTo>
                  <a:pt x="7251078" y="2143181"/>
                </a:lnTo>
                <a:lnTo>
                  <a:pt x="7242211" y="2185791"/>
                </a:lnTo>
                <a:lnTo>
                  <a:pt x="7236552" y="2203004"/>
                </a:lnTo>
                <a:lnTo>
                  <a:pt x="7205116" y="2332471"/>
                </a:lnTo>
                <a:cubicBezTo>
                  <a:pt x="7180527" y="2403674"/>
                  <a:pt x="7148669" y="2468874"/>
                  <a:pt x="7105570" y="2526817"/>
                </a:cubicBezTo>
                <a:cubicBezTo>
                  <a:pt x="7078089" y="2563595"/>
                  <a:pt x="7046036" y="2596735"/>
                  <a:pt x="7010177" y="2625403"/>
                </a:cubicBezTo>
                <a:cubicBezTo>
                  <a:pt x="6856680" y="2748508"/>
                  <a:pt x="6628350" y="2761278"/>
                  <a:pt x="6467190" y="2656051"/>
                </a:cubicBezTo>
                <a:cubicBezTo>
                  <a:pt x="6440041" y="2638212"/>
                  <a:pt x="6414757" y="2617678"/>
                  <a:pt x="6391720" y="2594755"/>
                </a:cubicBezTo>
                <a:lnTo>
                  <a:pt x="6377856" y="2577868"/>
                </a:lnTo>
                <a:lnTo>
                  <a:pt x="6454676" y="2638684"/>
                </a:lnTo>
                <a:cubicBezTo>
                  <a:pt x="6526763" y="2682881"/>
                  <a:pt x="6609820" y="2705944"/>
                  <a:pt x="6694371" y="2705216"/>
                </a:cubicBezTo>
                <a:cubicBezTo>
                  <a:pt x="6814027" y="2704987"/>
                  <a:pt x="6929636" y="2661797"/>
                  <a:pt x="7020138" y="2583517"/>
                </a:cubicBezTo>
                <a:cubicBezTo>
                  <a:pt x="7056290" y="2552371"/>
                  <a:pt x="7088547" y="2516946"/>
                  <a:pt x="7116169" y="2478035"/>
                </a:cubicBezTo>
                <a:cubicBezTo>
                  <a:pt x="7146371" y="2435351"/>
                  <a:pt x="7171104" y="2388708"/>
                  <a:pt x="7191676" y="2339527"/>
                </a:cubicBezTo>
                <a:lnTo>
                  <a:pt x="7236552" y="2203004"/>
                </a:lnTo>
                <a:lnTo>
                  <a:pt x="7251078" y="2143181"/>
                </a:lnTo>
                <a:close/>
                <a:moveTo>
                  <a:pt x="4033273" y="2076022"/>
                </a:moveTo>
                <a:lnTo>
                  <a:pt x="4041286" y="2083019"/>
                </a:lnTo>
                <a:lnTo>
                  <a:pt x="4035309" y="2078522"/>
                </a:lnTo>
                <a:close/>
                <a:moveTo>
                  <a:pt x="3978487" y="2045172"/>
                </a:moveTo>
                <a:lnTo>
                  <a:pt x="4035480" y="2112218"/>
                </a:lnTo>
                <a:lnTo>
                  <a:pt x="4015568" y="2093149"/>
                </a:lnTo>
                <a:close/>
                <a:moveTo>
                  <a:pt x="3381665" y="1958660"/>
                </a:moveTo>
                <a:lnTo>
                  <a:pt x="3386395" y="1965570"/>
                </a:lnTo>
                <a:lnTo>
                  <a:pt x="3393124" y="1981757"/>
                </a:lnTo>
                <a:lnTo>
                  <a:pt x="3391865" y="1979450"/>
                </a:lnTo>
                <a:close/>
                <a:moveTo>
                  <a:pt x="3902656" y="1931181"/>
                </a:moveTo>
                <a:lnTo>
                  <a:pt x="3906070" y="1934576"/>
                </a:lnTo>
                <a:lnTo>
                  <a:pt x="3909971" y="1942073"/>
                </a:lnTo>
                <a:lnTo>
                  <a:pt x="3959142" y="2020143"/>
                </a:lnTo>
                <a:lnTo>
                  <a:pt x="3956837" y="2017161"/>
                </a:lnTo>
                <a:close/>
                <a:moveTo>
                  <a:pt x="5545187" y="1889843"/>
                </a:moveTo>
                <a:cubicBezTo>
                  <a:pt x="5746317" y="1893802"/>
                  <a:pt x="5904539" y="2034530"/>
                  <a:pt x="6001719" y="2151759"/>
                </a:cubicBezTo>
                <a:cubicBezTo>
                  <a:pt x="6033109" y="2190057"/>
                  <a:pt x="6062314" y="2230092"/>
                  <a:pt x="6089196" y="2271671"/>
                </a:cubicBezTo>
                <a:cubicBezTo>
                  <a:pt x="6127888" y="2331179"/>
                  <a:pt x="6164412" y="2394519"/>
                  <a:pt x="6199657" y="2455815"/>
                </a:cubicBezTo>
                <a:lnTo>
                  <a:pt x="6232821" y="2511158"/>
                </a:lnTo>
                <a:lnTo>
                  <a:pt x="6213958" y="2481610"/>
                </a:lnTo>
                <a:cubicBezTo>
                  <a:pt x="6178585" y="2423379"/>
                  <a:pt x="6142190" y="2363232"/>
                  <a:pt x="6103879" y="2306149"/>
                </a:cubicBezTo>
                <a:cubicBezTo>
                  <a:pt x="5934037" y="2052152"/>
                  <a:pt x="5751552" y="1917427"/>
                  <a:pt x="5561533" y="1905678"/>
                </a:cubicBezTo>
                <a:cubicBezTo>
                  <a:pt x="5208054" y="1883841"/>
                  <a:pt x="4955716" y="2286483"/>
                  <a:pt x="4788683" y="2552868"/>
                </a:cubicBezTo>
                <a:cubicBezTo>
                  <a:pt x="4635441" y="2798182"/>
                  <a:pt x="4326149" y="3191630"/>
                  <a:pt x="3984165" y="3069803"/>
                </a:cubicBezTo>
                <a:cubicBezTo>
                  <a:pt x="3780993" y="2997525"/>
                  <a:pt x="3666444" y="2767279"/>
                  <a:pt x="3606169" y="2586965"/>
                </a:cubicBezTo>
                <a:lnTo>
                  <a:pt x="3580283" y="2498601"/>
                </a:lnTo>
                <a:lnTo>
                  <a:pt x="3631087" y="2609734"/>
                </a:lnTo>
                <a:cubicBezTo>
                  <a:pt x="3696616" y="2737039"/>
                  <a:pt x="3770459" y="2834515"/>
                  <a:pt x="3851485" y="2900600"/>
                </a:cubicBezTo>
                <a:cubicBezTo>
                  <a:pt x="3884739" y="2928030"/>
                  <a:pt x="3921707" y="2950608"/>
                  <a:pt x="3961308" y="2967644"/>
                </a:cubicBezTo>
                <a:cubicBezTo>
                  <a:pt x="4084667" y="3019745"/>
                  <a:pt x="4210453" y="3009912"/>
                  <a:pt x="4345816" y="2937761"/>
                </a:cubicBezTo>
                <a:cubicBezTo>
                  <a:pt x="4464834" y="2874165"/>
                  <a:pt x="4587556" y="2763704"/>
                  <a:pt x="4710404" y="2609186"/>
                </a:cubicBezTo>
                <a:cubicBezTo>
                  <a:pt x="4730326" y="2584028"/>
                  <a:pt x="4749352" y="2558999"/>
                  <a:pt x="4766976" y="2534736"/>
                </a:cubicBezTo>
                <a:lnTo>
                  <a:pt x="4795070" y="2495658"/>
                </a:lnTo>
                <a:cubicBezTo>
                  <a:pt x="4869264" y="2392221"/>
                  <a:pt x="4953420" y="2275119"/>
                  <a:pt x="5042171" y="2174107"/>
                </a:cubicBezTo>
                <a:cubicBezTo>
                  <a:pt x="5214825" y="1976809"/>
                  <a:pt x="5374834" y="1886396"/>
                  <a:pt x="5545187" y="1889843"/>
                </a:cubicBezTo>
                <a:close/>
                <a:moveTo>
                  <a:pt x="7282735" y="1888637"/>
                </a:moveTo>
                <a:lnTo>
                  <a:pt x="7262407" y="2022759"/>
                </a:lnTo>
                <a:lnTo>
                  <a:pt x="7237435" y="2129447"/>
                </a:lnTo>
                <a:lnTo>
                  <a:pt x="7236096" y="2136562"/>
                </a:lnTo>
                <a:lnTo>
                  <a:pt x="7234942" y="2140100"/>
                </a:lnTo>
                <a:lnTo>
                  <a:pt x="7207020" y="2259383"/>
                </a:lnTo>
                <a:cubicBezTo>
                  <a:pt x="7182236" y="2335664"/>
                  <a:pt x="7149691" y="2407735"/>
                  <a:pt x="7105059" y="2470756"/>
                </a:cubicBezTo>
                <a:cubicBezTo>
                  <a:pt x="7078049" y="2508773"/>
                  <a:pt x="7046534" y="2543380"/>
                  <a:pt x="7011198" y="2573811"/>
                </a:cubicBezTo>
                <a:cubicBezTo>
                  <a:pt x="6857064" y="2707004"/>
                  <a:pt x="6626307" y="2728842"/>
                  <a:pt x="6462082" y="2625914"/>
                </a:cubicBezTo>
                <a:cubicBezTo>
                  <a:pt x="6434103" y="2608444"/>
                  <a:pt x="6408154" y="2587936"/>
                  <a:pt x="6384696" y="2564744"/>
                </a:cubicBezTo>
                <a:lnTo>
                  <a:pt x="6374921" y="2552879"/>
                </a:lnTo>
                <a:lnTo>
                  <a:pt x="6434039" y="2600493"/>
                </a:lnTo>
                <a:cubicBezTo>
                  <a:pt x="6505264" y="2647030"/>
                  <a:pt x="6589257" y="2671838"/>
                  <a:pt x="6675599" y="2670737"/>
                </a:cubicBezTo>
                <a:cubicBezTo>
                  <a:pt x="6803288" y="2670559"/>
                  <a:pt x="6926252" y="2622428"/>
                  <a:pt x="7020138" y="2535885"/>
                </a:cubicBezTo>
                <a:cubicBezTo>
                  <a:pt x="7055613" y="2502874"/>
                  <a:pt x="7087218" y="2465943"/>
                  <a:pt x="7114381" y="2425805"/>
                </a:cubicBezTo>
                <a:cubicBezTo>
                  <a:pt x="7143018" y="2383025"/>
                  <a:pt x="7166659" y="2336893"/>
                  <a:pt x="7186534" y="2288367"/>
                </a:cubicBezTo>
                <a:lnTo>
                  <a:pt x="7234942" y="2140100"/>
                </a:lnTo>
                <a:lnTo>
                  <a:pt x="7237435" y="2129447"/>
                </a:lnTo>
                <a:close/>
                <a:moveTo>
                  <a:pt x="7272763" y="1872023"/>
                </a:moveTo>
                <a:lnTo>
                  <a:pt x="7223741" y="2132986"/>
                </a:lnTo>
                <a:cubicBezTo>
                  <a:pt x="7196877" y="2236744"/>
                  <a:pt x="7160034" y="2334563"/>
                  <a:pt x="7103527" y="2418654"/>
                </a:cubicBezTo>
                <a:cubicBezTo>
                  <a:pt x="7077016" y="2457987"/>
                  <a:pt x="7046074" y="2494151"/>
                  <a:pt x="7011326" y="2526434"/>
                </a:cubicBezTo>
                <a:cubicBezTo>
                  <a:pt x="6857318" y="2669716"/>
                  <a:pt x="6624135" y="2700620"/>
                  <a:pt x="6456591" y="2599991"/>
                </a:cubicBezTo>
                <a:cubicBezTo>
                  <a:pt x="6427909" y="2582751"/>
                  <a:pt x="6401335" y="2562217"/>
                  <a:pt x="6377416" y="2538822"/>
                </a:cubicBezTo>
                <a:lnTo>
                  <a:pt x="6361393" y="2519332"/>
                </a:lnTo>
                <a:lnTo>
                  <a:pt x="6424574" y="2569698"/>
                </a:lnTo>
                <a:cubicBezTo>
                  <a:pt x="6493524" y="2614305"/>
                  <a:pt x="6574651" y="2637985"/>
                  <a:pt x="6657977" y="2636769"/>
                </a:cubicBezTo>
                <a:cubicBezTo>
                  <a:pt x="6794221" y="2635671"/>
                  <a:pt x="6924578" y="2581041"/>
                  <a:pt x="7020903" y="2484677"/>
                </a:cubicBezTo>
                <a:cubicBezTo>
                  <a:pt x="7055855" y="2449878"/>
                  <a:pt x="7086862" y="2411338"/>
                  <a:pt x="7113359" y="2369745"/>
                </a:cubicBezTo>
                <a:cubicBezTo>
                  <a:pt x="7167696" y="2284952"/>
                  <a:pt x="7203868" y="2187804"/>
                  <a:pt x="7230814" y="2085403"/>
                </a:cubicBezTo>
                <a:close/>
                <a:moveTo>
                  <a:pt x="5528330" y="1860983"/>
                </a:moveTo>
                <a:cubicBezTo>
                  <a:pt x="5693577" y="1857280"/>
                  <a:pt x="5859332" y="1945139"/>
                  <a:pt x="5995973" y="2108084"/>
                </a:cubicBezTo>
                <a:cubicBezTo>
                  <a:pt x="6028154" y="2146778"/>
                  <a:pt x="6057677" y="2187617"/>
                  <a:pt x="6084343" y="2230296"/>
                </a:cubicBezTo>
                <a:lnTo>
                  <a:pt x="6187524" y="2409429"/>
                </a:lnTo>
                <a:lnTo>
                  <a:pt x="6100561" y="2264392"/>
                </a:lnTo>
                <a:cubicBezTo>
                  <a:pt x="6073322" y="2222391"/>
                  <a:pt x="6043785" y="2181935"/>
                  <a:pt x="6012063" y="2143203"/>
                </a:cubicBezTo>
                <a:cubicBezTo>
                  <a:pt x="5913095" y="2023674"/>
                  <a:pt x="5751808" y="1880521"/>
                  <a:pt x="5545443" y="1876435"/>
                </a:cubicBezTo>
                <a:cubicBezTo>
                  <a:pt x="5370748" y="1873115"/>
                  <a:pt x="5207545" y="1964677"/>
                  <a:pt x="5031956" y="2165296"/>
                </a:cubicBezTo>
                <a:cubicBezTo>
                  <a:pt x="4942565" y="2266690"/>
                  <a:pt x="4858027" y="2384175"/>
                  <a:pt x="4783449" y="2487614"/>
                </a:cubicBezTo>
                <a:lnTo>
                  <a:pt x="4755482" y="2526563"/>
                </a:lnTo>
                <a:cubicBezTo>
                  <a:pt x="4737476" y="2550698"/>
                  <a:pt x="4719087" y="2575089"/>
                  <a:pt x="4699166" y="2600629"/>
                </a:cubicBezTo>
                <a:cubicBezTo>
                  <a:pt x="4577467" y="2753615"/>
                  <a:pt x="4456279" y="2862927"/>
                  <a:pt x="4338794" y="2925629"/>
                </a:cubicBezTo>
                <a:cubicBezTo>
                  <a:pt x="4207260" y="2995737"/>
                  <a:pt x="4085305" y="3005442"/>
                  <a:pt x="3965904" y="2955001"/>
                </a:cubicBezTo>
                <a:cubicBezTo>
                  <a:pt x="3927454" y="2938450"/>
                  <a:pt x="3891557" y="2916524"/>
                  <a:pt x="3859275" y="2889873"/>
                </a:cubicBezTo>
                <a:cubicBezTo>
                  <a:pt x="3753027" y="2803292"/>
                  <a:pt x="3659166" y="2661032"/>
                  <a:pt x="3580119" y="2467182"/>
                </a:cubicBezTo>
                <a:lnTo>
                  <a:pt x="3533018" y="2337235"/>
                </a:lnTo>
                <a:lnTo>
                  <a:pt x="3529547" y="2325376"/>
                </a:lnTo>
                <a:lnTo>
                  <a:pt x="3542192" y="2353783"/>
                </a:lnTo>
                <a:cubicBezTo>
                  <a:pt x="3639372" y="2551847"/>
                  <a:pt x="3735404" y="2690786"/>
                  <a:pt x="3835905" y="2780177"/>
                </a:cubicBezTo>
                <a:cubicBezTo>
                  <a:pt x="3867894" y="2808909"/>
                  <a:pt x="3903535" y="2833301"/>
                  <a:pt x="3941898" y="2852711"/>
                </a:cubicBezTo>
                <a:cubicBezTo>
                  <a:pt x="4058233" y="2910561"/>
                  <a:pt x="4178272" y="2911326"/>
                  <a:pt x="4309165" y="2855138"/>
                </a:cubicBezTo>
                <a:cubicBezTo>
                  <a:pt x="4425502" y="2805079"/>
                  <a:pt x="4547585" y="2711602"/>
                  <a:pt x="4672221" y="2577387"/>
                </a:cubicBezTo>
                <a:cubicBezTo>
                  <a:pt x="4694185" y="2553252"/>
                  <a:pt x="4714363" y="2530904"/>
                  <a:pt x="4732496" y="2509195"/>
                </a:cubicBezTo>
                <a:cubicBezTo>
                  <a:pt x="4762250" y="2473183"/>
                  <a:pt x="4793537" y="2434872"/>
                  <a:pt x="4826100" y="2394264"/>
                </a:cubicBezTo>
                <a:cubicBezTo>
                  <a:pt x="4889313" y="2315344"/>
                  <a:pt x="4954696" y="2233744"/>
                  <a:pt x="5022889" y="2157889"/>
                </a:cubicBezTo>
                <a:cubicBezTo>
                  <a:pt x="5202564" y="1956377"/>
                  <a:pt x="5358488" y="1864814"/>
                  <a:pt x="5528330" y="1860983"/>
                </a:cubicBezTo>
                <a:close/>
                <a:moveTo>
                  <a:pt x="5512495" y="1831357"/>
                </a:moveTo>
                <a:cubicBezTo>
                  <a:pt x="5682465" y="1820884"/>
                  <a:pt x="5857033" y="1905167"/>
                  <a:pt x="5991247" y="2063517"/>
                </a:cubicBezTo>
                <a:cubicBezTo>
                  <a:pt x="6024219" y="2102645"/>
                  <a:pt x="6054114" y="2144275"/>
                  <a:pt x="6080638" y="2188026"/>
                </a:cubicBezTo>
                <a:lnTo>
                  <a:pt x="6184824" y="2377454"/>
                </a:lnTo>
                <a:lnTo>
                  <a:pt x="6096091" y="2223016"/>
                </a:lnTo>
                <a:cubicBezTo>
                  <a:pt x="6069120" y="2179841"/>
                  <a:pt x="6039264" y="2138542"/>
                  <a:pt x="6006700" y="2099401"/>
                </a:cubicBezTo>
                <a:cubicBezTo>
                  <a:pt x="5867378" y="1933262"/>
                  <a:pt x="5697023" y="1843871"/>
                  <a:pt x="5528459" y="1847574"/>
                </a:cubicBezTo>
                <a:cubicBezTo>
                  <a:pt x="5302938" y="1852554"/>
                  <a:pt x="5126327" y="2022014"/>
                  <a:pt x="5013184" y="2148950"/>
                </a:cubicBezTo>
                <a:cubicBezTo>
                  <a:pt x="4944863" y="2225059"/>
                  <a:pt x="4879735" y="2306789"/>
                  <a:pt x="4815884" y="2385835"/>
                </a:cubicBezTo>
                <a:cubicBezTo>
                  <a:pt x="4783449" y="2425934"/>
                  <a:pt x="4752673" y="2464244"/>
                  <a:pt x="4722536" y="2500766"/>
                </a:cubicBezTo>
                <a:cubicBezTo>
                  <a:pt x="4704657" y="2522220"/>
                  <a:pt x="4685118" y="2544441"/>
                  <a:pt x="4662771" y="2568449"/>
                </a:cubicBezTo>
                <a:cubicBezTo>
                  <a:pt x="4539411" y="2701258"/>
                  <a:pt x="4419118" y="2793587"/>
                  <a:pt x="4304186" y="2842879"/>
                </a:cubicBezTo>
                <a:cubicBezTo>
                  <a:pt x="4177250" y="2897407"/>
                  <a:pt x="4060787" y="2896769"/>
                  <a:pt x="3948282" y="2840835"/>
                </a:cubicBezTo>
                <a:cubicBezTo>
                  <a:pt x="3910968" y="2821936"/>
                  <a:pt x="3876323" y="2798196"/>
                  <a:pt x="3845227" y="2770217"/>
                </a:cubicBezTo>
                <a:cubicBezTo>
                  <a:pt x="3746131" y="2682613"/>
                  <a:pt x="3650994" y="2544441"/>
                  <a:pt x="3554579" y="2347908"/>
                </a:cubicBezTo>
                <a:lnTo>
                  <a:pt x="3500689" y="2226795"/>
                </a:lnTo>
                <a:lnTo>
                  <a:pt x="3487195" y="2180695"/>
                </a:lnTo>
                <a:lnTo>
                  <a:pt x="3517161" y="2235402"/>
                </a:lnTo>
                <a:cubicBezTo>
                  <a:pt x="3607190" y="2389156"/>
                  <a:pt x="3705010" y="2548655"/>
                  <a:pt x="3821346" y="2660265"/>
                </a:cubicBezTo>
                <a:cubicBezTo>
                  <a:pt x="3852173" y="2690185"/>
                  <a:pt x="3886461" y="2716289"/>
                  <a:pt x="3923508" y="2738036"/>
                </a:cubicBezTo>
                <a:cubicBezTo>
                  <a:pt x="4034607" y="2802269"/>
                  <a:pt x="4145708" y="2813252"/>
                  <a:pt x="4273409" y="2772771"/>
                </a:cubicBezTo>
                <a:cubicBezTo>
                  <a:pt x="4388722" y="2736248"/>
                  <a:pt x="4510423" y="2660010"/>
                  <a:pt x="4635059" y="2545973"/>
                </a:cubicBezTo>
                <a:cubicBezTo>
                  <a:pt x="4659194" y="2524009"/>
                  <a:pt x="4680137" y="2503704"/>
                  <a:pt x="4698910" y="2484037"/>
                </a:cubicBezTo>
                <a:cubicBezTo>
                  <a:pt x="4753183" y="2427210"/>
                  <a:pt x="4809499" y="2362594"/>
                  <a:pt x="4869135" y="2294146"/>
                </a:cubicBezTo>
                <a:cubicBezTo>
                  <a:pt x="4913320" y="2243066"/>
                  <a:pt x="4958910" y="2190835"/>
                  <a:pt x="5004499" y="2140905"/>
                </a:cubicBezTo>
                <a:cubicBezTo>
                  <a:pt x="5129390" y="2003880"/>
                  <a:pt x="5300128" y="1844892"/>
                  <a:pt x="5512495" y="1831357"/>
                </a:cubicBezTo>
                <a:close/>
                <a:moveTo>
                  <a:pt x="3846720" y="1822981"/>
                </a:moveTo>
                <a:lnTo>
                  <a:pt x="3848490" y="1826655"/>
                </a:lnTo>
                <a:lnTo>
                  <a:pt x="3847973" y="1825930"/>
                </a:lnTo>
                <a:close/>
                <a:moveTo>
                  <a:pt x="5562802" y="1799831"/>
                </a:moveTo>
                <a:cubicBezTo>
                  <a:pt x="5717467" y="1804696"/>
                  <a:pt x="5868845" y="1882341"/>
                  <a:pt x="5986394" y="2019333"/>
                </a:cubicBezTo>
                <a:cubicBezTo>
                  <a:pt x="6019966" y="2058984"/>
                  <a:pt x="6050131" y="2101406"/>
                  <a:pt x="6076552" y="2146140"/>
                </a:cubicBezTo>
                <a:lnTo>
                  <a:pt x="6177457" y="2337861"/>
                </a:lnTo>
                <a:lnTo>
                  <a:pt x="6091365" y="2181258"/>
                </a:lnTo>
                <a:cubicBezTo>
                  <a:pt x="6064535" y="2136971"/>
                  <a:pt x="6034308" y="2094829"/>
                  <a:pt x="6000953" y="2055217"/>
                </a:cubicBezTo>
                <a:cubicBezTo>
                  <a:pt x="5863801" y="1893546"/>
                  <a:pt x="5685530" y="1807220"/>
                  <a:pt x="5511090" y="1818330"/>
                </a:cubicBezTo>
                <a:cubicBezTo>
                  <a:pt x="5293869" y="1832250"/>
                  <a:pt x="5120579" y="1993409"/>
                  <a:pt x="4994027" y="2132221"/>
                </a:cubicBezTo>
                <a:cubicBezTo>
                  <a:pt x="4948310" y="2182151"/>
                  <a:pt x="4902593" y="2234382"/>
                  <a:pt x="4858281" y="2285463"/>
                </a:cubicBezTo>
                <a:cubicBezTo>
                  <a:pt x="4798772" y="2353782"/>
                  <a:pt x="4742584" y="2418272"/>
                  <a:pt x="4688565" y="2474971"/>
                </a:cubicBezTo>
                <a:cubicBezTo>
                  <a:pt x="4669921" y="2494253"/>
                  <a:pt x="4649362" y="2514303"/>
                  <a:pt x="4625354" y="2536267"/>
                </a:cubicBezTo>
                <a:cubicBezTo>
                  <a:pt x="4502122" y="2648773"/>
                  <a:pt x="4382082" y="2724116"/>
                  <a:pt x="4268683" y="2760128"/>
                </a:cubicBezTo>
                <a:cubicBezTo>
                  <a:pt x="4144941" y="2799333"/>
                  <a:pt x="4037161" y="2788733"/>
                  <a:pt x="3929637" y="2726542"/>
                </a:cubicBezTo>
                <a:cubicBezTo>
                  <a:pt x="3893548" y="2705294"/>
                  <a:pt x="3860115" y="2679830"/>
                  <a:pt x="3830030" y="2650688"/>
                </a:cubicBezTo>
                <a:cubicBezTo>
                  <a:pt x="3714843" y="2540226"/>
                  <a:pt x="3617406" y="2381876"/>
                  <a:pt x="3528016" y="2228634"/>
                </a:cubicBezTo>
                <a:lnTo>
                  <a:pt x="3450291" y="2086494"/>
                </a:lnTo>
                <a:lnTo>
                  <a:pt x="3417000" y="2006606"/>
                </a:lnTo>
                <a:lnTo>
                  <a:pt x="3491494" y="2116641"/>
                </a:lnTo>
                <a:cubicBezTo>
                  <a:pt x="3510010" y="2143330"/>
                  <a:pt x="3529549" y="2172064"/>
                  <a:pt x="3549853" y="2202073"/>
                </a:cubicBezTo>
                <a:cubicBezTo>
                  <a:pt x="3626219" y="2315089"/>
                  <a:pt x="3712800" y="2443045"/>
                  <a:pt x="3806277" y="2539844"/>
                </a:cubicBezTo>
                <a:cubicBezTo>
                  <a:pt x="3835968" y="2570989"/>
                  <a:pt x="3868889" y="2598905"/>
                  <a:pt x="3904479" y="2623105"/>
                </a:cubicBezTo>
                <a:cubicBezTo>
                  <a:pt x="4000970" y="2690760"/>
                  <a:pt x="4121316" y="2715062"/>
                  <a:pt x="4236502" y="2690148"/>
                </a:cubicBezTo>
                <a:cubicBezTo>
                  <a:pt x="4354244" y="2667416"/>
                  <a:pt x="4471984" y="2609824"/>
                  <a:pt x="4596876" y="2514175"/>
                </a:cubicBezTo>
                <a:cubicBezTo>
                  <a:pt x="4622544" y="2494637"/>
                  <a:pt x="4644637" y="2476376"/>
                  <a:pt x="4664302" y="2458626"/>
                </a:cubicBezTo>
                <a:cubicBezTo>
                  <a:pt x="4744499" y="2385835"/>
                  <a:pt x="4832230" y="2290442"/>
                  <a:pt x="4917024" y="2198115"/>
                </a:cubicBezTo>
                <a:lnTo>
                  <a:pt x="4985599" y="2124430"/>
                </a:lnTo>
                <a:cubicBezTo>
                  <a:pt x="5122750" y="1977191"/>
                  <a:pt x="5290422" y="1823949"/>
                  <a:pt x="5496404" y="1802241"/>
                </a:cubicBezTo>
                <a:cubicBezTo>
                  <a:pt x="5518544" y="1799926"/>
                  <a:pt x="5540707" y="1799136"/>
                  <a:pt x="5562802" y="1799831"/>
                </a:cubicBezTo>
                <a:close/>
                <a:moveTo>
                  <a:pt x="7273405" y="1796984"/>
                </a:moveTo>
                <a:lnTo>
                  <a:pt x="7217628" y="2080997"/>
                </a:lnTo>
                <a:cubicBezTo>
                  <a:pt x="7190939" y="2182631"/>
                  <a:pt x="7155182" y="2278951"/>
                  <a:pt x="7101612" y="2362850"/>
                </a:cubicBezTo>
                <a:cubicBezTo>
                  <a:pt x="7075624" y="2403535"/>
                  <a:pt x="7045256" y="2441272"/>
                  <a:pt x="7011071" y="2475355"/>
                </a:cubicBezTo>
                <a:cubicBezTo>
                  <a:pt x="6857064" y="2628851"/>
                  <a:pt x="6621326" y="2668823"/>
                  <a:pt x="6450463" y="2570365"/>
                </a:cubicBezTo>
                <a:cubicBezTo>
                  <a:pt x="6421014" y="2553381"/>
                  <a:pt x="6393789" y="2532847"/>
                  <a:pt x="6369372" y="2509195"/>
                </a:cubicBezTo>
                <a:lnTo>
                  <a:pt x="6354525" y="2491136"/>
                </a:lnTo>
                <a:lnTo>
                  <a:pt x="6438202" y="2552741"/>
                </a:lnTo>
                <a:cubicBezTo>
                  <a:pt x="6499741" y="2585879"/>
                  <a:pt x="6568674" y="2602876"/>
                  <a:pt x="6638565" y="2602161"/>
                </a:cubicBezTo>
                <a:cubicBezTo>
                  <a:pt x="6783520" y="2600667"/>
                  <a:pt x="6921628" y="2540278"/>
                  <a:pt x="7021158" y="2434872"/>
                </a:cubicBezTo>
                <a:cubicBezTo>
                  <a:pt x="7055421" y="2398363"/>
                  <a:pt x="7085813" y="2358392"/>
                  <a:pt x="7111827" y="2315599"/>
                </a:cubicBezTo>
                <a:cubicBezTo>
                  <a:pt x="7163162" y="2230869"/>
                  <a:pt x="7198153" y="2135189"/>
                  <a:pt x="7224810" y="2034896"/>
                </a:cubicBezTo>
                <a:close/>
                <a:moveTo>
                  <a:pt x="3785864" y="1711293"/>
                </a:moveTo>
                <a:lnTo>
                  <a:pt x="3808749" y="1764990"/>
                </a:lnTo>
                <a:lnTo>
                  <a:pt x="3800564" y="1751831"/>
                </a:lnTo>
                <a:close/>
                <a:moveTo>
                  <a:pt x="8855255" y="1679877"/>
                </a:moveTo>
                <a:lnTo>
                  <a:pt x="8898248" y="1690285"/>
                </a:lnTo>
                <a:lnTo>
                  <a:pt x="8894664" y="1689735"/>
                </a:lnTo>
                <a:close/>
                <a:moveTo>
                  <a:pt x="7269908" y="1671357"/>
                </a:moveTo>
                <a:lnTo>
                  <a:pt x="7268388" y="1679647"/>
                </a:lnTo>
                <a:cubicBezTo>
                  <a:pt x="7231866" y="1879500"/>
                  <a:pt x="7193938" y="2086503"/>
                  <a:pt x="7098035" y="2252515"/>
                </a:cubicBezTo>
                <a:cubicBezTo>
                  <a:pt x="7072967" y="2295832"/>
                  <a:pt x="7043710" y="2336594"/>
                  <a:pt x="7010687" y="2374215"/>
                </a:cubicBezTo>
                <a:cubicBezTo>
                  <a:pt x="6859489" y="2546101"/>
                  <a:pt x="6613153" y="2605481"/>
                  <a:pt x="6438075" y="2512133"/>
                </a:cubicBezTo>
                <a:cubicBezTo>
                  <a:pt x="6407209" y="2495787"/>
                  <a:pt x="6378719" y="2475290"/>
                  <a:pt x="6353408" y="2451218"/>
                </a:cubicBezTo>
                <a:lnTo>
                  <a:pt x="6337965" y="2432415"/>
                </a:lnTo>
                <a:lnTo>
                  <a:pt x="6427219" y="2495402"/>
                </a:lnTo>
                <a:cubicBezTo>
                  <a:pt x="6483165" y="2523408"/>
                  <a:pt x="6544972" y="2537711"/>
                  <a:pt x="6607533" y="2537161"/>
                </a:cubicBezTo>
                <a:cubicBezTo>
                  <a:pt x="6755923" y="2537161"/>
                  <a:pt x="6913762" y="2463478"/>
                  <a:pt x="7022180" y="2332201"/>
                </a:cubicBezTo>
                <a:cubicBezTo>
                  <a:pt x="7055139" y="2292448"/>
                  <a:pt x="7084293" y="2249693"/>
                  <a:pt x="7109271" y="2204499"/>
                </a:cubicBezTo>
                <a:cubicBezTo>
                  <a:pt x="7154925" y="2120600"/>
                  <a:pt x="7187521" y="2027952"/>
                  <a:pt x="7213397" y="1931760"/>
                </a:cubicBezTo>
                <a:close/>
                <a:moveTo>
                  <a:pt x="3099006" y="1654709"/>
                </a:moveTo>
                <a:lnTo>
                  <a:pt x="3163672" y="1684170"/>
                </a:lnTo>
                <a:cubicBezTo>
                  <a:pt x="3201761" y="1707774"/>
                  <a:pt x="3236852" y="1736213"/>
                  <a:pt x="3268017" y="1768911"/>
                </a:cubicBezTo>
                <a:cubicBezTo>
                  <a:pt x="3324843" y="1827015"/>
                  <a:pt x="3379500" y="1893675"/>
                  <a:pt x="3456121" y="1986003"/>
                </a:cubicBezTo>
                <a:lnTo>
                  <a:pt x="3465955" y="1998007"/>
                </a:lnTo>
                <a:cubicBezTo>
                  <a:pt x="3506052" y="2046533"/>
                  <a:pt x="3549087" y="2105276"/>
                  <a:pt x="3594549" y="2167467"/>
                </a:cubicBezTo>
                <a:cubicBezTo>
                  <a:pt x="3658145" y="2254558"/>
                  <a:pt x="3723911" y="2344461"/>
                  <a:pt x="3791209" y="2419550"/>
                </a:cubicBezTo>
                <a:cubicBezTo>
                  <a:pt x="3819840" y="2452011"/>
                  <a:pt x="3851484" y="2481676"/>
                  <a:pt x="3885708" y="2508174"/>
                </a:cubicBezTo>
                <a:cubicBezTo>
                  <a:pt x="3983272" y="2582751"/>
                  <a:pt x="4083646" y="2614294"/>
                  <a:pt x="4200364" y="2607526"/>
                </a:cubicBezTo>
                <a:cubicBezTo>
                  <a:pt x="4319382" y="2600502"/>
                  <a:pt x="4436867" y="2559127"/>
                  <a:pt x="4559461" y="2482506"/>
                </a:cubicBezTo>
                <a:cubicBezTo>
                  <a:pt x="4584043" y="2467309"/>
                  <a:pt x="4607821" y="2450848"/>
                  <a:pt x="4630719" y="2433213"/>
                </a:cubicBezTo>
                <a:cubicBezTo>
                  <a:pt x="4737349" y="2350207"/>
                  <a:pt x="4853046" y="2227998"/>
                  <a:pt x="4964785" y="2109873"/>
                </a:cubicBezTo>
                <a:lnTo>
                  <a:pt x="4966955" y="2107575"/>
                </a:lnTo>
                <a:cubicBezTo>
                  <a:pt x="5115345" y="1951012"/>
                  <a:pt x="5280079" y="1801985"/>
                  <a:pt x="5479804" y="1772997"/>
                </a:cubicBezTo>
                <a:cubicBezTo>
                  <a:pt x="5663566" y="1746180"/>
                  <a:pt x="5846180" y="1819992"/>
                  <a:pt x="5980904" y="1975276"/>
                </a:cubicBezTo>
                <a:cubicBezTo>
                  <a:pt x="6015243" y="2015311"/>
                  <a:pt x="6045725" y="2058499"/>
                  <a:pt x="6071955" y="2104254"/>
                </a:cubicBezTo>
                <a:lnTo>
                  <a:pt x="6122054" y="2203558"/>
                </a:lnTo>
                <a:lnTo>
                  <a:pt x="6088173" y="2139244"/>
                </a:lnTo>
                <a:cubicBezTo>
                  <a:pt x="6061394" y="2093911"/>
                  <a:pt x="6030809" y="2050927"/>
                  <a:pt x="5996737" y="2010777"/>
                </a:cubicBezTo>
                <a:cubicBezTo>
                  <a:pt x="5859460" y="1850767"/>
                  <a:pt x="5676591" y="1769804"/>
                  <a:pt x="5495128" y="1788960"/>
                </a:cubicBezTo>
                <a:cubicBezTo>
                  <a:pt x="5284676" y="1811052"/>
                  <a:pt x="5114833" y="1966209"/>
                  <a:pt x="4976277" y="2115237"/>
                </a:cubicBezTo>
                <a:cubicBezTo>
                  <a:pt x="4953546" y="2139627"/>
                  <a:pt x="4930815" y="2164402"/>
                  <a:pt x="4908084" y="2189175"/>
                </a:cubicBezTo>
                <a:cubicBezTo>
                  <a:pt x="4823419" y="2281249"/>
                  <a:pt x="4735943" y="2376386"/>
                  <a:pt x="4656257" y="2448664"/>
                </a:cubicBezTo>
                <a:cubicBezTo>
                  <a:pt x="4636719" y="2466288"/>
                  <a:pt x="4615138" y="2484293"/>
                  <a:pt x="4589598" y="2503704"/>
                </a:cubicBezTo>
                <a:cubicBezTo>
                  <a:pt x="4466365" y="2597947"/>
                  <a:pt x="4349774" y="2654646"/>
                  <a:pt x="4234843" y="2676994"/>
                </a:cubicBezTo>
                <a:cubicBezTo>
                  <a:pt x="4123041" y="2701411"/>
                  <a:pt x="4006117" y="2677837"/>
                  <a:pt x="3912524" y="2611995"/>
                </a:cubicBezTo>
                <a:cubicBezTo>
                  <a:pt x="3877650" y="2588408"/>
                  <a:pt x="3845405" y="2561131"/>
                  <a:pt x="3816366" y="2530649"/>
                </a:cubicBezTo>
                <a:cubicBezTo>
                  <a:pt x="3723272" y="2434618"/>
                  <a:pt x="3637584" y="2307171"/>
                  <a:pt x="3560963" y="2194667"/>
                </a:cubicBezTo>
                <a:cubicBezTo>
                  <a:pt x="3540786" y="2164656"/>
                  <a:pt x="3521120" y="2135797"/>
                  <a:pt x="3502475" y="2108979"/>
                </a:cubicBezTo>
                <a:cubicBezTo>
                  <a:pt x="3470296" y="2062623"/>
                  <a:pt x="3442840" y="2021248"/>
                  <a:pt x="3416278" y="1981277"/>
                </a:cubicBezTo>
                <a:cubicBezTo>
                  <a:pt x="3381160" y="1928281"/>
                  <a:pt x="3350895" y="1882692"/>
                  <a:pt x="3318203" y="1838890"/>
                </a:cubicBezTo>
                <a:cubicBezTo>
                  <a:pt x="3291309" y="1802100"/>
                  <a:pt x="3260713" y="1768170"/>
                  <a:pt x="3226898" y="1737623"/>
                </a:cubicBezTo>
                <a:cubicBezTo>
                  <a:pt x="3206325" y="1719560"/>
                  <a:pt x="3184446" y="1703103"/>
                  <a:pt x="3161458" y="1688375"/>
                </a:cubicBezTo>
                <a:close/>
                <a:moveTo>
                  <a:pt x="2941014" y="1643000"/>
                </a:moveTo>
                <a:lnTo>
                  <a:pt x="2967470" y="1647980"/>
                </a:lnTo>
                <a:lnTo>
                  <a:pt x="2895639" y="1656789"/>
                </a:lnTo>
                <a:cubicBezTo>
                  <a:pt x="2704215" y="1704932"/>
                  <a:pt x="2594008" y="1919981"/>
                  <a:pt x="2554804" y="2105020"/>
                </a:cubicBezTo>
                <a:cubicBezTo>
                  <a:pt x="2531434" y="2215226"/>
                  <a:pt x="2524283" y="2329903"/>
                  <a:pt x="2517261" y="2440875"/>
                </a:cubicBezTo>
                <a:cubicBezTo>
                  <a:pt x="2511642" y="2530137"/>
                  <a:pt x="2505894" y="2622211"/>
                  <a:pt x="2491720" y="2711602"/>
                </a:cubicBezTo>
                <a:cubicBezTo>
                  <a:pt x="2467967" y="2861139"/>
                  <a:pt x="2408203" y="3068782"/>
                  <a:pt x="2258154" y="3208615"/>
                </a:cubicBezTo>
                <a:cubicBezTo>
                  <a:pt x="2118449" y="3338871"/>
                  <a:pt x="1922427" y="3370030"/>
                  <a:pt x="1781956" y="3284469"/>
                </a:cubicBezTo>
                <a:cubicBezTo>
                  <a:pt x="1670568" y="3216757"/>
                  <a:pt x="1606949" y="3095168"/>
                  <a:pt x="1556134" y="2962644"/>
                </a:cubicBezTo>
                <a:lnTo>
                  <a:pt x="1551837" y="2950558"/>
                </a:lnTo>
                <a:lnTo>
                  <a:pt x="1621803" y="3052227"/>
                </a:lnTo>
                <a:cubicBezTo>
                  <a:pt x="1649420" y="3083556"/>
                  <a:pt x="1681011" y="3110734"/>
                  <a:pt x="1717851" y="3132250"/>
                </a:cubicBezTo>
                <a:cubicBezTo>
                  <a:pt x="1770108" y="3162298"/>
                  <a:pt x="1829463" y="3177826"/>
                  <a:pt x="1889737" y="3177201"/>
                </a:cubicBezTo>
                <a:cubicBezTo>
                  <a:pt x="2002448" y="3175170"/>
                  <a:pt x="2110367" y="3131292"/>
                  <a:pt x="2192517" y="3054097"/>
                </a:cubicBezTo>
                <a:cubicBezTo>
                  <a:pt x="2313705" y="2943507"/>
                  <a:pt x="2403990" y="2772387"/>
                  <a:pt x="2446898" y="2573173"/>
                </a:cubicBezTo>
                <a:cubicBezTo>
                  <a:pt x="2464496" y="2484319"/>
                  <a:pt x="2477280" y="2394595"/>
                  <a:pt x="2485209" y="2304362"/>
                </a:cubicBezTo>
                <a:cubicBezTo>
                  <a:pt x="2495679" y="2205650"/>
                  <a:pt x="2505513" y="2112554"/>
                  <a:pt x="2527990" y="2020993"/>
                </a:cubicBezTo>
                <a:cubicBezTo>
                  <a:pt x="2552125" y="1922663"/>
                  <a:pt x="2631937" y="1689353"/>
                  <a:pt x="2849796" y="1648361"/>
                </a:cubicBezTo>
                <a:cubicBezTo>
                  <a:pt x="2879519" y="1642647"/>
                  <a:pt x="2910103" y="1640915"/>
                  <a:pt x="2941014" y="1643000"/>
                </a:cubicBezTo>
                <a:close/>
                <a:moveTo>
                  <a:pt x="7307461" y="1628102"/>
                </a:moveTo>
                <a:lnTo>
                  <a:pt x="7293724" y="1692427"/>
                </a:lnTo>
                <a:lnTo>
                  <a:pt x="7297122" y="1672878"/>
                </a:lnTo>
                <a:close/>
                <a:moveTo>
                  <a:pt x="3755422" y="1627342"/>
                </a:moveTo>
                <a:lnTo>
                  <a:pt x="3762301" y="1641856"/>
                </a:lnTo>
                <a:lnTo>
                  <a:pt x="3766606" y="1658186"/>
                </a:lnTo>
                <a:close/>
                <a:moveTo>
                  <a:pt x="2893031" y="1624796"/>
                </a:moveTo>
                <a:lnTo>
                  <a:pt x="2923872" y="1630231"/>
                </a:lnTo>
                <a:lnTo>
                  <a:pt x="2846603" y="1634824"/>
                </a:lnTo>
                <a:cubicBezTo>
                  <a:pt x="2621337" y="1677732"/>
                  <a:pt x="2539354" y="1917045"/>
                  <a:pt x="2514579" y="2017928"/>
                </a:cubicBezTo>
                <a:cubicBezTo>
                  <a:pt x="2491850" y="2110256"/>
                  <a:pt x="2481888" y="2203988"/>
                  <a:pt x="2471417" y="2303085"/>
                </a:cubicBezTo>
                <a:cubicBezTo>
                  <a:pt x="2463448" y="2392847"/>
                  <a:pt x="2450667" y="2482109"/>
                  <a:pt x="2433106" y="2570492"/>
                </a:cubicBezTo>
                <a:cubicBezTo>
                  <a:pt x="2390837" y="2767025"/>
                  <a:pt x="2301957" y="2935334"/>
                  <a:pt x="2182812" y="3044392"/>
                </a:cubicBezTo>
                <a:cubicBezTo>
                  <a:pt x="2047448" y="3168389"/>
                  <a:pt x="1859090" y="3199804"/>
                  <a:pt x="1724619" y="3121013"/>
                </a:cubicBezTo>
                <a:cubicBezTo>
                  <a:pt x="1644168" y="3073891"/>
                  <a:pt x="1589171" y="2998162"/>
                  <a:pt x="1545698" y="2910918"/>
                </a:cubicBezTo>
                <a:lnTo>
                  <a:pt x="1505891" y="2821237"/>
                </a:lnTo>
                <a:lnTo>
                  <a:pt x="1496173" y="2793589"/>
                </a:lnTo>
                <a:lnTo>
                  <a:pt x="1497757" y="2796842"/>
                </a:lnTo>
                <a:cubicBezTo>
                  <a:pt x="1538622" y="2867844"/>
                  <a:pt x="1589704" y="2928886"/>
                  <a:pt x="1660641" y="2968664"/>
                </a:cubicBezTo>
                <a:cubicBezTo>
                  <a:pt x="1796003" y="3044774"/>
                  <a:pt x="1979129" y="3013744"/>
                  <a:pt x="2116152" y="2889745"/>
                </a:cubicBezTo>
                <a:cubicBezTo>
                  <a:pt x="2239382" y="2779028"/>
                  <a:pt x="2336053" y="2616719"/>
                  <a:pt x="2387135" y="2432829"/>
                </a:cubicBezTo>
                <a:cubicBezTo>
                  <a:pt x="2409930" y="2346669"/>
                  <a:pt x="2427462" y="2259206"/>
                  <a:pt x="2439619" y="2170915"/>
                </a:cubicBezTo>
                <a:cubicBezTo>
                  <a:pt x="2450526" y="2091101"/>
                  <a:pt x="2466346" y="2012029"/>
                  <a:pt x="2486997" y="1934156"/>
                </a:cubicBezTo>
                <a:cubicBezTo>
                  <a:pt x="2523646" y="1807604"/>
                  <a:pt x="2608057" y="1651553"/>
                  <a:pt x="2799610" y="1626778"/>
                </a:cubicBezTo>
                <a:cubicBezTo>
                  <a:pt x="2829907" y="1622852"/>
                  <a:pt x="2861281" y="1622254"/>
                  <a:pt x="2893031" y="1624796"/>
                </a:cubicBezTo>
                <a:close/>
                <a:moveTo>
                  <a:pt x="2965640" y="1610093"/>
                </a:moveTo>
                <a:lnTo>
                  <a:pt x="3041348" y="1628440"/>
                </a:lnTo>
                <a:lnTo>
                  <a:pt x="3083486" y="1647638"/>
                </a:lnTo>
                <a:close/>
                <a:moveTo>
                  <a:pt x="2750060" y="1605325"/>
                </a:moveTo>
                <a:cubicBezTo>
                  <a:pt x="2782972" y="1603543"/>
                  <a:pt x="2815836" y="1604147"/>
                  <a:pt x="2848409" y="1607078"/>
                </a:cubicBezTo>
                <a:lnTo>
                  <a:pt x="2877515" y="1611815"/>
                </a:lnTo>
                <a:lnTo>
                  <a:pt x="2798203" y="1613498"/>
                </a:lnTo>
                <a:cubicBezTo>
                  <a:pt x="2598991" y="1639294"/>
                  <a:pt x="2512792" y="1800198"/>
                  <a:pt x="2474483" y="1930580"/>
                </a:cubicBezTo>
                <a:cubicBezTo>
                  <a:pt x="2453654" y="2008939"/>
                  <a:pt x="2437756" y="2088521"/>
                  <a:pt x="2426848" y="2168872"/>
                </a:cubicBezTo>
                <a:cubicBezTo>
                  <a:pt x="2414615" y="2256615"/>
                  <a:pt x="2397044" y="2343528"/>
                  <a:pt x="2374236" y="2429126"/>
                </a:cubicBezTo>
                <a:cubicBezTo>
                  <a:pt x="2323539" y="2610589"/>
                  <a:pt x="2228656" y="2770728"/>
                  <a:pt x="2107213" y="2879784"/>
                </a:cubicBezTo>
                <a:cubicBezTo>
                  <a:pt x="1973636" y="2998674"/>
                  <a:pt x="1797408" y="3029706"/>
                  <a:pt x="1667153" y="2956405"/>
                </a:cubicBezTo>
                <a:cubicBezTo>
                  <a:pt x="1564004" y="2898940"/>
                  <a:pt x="1503664" y="2793274"/>
                  <a:pt x="1454890" y="2677823"/>
                </a:cubicBezTo>
                <a:lnTo>
                  <a:pt x="1431347" y="2617892"/>
                </a:lnTo>
                <a:lnTo>
                  <a:pt x="1445734" y="2645932"/>
                </a:lnTo>
                <a:cubicBezTo>
                  <a:pt x="1485658" y="2711953"/>
                  <a:pt x="1535301" y="2768620"/>
                  <a:pt x="1603813" y="2805334"/>
                </a:cubicBezTo>
                <a:cubicBezTo>
                  <a:pt x="1732664" y="2874548"/>
                  <a:pt x="1908382" y="2842622"/>
                  <a:pt x="2041063" y="2725648"/>
                </a:cubicBezTo>
                <a:cubicBezTo>
                  <a:pt x="2171291" y="2607333"/>
                  <a:pt x="2270121" y="2458536"/>
                  <a:pt x="2328646" y="2292614"/>
                </a:cubicBezTo>
                <a:cubicBezTo>
                  <a:pt x="2356254" y="2211293"/>
                  <a:pt x="2378603" y="2128287"/>
                  <a:pt x="2395562" y="2044106"/>
                </a:cubicBezTo>
                <a:cubicBezTo>
                  <a:pt x="2408792" y="1977792"/>
                  <a:pt x="2425852" y="1912305"/>
                  <a:pt x="2446642" y="1847957"/>
                </a:cubicBezTo>
                <a:cubicBezTo>
                  <a:pt x="2500660" y="1692928"/>
                  <a:pt x="2596817" y="1616052"/>
                  <a:pt x="2750060" y="1605325"/>
                </a:cubicBezTo>
                <a:close/>
                <a:moveTo>
                  <a:pt x="2700768" y="1584127"/>
                </a:moveTo>
                <a:cubicBezTo>
                  <a:pt x="2733693" y="1583942"/>
                  <a:pt x="2766538" y="1585457"/>
                  <a:pt x="2799175" y="1588648"/>
                </a:cubicBezTo>
                <a:lnTo>
                  <a:pt x="2830514" y="1593348"/>
                </a:lnTo>
                <a:lnTo>
                  <a:pt x="2749806" y="1591916"/>
                </a:lnTo>
                <a:cubicBezTo>
                  <a:pt x="2592987" y="1602898"/>
                  <a:pt x="2489804" y="1685010"/>
                  <a:pt x="2434639" y="1843233"/>
                </a:cubicBezTo>
                <a:cubicBezTo>
                  <a:pt x="2413567" y="1908079"/>
                  <a:pt x="2396264" y="1974075"/>
                  <a:pt x="2382791" y="2040914"/>
                </a:cubicBezTo>
                <a:cubicBezTo>
                  <a:pt x="2365935" y="2124571"/>
                  <a:pt x="2343753" y="2207067"/>
                  <a:pt x="2316387" y="2287888"/>
                </a:cubicBezTo>
                <a:cubicBezTo>
                  <a:pt x="2258666" y="2451704"/>
                  <a:pt x="2161115" y="2598585"/>
                  <a:pt x="2032506" y="2715305"/>
                </a:cubicBezTo>
                <a:cubicBezTo>
                  <a:pt x="1904167" y="2828576"/>
                  <a:pt x="1734452" y="2859862"/>
                  <a:pt x="1610454" y="2793203"/>
                </a:cubicBezTo>
                <a:cubicBezTo>
                  <a:pt x="1511038" y="2740144"/>
                  <a:pt x="1452207" y="2641900"/>
                  <a:pt x="1404332" y="2534518"/>
                </a:cubicBezTo>
                <a:lnTo>
                  <a:pt x="1367525" y="2445918"/>
                </a:lnTo>
                <a:lnTo>
                  <a:pt x="1394272" y="2495084"/>
                </a:lnTo>
                <a:cubicBezTo>
                  <a:pt x="1433077" y="2555870"/>
                  <a:pt x="1480964" y="2607908"/>
                  <a:pt x="1546732" y="2641238"/>
                </a:cubicBezTo>
                <a:cubicBezTo>
                  <a:pt x="1669580" y="2703556"/>
                  <a:pt x="1837891" y="2671375"/>
                  <a:pt x="1965592" y="2560914"/>
                </a:cubicBezTo>
                <a:cubicBezTo>
                  <a:pt x="2094902" y="2447924"/>
                  <a:pt x="2198570" y="2308602"/>
                  <a:pt x="2269649" y="2152270"/>
                </a:cubicBezTo>
                <a:cubicBezTo>
                  <a:pt x="2301816" y="2077755"/>
                  <a:pt x="2328992" y="2001173"/>
                  <a:pt x="2350994" y="1923046"/>
                </a:cubicBezTo>
                <a:cubicBezTo>
                  <a:pt x="2366408" y="1868147"/>
                  <a:pt x="2384911" y="1814181"/>
                  <a:pt x="2406417" y="1761376"/>
                </a:cubicBezTo>
                <a:cubicBezTo>
                  <a:pt x="2444215" y="1674794"/>
                  <a:pt x="2509216" y="1586041"/>
                  <a:pt x="2700768" y="1584127"/>
                </a:cubicBezTo>
                <a:close/>
                <a:moveTo>
                  <a:pt x="2894149" y="1578983"/>
                </a:moveTo>
                <a:lnTo>
                  <a:pt x="2998695" y="1596259"/>
                </a:lnTo>
                <a:cubicBezTo>
                  <a:pt x="3045894" y="1605671"/>
                  <a:pt x="3092008" y="1619832"/>
                  <a:pt x="3136358" y="1638528"/>
                </a:cubicBezTo>
                <a:cubicBezTo>
                  <a:pt x="3169166" y="1653162"/>
                  <a:pt x="3200400" y="1671079"/>
                  <a:pt x="3229579" y="1692034"/>
                </a:cubicBezTo>
                <a:cubicBezTo>
                  <a:pt x="3305611" y="1747929"/>
                  <a:pt x="3376435" y="1810593"/>
                  <a:pt x="3441180" y="1879245"/>
                </a:cubicBezTo>
                <a:cubicBezTo>
                  <a:pt x="3503880" y="1943350"/>
                  <a:pt x="3573479" y="2035168"/>
                  <a:pt x="3640776" y="2124559"/>
                </a:cubicBezTo>
                <a:cubicBezTo>
                  <a:pt x="3685600" y="2184450"/>
                  <a:pt x="3731956" y="2245365"/>
                  <a:pt x="3776779" y="2299382"/>
                </a:cubicBezTo>
                <a:cubicBezTo>
                  <a:pt x="3804464" y="2333018"/>
                  <a:pt x="3834780" y="2364408"/>
                  <a:pt x="3867446" y="2393242"/>
                </a:cubicBezTo>
                <a:cubicBezTo>
                  <a:pt x="3960796" y="2473695"/>
                  <a:pt x="4052358" y="2514559"/>
                  <a:pt x="4164351" y="2524776"/>
                </a:cubicBezTo>
                <a:cubicBezTo>
                  <a:pt x="4286307" y="2535885"/>
                  <a:pt x="4399961" y="2512260"/>
                  <a:pt x="4521916" y="2450836"/>
                </a:cubicBezTo>
                <a:cubicBezTo>
                  <a:pt x="4547698" y="2437990"/>
                  <a:pt x="4572677" y="2423623"/>
                  <a:pt x="4596749" y="2407801"/>
                </a:cubicBezTo>
                <a:cubicBezTo>
                  <a:pt x="4710403" y="2332073"/>
                  <a:pt x="4833379" y="2210758"/>
                  <a:pt x="4948310" y="2090973"/>
                </a:cubicBezTo>
                <a:cubicBezTo>
                  <a:pt x="5097849" y="1935944"/>
                  <a:pt x="5260668" y="1781937"/>
                  <a:pt x="5463585" y="1743626"/>
                </a:cubicBezTo>
                <a:cubicBezTo>
                  <a:pt x="5650924" y="1708892"/>
                  <a:pt x="5842476" y="1778871"/>
                  <a:pt x="5975923" y="1931091"/>
                </a:cubicBezTo>
                <a:cubicBezTo>
                  <a:pt x="6010914" y="1971611"/>
                  <a:pt x="6041676" y="2015605"/>
                  <a:pt x="6067741" y="2062368"/>
                </a:cubicBezTo>
                <a:lnTo>
                  <a:pt x="6115207" y="2160559"/>
                </a:lnTo>
                <a:lnTo>
                  <a:pt x="6083065" y="2096848"/>
                </a:lnTo>
                <a:cubicBezTo>
                  <a:pt x="6056440" y="2050351"/>
                  <a:pt x="6025485" y="2006486"/>
                  <a:pt x="5990609" y="1965826"/>
                </a:cubicBezTo>
                <a:cubicBezTo>
                  <a:pt x="5852819" y="1806965"/>
                  <a:pt x="5665737" y="1731622"/>
                  <a:pt x="5477379" y="1758950"/>
                </a:cubicBezTo>
                <a:cubicBezTo>
                  <a:pt x="5273566" y="1788705"/>
                  <a:pt x="5106661" y="1939264"/>
                  <a:pt x="4956739" y="2097741"/>
                </a:cubicBezTo>
                <a:lnTo>
                  <a:pt x="4954569" y="2100040"/>
                </a:lnTo>
                <a:cubicBezTo>
                  <a:pt x="4843596" y="2217653"/>
                  <a:pt x="4728282" y="2339481"/>
                  <a:pt x="4622545" y="2421975"/>
                </a:cubicBezTo>
                <a:cubicBezTo>
                  <a:pt x="4602113" y="2437810"/>
                  <a:pt x="4579765" y="2453261"/>
                  <a:pt x="4552437" y="2470501"/>
                </a:cubicBezTo>
                <a:cubicBezTo>
                  <a:pt x="4431759" y="2546357"/>
                  <a:pt x="4316445" y="2586582"/>
                  <a:pt x="4199599" y="2593478"/>
                </a:cubicBezTo>
                <a:cubicBezTo>
                  <a:pt x="4084795" y="2600119"/>
                  <a:pt x="3990552" y="2570365"/>
                  <a:pt x="3894009" y="2496809"/>
                </a:cubicBezTo>
                <a:cubicBezTo>
                  <a:pt x="3860449" y="2470873"/>
                  <a:pt x="3829456" y="2441794"/>
                  <a:pt x="3801425" y="2409972"/>
                </a:cubicBezTo>
                <a:cubicBezTo>
                  <a:pt x="3734510" y="2335267"/>
                  <a:pt x="3669382" y="2245620"/>
                  <a:pt x="3605532" y="2158910"/>
                </a:cubicBezTo>
                <a:cubicBezTo>
                  <a:pt x="3559943" y="2096592"/>
                  <a:pt x="3516907" y="2037595"/>
                  <a:pt x="3476426" y="1988812"/>
                </a:cubicBezTo>
                <a:lnTo>
                  <a:pt x="3466593" y="1976809"/>
                </a:lnTo>
                <a:cubicBezTo>
                  <a:pt x="3390227" y="1884608"/>
                  <a:pt x="3334932" y="1817821"/>
                  <a:pt x="3277722" y="1759717"/>
                </a:cubicBezTo>
                <a:cubicBezTo>
                  <a:pt x="3249489" y="1730536"/>
                  <a:pt x="3218291" y="1704397"/>
                  <a:pt x="3184630" y="1681691"/>
                </a:cubicBezTo>
                <a:cubicBezTo>
                  <a:pt x="3141390" y="1653724"/>
                  <a:pt x="3094677" y="1631530"/>
                  <a:pt x="3045691" y="1615669"/>
                </a:cubicBezTo>
                <a:close/>
                <a:moveTo>
                  <a:pt x="2588989" y="1561186"/>
                </a:moveTo>
                <a:cubicBezTo>
                  <a:pt x="2607929" y="1560678"/>
                  <a:pt x="2628521" y="1560950"/>
                  <a:pt x="2650964" y="1562035"/>
                </a:cubicBezTo>
                <a:lnTo>
                  <a:pt x="2747842" y="1572510"/>
                </a:lnTo>
                <a:lnTo>
                  <a:pt x="2708430" y="1570335"/>
                </a:lnTo>
                <a:lnTo>
                  <a:pt x="2700001" y="1570335"/>
                </a:lnTo>
                <a:cubicBezTo>
                  <a:pt x="2500275" y="1572378"/>
                  <a:pt x="2432979" y="1665216"/>
                  <a:pt x="2393517" y="1755757"/>
                </a:cubicBezTo>
                <a:cubicBezTo>
                  <a:pt x="2371733" y="1809009"/>
                  <a:pt x="2353025" y="1863448"/>
                  <a:pt x="2337458" y="1918832"/>
                </a:cubicBezTo>
                <a:cubicBezTo>
                  <a:pt x="2316042" y="1996435"/>
                  <a:pt x="2289416" y="2072508"/>
                  <a:pt x="2257773" y="2146524"/>
                </a:cubicBezTo>
                <a:cubicBezTo>
                  <a:pt x="2187550" y="2301221"/>
                  <a:pt x="2085056" y="2439125"/>
                  <a:pt x="1957163" y="2550954"/>
                </a:cubicBezTo>
                <a:cubicBezTo>
                  <a:pt x="1834059" y="2657711"/>
                  <a:pt x="1671240" y="2689254"/>
                  <a:pt x="1553116" y="2629362"/>
                </a:cubicBezTo>
                <a:cubicBezTo>
                  <a:pt x="1426053" y="2564873"/>
                  <a:pt x="1366543" y="2425678"/>
                  <a:pt x="1309079" y="2291081"/>
                </a:cubicBezTo>
                <a:lnTo>
                  <a:pt x="1299215" y="2269999"/>
                </a:lnTo>
                <a:lnTo>
                  <a:pt x="1342202" y="2344286"/>
                </a:lnTo>
                <a:cubicBezTo>
                  <a:pt x="1379954" y="2399883"/>
                  <a:pt x="1426373" y="2447325"/>
                  <a:pt x="1489522" y="2477398"/>
                </a:cubicBezTo>
                <a:cubicBezTo>
                  <a:pt x="1608028" y="2534225"/>
                  <a:pt x="1765229" y="2502938"/>
                  <a:pt x="1890504" y="2396691"/>
                </a:cubicBezTo>
                <a:cubicBezTo>
                  <a:pt x="2018704" y="2287825"/>
                  <a:pt x="2126981" y="2157506"/>
                  <a:pt x="2210524" y="2011544"/>
                </a:cubicBezTo>
                <a:cubicBezTo>
                  <a:pt x="2245769" y="1946492"/>
                  <a:pt x="2276864" y="1879270"/>
                  <a:pt x="2303617" y="1810286"/>
                </a:cubicBezTo>
                <a:cubicBezTo>
                  <a:pt x="2321355" y="1763752"/>
                  <a:pt x="2342094" y="1718404"/>
                  <a:pt x="2365681" y="1674539"/>
                </a:cubicBezTo>
                <a:cubicBezTo>
                  <a:pt x="2404789" y="1606491"/>
                  <a:pt x="2456412" y="1564743"/>
                  <a:pt x="2588989" y="1561186"/>
                </a:cubicBezTo>
                <a:close/>
                <a:moveTo>
                  <a:pt x="3754013" y="1561082"/>
                </a:moveTo>
                <a:lnTo>
                  <a:pt x="3761547" y="1579937"/>
                </a:lnTo>
                <a:lnTo>
                  <a:pt x="3767713" y="1609029"/>
                </a:lnTo>
                <a:lnTo>
                  <a:pt x="3781088" y="1652096"/>
                </a:lnTo>
                <a:lnTo>
                  <a:pt x="3773803" y="1636745"/>
                </a:lnTo>
                <a:close/>
                <a:moveTo>
                  <a:pt x="7352073" y="1529467"/>
                </a:moveTo>
                <a:lnTo>
                  <a:pt x="7352019" y="1529662"/>
                </a:lnTo>
                <a:lnTo>
                  <a:pt x="7352033" y="1529598"/>
                </a:lnTo>
                <a:close/>
                <a:moveTo>
                  <a:pt x="2707954" y="1523172"/>
                </a:moveTo>
                <a:lnTo>
                  <a:pt x="2913266" y="1529471"/>
                </a:lnTo>
                <a:lnTo>
                  <a:pt x="2957577" y="1529471"/>
                </a:lnTo>
                <a:cubicBezTo>
                  <a:pt x="2994610" y="1529471"/>
                  <a:pt x="3026536" y="1529471"/>
                  <a:pt x="3054374" y="1529471"/>
                </a:cubicBezTo>
                <a:cubicBezTo>
                  <a:pt x="3087130" y="1529674"/>
                  <a:pt x="3119822" y="1532267"/>
                  <a:pt x="3152196" y="1537260"/>
                </a:cubicBezTo>
                <a:cubicBezTo>
                  <a:pt x="3211575" y="1547476"/>
                  <a:pt x="3286406" y="1567908"/>
                  <a:pt x="3390356" y="1642486"/>
                </a:cubicBezTo>
                <a:cubicBezTo>
                  <a:pt x="3506563" y="1725747"/>
                  <a:pt x="3628902" y="1895591"/>
                  <a:pt x="3736425" y="2045001"/>
                </a:cubicBezTo>
                <a:lnTo>
                  <a:pt x="3746769" y="2059303"/>
                </a:lnTo>
                <a:cubicBezTo>
                  <a:pt x="3772528" y="2095596"/>
                  <a:pt x="3800239" y="2130471"/>
                  <a:pt x="3829775" y="2163764"/>
                </a:cubicBezTo>
                <a:cubicBezTo>
                  <a:pt x="3912909" y="2256347"/>
                  <a:pt x="3993360" y="2316622"/>
                  <a:pt x="4090797" y="2359146"/>
                </a:cubicBezTo>
                <a:cubicBezTo>
                  <a:pt x="4174313" y="2395669"/>
                  <a:pt x="4290139" y="2431936"/>
                  <a:pt x="4446318" y="2387624"/>
                </a:cubicBezTo>
                <a:cubicBezTo>
                  <a:pt x="4474564" y="2379834"/>
                  <a:pt x="4502110" y="2369707"/>
                  <a:pt x="4528684" y="2357359"/>
                </a:cubicBezTo>
                <a:cubicBezTo>
                  <a:pt x="4635570" y="2306789"/>
                  <a:pt x="4760590" y="2208969"/>
                  <a:pt x="4911023" y="2058282"/>
                </a:cubicBezTo>
                <a:cubicBezTo>
                  <a:pt x="5067584" y="1901464"/>
                  <a:pt x="5229254" y="1739284"/>
                  <a:pt x="5431150" y="1685650"/>
                </a:cubicBezTo>
                <a:cubicBezTo>
                  <a:pt x="5624579" y="1631223"/>
                  <a:pt x="5832095" y="1692316"/>
                  <a:pt x="5965196" y="1842849"/>
                </a:cubicBezTo>
                <a:cubicBezTo>
                  <a:pt x="6001682" y="1884224"/>
                  <a:pt x="6033096" y="1929789"/>
                  <a:pt x="6058802" y="1978596"/>
                </a:cubicBezTo>
                <a:lnTo>
                  <a:pt x="6077451" y="2020589"/>
                </a:lnTo>
                <a:lnTo>
                  <a:pt x="6074381" y="2013970"/>
                </a:lnTo>
                <a:cubicBezTo>
                  <a:pt x="6048087" y="1965303"/>
                  <a:pt x="6016431" y="1919726"/>
                  <a:pt x="5980010" y="1878096"/>
                </a:cubicBezTo>
                <a:cubicBezTo>
                  <a:pt x="5842348" y="1722555"/>
                  <a:pt x="5642751" y="1656150"/>
                  <a:pt x="5443664" y="1701229"/>
                </a:cubicBezTo>
                <a:cubicBezTo>
                  <a:pt x="5244577" y="1746308"/>
                  <a:pt x="5088400" y="1892653"/>
                  <a:pt x="4919323" y="2064923"/>
                </a:cubicBezTo>
                <a:cubicBezTo>
                  <a:pt x="4824824" y="2161337"/>
                  <a:pt x="4684353" y="2297851"/>
                  <a:pt x="4555374" y="2370512"/>
                </a:cubicBezTo>
                <a:cubicBezTo>
                  <a:pt x="4530702" y="2384279"/>
                  <a:pt x="4505097" y="2396307"/>
                  <a:pt x="4478753" y="2406523"/>
                </a:cubicBezTo>
                <a:cubicBezTo>
                  <a:pt x="4368215" y="2452343"/>
                  <a:pt x="4245583" y="2460158"/>
                  <a:pt x="4130129" y="2428744"/>
                </a:cubicBezTo>
                <a:cubicBezTo>
                  <a:pt x="4027457" y="2402566"/>
                  <a:pt x="3943302" y="2353272"/>
                  <a:pt x="3857359" y="2268606"/>
                </a:cubicBezTo>
                <a:cubicBezTo>
                  <a:pt x="3826634" y="2237997"/>
                  <a:pt x="3798055" y="2205305"/>
                  <a:pt x="3771798" y="2170787"/>
                </a:cubicBezTo>
                <a:cubicBezTo>
                  <a:pt x="3747536" y="2139501"/>
                  <a:pt x="3722888" y="2107064"/>
                  <a:pt x="3697348" y="2072713"/>
                </a:cubicBezTo>
                <a:cubicBezTo>
                  <a:pt x="3606425" y="1951652"/>
                  <a:pt x="3512437" y="1827015"/>
                  <a:pt x="3423813" y="1750395"/>
                </a:cubicBezTo>
                <a:cubicBezTo>
                  <a:pt x="3321268" y="1662407"/>
                  <a:pt x="3250778" y="1626140"/>
                  <a:pt x="3195357" y="1602134"/>
                </a:cubicBezTo>
                <a:cubicBezTo>
                  <a:pt x="3163826" y="1588724"/>
                  <a:pt x="3131124" y="1578240"/>
                  <a:pt x="3097664" y="1570846"/>
                </a:cubicBezTo>
                <a:cubicBezTo>
                  <a:pt x="3051322" y="1560822"/>
                  <a:pt x="3004404" y="1553607"/>
                  <a:pt x="2957193" y="1549265"/>
                </a:cubicBezTo>
                <a:cubicBezTo>
                  <a:pt x="2923736" y="1545689"/>
                  <a:pt x="2885810" y="1542241"/>
                  <a:pt x="2845582" y="1538665"/>
                </a:cubicBezTo>
                <a:close/>
                <a:moveTo>
                  <a:pt x="2518149" y="1499719"/>
                </a:moveTo>
                <a:lnTo>
                  <a:pt x="2598735" y="1510878"/>
                </a:lnTo>
                <a:lnTo>
                  <a:pt x="2554041" y="1505846"/>
                </a:lnTo>
                <a:close/>
                <a:moveTo>
                  <a:pt x="5642767" y="1482923"/>
                </a:moveTo>
                <a:cubicBezTo>
                  <a:pt x="5748328" y="1490395"/>
                  <a:pt x="5854672" y="1530238"/>
                  <a:pt x="5940423" y="1621799"/>
                </a:cubicBezTo>
                <a:cubicBezTo>
                  <a:pt x="5980495" y="1665613"/>
                  <a:pt x="6013531" y="1715365"/>
                  <a:pt x="6038369" y="1769293"/>
                </a:cubicBezTo>
                <a:lnTo>
                  <a:pt x="6050235" y="1798633"/>
                </a:lnTo>
                <a:lnTo>
                  <a:pt x="5955364" y="1657299"/>
                </a:lnTo>
                <a:cubicBezTo>
                  <a:pt x="5812593" y="1502909"/>
                  <a:pt x="5579282" y="1463066"/>
                  <a:pt x="5360914" y="1555138"/>
                </a:cubicBezTo>
                <a:cubicBezTo>
                  <a:pt x="5194774" y="1624991"/>
                  <a:pt x="5061071" y="1754863"/>
                  <a:pt x="4919450" y="1892270"/>
                </a:cubicBezTo>
                <a:cubicBezTo>
                  <a:pt x="4889440" y="1921513"/>
                  <a:pt x="4858409" y="1951651"/>
                  <a:pt x="4827249" y="1980894"/>
                </a:cubicBezTo>
                <a:cubicBezTo>
                  <a:pt x="4672987" y="2125708"/>
                  <a:pt x="4517957" y="2218164"/>
                  <a:pt x="4390257" y="2240639"/>
                </a:cubicBezTo>
                <a:cubicBezTo>
                  <a:pt x="4359276" y="2246027"/>
                  <a:pt x="4327746" y="2247573"/>
                  <a:pt x="4296396" y="2245236"/>
                </a:cubicBezTo>
                <a:cubicBezTo>
                  <a:pt x="4212177" y="2239107"/>
                  <a:pt x="4144686" y="2207021"/>
                  <a:pt x="4089551" y="2164002"/>
                </a:cubicBezTo>
                <a:lnTo>
                  <a:pt x="4040853" y="2117363"/>
                </a:lnTo>
                <a:lnTo>
                  <a:pt x="4134249" y="2186357"/>
                </a:lnTo>
                <a:cubicBezTo>
                  <a:pt x="4170458" y="2205753"/>
                  <a:pt x="4211059" y="2220047"/>
                  <a:pt x="4256680" y="2226720"/>
                </a:cubicBezTo>
                <a:cubicBezTo>
                  <a:pt x="4290088" y="2231674"/>
                  <a:pt x="4324004" y="2232237"/>
                  <a:pt x="4357565" y="2228380"/>
                </a:cubicBezTo>
                <a:cubicBezTo>
                  <a:pt x="4542348" y="2206415"/>
                  <a:pt x="4724961" y="2059687"/>
                  <a:pt x="4817290" y="1974126"/>
                </a:cubicBezTo>
                <a:cubicBezTo>
                  <a:pt x="4856620" y="1938242"/>
                  <a:pt x="4895059" y="1900826"/>
                  <a:pt x="4932221" y="1864686"/>
                </a:cubicBezTo>
                <a:cubicBezTo>
                  <a:pt x="5066817" y="1733664"/>
                  <a:pt x="5194008" y="1609922"/>
                  <a:pt x="5349803" y="1538282"/>
                </a:cubicBezTo>
                <a:cubicBezTo>
                  <a:pt x="5432426" y="1500355"/>
                  <a:pt x="5537206" y="1475453"/>
                  <a:pt x="5642767" y="1482923"/>
                </a:cubicBezTo>
                <a:close/>
                <a:moveTo>
                  <a:pt x="7676284" y="1482607"/>
                </a:moveTo>
                <a:cubicBezTo>
                  <a:pt x="7736168" y="1479212"/>
                  <a:pt x="7798924" y="1491064"/>
                  <a:pt x="7866926" y="1505718"/>
                </a:cubicBezTo>
                <a:cubicBezTo>
                  <a:pt x="7922220" y="1517595"/>
                  <a:pt x="7977642" y="1529854"/>
                  <a:pt x="8032937" y="1541985"/>
                </a:cubicBezTo>
                <a:lnTo>
                  <a:pt x="8176473" y="1573911"/>
                </a:lnTo>
                <a:cubicBezTo>
                  <a:pt x="8281955" y="1597408"/>
                  <a:pt x="8389225" y="1621512"/>
                  <a:pt x="8497451" y="1644737"/>
                </a:cubicBezTo>
                <a:lnTo>
                  <a:pt x="8703048" y="1685992"/>
                </a:lnTo>
                <a:lnTo>
                  <a:pt x="7834233" y="1533812"/>
                </a:lnTo>
                <a:cubicBezTo>
                  <a:pt x="7753909" y="1519764"/>
                  <a:pt x="7663368" y="1503929"/>
                  <a:pt x="7578830" y="1530109"/>
                </a:cubicBezTo>
                <a:cubicBezTo>
                  <a:pt x="7543074" y="1541187"/>
                  <a:pt x="7511648" y="1558053"/>
                  <a:pt x="7484035" y="1579359"/>
                </a:cubicBezTo>
                <a:lnTo>
                  <a:pt x="7420706" y="1646189"/>
                </a:lnTo>
                <a:lnTo>
                  <a:pt x="7422677" y="1642301"/>
                </a:lnTo>
                <a:cubicBezTo>
                  <a:pt x="7473103" y="1562346"/>
                  <a:pt x="7538254" y="1511752"/>
                  <a:pt x="7617269" y="1491544"/>
                </a:cubicBezTo>
                <a:cubicBezTo>
                  <a:pt x="7636680" y="1486563"/>
                  <a:pt x="7656322" y="1483738"/>
                  <a:pt x="7676284" y="1482607"/>
                </a:cubicBezTo>
                <a:close/>
                <a:moveTo>
                  <a:pt x="3733863" y="1460330"/>
                </a:moveTo>
                <a:lnTo>
                  <a:pt x="3740308" y="1479730"/>
                </a:lnTo>
                <a:lnTo>
                  <a:pt x="3745888" y="1506057"/>
                </a:lnTo>
                <a:lnTo>
                  <a:pt x="3738225" y="1486873"/>
                </a:lnTo>
                <a:close/>
                <a:moveTo>
                  <a:pt x="3164848" y="1457595"/>
                </a:moveTo>
                <a:cubicBezTo>
                  <a:pt x="3218758" y="1459858"/>
                  <a:pt x="3283694" y="1474367"/>
                  <a:pt x="3365581" y="1523212"/>
                </a:cubicBezTo>
                <a:cubicBezTo>
                  <a:pt x="3495453" y="1600473"/>
                  <a:pt x="3630305" y="1785384"/>
                  <a:pt x="3732466" y="1938626"/>
                </a:cubicBezTo>
                <a:cubicBezTo>
                  <a:pt x="3761455" y="1981788"/>
                  <a:pt x="3787379" y="2017672"/>
                  <a:pt x="3811641" y="2048320"/>
                </a:cubicBezTo>
                <a:cubicBezTo>
                  <a:pt x="3890689" y="2148567"/>
                  <a:pt x="3967309" y="2219569"/>
                  <a:pt x="4054274" y="2275374"/>
                </a:cubicBezTo>
                <a:cubicBezTo>
                  <a:pt x="4141239" y="2331179"/>
                  <a:pt x="4251317" y="2384303"/>
                  <a:pt x="4408645" y="2355187"/>
                </a:cubicBezTo>
                <a:cubicBezTo>
                  <a:pt x="4438029" y="2349951"/>
                  <a:pt x="4466839" y="2341957"/>
                  <a:pt x="4494716" y="2331306"/>
                </a:cubicBezTo>
                <a:cubicBezTo>
                  <a:pt x="4607987" y="2287250"/>
                  <a:pt x="4741690" y="2189559"/>
                  <a:pt x="4892378" y="2041042"/>
                </a:cubicBezTo>
                <a:lnTo>
                  <a:pt x="4911534" y="2022269"/>
                </a:lnTo>
                <a:cubicBezTo>
                  <a:pt x="5071926" y="1863920"/>
                  <a:pt x="5223380" y="1714254"/>
                  <a:pt x="5414932" y="1655894"/>
                </a:cubicBezTo>
                <a:cubicBezTo>
                  <a:pt x="5615934" y="1594343"/>
                  <a:pt x="5825492" y="1649127"/>
                  <a:pt x="5960728" y="1798665"/>
                </a:cubicBezTo>
                <a:cubicBezTo>
                  <a:pt x="5997889" y="1840512"/>
                  <a:pt x="6029597" y="1886894"/>
                  <a:pt x="6055099" y="1936710"/>
                </a:cubicBezTo>
                <a:lnTo>
                  <a:pt x="6068840" y="1968990"/>
                </a:lnTo>
                <a:lnTo>
                  <a:pt x="5975668" y="1833911"/>
                </a:lnTo>
                <a:cubicBezTo>
                  <a:pt x="5839207" y="1679201"/>
                  <a:pt x="5626188" y="1616308"/>
                  <a:pt x="5427574" y="1672113"/>
                </a:cubicBezTo>
                <a:cubicBezTo>
                  <a:pt x="5222231" y="1726642"/>
                  <a:pt x="5059156" y="1890099"/>
                  <a:pt x="4901445" y="2048194"/>
                </a:cubicBezTo>
                <a:cubicBezTo>
                  <a:pt x="4752673" y="2197859"/>
                  <a:pt x="4628291" y="2294784"/>
                  <a:pt x="4522811" y="2344589"/>
                </a:cubicBezTo>
                <a:cubicBezTo>
                  <a:pt x="4496963" y="2356707"/>
                  <a:pt x="4470133" y="2366616"/>
                  <a:pt x="4442614" y="2374215"/>
                </a:cubicBezTo>
                <a:cubicBezTo>
                  <a:pt x="4290650" y="2417250"/>
                  <a:pt x="4177506" y="2382005"/>
                  <a:pt x="4096032" y="2346376"/>
                </a:cubicBezTo>
                <a:cubicBezTo>
                  <a:pt x="4000512" y="2305129"/>
                  <a:pt x="3921466" y="2245874"/>
                  <a:pt x="3839608" y="2154824"/>
                </a:cubicBezTo>
                <a:cubicBezTo>
                  <a:pt x="3810480" y="2121827"/>
                  <a:pt x="3783062" y="2087347"/>
                  <a:pt x="3757497" y="2051514"/>
                </a:cubicBezTo>
                <a:lnTo>
                  <a:pt x="3747152" y="2037084"/>
                </a:lnTo>
                <a:cubicBezTo>
                  <a:pt x="3638990" y="1886907"/>
                  <a:pt x="3516524" y="1716553"/>
                  <a:pt x="3398018" y="1631504"/>
                </a:cubicBezTo>
                <a:cubicBezTo>
                  <a:pt x="3292025" y="1555394"/>
                  <a:pt x="3215279" y="1534451"/>
                  <a:pt x="3154366" y="1523979"/>
                </a:cubicBezTo>
                <a:cubicBezTo>
                  <a:pt x="3121317" y="1518885"/>
                  <a:pt x="3087935" y="1516241"/>
                  <a:pt x="3054503" y="1516062"/>
                </a:cubicBezTo>
                <a:cubicBezTo>
                  <a:pt x="3026536" y="1515423"/>
                  <a:pt x="2994484" y="1516062"/>
                  <a:pt x="2957321" y="1516062"/>
                </a:cubicBezTo>
                <a:lnTo>
                  <a:pt x="2913010" y="1516062"/>
                </a:lnTo>
                <a:cubicBezTo>
                  <a:pt x="2827066" y="1516638"/>
                  <a:pt x="2750668" y="1514370"/>
                  <a:pt x="2682987" y="1509151"/>
                </a:cubicBezTo>
                <a:lnTo>
                  <a:pt x="2625432" y="1501174"/>
                </a:lnTo>
                <a:lnTo>
                  <a:pt x="2702877" y="1505207"/>
                </a:lnTo>
                <a:cubicBezTo>
                  <a:pt x="2779784" y="1505463"/>
                  <a:pt x="2843158" y="1499269"/>
                  <a:pt x="2870997" y="1496012"/>
                </a:cubicBezTo>
                <a:cubicBezTo>
                  <a:pt x="2926674" y="1489499"/>
                  <a:pt x="2971114" y="1481454"/>
                  <a:pt x="3010189" y="1474431"/>
                </a:cubicBezTo>
                <a:lnTo>
                  <a:pt x="3026536" y="1471366"/>
                </a:lnTo>
                <a:cubicBezTo>
                  <a:pt x="3055574" y="1465556"/>
                  <a:pt x="3084909" y="1461291"/>
                  <a:pt x="3114395" y="1458596"/>
                </a:cubicBezTo>
                <a:cubicBezTo>
                  <a:pt x="3130133" y="1457447"/>
                  <a:pt x="3146877" y="1456840"/>
                  <a:pt x="3164848" y="1457595"/>
                </a:cubicBezTo>
                <a:close/>
                <a:moveTo>
                  <a:pt x="3711789" y="1456683"/>
                </a:moveTo>
                <a:lnTo>
                  <a:pt x="3718675" y="1472643"/>
                </a:lnTo>
                <a:lnTo>
                  <a:pt x="3726047" y="1491091"/>
                </a:lnTo>
                <a:lnTo>
                  <a:pt x="3731828" y="1526279"/>
                </a:lnTo>
                <a:lnTo>
                  <a:pt x="3744925" y="1575953"/>
                </a:lnTo>
                <a:lnTo>
                  <a:pt x="3731201" y="1547991"/>
                </a:lnTo>
                <a:lnTo>
                  <a:pt x="3721800" y="1509636"/>
                </a:lnTo>
                <a:close/>
                <a:moveTo>
                  <a:pt x="5632454" y="1442410"/>
                </a:moveTo>
                <a:cubicBezTo>
                  <a:pt x="5740058" y="1446943"/>
                  <a:pt x="5848414" y="1485031"/>
                  <a:pt x="5935697" y="1577358"/>
                </a:cubicBezTo>
                <a:cubicBezTo>
                  <a:pt x="5976421" y="1621530"/>
                  <a:pt x="6009750" y="1671984"/>
                  <a:pt x="6034410" y="1726769"/>
                </a:cubicBezTo>
                <a:lnTo>
                  <a:pt x="6047459" y="1760197"/>
                </a:lnTo>
                <a:lnTo>
                  <a:pt x="5949361" y="1612987"/>
                </a:lnTo>
                <a:cubicBezTo>
                  <a:pt x="5804165" y="1457958"/>
                  <a:pt x="5566257" y="1424245"/>
                  <a:pt x="5343290" y="1526406"/>
                </a:cubicBezTo>
                <a:cubicBezTo>
                  <a:pt x="5185324" y="1598940"/>
                  <a:pt x="5057366" y="1723577"/>
                  <a:pt x="4921876" y="1855492"/>
                </a:cubicBezTo>
                <a:cubicBezTo>
                  <a:pt x="4884460" y="1891503"/>
                  <a:pt x="4846150" y="1928920"/>
                  <a:pt x="4807839" y="1964677"/>
                </a:cubicBezTo>
                <a:cubicBezTo>
                  <a:pt x="4649873" y="2110384"/>
                  <a:pt x="4489862" y="2199519"/>
                  <a:pt x="4356160" y="2215355"/>
                </a:cubicBezTo>
                <a:cubicBezTo>
                  <a:pt x="4323799" y="2219058"/>
                  <a:pt x="4291083" y="2218547"/>
                  <a:pt x="4258850" y="2213821"/>
                </a:cubicBezTo>
                <a:cubicBezTo>
                  <a:pt x="4214410" y="2207245"/>
                  <a:pt x="4174816" y="2193237"/>
                  <a:pt x="4139483" y="2174256"/>
                </a:cubicBezTo>
                <a:lnTo>
                  <a:pt x="4084426" y="2133513"/>
                </a:lnTo>
                <a:lnTo>
                  <a:pt x="4142662" y="2168346"/>
                </a:lnTo>
                <a:cubicBezTo>
                  <a:pt x="4167525" y="2179785"/>
                  <a:pt x="4193428" y="2188418"/>
                  <a:pt x="4220413" y="2194283"/>
                </a:cubicBezTo>
                <a:cubicBezTo>
                  <a:pt x="4254739" y="2201779"/>
                  <a:pt x="4289933" y="2204525"/>
                  <a:pt x="4325000" y="2202456"/>
                </a:cubicBezTo>
                <a:cubicBezTo>
                  <a:pt x="4517191" y="2190324"/>
                  <a:pt x="4704783" y="2043596"/>
                  <a:pt x="4799410" y="1957270"/>
                </a:cubicBezTo>
                <a:cubicBezTo>
                  <a:pt x="4845255" y="1915256"/>
                  <a:pt x="4890844" y="1870816"/>
                  <a:pt x="4934646" y="1828036"/>
                </a:cubicBezTo>
                <a:cubicBezTo>
                  <a:pt x="5063496" y="1701739"/>
                  <a:pt x="5185324" y="1582466"/>
                  <a:pt x="5333712" y="1508782"/>
                </a:cubicBezTo>
                <a:cubicBezTo>
                  <a:pt x="5417995" y="1466896"/>
                  <a:pt x="5524850" y="1437877"/>
                  <a:pt x="5632454" y="1442410"/>
                </a:cubicBezTo>
                <a:close/>
                <a:moveTo>
                  <a:pt x="7323413" y="1438157"/>
                </a:moveTo>
                <a:lnTo>
                  <a:pt x="7289187" y="1575861"/>
                </a:lnTo>
                <a:lnTo>
                  <a:pt x="7295971" y="1540836"/>
                </a:lnTo>
                <a:close/>
                <a:moveTo>
                  <a:pt x="7710753" y="1433615"/>
                </a:moveTo>
                <a:cubicBezTo>
                  <a:pt x="7772259" y="1432969"/>
                  <a:pt x="7835830" y="1447550"/>
                  <a:pt x="7900766" y="1464215"/>
                </a:cubicBezTo>
                <a:cubicBezTo>
                  <a:pt x="7950442" y="1476730"/>
                  <a:pt x="8002927" y="1490522"/>
                  <a:pt x="8066778" y="1507633"/>
                </a:cubicBezTo>
                <a:cubicBezTo>
                  <a:pt x="8114410" y="1520404"/>
                  <a:pt x="8161788" y="1533812"/>
                  <a:pt x="8209292" y="1546582"/>
                </a:cubicBezTo>
                <a:cubicBezTo>
                  <a:pt x="8314327" y="1575379"/>
                  <a:pt x="8421149" y="1604751"/>
                  <a:pt x="8529440" y="1632206"/>
                </a:cubicBezTo>
                <a:lnTo>
                  <a:pt x="8761705" y="1684546"/>
                </a:lnTo>
                <a:lnTo>
                  <a:pt x="8500627" y="1632334"/>
                </a:lnTo>
                <a:cubicBezTo>
                  <a:pt x="8392385" y="1609221"/>
                  <a:pt x="8285083" y="1585148"/>
                  <a:pt x="8179666" y="1561268"/>
                </a:cubicBezTo>
                <a:lnTo>
                  <a:pt x="8035235" y="1528833"/>
                </a:lnTo>
                <a:cubicBezTo>
                  <a:pt x="7980452" y="1516701"/>
                  <a:pt x="7924901" y="1504441"/>
                  <a:pt x="7869224" y="1492565"/>
                </a:cubicBezTo>
                <a:cubicBezTo>
                  <a:pt x="7777279" y="1472644"/>
                  <a:pt x="7694274" y="1457831"/>
                  <a:pt x="7613821" y="1478518"/>
                </a:cubicBezTo>
                <a:cubicBezTo>
                  <a:pt x="7558974" y="1492565"/>
                  <a:pt x="7510608" y="1520500"/>
                  <a:pt x="7468992" y="1562003"/>
                </a:cubicBezTo>
                <a:lnTo>
                  <a:pt x="7425515" y="1616908"/>
                </a:lnTo>
                <a:lnTo>
                  <a:pt x="7447736" y="1578783"/>
                </a:lnTo>
                <a:cubicBezTo>
                  <a:pt x="7502035" y="1502940"/>
                  <a:pt x="7569605" y="1456297"/>
                  <a:pt x="7649961" y="1439824"/>
                </a:cubicBezTo>
                <a:cubicBezTo>
                  <a:pt x="7669979" y="1435737"/>
                  <a:pt x="7690251" y="1433829"/>
                  <a:pt x="7710753" y="1433615"/>
                </a:cubicBezTo>
                <a:close/>
                <a:moveTo>
                  <a:pt x="7340533" y="1426304"/>
                </a:moveTo>
                <a:lnTo>
                  <a:pt x="7284352" y="1669431"/>
                </a:lnTo>
                <a:cubicBezTo>
                  <a:pt x="7281158" y="1687310"/>
                  <a:pt x="7277966" y="1705188"/>
                  <a:pt x="7274901" y="1723065"/>
                </a:cubicBezTo>
                <a:cubicBezTo>
                  <a:pt x="7239145" y="1928154"/>
                  <a:pt x="7202111" y="2140265"/>
                  <a:pt x="7100716" y="2307555"/>
                </a:cubicBezTo>
                <a:cubicBezTo>
                  <a:pt x="7075022" y="2349517"/>
                  <a:pt x="7045064" y="2388708"/>
                  <a:pt x="7011326" y="2424529"/>
                </a:cubicBezTo>
                <a:cubicBezTo>
                  <a:pt x="6860000" y="2585943"/>
                  <a:pt x="6616346" y="2636002"/>
                  <a:pt x="6444715" y="2540993"/>
                </a:cubicBezTo>
                <a:cubicBezTo>
                  <a:pt x="6414590" y="2524340"/>
                  <a:pt x="6386726" y="2503857"/>
                  <a:pt x="6361837" y="2480078"/>
                </a:cubicBezTo>
                <a:lnTo>
                  <a:pt x="6347531" y="2462668"/>
                </a:lnTo>
                <a:lnTo>
                  <a:pt x="6432710" y="2524009"/>
                </a:lnTo>
                <a:cubicBezTo>
                  <a:pt x="6491312" y="2554542"/>
                  <a:pt x="6556529" y="2570159"/>
                  <a:pt x="6622603" y="2569470"/>
                </a:cubicBezTo>
                <a:cubicBezTo>
                  <a:pt x="6765117" y="2569470"/>
                  <a:pt x="6916060" y="2502938"/>
                  <a:pt x="7020775" y="2381749"/>
                </a:cubicBezTo>
                <a:cubicBezTo>
                  <a:pt x="7054629" y="2343542"/>
                  <a:pt x="7084576" y="2302038"/>
                  <a:pt x="7110166" y="2257879"/>
                </a:cubicBezTo>
                <a:cubicBezTo>
                  <a:pt x="7207346" y="2089441"/>
                  <a:pt x="7245274" y="1881670"/>
                  <a:pt x="7282180" y="1680796"/>
                </a:cubicBezTo>
                <a:cubicBezTo>
                  <a:pt x="7286777" y="1655894"/>
                  <a:pt x="7291502" y="1630354"/>
                  <a:pt x="7296227" y="1604814"/>
                </a:cubicBezTo>
                <a:close/>
                <a:moveTo>
                  <a:pt x="5631034" y="1404293"/>
                </a:moveTo>
                <a:cubicBezTo>
                  <a:pt x="5740379" y="1408347"/>
                  <a:pt x="5847329" y="1446657"/>
                  <a:pt x="5930334" y="1533941"/>
                </a:cubicBezTo>
                <a:cubicBezTo>
                  <a:pt x="5971772" y="1578661"/>
                  <a:pt x="6005486" y="1629984"/>
                  <a:pt x="6030069" y="1685777"/>
                </a:cubicBezTo>
                <a:lnTo>
                  <a:pt x="6040639" y="1713811"/>
                </a:lnTo>
                <a:lnTo>
                  <a:pt x="5945402" y="1569696"/>
                </a:lnTo>
                <a:cubicBezTo>
                  <a:pt x="5765853" y="1379676"/>
                  <a:pt x="5500491" y="1412368"/>
                  <a:pt x="5327711" y="1498183"/>
                </a:cubicBezTo>
                <a:cubicBezTo>
                  <a:pt x="5177406" y="1573017"/>
                  <a:pt x="5054940" y="1692927"/>
                  <a:pt x="4925197" y="1819863"/>
                </a:cubicBezTo>
                <a:cubicBezTo>
                  <a:pt x="4881522" y="1862771"/>
                  <a:pt x="4836317" y="1906955"/>
                  <a:pt x="4790471" y="1948841"/>
                </a:cubicBezTo>
                <a:cubicBezTo>
                  <a:pt x="4696994" y="2034018"/>
                  <a:pt x="4512210" y="2178703"/>
                  <a:pt x="4324107" y="2190580"/>
                </a:cubicBezTo>
                <a:cubicBezTo>
                  <a:pt x="4290317" y="2192547"/>
                  <a:pt x="4256424" y="2189878"/>
                  <a:pt x="4223351" y="2182662"/>
                </a:cubicBezTo>
                <a:cubicBezTo>
                  <a:pt x="4188456" y="2175064"/>
                  <a:pt x="4155405" y="2162653"/>
                  <a:pt x="4124098" y="2145330"/>
                </a:cubicBezTo>
                <a:lnTo>
                  <a:pt x="4092820" y="2121794"/>
                </a:lnTo>
                <a:lnTo>
                  <a:pt x="4182740" y="2162997"/>
                </a:lnTo>
                <a:cubicBezTo>
                  <a:pt x="4217910" y="2172996"/>
                  <a:pt x="4254343" y="2177900"/>
                  <a:pt x="4290904" y="2177555"/>
                </a:cubicBezTo>
                <a:cubicBezTo>
                  <a:pt x="4490884" y="2175256"/>
                  <a:pt x="4683586" y="2028528"/>
                  <a:pt x="4780766" y="1941307"/>
                </a:cubicBezTo>
                <a:cubicBezTo>
                  <a:pt x="4833506" y="1893548"/>
                  <a:pt x="4885609" y="1842467"/>
                  <a:pt x="4935667" y="1793046"/>
                </a:cubicBezTo>
                <a:cubicBezTo>
                  <a:pt x="5059155" y="1671091"/>
                  <a:pt x="5175746" y="1555905"/>
                  <a:pt x="5317366" y="1480179"/>
                </a:cubicBezTo>
                <a:cubicBezTo>
                  <a:pt x="5409951" y="1430439"/>
                  <a:pt x="5521690" y="1400237"/>
                  <a:pt x="5631034" y="1404293"/>
                </a:cubicBezTo>
                <a:close/>
                <a:moveTo>
                  <a:pt x="7747045" y="1384856"/>
                </a:moveTo>
                <a:cubicBezTo>
                  <a:pt x="7810233" y="1387059"/>
                  <a:pt x="7874715" y="1404419"/>
                  <a:pt x="7936394" y="1422712"/>
                </a:cubicBezTo>
                <a:cubicBezTo>
                  <a:pt x="7986324" y="1438037"/>
                  <a:pt x="8038810" y="1454126"/>
                  <a:pt x="8101255" y="1473793"/>
                </a:cubicBezTo>
                <a:cubicBezTo>
                  <a:pt x="8147995" y="1488771"/>
                  <a:pt x="8194822" y="1503930"/>
                  <a:pt x="8241727" y="1519255"/>
                </a:cubicBezTo>
                <a:cubicBezTo>
                  <a:pt x="8346314" y="1553479"/>
                  <a:pt x="8452690" y="1588118"/>
                  <a:pt x="8561060" y="1619803"/>
                </a:cubicBezTo>
                <a:lnTo>
                  <a:pt x="8811595" y="1682440"/>
                </a:lnTo>
                <a:lnTo>
                  <a:pt x="8532600" y="1619548"/>
                </a:lnTo>
                <a:cubicBezTo>
                  <a:pt x="8424470" y="1592140"/>
                  <a:pt x="8317775" y="1562800"/>
                  <a:pt x="8212868" y="1533939"/>
                </a:cubicBezTo>
                <a:lnTo>
                  <a:pt x="8070354" y="1494991"/>
                </a:lnTo>
                <a:cubicBezTo>
                  <a:pt x="8006503" y="1477879"/>
                  <a:pt x="7953634" y="1464342"/>
                  <a:pt x="7904342" y="1451572"/>
                </a:cubicBezTo>
                <a:cubicBezTo>
                  <a:pt x="7816229" y="1428969"/>
                  <a:pt x="7730285" y="1410070"/>
                  <a:pt x="7647534" y="1427054"/>
                </a:cubicBezTo>
                <a:cubicBezTo>
                  <a:pt x="7563826" y="1444198"/>
                  <a:pt x="7493408" y="1492374"/>
                  <a:pt x="7437246" y="1570664"/>
                </a:cubicBezTo>
                <a:lnTo>
                  <a:pt x="7412839" y="1612615"/>
                </a:lnTo>
                <a:lnTo>
                  <a:pt x="7419970" y="1596258"/>
                </a:lnTo>
                <a:cubicBezTo>
                  <a:pt x="7486118" y="1475325"/>
                  <a:pt x="7574998" y="1404705"/>
                  <a:pt x="7684440" y="1388232"/>
                </a:cubicBezTo>
                <a:cubicBezTo>
                  <a:pt x="7705063" y="1385072"/>
                  <a:pt x="7725982" y="1384122"/>
                  <a:pt x="7747045" y="1384856"/>
                </a:cubicBezTo>
                <a:close/>
                <a:moveTo>
                  <a:pt x="5620834" y="1363665"/>
                </a:moveTo>
                <a:cubicBezTo>
                  <a:pt x="5732142" y="1364735"/>
                  <a:pt x="5841071" y="1401450"/>
                  <a:pt x="5925864" y="1489755"/>
                </a:cubicBezTo>
                <a:cubicBezTo>
                  <a:pt x="5967866" y="1535000"/>
                  <a:pt x="6001694" y="1587204"/>
                  <a:pt x="6025855" y="1644018"/>
                </a:cubicBezTo>
                <a:lnTo>
                  <a:pt x="6032821" y="1663141"/>
                </a:lnTo>
                <a:lnTo>
                  <a:pt x="5997671" y="1598403"/>
                </a:lnTo>
                <a:cubicBezTo>
                  <a:pt x="5980585" y="1572408"/>
                  <a:pt x="5961314" y="1547848"/>
                  <a:pt x="5940038" y="1525001"/>
                </a:cubicBezTo>
                <a:cubicBezTo>
                  <a:pt x="5768791" y="1345197"/>
                  <a:pt x="5500618" y="1367162"/>
                  <a:pt x="5310855" y="1468558"/>
                </a:cubicBezTo>
                <a:cubicBezTo>
                  <a:pt x="5167573" y="1545178"/>
                  <a:pt x="5044725" y="1666112"/>
                  <a:pt x="4925962" y="1783468"/>
                </a:cubicBezTo>
                <a:cubicBezTo>
                  <a:pt x="4876031" y="1832762"/>
                  <a:pt x="4824312" y="1883842"/>
                  <a:pt x="4771445" y="1931347"/>
                </a:cubicBezTo>
                <a:cubicBezTo>
                  <a:pt x="4675795" y="2017290"/>
                  <a:pt x="4486159" y="2161848"/>
                  <a:pt x="4290520" y="2164018"/>
                </a:cubicBezTo>
                <a:cubicBezTo>
                  <a:pt x="4255250" y="2164402"/>
                  <a:pt x="4220106" y="2159664"/>
                  <a:pt x="4186189" y="2149972"/>
                </a:cubicBezTo>
                <a:cubicBezTo>
                  <a:pt x="4149730" y="2139628"/>
                  <a:pt x="4115538" y="2124120"/>
                  <a:pt x="4083511" y="2103338"/>
                </a:cubicBezTo>
                <a:lnTo>
                  <a:pt x="4068413" y="2090162"/>
                </a:lnTo>
                <a:lnTo>
                  <a:pt x="4145835" y="2131327"/>
                </a:lnTo>
                <a:cubicBezTo>
                  <a:pt x="4181810" y="2143764"/>
                  <a:pt x="4219418" y="2150814"/>
                  <a:pt x="4257447" y="2152270"/>
                </a:cubicBezTo>
                <a:cubicBezTo>
                  <a:pt x="4464579" y="2160187"/>
                  <a:pt x="4662771" y="2013331"/>
                  <a:pt x="4762633" y="1925216"/>
                </a:cubicBezTo>
                <a:cubicBezTo>
                  <a:pt x="4821887" y="1872476"/>
                  <a:pt x="4879097" y="1815266"/>
                  <a:pt x="4934520" y="1759971"/>
                </a:cubicBezTo>
                <a:cubicBezTo>
                  <a:pt x="5048173" y="1646444"/>
                  <a:pt x="5165786" y="1529087"/>
                  <a:pt x="5301533" y="1451445"/>
                </a:cubicBezTo>
                <a:cubicBezTo>
                  <a:pt x="5395840" y="1397172"/>
                  <a:pt x="5509527" y="1362597"/>
                  <a:pt x="5620834" y="1363665"/>
                </a:cubicBezTo>
                <a:close/>
                <a:moveTo>
                  <a:pt x="3187440" y="1363443"/>
                </a:moveTo>
                <a:cubicBezTo>
                  <a:pt x="3231242" y="1364703"/>
                  <a:pt x="3281873" y="1375399"/>
                  <a:pt x="3340168" y="1403813"/>
                </a:cubicBezTo>
                <a:cubicBezTo>
                  <a:pt x="3451140" y="1457829"/>
                  <a:pt x="3581651" y="1600727"/>
                  <a:pt x="3717398" y="1817820"/>
                </a:cubicBezTo>
                <a:cubicBezTo>
                  <a:pt x="3747407" y="1865835"/>
                  <a:pt x="3770649" y="1901210"/>
                  <a:pt x="3792741" y="1932751"/>
                </a:cubicBezTo>
                <a:cubicBezTo>
                  <a:pt x="3857077" y="2027901"/>
                  <a:pt x="3932817" y="2114840"/>
                  <a:pt x="4018262" y="2191602"/>
                </a:cubicBezTo>
                <a:cubicBezTo>
                  <a:pt x="4102289" y="2264774"/>
                  <a:pt x="4210069" y="2337819"/>
                  <a:pt x="4371100" y="2322751"/>
                </a:cubicBezTo>
                <a:cubicBezTo>
                  <a:pt x="4401429" y="2320031"/>
                  <a:pt x="4431401" y="2314131"/>
                  <a:pt x="4460491" y="2305128"/>
                </a:cubicBezTo>
                <a:cubicBezTo>
                  <a:pt x="4610541" y="2258645"/>
                  <a:pt x="4767996" y="2126346"/>
                  <a:pt x="4873605" y="2024185"/>
                </a:cubicBezTo>
                <a:lnTo>
                  <a:pt x="4918429" y="1980639"/>
                </a:lnTo>
                <a:cubicBezTo>
                  <a:pt x="5071925" y="1830590"/>
                  <a:pt x="5217123" y="1688715"/>
                  <a:pt x="5398458" y="1626268"/>
                </a:cubicBezTo>
                <a:cubicBezTo>
                  <a:pt x="5605207" y="1554755"/>
                  <a:pt x="5818595" y="1603921"/>
                  <a:pt x="5955491" y="1753969"/>
                </a:cubicBezTo>
                <a:cubicBezTo>
                  <a:pt x="5993406" y="1796340"/>
                  <a:pt x="6025485" y="1843577"/>
                  <a:pt x="6050884" y="1894440"/>
                </a:cubicBezTo>
                <a:lnTo>
                  <a:pt x="6062310" y="1922438"/>
                </a:lnTo>
                <a:lnTo>
                  <a:pt x="5970815" y="1788960"/>
                </a:lnTo>
                <a:cubicBezTo>
                  <a:pt x="5832516" y="1635462"/>
                  <a:pt x="5617594" y="1579146"/>
                  <a:pt x="5411101" y="1642230"/>
                </a:cubicBezTo>
                <a:cubicBezTo>
                  <a:pt x="5216612" y="1702250"/>
                  <a:pt x="5063881" y="1852938"/>
                  <a:pt x="4902211" y="2012564"/>
                </a:cubicBezTo>
                <a:lnTo>
                  <a:pt x="4883056" y="2031336"/>
                </a:lnTo>
                <a:cubicBezTo>
                  <a:pt x="4733773" y="2178065"/>
                  <a:pt x="4601475" y="2275246"/>
                  <a:pt x="4489991" y="2318536"/>
                </a:cubicBezTo>
                <a:cubicBezTo>
                  <a:pt x="4462906" y="2328944"/>
                  <a:pt x="4434902" y="2336772"/>
                  <a:pt x="4406347" y="2341906"/>
                </a:cubicBezTo>
                <a:cubicBezTo>
                  <a:pt x="4253106" y="2370000"/>
                  <a:pt x="4146347" y="2318281"/>
                  <a:pt x="4061554" y="2264009"/>
                </a:cubicBezTo>
                <a:cubicBezTo>
                  <a:pt x="3974333" y="2207948"/>
                  <a:pt x="3900267" y="2138860"/>
                  <a:pt x="3821730" y="2039765"/>
                </a:cubicBezTo>
                <a:cubicBezTo>
                  <a:pt x="3797595" y="2009372"/>
                  <a:pt x="3771927" y="1973871"/>
                  <a:pt x="3743066" y="1930962"/>
                </a:cubicBezTo>
                <a:cubicBezTo>
                  <a:pt x="3640139" y="1776955"/>
                  <a:pt x="3504136" y="1590128"/>
                  <a:pt x="3371967" y="1511464"/>
                </a:cubicBezTo>
                <a:cubicBezTo>
                  <a:pt x="3259592" y="1445059"/>
                  <a:pt x="3177989" y="1440335"/>
                  <a:pt x="3112990" y="1445059"/>
                </a:cubicBezTo>
                <a:cubicBezTo>
                  <a:pt x="3082993" y="1447715"/>
                  <a:pt x="3053150" y="1451981"/>
                  <a:pt x="3023600" y="1457829"/>
                </a:cubicBezTo>
                <a:lnTo>
                  <a:pt x="3007382" y="1460767"/>
                </a:lnTo>
                <a:cubicBezTo>
                  <a:pt x="2968303" y="1467791"/>
                  <a:pt x="2924886" y="1475836"/>
                  <a:pt x="2868953" y="1482348"/>
                </a:cubicBezTo>
                <a:cubicBezTo>
                  <a:pt x="2827004" y="1487233"/>
                  <a:pt x="2706900" y="1498582"/>
                  <a:pt x="2581320" y="1485204"/>
                </a:cubicBezTo>
                <a:lnTo>
                  <a:pt x="2557090" y="1480778"/>
                </a:lnTo>
                <a:lnTo>
                  <a:pt x="2624996" y="1484870"/>
                </a:lnTo>
                <a:cubicBezTo>
                  <a:pt x="2699461" y="1484488"/>
                  <a:pt x="2770877" y="1475197"/>
                  <a:pt x="2827960" y="1462427"/>
                </a:cubicBezTo>
                <a:cubicBezTo>
                  <a:pt x="2877279" y="1451126"/>
                  <a:pt x="2925715" y="1436274"/>
                  <a:pt x="2972900" y="1417986"/>
                </a:cubicBezTo>
                <a:lnTo>
                  <a:pt x="3005081" y="1405216"/>
                </a:lnTo>
                <a:cubicBezTo>
                  <a:pt x="3029346" y="1395767"/>
                  <a:pt x="3052331" y="1386700"/>
                  <a:pt x="3075701" y="1379676"/>
                </a:cubicBezTo>
                <a:cubicBezTo>
                  <a:pt x="3106668" y="1370354"/>
                  <a:pt x="3143638" y="1362181"/>
                  <a:pt x="3187440" y="1363443"/>
                </a:cubicBezTo>
                <a:close/>
                <a:moveTo>
                  <a:pt x="3698032" y="1353295"/>
                </a:moveTo>
                <a:lnTo>
                  <a:pt x="3700030" y="1358478"/>
                </a:lnTo>
                <a:lnTo>
                  <a:pt x="3708391" y="1383650"/>
                </a:lnTo>
                <a:lnTo>
                  <a:pt x="3717095" y="1436618"/>
                </a:lnTo>
                <a:lnTo>
                  <a:pt x="3704782" y="1408120"/>
                </a:lnTo>
                <a:close/>
                <a:moveTo>
                  <a:pt x="7782881" y="1336260"/>
                </a:moveTo>
                <a:cubicBezTo>
                  <a:pt x="7847770" y="1341367"/>
                  <a:pt x="7913089" y="1361575"/>
                  <a:pt x="7971512" y="1381208"/>
                </a:cubicBezTo>
                <a:cubicBezTo>
                  <a:pt x="8024891" y="1399087"/>
                  <a:pt x="8080185" y="1418497"/>
                  <a:pt x="8135608" y="1438802"/>
                </a:cubicBezTo>
                <a:cubicBezTo>
                  <a:pt x="8184990" y="1457025"/>
                  <a:pt x="8234359" y="1475453"/>
                  <a:pt x="8283741" y="1494096"/>
                </a:cubicBezTo>
                <a:cubicBezTo>
                  <a:pt x="8386350" y="1532407"/>
                  <a:pt x="8490714" y="1571676"/>
                  <a:pt x="8597664" y="1607128"/>
                </a:cubicBezTo>
                <a:lnTo>
                  <a:pt x="8746425" y="1652655"/>
                </a:lnTo>
                <a:lnTo>
                  <a:pt x="8564157" y="1607065"/>
                </a:lnTo>
                <a:cubicBezTo>
                  <a:pt x="8456010" y="1575411"/>
                  <a:pt x="8349827" y="1540836"/>
                  <a:pt x="8245431" y="1506867"/>
                </a:cubicBezTo>
                <a:cubicBezTo>
                  <a:pt x="8198692" y="1491454"/>
                  <a:pt x="8151864" y="1476308"/>
                  <a:pt x="8104960" y="1461405"/>
                </a:cubicBezTo>
                <a:cubicBezTo>
                  <a:pt x="8042003" y="1441229"/>
                  <a:pt x="7989901" y="1425138"/>
                  <a:pt x="7939842" y="1410324"/>
                </a:cubicBezTo>
                <a:cubicBezTo>
                  <a:pt x="7856070" y="1385551"/>
                  <a:pt x="7767189" y="1362819"/>
                  <a:pt x="7682013" y="1375590"/>
                </a:cubicBezTo>
                <a:cubicBezTo>
                  <a:pt x="7596580" y="1388808"/>
                  <a:pt x="7523431" y="1432841"/>
                  <a:pt x="7463536" y="1506881"/>
                </a:cubicBezTo>
                <a:lnTo>
                  <a:pt x="7422320" y="1569339"/>
                </a:lnTo>
                <a:lnTo>
                  <a:pt x="7442189" y="1529215"/>
                </a:lnTo>
                <a:cubicBezTo>
                  <a:pt x="7514085" y="1411602"/>
                  <a:pt x="7604753" y="1348646"/>
                  <a:pt x="7718407" y="1336768"/>
                </a:cubicBezTo>
                <a:cubicBezTo>
                  <a:pt x="7739670" y="1334533"/>
                  <a:pt x="7761252" y="1334558"/>
                  <a:pt x="7782881" y="1336260"/>
                </a:cubicBezTo>
                <a:close/>
                <a:moveTo>
                  <a:pt x="2225520" y="1328528"/>
                </a:moveTo>
                <a:lnTo>
                  <a:pt x="2228155" y="1331883"/>
                </a:lnTo>
                <a:lnTo>
                  <a:pt x="2223541" y="1328772"/>
                </a:lnTo>
                <a:close/>
                <a:moveTo>
                  <a:pt x="5609693" y="1322835"/>
                </a:moveTo>
                <a:cubicBezTo>
                  <a:pt x="5723012" y="1321062"/>
                  <a:pt x="5833984" y="1356180"/>
                  <a:pt x="5920501" y="1445571"/>
                </a:cubicBezTo>
                <a:cubicBezTo>
                  <a:pt x="5963346" y="1491211"/>
                  <a:pt x="5997684" y="1544143"/>
                  <a:pt x="6021897" y="1601878"/>
                </a:cubicBezTo>
                <a:lnTo>
                  <a:pt x="6027375" y="1617407"/>
                </a:lnTo>
                <a:lnTo>
                  <a:pt x="5993608" y="1554506"/>
                </a:lnTo>
                <a:cubicBezTo>
                  <a:pt x="5976345" y="1528101"/>
                  <a:pt x="5956807" y="1503184"/>
                  <a:pt x="5935187" y="1480050"/>
                </a:cubicBezTo>
                <a:cubicBezTo>
                  <a:pt x="5760619" y="1298203"/>
                  <a:pt x="5487593" y="1328341"/>
                  <a:pt x="5294382" y="1438675"/>
                </a:cubicBezTo>
                <a:cubicBezTo>
                  <a:pt x="5156591" y="1517210"/>
                  <a:pt x="5038341" y="1635335"/>
                  <a:pt x="4924048" y="1749499"/>
                </a:cubicBezTo>
                <a:cubicBezTo>
                  <a:pt x="4868881" y="1804666"/>
                  <a:pt x="4811798" y="1861749"/>
                  <a:pt x="4752801" y="1914106"/>
                </a:cubicBezTo>
                <a:cubicBezTo>
                  <a:pt x="4585511" y="2061218"/>
                  <a:pt x="4404943" y="2143330"/>
                  <a:pt x="4257063" y="2137838"/>
                </a:cubicBezTo>
                <a:cubicBezTo>
                  <a:pt x="4220336" y="2136409"/>
                  <a:pt x="4184018" y="2129564"/>
                  <a:pt x="4149283" y="2117535"/>
                </a:cubicBezTo>
                <a:lnTo>
                  <a:pt x="4117924" y="2100808"/>
                </a:lnTo>
                <a:lnTo>
                  <a:pt x="4223223" y="2125964"/>
                </a:lnTo>
                <a:cubicBezTo>
                  <a:pt x="4380167" y="2138861"/>
                  <a:pt x="4569805" y="2059431"/>
                  <a:pt x="4743606" y="1907977"/>
                </a:cubicBezTo>
                <a:cubicBezTo>
                  <a:pt x="4809627" y="1850129"/>
                  <a:pt x="4872712" y="1786278"/>
                  <a:pt x="4933626" y="1724598"/>
                </a:cubicBezTo>
                <a:cubicBezTo>
                  <a:pt x="5042171" y="1614392"/>
                  <a:pt x="5155188" y="1500355"/>
                  <a:pt x="5284804" y="1421435"/>
                </a:cubicBezTo>
                <a:cubicBezTo>
                  <a:pt x="5380708" y="1363267"/>
                  <a:pt x="5496373" y="1324606"/>
                  <a:pt x="5609693" y="1322835"/>
                </a:cubicBezTo>
                <a:close/>
                <a:moveTo>
                  <a:pt x="2176220" y="1311298"/>
                </a:moveTo>
                <a:lnTo>
                  <a:pt x="2182046" y="1317885"/>
                </a:lnTo>
                <a:lnTo>
                  <a:pt x="2176753" y="1317889"/>
                </a:lnTo>
                <a:lnTo>
                  <a:pt x="2172388" y="1312003"/>
                </a:lnTo>
                <a:close/>
                <a:moveTo>
                  <a:pt x="2196907" y="1307492"/>
                </a:moveTo>
                <a:lnTo>
                  <a:pt x="2202204" y="1317129"/>
                </a:lnTo>
                <a:lnTo>
                  <a:pt x="2201842" y="1316847"/>
                </a:lnTo>
                <a:lnTo>
                  <a:pt x="2200308" y="1316847"/>
                </a:lnTo>
                <a:lnTo>
                  <a:pt x="2200044" y="1316847"/>
                </a:lnTo>
                <a:lnTo>
                  <a:pt x="2192513" y="1308300"/>
                </a:lnTo>
                <a:close/>
                <a:moveTo>
                  <a:pt x="7751993" y="1283773"/>
                </a:moveTo>
                <a:cubicBezTo>
                  <a:pt x="7835511" y="1279176"/>
                  <a:pt x="7923496" y="1307270"/>
                  <a:pt x="8006120" y="1338430"/>
                </a:cubicBezTo>
                <a:cubicBezTo>
                  <a:pt x="8059371" y="1358351"/>
                  <a:pt x="8114410" y="1380188"/>
                  <a:pt x="8169577" y="1403047"/>
                </a:cubicBezTo>
                <a:cubicBezTo>
                  <a:pt x="8218103" y="1423223"/>
                  <a:pt x="8267395" y="1444294"/>
                  <a:pt x="8314902" y="1464726"/>
                </a:cubicBezTo>
                <a:cubicBezTo>
                  <a:pt x="8468430" y="1530524"/>
                  <a:pt x="8625766" y="1597975"/>
                  <a:pt x="8791273" y="1648168"/>
                </a:cubicBezTo>
                <a:lnTo>
                  <a:pt x="8932894" y="1684953"/>
                </a:lnTo>
                <a:lnTo>
                  <a:pt x="8929781" y="1684499"/>
                </a:lnTo>
                <a:cubicBezTo>
                  <a:pt x="8705794" y="1638272"/>
                  <a:pt x="8493682" y="1558076"/>
                  <a:pt x="8289360" y="1481455"/>
                </a:cubicBezTo>
                <a:cubicBezTo>
                  <a:pt x="8239939" y="1462937"/>
                  <a:pt x="8190646" y="1444294"/>
                  <a:pt x="8141098" y="1426159"/>
                </a:cubicBezTo>
                <a:cubicBezTo>
                  <a:pt x="8085549" y="1405856"/>
                  <a:pt x="8030253" y="1386445"/>
                  <a:pt x="7976620" y="1368567"/>
                </a:cubicBezTo>
                <a:cubicBezTo>
                  <a:pt x="7897445" y="1341876"/>
                  <a:pt x="7805628" y="1314166"/>
                  <a:pt x="7717897" y="1323360"/>
                </a:cubicBezTo>
                <a:cubicBezTo>
                  <a:pt x="7601433" y="1335492"/>
                  <a:pt x="7505018" y="1402408"/>
                  <a:pt x="7431590" y="1522191"/>
                </a:cubicBezTo>
                <a:lnTo>
                  <a:pt x="7393681" y="1598739"/>
                </a:lnTo>
                <a:lnTo>
                  <a:pt x="7407606" y="1560961"/>
                </a:lnTo>
                <a:cubicBezTo>
                  <a:pt x="7423411" y="1525744"/>
                  <a:pt x="7441936" y="1491703"/>
                  <a:pt x="7463644" y="1460257"/>
                </a:cubicBezTo>
                <a:cubicBezTo>
                  <a:pt x="7541031" y="1347624"/>
                  <a:pt x="7635402" y="1290414"/>
                  <a:pt x="7751993" y="1283773"/>
                </a:cubicBezTo>
                <a:close/>
                <a:moveTo>
                  <a:pt x="5596491" y="1283486"/>
                </a:moveTo>
                <a:cubicBezTo>
                  <a:pt x="5712700" y="1278506"/>
                  <a:pt x="5827343" y="1311294"/>
                  <a:pt x="5915266" y="1401386"/>
                </a:cubicBezTo>
                <a:cubicBezTo>
                  <a:pt x="5958837" y="1447487"/>
                  <a:pt x="5993470" y="1501261"/>
                  <a:pt x="6017427" y="1559992"/>
                </a:cubicBezTo>
                <a:lnTo>
                  <a:pt x="6022201" y="1573985"/>
                </a:lnTo>
                <a:lnTo>
                  <a:pt x="5988991" y="1511437"/>
                </a:lnTo>
                <a:cubicBezTo>
                  <a:pt x="5971512" y="1484619"/>
                  <a:pt x="5951635" y="1459363"/>
                  <a:pt x="5929569" y="1435993"/>
                </a:cubicBezTo>
                <a:cubicBezTo>
                  <a:pt x="5751554" y="1251976"/>
                  <a:pt x="5473674" y="1290158"/>
                  <a:pt x="5277270" y="1409686"/>
                </a:cubicBezTo>
                <a:cubicBezTo>
                  <a:pt x="5146248" y="1489501"/>
                  <a:pt x="5033105" y="1604048"/>
                  <a:pt x="4923537" y="1714893"/>
                </a:cubicBezTo>
                <a:cubicBezTo>
                  <a:pt x="4862751" y="1776444"/>
                  <a:pt x="4799795" y="1840040"/>
                  <a:pt x="4734157" y="1897505"/>
                </a:cubicBezTo>
                <a:cubicBezTo>
                  <a:pt x="4562781" y="2046660"/>
                  <a:pt x="4376593" y="2125070"/>
                  <a:pt x="4223351" y="2112300"/>
                </a:cubicBezTo>
                <a:cubicBezTo>
                  <a:pt x="4185143" y="2109133"/>
                  <a:pt x="4147637" y="2100168"/>
                  <a:pt x="4112123" y="2085738"/>
                </a:cubicBezTo>
                <a:lnTo>
                  <a:pt x="4081258" y="2069431"/>
                </a:lnTo>
                <a:lnTo>
                  <a:pt x="4189126" y="2100168"/>
                </a:lnTo>
                <a:cubicBezTo>
                  <a:pt x="4351818" y="2120472"/>
                  <a:pt x="4546945" y="2044490"/>
                  <a:pt x="4724834" y="1891248"/>
                </a:cubicBezTo>
                <a:cubicBezTo>
                  <a:pt x="4797241" y="1828803"/>
                  <a:pt x="4865688" y="1758439"/>
                  <a:pt x="4931837" y="1690374"/>
                </a:cubicBezTo>
                <a:cubicBezTo>
                  <a:pt x="5036297" y="1582978"/>
                  <a:pt x="5144205" y="1472006"/>
                  <a:pt x="5268330" y="1392191"/>
                </a:cubicBezTo>
                <a:cubicBezTo>
                  <a:pt x="5362510" y="1331214"/>
                  <a:pt x="5480284" y="1288466"/>
                  <a:pt x="5596491" y="1283486"/>
                </a:cubicBezTo>
                <a:close/>
                <a:moveTo>
                  <a:pt x="2080509" y="1280058"/>
                </a:moveTo>
                <a:lnTo>
                  <a:pt x="2103892" y="1300233"/>
                </a:lnTo>
                <a:lnTo>
                  <a:pt x="2101581" y="1300253"/>
                </a:lnTo>
                <a:close/>
                <a:moveTo>
                  <a:pt x="3170829" y="1261184"/>
                </a:moveTo>
                <a:cubicBezTo>
                  <a:pt x="3188768" y="1259957"/>
                  <a:pt x="3207781" y="1260337"/>
                  <a:pt x="3227934" y="1262842"/>
                </a:cubicBezTo>
                <a:cubicBezTo>
                  <a:pt x="3254802" y="1266182"/>
                  <a:pt x="3283694" y="1273301"/>
                  <a:pt x="3314756" y="1285433"/>
                </a:cubicBezTo>
                <a:cubicBezTo>
                  <a:pt x="3486003" y="1352477"/>
                  <a:pt x="3642820" y="1595875"/>
                  <a:pt x="3702330" y="1698036"/>
                </a:cubicBezTo>
                <a:cubicBezTo>
                  <a:pt x="3725571" y="1738007"/>
                  <a:pt x="3749835" y="1779382"/>
                  <a:pt x="3773970" y="1818332"/>
                </a:cubicBezTo>
                <a:cubicBezTo>
                  <a:pt x="3853018" y="1945777"/>
                  <a:pt x="3917251" y="2035424"/>
                  <a:pt x="3981868" y="2108724"/>
                </a:cubicBezTo>
                <a:cubicBezTo>
                  <a:pt x="4054786" y="2191347"/>
                  <a:pt x="4160650" y="2286868"/>
                  <a:pt x="4332919" y="2291209"/>
                </a:cubicBezTo>
                <a:cubicBezTo>
                  <a:pt x="4364512" y="2291694"/>
                  <a:pt x="4396041" y="2287954"/>
                  <a:pt x="4426652" y="2280098"/>
                </a:cubicBezTo>
                <a:cubicBezTo>
                  <a:pt x="4585129" y="2241788"/>
                  <a:pt x="4747182" y="2110894"/>
                  <a:pt x="4855089" y="2007841"/>
                </a:cubicBezTo>
                <a:cubicBezTo>
                  <a:pt x="4878331" y="1985620"/>
                  <a:pt x="4901317" y="1963272"/>
                  <a:pt x="4924176" y="1941052"/>
                </a:cubicBezTo>
                <a:cubicBezTo>
                  <a:pt x="5071287" y="1798154"/>
                  <a:pt x="5210738" y="1663174"/>
                  <a:pt x="5382369" y="1597280"/>
                </a:cubicBezTo>
                <a:cubicBezTo>
                  <a:pt x="5548252" y="1533813"/>
                  <a:pt x="5784627" y="1530109"/>
                  <a:pt x="5950639" y="1710423"/>
                </a:cubicBezTo>
                <a:cubicBezTo>
                  <a:pt x="5989205" y="1753242"/>
                  <a:pt x="6021578" y="1801258"/>
                  <a:pt x="6046798" y="1853065"/>
                </a:cubicBezTo>
                <a:lnTo>
                  <a:pt x="6058531" y="1883067"/>
                </a:lnTo>
                <a:lnTo>
                  <a:pt x="5966090" y="1747074"/>
                </a:lnTo>
                <a:cubicBezTo>
                  <a:pt x="5825492" y="1592938"/>
                  <a:pt x="5606611" y="1542496"/>
                  <a:pt x="5394754" y="1615413"/>
                </a:cubicBezTo>
                <a:cubicBezTo>
                  <a:pt x="5210353" y="1679264"/>
                  <a:pt x="5064263" y="1821906"/>
                  <a:pt x="4909490" y="1972977"/>
                </a:cubicBezTo>
                <a:lnTo>
                  <a:pt x="4864795" y="2016523"/>
                </a:lnTo>
                <a:cubicBezTo>
                  <a:pt x="4760207" y="2118046"/>
                  <a:pt x="4604539" y="2248556"/>
                  <a:pt x="4457045" y="2294657"/>
                </a:cubicBezTo>
                <a:cubicBezTo>
                  <a:pt x="4428719" y="2303327"/>
                  <a:pt x="4399578" y="2309011"/>
                  <a:pt x="4370080" y="2311641"/>
                </a:cubicBezTo>
                <a:cubicBezTo>
                  <a:pt x="4213901" y="2326454"/>
                  <a:pt x="4109186" y="2255325"/>
                  <a:pt x="4027201" y="2183940"/>
                </a:cubicBezTo>
                <a:cubicBezTo>
                  <a:pt x="3942612" y="2107932"/>
                  <a:pt x="3867651" y="2021862"/>
                  <a:pt x="3803979" y="1927643"/>
                </a:cubicBezTo>
                <a:cubicBezTo>
                  <a:pt x="3782014" y="1895718"/>
                  <a:pt x="3758773" y="1860473"/>
                  <a:pt x="3728891" y="1812712"/>
                </a:cubicBezTo>
                <a:cubicBezTo>
                  <a:pt x="3589441" y="1590639"/>
                  <a:pt x="3460718" y="1449785"/>
                  <a:pt x="3345786" y="1393724"/>
                </a:cubicBezTo>
                <a:cubicBezTo>
                  <a:pt x="3224855" y="1334343"/>
                  <a:pt x="3135463" y="1348900"/>
                  <a:pt x="3071614" y="1368184"/>
                </a:cubicBezTo>
                <a:cubicBezTo>
                  <a:pt x="3047606" y="1374824"/>
                  <a:pt x="3024493" y="1384019"/>
                  <a:pt x="2999847" y="1393724"/>
                </a:cubicBezTo>
                <a:lnTo>
                  <a:pt x="2967921" y="1406494"/>
                </a:lnTo>
                <a:cubicBezTo>
                  <a:pt x="2921324" y="1424550"/>
                  <a:pt x="2873485" y="1439186"/>
                  <a:pt x="2824768" y="1450296"/>
                </a:cubicBezTo>
                <a:cubicBezTo>
                  <a:pt x="2740388" y="1469355"/>
                  <a:pt x="2624477" y="1480440"/>
                  <a:pt x="2514418" y="1465883"/>
                </a:cubicBezTo>
                <a:lnTo>
                  <a:pt x="2495725" y="1461721"/>
                </a:lnTo>
                <a:lnTo>
                  <a:pt x="2582345" y="1465301"/>
                </a:lnTo>
                <a:cubicBezTo>
                  <a:pt x="2658437" y="1462109"/>
                  <a:pt x="2730078" y="1447487"/>
                  <a:pt x="2784415" y="1429480"/>
                </a:cubicBezTo>
                <a:cubicBezTo>
                  <a:pt x="2835585" y="1412394"/>
                  <a:pt x="2884838" y="1390060"/>
                  <a:pt x="2931398" y="1362821"/>
                </a:cubicBezTo>
                <a:cubicBezTo>
                  <a:pt x="2945830" y="1354648"/>
                  <a:pt x="2959493" y="1346219"/>
                  <a:pt x="2972903" y="1338173"/>
                </a:cubicBezTo>
                <a:cubicBezTo>
                  <a:pt x="2994737" y="1325021"/>
                  <a:pt x="3015298" y="1312506"/>
                  <a:pt x="3036754" y="1301524"/>
                </a:cubicBezTo>
                <a:cubicBezTo>
                  <a:pt x="3072884" y="1282992"/>
                  <a:pt x="3117016" y="1264863"/>
                  <a:pt x="3170829" y="1261184"/>
                </a:cubicBezTo>
                <a:close/>
                <a:moveTo>
                  <a:pt x="3686682" y="1261110"/>
                </a:moveTo>
                <a:lnTo>
                  <a:pt x="3689949" y="1273076"/>
                </a:lnTo>
                <a:lnTo>
                  <a:pt x="3694539" y="1299352"/>
                </a:lnTo>
                <a:lnTo>
                  <a:pt x="3696463" y="1311061"/>
                </a:lnTo>
                <a:lnTo>
                  <a:pt x="3691121" y="1297166"/>
                </a:lnTo>
                <a:close/>
                <a:moveTo>
                  <a:pt x="2017159" y="1259770"/>
                </a:moveTo>
                <a:lnTo>
                  <a:pt x="2039973" y="1283493"/>
                </a:lnTo>
                <a:lnTo>
                  <a:pt x="2016421" y="1270109"/>
                </a:lnTo>
                <a:lnTo>
                  <a:pt x="2009980" y="1262489"/>
                </a:lnTo>
                <a:close/>
                <a:moveTo>
                  <a:pt x="2033410" y="1253614"/>
                </a:moveTo>
                <a:lnTo>
                  <a:pt x="2082149" y="1299964"/>
                </a:lnTo>
                <a:lnTo>
                  <a:pt x="2079258" y="1299118"/>
                </a:lnTo>
                <a:lnTo>
                  <a:pt x="2065073" y="1291563"/>
                </a:lnTo>
                <a:lnTo>
                  <a:pt x="2027213" y="1255961"/>
                </a:lnTo>
                <a:close/>
                <a:moveTo>
                  <a:pt x="2158679" y="1245829"/>
                </a:moveTo>
                <a:lnTo>
                  <a:pt x="2171726" y="1261695"/>
                </a:lnTo>
                <a:lnTo>
                  <a:pt x="2190552" y="1295936"/>
                </a:lnTo>
                <a:lnTo>
                  <a:pt x="2183349" y="1297898"/>
                </a:lnTo>
                <a:lnTo>
                  <a:pt x="2176811" y="1290477"/>
                </a:lnTo>
                <a:close/>
                <a:moveTo>
                  <a:pt x="2056995" y="1244681"/>
                </a:moveTo>
                <a:lnTo>
                  <a:pt x="2072080" y="1271979"/>
                </a:lnTo>
                <a:lnTo>
                  <a:pt x="2047389" y="1248320"/>
                </a:lnTo>
                <a:close/>
                <a:moveTo>
                  <a:pt x="5585684" y="1243054"/>
                </a:moveTo>
                <a:cubicBezTo>
                  <a:pt x="5703952" y="1235184"/>
                  <a:pt x="5820638" y="1266407"/>
                  <a:pt x="5910029" y="1357585"/>
                </a:cubicBezTo>
                <a:cubicBezTo>
                  <a:pt x="5938028" y="1386031"/>
                  <a:pt x="5961374" y="1418276"/>
                  <a:pt x="5981211" y="1453280"/>
                </a:cubicBezTo>
                <a:lnTo>
                  <a:pt x="6010127" y="1518023"/>
                </a:lnTo>
                <a:lnTo>
                  <a:pt x="5984587" y="1469070"/>
                </a:lnTo>
                <a:cubicBezTo>
                  <a:pt x="5967017" y="1441839"/>
                  <a:pt x="5946943" y="1416226"/>
                  <a:pt x="5924588" y="1392575"/>
                </a:cubicBezTo>
                <a:cubicBezTo>
                  <a:pt x="5743252" y="1206896"/>
                  <a:pt x="5453242" y="1256573"/>
                  <a:pt x="5260541" y="1381337"/>
                </a:cubicBezTo>
                <a:cubicBezTo>
                  <a:pt x="5135138" y="1462044"/>
                  <a:pt x="5026591" y="1573655"/>
                  <a:pt x="4921621" y="1681563"/>
                </a:cubicBezTo>
                <a:cubicBezTo>
                  <a:pt x="4855983" y="1749373"/>
                  <a:pt x="4787534" y="1819481"/>
                  <a:pt x="4715512" y="1881672"/>
                </a:cubicBezTo>
                <a:cubicBezTo>
                  <a:pt x="4540560" y="2032103"/>
                  <a:pt x="4349264" y="2107064"/>
                  <a:pt x="4190275" y="2087270"/>
                </a:cubicBezTo>
                <a:cubicBezTo>
                  <a:pt x="4150497" y="2082405"/>
                  <a:pt x="4111726" y="2071371"/>
                  <a:pt x="4075344" y="2054579"/>
                </a:cubicBezTo>
                <a:lnTo>
                  <a:pt x="4057085" y="2043857"/>
                </a:lnTo>
                <a:lnTo>
                  <a:pt x="4106683" y="2063446"/>
                </a:lnTo>
                <a:cubicBezTo>
                  <a:pt x="4285072" y="2114525"/>
                  <a:pt x="4503144" y="2047300"/>
                  <a:pt x="4706061" y="1874775"/>
                </a:cubicBezTo>
                <a:cubicBezTo>
                  <a:pt x="4784125" y="1805906"/>
                  <a:pt x="4858665" y="1733155"/>
                  <a:pt x="4929410" y="1656790"/>
                </a:cubicBezTo>
                <a:cubicBezTo>
                  <a:pt x="5029528" y="1552202"/>
                  <a:pt x="5133222" y="1444039"/>
                  <a:pt x="5251857" y="1363077"/>
                </a:cubicBezTo>
                <a:cubicBezTo>
                  <a:pt x="5347570" y="1297886"/>
                  <a:pt x="5467417" y="1250922"/>
                  <a:pt x="5585684" y="1243054"/>
                </a:cubicBezTo>
                <a:close/>
                <a:moveTo>
                  <a:pt x="2081651" y="1238184"/>
                </a:moveTo>
                <a:lnTo>
                  <a:pt x="2117850" y="1294975"/>
                </a:lnTo>
                <a:lnTo>
                  <a:pt x="2083455" y="1265072"/>
                </a:lnTo>
                <a:lnTo>
                  <a:pt x="2071748" y="1239738"/>
                </a:lnTo>
                <a:close/>
                <a:moveTo>
                  <a:pt x="2109320" y="1233845"/>
                </a:moveTo>
                <a:lnTo>
                  <a:pt x="2117415" y="1259670"/>
                </a:lnTo>
                <a:lnTo>
                  <a:pt x="2147066" y="1299854"/>
                </a:lnTo>
                <a:lnTo>
                  <a:pt x="2141475" y="1299903"/>
                </a:lnTo>
                <a:lnTo>
                  <a:pt x="2131647" y="1292222"/>
                </a:lnTo>
                <a:lnTo>
                  <a:pt x="2100909" y="1235164"/>
                </a:lnTo>
                <a:close/>
                <a:moveTo>
                  <a:pt x="7785834" y="1233076"/>
                </a:moveTo>
                <a:cubicBezTo>
                  <a:pt x="7871905" y="1232182"/>
                  <a:pt x="7959508" y="1263852"/>
                  <a:pt x="8041236" y="1297949"/>
                </a:cubicBezTo>
                <a:cubicBezTo>
                  <a:pt x="8094489" y="1320041"/>
                  <a:pt x="8149272" y="1344048"/>
                  <a:pt x="8203928" y="1369589"/>
                </a:cubicBezTo>
                <a:cubicBezTo>
                  <a:pt x="8251561" y="1391809"/>
                  <a:pt x="8299958" y="1415179"/>
                  <a:pt x="8346698" y="1437653"/>
                </a:cubicBezTo>
                <a:cubicBezTo>
                  <a:pt x="8499652" y="1511306"/>
                  <a:pt x="8656486" y="1586824"/>
                  <a:pt x="8823177" y="1641530"/>
                </a:cubicBezTo>
                <a:lnTo>
                  <a:pt x="8922635" y="1668953"/>
                </a:lnTo>
                <a:lnTo>
                  <a:pt x="8794839" y="1635772"/>
                </a:lnTo>
                <a:cubicBezTo>
                  <a:pt x="8630140" y="1585795"/>
                  <a:pt x="8473379" y="1518488"/>
                  <a:pt x="8320137" y="1452977"/>
                </a:cubicBezTo>
                <a:cubicBezTo>
                  <a:pt x="8272505" y="1432545"/>
                  <a:pt x="8223212" y="1411347"/>
                  <a:pt x="8174685" y="1391170"/>
                </a:cubicBezTo>
                <a:cubicBezTo>
                  <a:pt x="8119264" y="1368184"/>
                  <a:pt x="8064095" y="1346346"/>
                  <a:pt x="8010717" y="1326426"/>
                </a:cubicBezTo>
                <a:cubicBezTo>
                  <a:pt x="7926689" y="1294628"/>
                  <a:pt x="7837043" y="1266023"/>
                  <a:pt x="7751100" y="1270876"/>
                </a:cubicBezTo>
                <a:cubicBezTo>
                  <a:pt x="7631188" y="1277644"/>
                  <a:pt x="7531325" y="1338940"/>
                  <a:pt x="7452407" y="1453105"/>
                </a:cubicBezTo>
                <a:lnTo>
                  <a:pt x="7406102" y="1536121"/>
                </a:lnTo>
                <a:lnTo>
                  <a:pt x="7424206" y="1492292"/>
                </a:lnTo>
                <a:cubicBezTo>
                  <a:pt x="7441647" y="1457479"/>
                  <a:pt x="7461920" y="1424085"/>
                  <a:pt x="7485480" y="1393596"/>
                </a:cubicBezTo>
                <a:cubicBezTo>
                  <a:pt x="7567976" y="1286711"/>
                  <a:pt x="7666178" y="1234225"/>
                  <a:pt x="7785834" y="1233076"/>
                </a:cubicBezTo>
                <a:close/>
                <a:moveTo>
                  <a:pt x="2122787" y="1232929"/>
                </a:moveTo>
                <a:lnTo>
                  <a:pt x="2140851" y="1237774"/>
                </a:lnTo>
                <a:lnTo>
                  <a:pt x="2165908" y="1299639"/>
                </a:lnTo>
                <a:lnTo>
                  <a:pt x="2165951" y="1299687"/>
                </a:lnTo>
                <a:lnTo>
                  <a:pt x="2163275" y="1299712"/>
                </a:lnTo>
                <a:lnTo>
                  <a:pt x="2129322" y="1253923"/>
                </a:lnTo>
                <a:close/>
                <a:moveTo>
                  <a:pt x="2146290" y="1215315"/>
                </a:moveTo>
                <a:lnTo>
                  <a:pt x="2153665" y="1228824"/>
                </a:lnTo>
                <a:lnTo>
                  <a:pt x="2151514" y="1228186"/>
                </a:lnTo>
                <a:close/>
                <a:moveTo>
                  <a:pt x="3196022" y="1152927"/>
                </a:moveTo>
                <a:cubicBezTo>
                  <a:pt x="3224872" y="1152959"/>
                  <a:pt x="3256016" y="1157253"/>
                  <a:pt x="3289471" y="1167437"/>
                </a:cubicBezTo>
                <a:cubicBezTo>
                  <a:pt x="3419343" y="1207280"/>
                  <a:pt x="3568625" y="1360905"/>
                  <a:pt x="3687515" y="1578763"/>
                </a:cubicBezTo>
                <a:cubicBezTo>
                  <a:pt x="3698753" y="1599322"/>
                  <a:pt x="3709735" y="1619755"/>
                  <a:pt x="3720462" y="1639676"/>
                </a:cubicBezTo>
                <a:cubicBezTo>
                  <a:pt x="3732339" y="1661002"/>
                  <a:pt x="3743959" y="1682584"/>
                  <a:pt x="3755453" y="1703527"/>
                </a:cubicBezTo>
                <a:cubicBezTo>
                  <a:pt x="3828370" y="1836847"/>
                  <a:pt x="3884813" y="1937986"/>
                  <a:pt x="3945856" y="2025590"/>
                </a:cubicBezTo>
                <a:cubicBezTo>
                  <a:pt x="4017112" y="2127878"/>
                  <a:pt x="4121316" y="2246640"/>
                  <a:pt x="4295501" y="2259410"/>
                </a:cubicBezTo>
                <a:cubicBezTo>
                  <a:pt x="4327963" y="2261901"/>
                  <a:pt x="4360616" y="2260304"/>
                  <a:pt x="4392681" y="2254686"/>
                </a:cubicBezTo>
                <a:cubicBezTo>
                  <a:pt x="4522683" y="2231699"/>
                  <a:pt x="4680265" y="2138222"/>
                  <a:pt x="4836444" y="1991366"/>
                </a:cubicBezTo>
                <a:cubicBezTo>
                  <a:pt x="4867603" y="1962121"/>
                  <a:pt x="4898763" y="1931985"/>
                  <a:pt x="4928900" y="1902741"/>
                </a:cubicBezTo>
                <a:cubicBezTo>
                  <a:pt x="5069498" y="1766228"/>
                  <a:pt x="5202437" y="1637251"/>
                  <a:pt x="5366022" y="1568292"/>
                </a:cubicBezTo>
                <a:cubicBezTo>
                  <a:pt x="5579155" y="1478518"/>
                  <a:pt x="5806591" y="1517083"/>
                  <a:pt x="5945531" y="1666494"/>
                </a:cubicBezTo>
                <a:cubicBezTo>
                  <a:pt x="5984824" y="1709785"/>
                  <a:pt x="6017529" y="1758617"/>
                  <a:pt x="6042584" y="1811435"/>
                </a:cubicBezTo>
                <a:lnTo>
                  <a:pt x="6055914" y="1843300"/>
                </a:lnTo>
                <a:lnTo>
                  <a:pt x="5960472" y="1701996"/>
                </a:lnTo>
                <a:cubicBezTo>
                  <a:pt x="5817830" y="1547093"/>
                  <a:pt x="5594608" y="1502271"/>
                  <a:pt x="5377515" y="1585403"/>
                </a:cubicBezTo>
                <a:cubicBezTo>
                  <a:pt x="5202693" y="1652320"/>
                  <a:pt x="5062859" y="1788194"/>
                  <a:pt x="4914853" y="1932113"/>
                </a:cubicBezTo>
                <a:lnTo>
                  <a:pt x="4845894" y="1998773"/>
                </a:lnTo>
                <a:cubicBezTo>
                  <a:pt x="4739009" y="2100040"/>
                  <a:pt x="4579127" y="2229401"/>
                  <a:pt x="4423458" y="2266946"/>
                </a:cubicBezTo>
                <a:cubicBezTo>
                  <a:pt x="4394023" y="2274595"/>
                  <a:pt x="4363708" y="2278247"/>
                  <a:pt x="4333302" y="2277800"/>
                </a:cubicBezTo>
                <a:cubicBezTo>
                  <a:pt x="4166141" y="2273459"/>
                  <a:pt x="4063086" y="2180364"/>
                  <a:pt x="3991957" y="2099785"/>
                </a:cubicBezTo>
                <a:cubicBezTo>
                  <a:pt x="3927850" y="2027122"/>
                  <a:pt x="3864127" y="1937988"/>
                  <a:pt x="3785335" y="1811179"/>
                </a:cubicBezTo>
                <a:cubicBezTo>
                  <a:pt x="3761328" y="1772359"/>
                  <a:pt x="3737192" y="1731111"/>
                  <a:pt x="3713950" y="1691269"/>
                </a:cubicBezTo>
                <a:cubicBezTo>
                  <a:pt x="3638862" y="1563439"/>
                  <a:pt x="3488558" y="1338940"/>
                  <a:pt x="3319608" y="1272919"/>
                </a:cubicBezTo>
                <a:cubicBezTo>
                  <a:pt x="3190377" y="1222477"/>
                  <a:pt x="3097283" y="1255296"/>
                  <a:pt x="3030623" y="1289520"/>
                </a:cubicBezTo>
                <a:cubicBezTo>
                  <a:pt x="3008787" y="1301141"/>
                  <a:pt x="2987971" y="1313911"/>
                  <a:pt x="2966006" y="1326681"/>
                </a:cubicBezTo>
                <a:cubicBezTo>
                  <a:pt x="2952725" y="1334727"/>
                  <a:pt x="2939188" y="1343027"/>
                  <a:pt x="2924886" y="1351200"/>
                </a:cubicBezTo>
                <a:cubicBezTo>
                  <a:pt x="2878672" y="1377736"/>
                  <a:pt x="2829852" y="1399433"/>
                  <a:pt x="2779179" y="1415945"/>
                </a:cubicBezTo>
                <a:cubicBezTo>
                  <a:pt x="2692980" y="1444582"/>
                  <a:pt x="2573165" y="1460649"/>
                  <a:pt x="2463045" y="1445503"/>
                </a:cubicBezTo>
                <a:lnTo>
                  <a:pt x="2456028" y="1443755"/>
                </a:lnTo>
                <a:lnTo>
                  <a:pt x="2531326" y="1446337"/>
                </a:lnTo>
                <a:cubicBezTo>
                  <a:pt x="2608602" y="1441388"/>
                  <a:pt x="2683212" y="1422456"/>
                  <a:pt x="2742018" y="1396916"/>
                </a:cubicBezTo>
                <a:cubicBezTo>
                  <a:pt x="2794809" y="1373444"/>
                  <a:pt x="2844550" y="1343639"/>
                  <a:pt x="2890151" y="1308163"/>
                </a:cubicBezTo>
                <a:cubicBezTo>
                  <a:pt x="2906370" y="1295904"/>
                  <a:pt x="2921692" y="1284028"/>
                  <a:pt x="2936634" y="1271258"/>
                </a:cubicBezTo>
                <a:cubicBezTo>
                  <a:pt x="2957321" y="1254401"/>
                  <a:pt x="2976987" y="1238439"/>
                  <a:pt x="2997675" y="1223753"/>
                </a:cubicBezTo>
                <a:cubicBezTo>
                  <a:pt x="3043552" y="1191094"/>
                  <a:pt x="3109469" y="1152832"/>
                  <a:pt x="3196022" y="1152927"/>
                </a:cubicBezTo>
                <a:close/>
                <a:moveTo>
                  <a:pt x="1911040" y="1150186"/>
                </a:moveTo>
                <a:lnTo>
                  <a:pt x="1928065" y="1190026"/>
                </a:lnTo>
                <a:lnTo>
                  <a:pt x="1988444" y="1258193"/>
                </a:lnTo>
                <a:lnTo>
                  <a:pt x="1985488" y="1259690"/>
                </a:lnTo>
                <a:lnTo>
                  <a:pt x="1967893" y="1249039"/>
                </a:lnTo>
                <a:cubicBezTo>
                  <a:pt x="1943182" y="1229381"/>
                  <a:pt x="1923000" y="1206913"/>
                  <a:pt x="1906490" y="1182090"/>
                </a:cubicBezTo>
                <a:lnTo>
                  <a:pt x="1893881" y="1156106"/>
                </a:lnTo>
                <a:close/>
                <a:moveTo>
                  <a:pt x="2094871" y="1143259"/>
                </a:moveTo>
                <a:lnTo>
                  <a:pt x="2105334" y="1149532"/>
                </a:lnTo>
                <a:lnTo>
                  <a:pt x="2113088" y="1169224"/>
                </a:lnTo>
                <a:lnTo>
                  <a:pt x="2134977" y="1223269"/>
                </a:lnTo>
                <a:lnTo>
                  <a:pt x="2123652" y="1219903"/>
                </a:lnTo>
                <a:lnTo>
                  <a:pt x="2118925" y="1220526"/>
                </a:lnTo>
                <a:close/>
                <a:moveTo>
                  <a:pt x="1939801" y="1140265"/>
                </a:moveTo>
                <a:lnTo>
                  <a:pt x="1939844" y="1140430"/>
                </a:lnTo>
                <a:cubicBezTo>
                  <a:pt x="1949230" y="1167644"/>
                  <a:pt x="1961168" y="1193500"/>
                  <a:pt x="1976498" y="1217480"/>
                </a:cubicBezTo>
                <a:lnTo>
                  <a:pt x="2007581" y="1249808"/>
                </a:lnTo>
                <a:lnTo>
                  <a:pt x="2001233" y="1252144"/>
                </a:lnTo>
                <a:lnTo>
                  <a:pt x="1932411" y="1170724"/>
                </a:lnTo>
                <a:lnTo>
                  <a:pt x="1924155" y="1145663"/>
                </a:lnTo>
                <a:close/>
                <a:moveTo>
                  <a:pt x="1975811" y="1133198"/>
                </a:moveTo>
                <a:lnTo>
                  <a:pt x="1988195" y="1175645"/>
                </a:lnTo>
                <a:lnTo>
                  <a:pt x="2024435" y="1243611"/>
                </a:lnTo>
                <a:lnTo>
                  <a:pt x="2016992" y="1246349"/>
                </a:lnTo>
                <a:lnTo>
                  <a:pt x="2002685" y="1232895"/>
                </a:lnTo>
                <a:cubicBezTo>
                  <a:pt x="1985697" y="1211267"/>
                  <a:pt x="1972243" y="1187692"/>
                  <a:pt x="1961504" y="1162544"/>
                </a:cubicBezTo>
                <a:lnTo>
                  <a:pt x="1955568" y="1136763"/>
                </a:lnTo>
                <a:close/>
                <a:moveTo>
                  <a:pt x="2058934" y="1129521"/>
                </a:moveTo>
                <a:lnTo>
                  <a:pt x="2074244" y="1130893"/>
                </a:lnTo>
                <a:lnTo>
                  <a:pt x="2077694" y="1132962"/>
                </a:lnTo>
                <a:lnTo>
                  <a:pt x="2105691" y="1222270"/>
                </a:lnTo>
                <a:lnTo>
                  <a:pt x="2094741" y="1223713"/>
                </a:lnTo>
                <a:lnTo>
                  <a:pt x="2068123" y="1174299"/>
                </a:lnTo>
                <a:close/>
                <a:moveTo>
                  <a:pt x="2013113" y="1126630"/>
                </a:moveTo>
                <a:lnTo>
                  <a:pt x="2024510" y="1185891"/>
                </a:lnTo>
                <a:lnTo>
                  <a:pt x="2051007" y="1233841"/>
                </a:lnTo>
                <a:lnTo>
                  <a:pt x="2037473" y="1238817"/>
                </a:lnTo>
                <a:lnTo>
                  <a:pt x="2035317" y="1236749"/>
                </a:lnTo>
                <a:cubicBezTo>
                  <a:pt x="2020270" y="1215285"/>
                  <a:pt x="2008409" y="1192133"/>
                  <a:pt x="1998942" y="1167760"/>
                </a:cubicBezTo>
                <a:lnTo>
                  <a:pt x="1988331" y="1130993"/>
                </a:lnTo>
                <a:close/>
                <a:moveTo>
                  <a:pt x="2021416" y="1126156"/>
                </a:moveTo>
                <a:lnTo>
                  <a:pt x="2048947" y="1128625"/>
                </a:lnTo>
                <a:lnTo>
                  <a:pt x="2072240" y="1223418"/>
                </a:lnTo>
                <a:lnTo>
                  <a:pt x="2074157" y="1226427"/>
                </a:lnTo>
                <a:lnTo>
                  <a:pt x="2069495" y="1227042"/>
                </a:lnTo>
                <a:lnTo>
                  <a:pt x="2066408" y="1228177"/>
                </a:lnTo>
                <a:lnTo>
                  <a:pt x="2022534" y="1133231"/>
                </a:lnTo>
                <a:close/>
                <a:moveTo>
                  <a:pt x="2071005" y="1065366"/>
                </a:moveTo>
                <a:lnTo>
                  <a:pt x="2072863" y="1067063"/>
                </a:lnTo>
                <a:lnTo>
                  <a:pt x="2097265" y="1129037"/>
                </a:lnTo>
                <a:lnTo>
                  <a:pt x="2088848" y="1123912"/>
                </a:lnTo>
                <a:lnTo>
                  <a:pt x="2082441" y="1103330"/>
                </a:lnTo>
                <a:close/>
                <a:moveTo>
                  <a:pt x="3185071" y="1039875"/>
                </a:moveTo>
                <a:cubicBezTo>
                  <a:pt x="3211041" y="1038954"/>
                  <a:pt x="3237339" y="1041555"/>
                  <a:pt x="3264062" y="1047653"/>
                </a:cubicBezTo>
                <a:cubicBezTo>
                  <a:pt x="3430069" y="1085453"/>
                  <a:pt x="3584333" y="1284284"/>
                  <a:pt x="3672702" y="1457575"/>
                </a:cubicBezTo>
                <a:lnTo>
                  <a:pt x="3717547" y="1548943"/>
                </a:lnTo>
                <a:lnTo>
                  <a:pt x="3718011" y="1551224"/>
                </a:lnTo>
                <a:lnTo>
                  <a:pt x="3764663" y="1691727"/>
                </a:lnTo>
                <a:lnTo>
                  <a:pt x="3732339" y="1632525"/>
                </a:lnTo>
                <a:cubicBezTo>
                  <a:pt x="3721612" y="1612476"/>
                  <a:pt x="3710502" y="1592044"/>
                  <a:pt x="3699264" y="1571357"/>
                </a:cubicBezTo>
                <a:cubicBezTo>
                  <a:pt x="3654184" y="1488606"/>
                  <a:pt x="3491494" y="1214048"/>
                  <a:pt x="3293429" y="1153773"/>
                </a:cubicBezTo>
                <a:cubicBezTo>
                  <a:pt x="3153854" y="1111120"/>
                  <a:pt x="3053736" y="1166543"/>
                  <a:pt x="2989885" y="1211877"/>
                </a:cubicBezTo>
                <a:cubicBezTo>
                  <a:pt x="2968816" y="1226818"/>
                  <a:pt x="2949020" y="1242909"/>
                  <a:pt x="2928077" y="1259893"/>
                </a:cubicBezTo>
                <a:cubicBezTo>
                  <a:pt x="2913264" y="1271896"/>
                  <a:pt x="2897941" y="1284412"/>
                  <a:pt x="2881978" y="1296543"/>
                </a:cubicBezTo>
                <a:cubicBezTo>
                  <a:pt x="2837346" y="1331507"/>
                  <a:pt x="2788528" y="1360764"/>
                  <a:pt x="2736653" y="1383635"/>
                </a:cubicBezTo>
                <a:cubicBezTo>
                  <a:pt x="2650551" y="1421275"/>
                  <a:pt x="2529753" y="1444189"/>
                  <a:pt x="2417629" y="1428296"/>
                </a:cubicBezTo>
                <a:lnTo>
                  <a:pt x="2400952" y="1423691"/>
                </a:lnTo>
                <a:lnTo>
                  <a:pt x="2486278" y="1425139"/>
                </a:lnTo>
                <a:cubicBezTo>
                  <a:pt x="2565182" y="1417477"/>
                  <a:pt x="2640751" y="1393405"/>
                  <a:pt x="2698216" y="1362565"/>
                </a:cubicBezTo>
                <a:cubicBezTo>
                  <a:pt x="2752897" y="1332619"/>
                  <a:pt x="2803212" y="1295330"/>
                  <a:pt x="2847754" y="1251720"/>
                </a:cubicBezTo>
                <a:cubicBezTo>
                  <a:pt x="2864738" y="1235629"/>
                  <a:pt x="2881084" y="1219156"/>
                  <a:pt x="2896792" y="1203193"/>
                </a:cubicBezTo>
                <a:cubicBezTo>
                  <a:pt x="2917351" y="1182378"/>
                  <a:pt x="2936889" y="1162840"/>
                  <a:pt x="2957577" y="1144067"/>
                </a:cubicBezTo>
                <a:cubicBezTo>
                  <a:pt x="3032188" y="1077121"/>
                  <a:pt x="3107156" y="1042641"/>
                  <a:pt x="3185071" y="1039875"/>
                </a:cubicBezTo>
                <a:close/>
                <a:moveTo>
                  <a:pt x="2039691" y="1036722"/>
                </a:moveTo>
                <a:lnTo>
                  <a:pt x="2051779" y="1047777"/>
                </a:lnTo>
                <a:lnTo>
                  <a:pt x="2069288" y="1106141"/>
                </a:lnTo>
                <a:lnTo>
                  <a:pt x="2072947" y="1117814"/>
                </a:lnTo>
                <a:lnTo>
                  <a:pt x="2056167" y="1116030"/>
                </a:lnTo>
                <a:lnTo>
                  <a:pt x="2041193" y="1043055"/>
                </a:lnTo>
                <a:close/>
                <a:moveTo>
                  <a:pt x="2004789" y="1021052"/>
                </a:moveTo>
                <a:lnTo>
                  <a:pt x="2024167" y="1027050"/>
                </a:lnTo>
                <a:lnTo>
                  <a:pt x="2028551" y="1045609"/>
                </a:lnTo>
                <a:lnTo>
                  <a:pt x="2045578" y="1114903"/>
                </a:lnTo>
                <a:lnTo>
                  <a:pt x="2019916" y="1112175"/>
                </a:lnTo>
                <a:lnTo>
                  <a:pt x="2019221" y="1112289"/>
                </a:lnTo>
                <a:close/>
                <a:moveTo>
                  <a:pt x="1872644" y="1014443"/>
                </a:moveTo>
                <a:lnTo>
                  <a:pt x="1872688" y="1015064"/>
                </a:lnTo>
                <a:cubicBezTo>
                  <a:pt x="1877306" y="1046833"/>
                  <a:pt x="1883655" y="1077678"/>
                  <a:pt x="1892596" y="1107028"/>
                </a:cubicBezTo>
                <a:lnTo>
                  <a:pt x="1905635" y="1137538"/>
                </a:lnTo>
                <a:lnTo>
                  <a:pt x="1887817" y="1143610"/>
                </a:lnTo>
                <a:lnTo>
                  <a:pt x="1867142" y="1101008"/>
                </a:lnTo>
                <a:lnTo>
                  <a:pt x="1847427" y="1019564"/>
                </a:lnTo>
                <a:close/>
                <a:moveTo>
                  <a:pt x="1914293" y="1010580"/>
                </a:moveTo>
                <a:lnTo>
                  <a:pt x="1918483" y="1055230"/>
                </a:lnTo>
                <a:lnTo>
                  <a:pt x="1936483" y="1127026"/>
                </a:lnTo>
                <a:lnTo>
                  <a:pt x="1919881" y="1132684"/>
                </a:lnTo>
                <a:lnTo>
                  <a:pt x="1891040" y="1045144"/>
                </a:lnTo>
                <a:lnTo>
                  <a:pt x="1886724" y="1011585"/>
                </a:lnTo>
                <a:lnTo>
                  <a:pt x="1891469" y="1010622"/>
                </a:lnTo>
                <a:close/>
                <a:moveTo>
                  <a:pt x="1954668" y="1010506"/>
                </a:moveTo>
                <a:lnTo>
                  <a:pt x="1965360" y="1097375"/>
                </a:lnTo>
                <a:lnTo>
                  <a:pt x="1971990" y="1120101"/>
                </a:lnTo>
                <a:lnTo>
                  <a:pt x="1952476" y="1123330"/>
                </a:lnTo>
                <a:lnTo>
                  <a:pt x="1926505" y="1010557"/>
                </a:lnTo>
                <a:close/>
                <a:moveTo>
                  <a:pt x="1970621" y="1010476"/>
                </a:moveTo>
                <a:lnTo>
                  <a:pt x="1992048" y="1017107"/>
                </a:lnTo>
                <a:lnTo>
                  <a:pt x="2010629" y="1113711"/>
                </a:lnTo>
                <a:lnTo>
                  <a:pt x="1984588" y="1118018"/>
                </a:lnTo>
                <a:lnTo>
                  <a:pt x="1976921" y="1091444"/>
                </a:lnTo>
                <a:lnTo>
                  <a:pt x="1967009" y="1010483"/>
                </a:lnTo>
                <a:close/>
                <a:moveTo>
                  <a:pt x="2023845" y="969879"/>
                </a:moveTo>
                <a:lnTo>
                  <a:pt x="2030977" y="978439"/>
                </a:lnTo>
                <a:lnTo>
                  <a:pt x="2043984" y="1021793"/>
                </a:lnTo>
                <a:lnTo>
                  <a:pt x="2039574" y="1017694"/>
                </a:lnTo>
                <a:lnTo>
                  <a:pt x="2034814" y="1016149"/>
                </a:lnTo>
                <a:close/>
                <a:moveTo>
                  <a:pt x="1992001" y="931652"/>
                </a:moveTo>
                <a:lnTo>
                  <a:pt x="2005448" y="947795"/>
                </a:lnTo>
                <a:lnTo>
                  <a:pt x="2020495" y="1011503"/>
                </a:lnTo>
                <a:lnTo>
                  <a:pt x="2002346" y="1005617"/>
                </a:lnTo>
                <a:lnTo>
                  <a:pt x="1999178" y="985591"/>
                </a:lnTo>
                <a:close/>
                <a:moveTo>
                  <a:pt x="3155701" y="926365"/>
                </a:moveTo>
                <a:cubicBezTo>
                  <a:pt x="3183074" y="922969"/>
                  <a:pt x="3210906" y="923527"/>
                  <a:pt x="3239287" y="927997"/>
                </a:cubicBezTo>
                <a:cubicBezTo>
                  <a:pt x="3418321" y="956218"/>
                  <a:pt x="3576798" y="1165776"/>
                  <a:pt x="3658144" y="1336641"/>
                </a:cubicBezTo>
                <a:cubicBezTo>
                  <a:pt x="3669956" y="1361543"/>
                  <a:pt x="3681162" y="1386252"/>
                  <a:pt x="3691378" y="1409382"/>
                </a:cubicBezTo>
                <a:lnTo>
                  <a:pt x="3692083" y="1411015"/>
                </a:lnTo>
                <a:lnTo>
                  <a:pt x="3696072" y="1443401"/>
                </a:lnTo>
                <a:lnTo>
                  <a:pt x="3707548" y="1499804"/>
                </a:lnTo>
                <a:lnTo>
                  <a:pt x="3683812" y="1451445"/>
                </a:lnTo>
                <a:cubicBezTo>
                  <a:pt x="3594038" y="1275344"/>
                  <a:pt x="3437221" y="1073449"/>
                  <a:pt x="3266356" y="1034500"/>
                </a:cubicBezTo>
                <a:cubicBezTo>
                  <a:pt x="3154877" y="1009087"/>
                  <a:pt x="3050671" y="1041652"/>
                  <a:pt x="2948510" y="1134107"/>
                </a:cubicBezTo>
                <a:cubicBezTo>
                  <a:pt x="2927567" y="1153007"/>
                  <a:pt x="2908029" y="1172800"/>
                  <a:pt x="2887213" y="1193743"/>
                </a:cubicBezTo>
                <a:cubicBezTo>
                  <a:pt x="2871635" y="1209579"/>
                  <a:pt x="2855416" y="1225925"/>
                  <a:pt x="2838432" y="1242015"/>
                </a:cubicBezTo>
                <a:cubicBezTo>
                  <a:pt x="2794719" y="1284719"/>
                  <a:pt x="2745401" y="1321279"/>
                  <a:pt x="2691831" y="1350689"/>
                </a:cubicBezTo>
                <a:cubicBezTo>
                  <a:pt x="2608122" y="1395703"/>
                  <a:pt x="2484476" y="1426064"/>
                  <a:pt x="2369915" y="1409932"/>
                </a:cubicBezTo>
                <a:lnTo>
                  <a:pt x="2367072" y="1409082"/>
                </a:lnTo>
                <a:lnTo>
                  <a:pt x="2472614" y="1400738"/>
                </a:lnTo>
                <a:cubicBezTo>
                  <a:pt x="2541679" y="1387787"/>
                  <a:pt x="2606430" y="1361343"/>
                  <a:pt x="2656713" y="1329106"/>
                </a:cubicBezTo>
                <a:cubicBezTo>
                  <a:pt x="2712964" y="1291984"/>
                  <a:pt x="2763624" y="1246994"/>
                  <a:pt x="2807146" y="1195531"/>
                </a:cubicBezTo>
                <a:cubicBezTo>
                  <a:pt x="2824512" y="1175992"/>
                  <a:pt x="2841241" y="1155943"/>
                  <a:pt x="2857458" y="1136533"/>
                </a:cubicBezTo>
                <a:cubicBezTo>
                  <a:pt x="2878274" y="1111503"/>
                  <a:pt x="2898069" y="1087752"/>
                  <a:pt x="2919267" y="1064893"/>
                </a:cubicBezTo>
                <a:cubicBezTo>
                  <a:pt x="2995601" y="982334"/>
                  <a:pt x="3073585" y="936553"/>
                  <a:pt x="3155701" y="926365"/>
                </a:cubicBezTo>
                <a:close/>
                <a:moveTo>
                  <a:pt x="1955130" y="910009"/>
                </a:moveTo>
                <a:lnTo>
                  <a:pt x="1973401" y="919171"/>
                </a:lnTo>
                <a:lnTo>
                  <a:pt x="1986280" y="987123"/>
                </a:lnTo>
                <a:lnTo>
                  <a:pt x="1989005" y="1001289"/>
                </a:lnTo>
                <a:lnTo>
                  <a:pt x="1975010" y="996748"/>
                </a:lnTo>
                <a:lnTo>
                  <a:pt x="1965320" y="996682"/>
                </a:lnTo>
                <a:lnTo>
                  <a:pt x="1956911" y="927997"/>
                </a:lnTo>
                <a:close/>
                <a:moveTo>
                  <a:pt x="1915693" y="892437"/>
                </a:moveTo>
                <a:lnTo>
                  <a:pt x="1921967" y="893375"/>
                </a:lnTo>
                <a:lnTo>
                  <a:pt x="1942143" y="903494"/>
                </a:lnTo>
                <a:lnTo>
                  <a:pt x="1944781" y="930167"/>
                </a:lnTo>
                <a:lnTo>
                  <a:pt x="1952957" y="996598"/>
                </a:lnTo>
                <a:lnTo>
                  <a:pt x="1923244" y="996394"/>
                </a:lnTo>
                <a:lnTo>
                  <a:pt x="1923097" y="995760"/>
                </a:lnTo>
                <a:close/>
                <a:moveTo>
                  <a:pt x="1875702" y="886471"/>
                </a:moveTo>
                <a:lnTo>
                  <a:pt x="1903026" y="890549"/>
                </a:lnTo>
                <a:lnTo>
                  <a:pt x="1912954" y="996324"/>
                </a:lnTo>
                <a:lnTo>
                  <a:pt x="1891818" y="996179"/>
                </a:lnTo>
                <a:lnTo>
                  <a:pt x="1884922" y="997563"/>
                </a:lnTo>
                <a:lnTo>
                  <a:pt x="1878934" y="950996"/>
                </a:lnTo>
                <a:close/>
                <a:moveTo>
                  <a:pt x="1819715" y="882109"/>
                </a:moveTo>
                <a:lnTo>
                  <a:pt x="1820590" y="910289"/>
                </a:lnTo>
                <a:lnTo>
                  <a:pt x="1830961" y="1008384"/>
                </a:lnTo>
                <a:lnTo>
                  <a:pt x="1791791" y="1016239"/>
                </a:lnTo>
                <a:cubicBezTo>
                  <a:pt x="1652085" y="1055571"/>
                  <a:pt x="1492460" y="1135511"/>
                  <a:pt x="1353776" y="1235374"/>
                </a:cubicBezTo>
                <a:cubicBezTo>
                  <a:pt x="1265663" y="1298841"/>
                  <a:pt x="1168226" y="1330128"/>
                  <a:pt x="1092881" y="1319146"/>
                </a:cubicBezTo>
                <a:cubicBezTo>
                  <a:pt x="1008599" y="1306760"/>
                  <a:pt x="957647" y="1263723"/>
                  <a:pt x="908355" y="1221966"/>
                </a:cubicBezTo>
                <a:cubicBezTo>
                  <a:pt x="889496" y="1205466"/>
                  <a:pt x="869803" y="1189963"/>
                  <a:pt x="849358" y="1175483"/>
                </a:cubicBezTo>
                <a:cubicBezTo>
                  <a:pt x="723315" y="1089028"/>
                  <a:pt x="492813" y="1072300"/>
                  <a:pt x="296409" y="1207535"/>
                </a:cubicBezTo>
                <a:cubicBezTo>
                  <a:pt x="200697" y="1274131"/>
                  <a:pt x="117914" y="1374345"/>
                  <a:pt x="57974" y="1489212"/>
                </a:cubicBezTo>
                <a:lnTo>
                  <a:pt x="8776" y="1613636"/>
                </a:lnTo>
                <a:lnTo>
                  <a:pt x="16990" y="1569415"/>
                </a:lnTo>
                <a:cubicBezTo>
                  <a:pt x="67776" y="1398113"/>
                  <a:pt x="171357" y="1238216"/>
                  <a:pt x="300368" y="1141386"/>
                </a:cubicBezTo>
                <a:cubicBezTo>
                  <a:pt x="476723" y="1010364"/>
                  <a:pt x="680024" y="1011514"/>
                  <a:pt x="794955" y="1067957"/>
                </a:cubicBezTo>
                <a:cubicBezTo>
                  <a:pt x="814392" y="1077893"/>
                  <a:pt x="833316" y="1088812"/>
                  <a:pt x="851654" y="1100649"/>
                </a:cubicBezTo>
                <a:cubicBezTo>
                  <a:pt x="901202" y="1131170"/>
                  <a:pt x="952283" y="1162840"/>
                  <a:pt x="1034141" y="1168715"/>
                </a:cubicBezTo>
                <a:cubicBezTo>
                  <a:pt x="1107312" y="1174078"/>
                  <a:pt x="1199640" y="1142408"/>
                  <a:pt x="1286095" y="1082005"/>
                </a:cubicBezTo>
                <a:cubicBezTo>
                  <a:pt x="1426566" y="983293"/>
                  <a:pt x="1589130" y="914588"/>
                  <a:pt x="1735093" y="889048"/>
                </a:cubicBezTo>
                <a:close/>
                <a:moveTo>
                  <a:pt x="1836975" y="880694"/>
                </a:moveTo>
                <a:lnTo>
                  <a:pt x="1863525" y="884655"/>
                </a:lnTo>
                <a:lnTo>
                  <a:pt x="1871645" y="1000224"/>
                </a:lnTo>
                <a:lnTo>
                  <a:pt x="1844459" y="1005677"/>
                </a:lnTo>
                <a:lnTo>
                  <a:pt x="1834232" y="907388"/>
                </a:lnTo>
                <a:lnTo>
                  <a:pt x="1833426" y="880985"/>
                </a:lnTo>
                <a:close/>
                <a:moveTo>
                  <a:pt x="1983571" y="878497"/>
                </a:moveTo>
                <a:lnTo>
                  <a:pt x="1992027" y="890963"/>
                </a:lnTo>
                <a:lnTo>
                  <a:pt x="1998554" y="918601"/>
                </a:lnTo>
                <a:lnTo>
                  <a:pt x="1996940" y="916651"/>
                </a:lnTo>
                <a:lnTo>
                  <a:pt x="1989497" y="912840"/>
                </a:lnTo>
                <a:lnTo>
                  <a:pt x="1986456" y="889991"/>
                </a:lnTo>
                <a:close/>
                <a:moveTo>
                  <a:pt x="1946629" y="824042"/>
                </a:moveTo>
                <a:lnTo>
                  <a:pt x="1958757" y="841921"/>
                </a:lnTo>
                <a:lnTo>
                  <a:pt x="1970342" y="903036"/>
                </a:lnTo>
                <a:lnTo>
                  <a:pt x="1953594" y="894462"/>
                </a:lnTo>
                <a:close/>
                <a:moveTo>
                  <a:pt x="3213872" y="809746"/>
                </a:moveTo>
                <a:cubicBezTo>
                  <a:pt x="3405040" y="827752"/>
                  <a:pt x="3564666" y="1040503"/>
                  <a:pt x="3643203" y="1217241"/>
                </a:cubicBezTo>
                <a:cubicBezTo>
                  <a:pt x="3652462" y="1238376"/>
                  <a:pt x="3661688" y="1260149"/>
                  <a:pt x="3671089" y="1283406"/>
                </a:cubicBezTo>
                <a:lnTo>
                  <a:pt x="3678839" y="1303508"/>
                </a:lnTo>
                <a:lnTo>
                  <a:pt x="3686880" y="1368782"/>
                </a:lnTo>
                <a:lnTo>
                  <a:pt x="3670275" y="1332427"/>
                </a:lnTo>
                <a:cubicBezTo>
                  <a:pt x="3587525" y="1158881"/>
                  <a:pt x="3425600" y="945364"/>
                  <a:pt x="3241458" y="916248"/>
                </a:cubicBezTo>
                <a:cubicBezTo>
                  <a:pt x="3123206" y="897092"/>
                  <a:pt x="3014532" y="943194"/>
                  <a:pt x="2909433" y="1056720"/>
                </a:cubicBezTo>
                <a:cubicBezTo>
                  <a:pt x="2888108" y="1079833"/>
                  <a:pt x="2867292" y="1104863"/>
                  <a:pt x="2847245" y="1128998"/>
                </a:cubicBezTo>
                <a:cubicBezTo>
                  <a:pt x="2831152" y="1148281"/>
                  <a:pt x="2814552" y="1168203"/>
                  <a:pt x="2797186" y="1187613"/>
                </a:cubicBezTo>
                <a:cubicBezTo>
                  <a:pt x="2754176" y="1237582"/>
                  <a:pt x="2704205" y="1281104"/>
                  <a:pt x="2648795" y="1316847"/>
                </a:cubicBezTo>
                <a:cubicBezTo>
                  <a:pt x="2564705" y="1370770"/>
                  <a:pt x="2440171" y="1408457"/>
                  <a:pt x="2323900" y="1391607"/>
                </a:cubicBezTo>
                <a:lnTo>
                  <a:pt x="2317215" y="1390070"/>
                </a:lnTo>
                <a:lnTo>
                  <a:pt x="2423368" y="1380082"/>
                </a:lnTo>
                <a:cubicBezTo>
                  <a:pt x="2493879" y="1365025"/>
                  <a:pt x="2560849" y="1334496"/>
                  <a:pt x="2613423" y="1295778"/>
                </a:cubicBezTo>
                <a:cubicBezTo>
                  <a:pt x="2671437" y="1251835"/>
                  <a:pt x="2722709" y="1199643"/>
                  <a:pt x="2765643" y="1140875"/>
                </a:cubicBezTo>
                <a:cubicBezTo>
                  <a:pt x="2783009" y="1117762"/>
                  <a:pt x="2800121" y="1094010"/>
                  <a:pt x="2816722" y="1071151"/>
                </a:cubicBezTo>
                <a:cubicBezTo>
                  <a:pt x="2836899" y="1043057"/>
                  <a:pt x="2857843" y="1014068"/>
                  <a:pt x="2879552" y="987123"/>
                </a:cubicBezTo>
                <a:cubicBezTo>
                  <a:pt x="2982736" y="858145"/>
                  <a:pt x="3095496" y="798508"/>
                  <a:pt x="3213872" y="809746"/>
                </a:cubicBezTo>
                <a:close/>
                <a:moveTo>
                  <a:pt x="1908867" y="798382"/>
                </a:moveTo>
                <a:lnTo>
                  <a:pt x="1932623" y="814479"/>
                </a:lnTo>
                <a:lnTo>
                  <a:pt x="1933973" y="820840"/>
                </a:lnTo>
                <a:lnTo>
                  <a:pt x="1940592" y="887807"/>
                </a:lnTo>
                <a:lnTo>
                  <a:pt x="1928079" y="881402"/>
                </a:lnTo>
                <a:lnTo>
                  <a:pt x="1914750" y="879295"/>
                </a:lnTo>
                <a:lnTo>
                  <a:pt x="1914258" y="872448"/>
                </a:lnTo>
                <a:close/>
                <a:moveTo>
                  <a:pt x="1938117" y="780658"/>
                </a:moveTo>
                <a:lnTo>
                  <a:pt x="1951545" y="803871"/>
                </a:lnTo>
                <a:lnTo>
                  <a:pt x="1953165" y="812414"/>
                </a:lnTo>
                <a:lnTo>
                  <a:pt x="1943481" y="805767"/>
                </a:lnTo>
                <a:close/>
                <a:moveTo>
                  <a:pt x="1870006" y="774817"/>
                </a:moveTo>
                <a:lnTo>
                  <a:pt x="1877063" y="776831"/>
                </a:lnTo>
                <a:lnTo>
                  <a:pt x="1895244" y="789150"/>
                </a:lnTo>
                <a:lnTo>
                  <a:pt x="1901362" y="872830"/>
                </a:lnTo>
                <a:lnTo>
                  <a:pt x="1901776" y="877245"/>
                </a:lnTo>
                <a:lnTo>
                  <a:pt x="1875028" y="873016"/>
                </a:lnTo>
                <a:lnTo>
                  <a:pt x="1872245" y="817408"/>
                </a:lnTo>
                <a:close/>
                <a:moveTo>
                  <a:pt x="1829833" y="763359"/>
                </a:moveTo>
                <a:lnTo>
                  <a:pt x="1856433" y="770945"/>
                </a:lnTo>
                <a:lnTo>
                  <a:pt x="1858835" y="817919"/>
                </a:lnTo>
                <a:lnTo>
                  <a:pt x="1862569" y="871047"/>
                </a:lnTo>
                <a:lnTo>
                  <a:pt x="1839156" y="867345"/>
                </a:lnTo>
                <a:lnTo>
                  <a:pt x="1833024" y="867802"/>
                </a:lnTo>
                <a:lnTo>
                  <a:pt x="1829848" y="763773"/>
                </a:lnTo>
                <a:close/>
                <a:moveTo>
                  <a:pt x="1677243" y="747555"/>
                </a:moveTo>
                <a:cubicBezTo>
                  <a:pt x="1716383" y="744810"/>
                  <a:pt x="1752915" y="746015"/>
                  <a:pt x="1786373" y="750963"/>
                </a:cubicBezTo>
                <a:lnTo>
                  <a:pt x="1815894" y="759383"/>
                </a:lnTo>
                <a:lnTo>
                  <a:pt x="1816056" y="764284"/>
                </a:lnTo>
                <a:lnTo>
                  <a:pt x="1819303" y="868824"/>
                </a:lnTo>
                <a:lnTo>
                  <a:pt x="1732921" y="875257"/>
                </a:lnTo>
                <a:cubicBezTo>
                  <a:pt x="1585427" y="900286"/>
                  <a:pt x="1419543" y="971544"/>
                  <a:pt x="1277539" y="1070895"/>
                </a:cubicBezTo>
                <a:cubicBezTo>
                  <a:pt x="1194150" y="1129765"/>
                  <a:pt x="1105397" y="1160286"/>
                  <a:pt x="1034906" y="1155305"/>
                </a:cubicBezTo>
                <a:cubicBezTo>
                  <a:pt x="956497" y="1149304"/>
                  <a:pt x="907205" y="1118911"/>
                  <a:pt x="858806" y="1089157"/>
                </a:cubicBezTo>
                <a:cubicBezTo>
                  <a:pt x="840289" y="1077790"/>
                  <a:pt x="821133" y="1065914"/>
                  <a:pt x="800830" y="1055954"/>
                </a:cubicBezTo>
                <a:cubicBezTo>
                  <a:pt x="682706" y="997594"/>
                  <a:pt x="473022" y="996063"/>
                  <a:pt x="292322" y="1130659"/>
                </a:cubicBezTo>
                <a:cubicBezTo>
                  <a:pt x="204847" y="1196234"/>
                  <a:pt x="128865" y="1290414"/>
                  <a:pt x="72628" y="1397491"/>
                </a:cubicBezTo>
                <a:lnTo>
                  <a:pt x="21920" y="1522071"/>
                </a:lnTo>
                <a:lnTo>
                  <a:pt x="34383" y="1465324"/>
                </a:lnTo>
                <a:cubicBezTo>
                  <a:pt x="85127" y="1306768"/>
                  <a:pt x="179849" y="1158913"/>
                  <a:pt x="296409" y="1063998"/>
                </a:cubicBezTo>
                <a:cubicBezTo>
                  <a:pt x="459867" y="930934"/>
                  <a:pt x="641842" y="918930"/>
                  <a:pt x="747961" y="949067"/>
                </a:cubicBezTo>
                <a:cubicBezTo>
                  <a:pt x="767626" y="954686"/>
                  <a:pt x="785760" y="961583"/>
                  <a:pt x="805042" y="968861"/>
                </a:cubicBezTo>
                <a:cubicBezTo>
                  <a:pt x="851398" y="986612"/>
                  <a:pt x="899415" y="1004872"/>
                  <a:pt x="971054" y="1004872"/>
                </a:cubicBezTo>
                <a:lnTo>
                  <a:pt x="978207" y="1004872"/>
                </a:lnTo>
                <a:cubicBezTo>
                  <a:pt x="1045251" y="1003979"/>
                  <a:pt x="1130681" y="972054"/>
                  <a:pt x="1211261" y="917525"/>
                </a:cubicBezTo>
                <a:cubicBezTo>
                  <a:pt x="1354670" y="820217"/>
                  <a:pt x="1524002" y="758410"/>
                  <a:pt x="1677243" y="747555"/>
                </a:cubicBezTo>
                <a:close/>
                <a:moveTo>
                  <a:pt x="1899995" y="718561"/>
                </a:moveTo>
                <a:lnTo>
                  <a:pt x="1904239" y="722105"/>
                </a:lnTo>
                <a:lnTo>
                  <a:pt x="1918094" y="746051"/>
                </a:lnTo>
                <a:lnTo>
                  <a:pt x="1928604" y="795553"/>
                </a:lnTo>
                <a:lnTo>
                  <a:pt x="1907613" y="781144"/>
                </a:lnTo>
                <a:lnTo>
                  <a:pt x="1905081" y="746342"/>
                </a:lnTo>
                <a:close/>
                <a:moveTo>
                  <a:pt x="3189102" y="691238"/>
                </a:moveTo>
                <a:cubicBezTo>
                  <a:pt x="3379373" y="698134"/>
                  <a:pt x="3547044" y="900286"/>
                  <a:pt x="3628902" y="1097457"/>
                </a:cubicBezTo>
                <a:lnTo>
                  <a:pt x="3666102" y="1200113"/>
                </a:lnTo>
                <a:lnTo>
                  <a:pt x="3672392" y="1251174"/>
                </a:lnTo>
                <a:lnTo>
                  <a:pt x="3655717" y="1211750"/>
                </a:lnTo>
                <a:cubicBezTo>
                  <a:pt x="3575777" y="1031690"/>
                  <a:pt x="3412446" y="814981"/>
                  <a:pt x="3215405" y="796338"/>
                </a:cubicBezTo>
                <a:cubicBezTo>
                  <a:pt x="3092047" y="784717"/>
                  <a:pt x="2975457" y="846013"/>
                  <a:pt x="2869335" y="978695"/>
                </a:cubicBezTo>
                <a:cubicBezTo>
                  <a:pt x="2846734" y="1005895"/>
                  <a:pt x="2825790" y="1035011"/>
                  <a:pt x="2805485" y="1063233"/>
                </a:cubicBezTo>
                <a:cubicBezTo>
                  <a:pt x="2789139" y="1086092"/>
                  <a:pt x="2772155" y="1109716"/>
                  <a:pt x="2754404" y="1132702"/>
                </a:cubicBezTo>
                <a:cubicBezTo>
                  <a:pt x="2712251" y="1190423"/>
                  <a:pt x="2661910" y="1241696"/>
                  <a:pt x="2604994" y="1284922"/>
                </a:cubicBezTo>
                <a:cubicBezTo>
                  <a:pt x="2539410" y="1333266"/>
                  <a:pt x="2450879" y="1368517"/>
                  <a:pt x="2361761" y="1375700"/>
                </a:cubicBezTo>
                <a:lnTo>
                  <a:pt x="2289858" y="1373482"/>
                </a:lnTo>
                <a:lnTo>
                  <a:pt x="2285753" y="1370715"/>
                </a:lnTo>
                <a:lnTo>
                  <a:pt x="2378742" y="1359873"/>
                </a:lnTo>
                <a:cubicBezTo>
                  <a:pt x="2450148" y="1342084"/>
                  <a:pt x="2517911" y="1306966"/>
                  <a:pt x="2571154" y="1262829"/>
                </a:cubicBezTo>
                <a:cubicBezTo>
                  <a:pt x="2630407" y="1211480"/>
                  <a:pt x="2682009" y="1151921"/>
                  <a:pt x="2724397" y="1085963"/>
                </a:cubicBezTo>
                <a:cubicBezTo>
                  <a:pt x="2741635" y="1059912"/>
                  <a:pt x="2758875" y="1032585"/>
                  <a:pt x="2775476" y="1007044"/>
                </a:cubicBezTo>
                <a:cubicBezTo>
                  <a:pt x="2796419" y="974480"/>
                  <a:pt x="2818002" y="940767"/>
                  <a:pt x="2840350" y="909097"/>
                </a:cubicBezTo>
                <a:cubicBezTo>
                  <a:pt x="2946471" y="759942"/>
                  <a:pt x="3063954" y="686513"/>
                  <a:pt x="3189102" y="691238"/>
                </a:cubicBezTo>
                <a:close/>
                <a:moveTo>
                  <a:pt x="1865541" y="689799"/>
                </a:moveTo>
                <a:lnTo>
                  <a:pt x="1884493" y="705621"/>
                </a:lnTo>
                <a:lnTo>
                  <a:pt x="1892230" y="747906"/>
                </a:lnTo>
                <a:lnTo>
                  <a:pt x="1893975" y="771781"/>
                </a:lnTo>
                <a:lnTo>
                  <a:pt x="1883657" y="764699"/>
                </a:lnTo>
                <a:lnTo>
                  <a:pt x="1869255" y="760522"/>
                </a:lnTo>
                <a:close/>
                <a:moveTo>
                  <a:pt x="1892999" y="680357"/>
                </a:moveTo>
                <a:lnTo>
                  <a:pt x="1907017" y="707570"/>
                </a:lnTo>
                <a:lnTo>
                  <a:pt x="1896338" y="698594"/>
                </a:lnTo>
                <a:close/>
                <a:moveTo>
                  <a:pt x="1826552" y="659134"/>
                </a:moveTo>
                <a:lnTo>
                  <a:pt x="1830916" y="660894"/>
                </a:lnTo>
                <a:lnTo>
                  <a:pt x="1851688" y="678234"/>
                </a:lnTo>
                <a:lnTo>
                  <a:pt x="1855698" y="756590"/>
                </a:lnTo>
                <a:lnTo>
                  <a:pt x="1829381" y="748959"/>
                </a:lnTo>
                <a:close/>
                <a:moveTo>
                  <a:pt x="1854962" y="613361"/>
                </a:moveTo>
                <a:lnTo>
                  <a:pt x="1862043" y="620271"/>
                </a:lnTo>
                <a:lnTo>
                  <a:pt x="1872635" y="640830"/>
                </a:lnTo>
                <a:lnTo>
                  <a:pt x="1880819" y="685552"/>
                </a:lnTo>
                <a:lnTo>
                  <a:pt x="1864199" y="671582"/>
                </a:lnTo>
                <a:close/>
                <a:moveTo>
                  <a:pt x="1617864" y="607084"/>
                </a:moveTo>
                <a:cubicBezTo>
                  <a:pt x="1659781" y="607851"/>
                  <a:pt x="1698819" y="612910"/>
                  <a:pt x="1734488" y="621975"/>
                </a:cubicBezTo>
                <a:lnTo>
                  <a:pt x="1812393" y="653418"/>
                </a:lnTo>
                <a:lnTo>
                  <a:pt x="1815417" y="744909"/>
                </a:lnTo>
                <a:lnTo>
                  <a:pt x="1789233" y="737315"/>
                </a:lnTo>
                <a:cubicBezTo>
                  <a:pt x="1754415" y="732063"/>
                  <a:pt x="1716416" y="730762"/>
                  <a:pt x="1675712" y="733635"/>
                </a:cubicBezTo>
                <a:cubicBezTo>
                  <a:pt x="1520682" y="744618"/>
                  <a:pt x="1348412" y="807319"/>
                  <a:pt x="1203216" y="905776"/>
                </a:cubicBezTo>
                <a:cubicBezTo>
                  <a:pt x="1124679" y="959028"/>
                  <a:pt x="1042439" y="990059"/>
                  <a:pt x="977440" y="990953"/>
                </a:cubicBezTo>
                <a:cubicBezTo>
                  <a:pt x="905160" y="992102"/>
                  <a:pt x="856888" y="973713"/>
                  <a:pt x="810279" y="955964"/>
                </a:cubicBezTo>
                <a:cubicBezTo>
                  <a:pt x="791633" y="948556"/>
                  <a:pt x="772349" y="941532"/>
                  <a:pt x="752176" y="935786"/>
                </a:cubicBezTo>
                <a:cubicBezTo>
                  <a:pt x="642862" y="904754"/>
                  <a:pt x="455908" y="916887"/>
                  <a:pt x="288491" y="1053144"/>
                </a:cubicBezTo>
                <a:cubicBezTo>
                  <a:pt x="209508" y="1117506"/>
                  <a:pt x="140357" y="1205715"/>
                  <a:pt x="87760" y="1305115"/>
                </a:cubicBezTo>
                <a:lnTo>
                  <a:pt x="37428" y="1424664"/>
                </a:lnTo>
                <a:lnTo>
                  <a:pt x="53400" y="1363523"/>
                </a:lnTo>
                <a:cubicBezTo>
                  <a:pt x="104610" y="1217441"/>
                  <a:pt x="191789" y="1078973"/>
                  <a:pt x="293982" y="987123"/>
                </a:cubicBezTo>
                <a:cubicBezTo>
                  <a:pt x="432411" y="862615"/>
                  <a:pt x="595996" y="824559"/>
                  <a:pt x="702627" y="830689"/>
                </a:cubicBezTo>
                <a:cubicBezTo>
                  <a:pt x="723443" y="831838"/>
                  <a:pt x="742853" y="834392"/>
                  <a:pt x="763413" y="837075"/>
                </a:cubicBezTo>
                <a:cubicBezTo>
                  <a:pt x="815679" y="845579"/>
                  <a:pt x="868851" y="847035"/>
                  <a:pt x="921507" y="841416"/>
                </a:cubicBezTo>
                <a:cubicBezTo>
                  <a:pt x="983697" y="834392"/>
                  <a:pt x="1059680" y="803106"/>
                  <a:pt x="1135536" y="753430"/>
                </a:cubicBezTo>
                <a:cubicBezTo>
                  <a:pt x="1279965" y="658802"/>
                  <a:pt x="1460278" y="604146"/>
                  <a:pt x="1617864" y="607084"/>
                </a:cubicBezTo>
                <a:close/>
                <a:moveTo>
                  <a:pt x="1850521" y="585375"/>
                </a:moveTo>
                <a:lnTo>
                  <a:pt x="1854610" y="594308"/>
                </a:lnTo>
                <a:lnTo>
                  <a:pt x="1851449" y="591206"/>
                </a:lnTo>
                <a:close/>
                <a:moveTo>
                  <a:pt x="1821388" y="580601"/>
                </a:moveTo>
                <a:lnTo>
                  <a:pt x="1839078" y="597862"/>
                </a:lnTo>
                <a:lnTo>
                  <a:pt x="1848706" y="658563"/>
                </a:lnTo>
                <a:lnTo>
                  <a:pt x="1838242" y="649769"/>
                </a:lnTo>
                <a:lnTo>
                  <a:pt x="1826103" y="644828"/>
                </a:lnTo>
                <a:lnTo>
                  <a:pt x="1824852" y="605137"/>
                </a:lnTo>
                <a:close/>
                <a:moveTo>
                  <a:pt x="3163689" y="571073"/>
                </a:moveTo>
                <a:cubicBezTo>
                  <a:pt x="3363794" y="567624"/>
                  <a:pt x="3537467" y="778842"/>
                  <a:pt x="3614088" y="976268"/>
                </a:cubicBezTo>
                <a:lnTo>
                  <a:pt x="3653729" y="1098055"/>
                </a:lnTo>
                <a:lnTo>
                  <a:pt x="3659136" y="1142681"/>
                </a:lnTo>
                <a:lnTo>
                  <a:pt x="3640521" y="1091327"/>
                </a:lnTo>
                <a:cubicBezTo>
                  <a:pt x="3557005" y="890070"/>
                  <a:pt x="3384864" y="683832"/>
                  <a:pt x="3188719" y="676681"/>
                </a:cubicBezTo>
                <a:cubicBezTo>
                  <a:pt x="3058335" y="671956"/>
                  <a:pt x="2937657" y="747044"/>
                  <a:pt x="2828474" y="900286"/>
                </a:cubicBezTo>
                <a:cubicBezTo>
                  <a:pt x="2805868" y="932211"/>
                  <a:pt x="2784288" y="966051"/>
                  <a:pt x="2763345" y="998743"/>
                </a:cubicBezTo>
                <a:cubicBezTo>
                  <a:pt x="2747126" y="1024666"/>
                  <a:pt x="2729887" y="1051866"/>
                  <a:pt x="2712265" y="1077407"/>
                </a:cubicBezTo>
                <a:cubicBezTo>
                  <a:pt x="2670520" y="1142330"/>
                  <a:pt x="2619680" y="1200945"/>
                  <a:pt x="2561321" y="1251464"/>
                </a:cubicBezTo>
                <a:cubicBezTo>
                  <a:pt x="2495021" y="1306415"/>
                  <a:pt x="2405487" y="1347144"/>
                  <a:pt x="2315311" y="1356355"/>
                </a:cubicBezTo>
                <a:lnTo>
                  <a:pt x="2262767" y="1355218"/>
                </a:lnTo>
                <a:lnTo>
                  <a:pt x="2261808" y="1354571"/>
                </a:lnTo>
                <a:lnTo>
                  <a:pt x="2257235" y="1348737"/>
                </a:lnTo>
                <a:lnTo>
                  <a:pt x="2305412" y="1343688"/>
                </a:lnTo>
                <a:cubicBezTo>
                  <a:pt x="2388232" y="1325987"/>
                  <a:pt x="2467821" y="1282907"/>
                  <a:pt x="2526715" y="1228350"/>
                </a:cubicBezTo>
                <a:cubicBezTo>
                  <a:pt x="2587130" y="1169519"/>
                  <a:pt x="2639169" y="1102655"/>
                  <a:pt x="2681362" y="1029647"/>
                </a:cubicBezTo>
                <a:cubicBezTo>
                  <a:pt x="2699112" y="1001171"/>
                  <a:pt x="2716097" y="971926"/>
                  <a:pt x="2732442" y="943705"/>
                </a:cubicBezTo>
                <a:cubicBezTo>
                  <a:pt x="2754278" y="906161"/>
                  <a:pt x="2776881" y="866573"/>
                  <a:pt x="2800507" y="829540"/>
                </a:cubicBezTo>
                <a:cubicBezTo>
                  <a:pt x="2909564" y="660463"/>
                  <a:pt x="3031647" y="573371"/>
                  <a:pt x="3163689" y="571073"/>
                </a:cubicBezTo>
                <a:close/>
                <a:moveTo>
                  <a:pt x="1811252" y="508844"/>
                </a:moveTo>
                <a:lnTo>
                  <a:pt x="1819811" y="518288"/>
                </a:lnTo>
                <a:lnTo>
                  <a:pt x="1825092" y="529822"/>
                </a:lnTo>
                <a:lnTo>
                  <a:pt x="1830231" y="542084"/>
                </a:lnTo>
                <a:lnTo>
                  <a:pt x="1835551" y="575626"/>
                </a:lnTo>
                <a:lnTo>
                  <a:pt x="1818294" y="558711"/>
                </a:lnTo>
                <a:close/>
                <a:moveTo>
                  <a:pt x="3138020" y="452437"/>
                </a:moveTo>
                <a:cubicBezTo>
                  <a:pt x="3349746" y="438390"/>
                  <a:pt x="3525335" y="652163"/>
                  <a:pt x="3598891" y="856485"/>
                </a:cubicBezTo>
                <a:lnTo>
                  <a:pt x="3642692" y="1006974"/>
                </a:lnTo>
                <a:lnTo>
                  <a:pt x="3645843" y="1032971"/>
                </a:lnTo>
                <a:lnTo>
                  <a:pt x="3625837" y="971415"/>
                </a:lnTo>
                <a:cubicBezTo>
                  <a:pt x="3548321" y="771308"/>
                  <a:pt x="3371839" y="557663"/>
                  <a:pt x="3167521" y="557663"/>
                </a:cubicBezTo>
                <a:lnTo>
                  <a:pt x="3162668" y="557663"/>
                </a:lnTo>
                <a:cubicBezTo>
                  <a:pt x="3025899" y="559962"/>
                  <a:pt x="2899986" y="648970"/>
                  <a:pt x="2788503" y="822389"/>
                </a:cubicBezTo>
                <a:cubicBezTo>
                  <a:pt x="2764622" y="859932"/>
                  <a:pt x="2741892" y="899010"/>
                  <a:pt x="2719927" y="937320"/>
                </a:cubicBezTo>
                <a:cubicBezTo>
                  <a:pt x="2703709" y="965542"/>
                  <a:pt x="2686853" y="994785"/>
                  <a:pt x="2669486" y="1023007"/>
                </a:cubicBezTo>
                <a:cubicBezTo>
                  <a:pt x="2627841" y="1094928"/>
                  <a:pt x="2576596" y="1160835"/>
                  <a:pt x="2517137" y="1218901"/>
                </a:cubicBezTo>
                <a:cubicBezTo>
                  <a:pt x="2451914" y="1279240"/>
                  <a:pt x="2360791" y="1325194"/>
                  <a:pt x="2268927" y="1336696"/>
                </a:cubicBezTo>
                <a:lnTo>
                  <a:pt x="2247666" y="1336526"/>
                </a:lnTo>
                <a:lnTo>
                  <a:pt x="2240002" y="1326747"/>
                </a:lnTo>
                <a:lnTo>
                  <a:pt x="2259745" y="1324317"/>
                </a:lnTo>
                <a:cubicBezTo>
                  <a:pt x="2343630" y="1304053"/>
                  <a:pt x="2424092" y="1255867"/>
                  <a:pt x="2483550" y="1195277"/>
                </a:cubicBezTo>
                <a:cubicBezTo>
                  <a:pt x="2552255" y="1125040"/>
                  <a:pt x="2602952" y="1040503"/>
                  <a:pt x="2639476" y="974736"/>
                </a:cubicBezTo>
                <a:cubicBezTo>
                  <a:pt x="2656331" y="944342"/>
                  <a:pt x="2672804" y="912929"/>
                  <a:pt x="2688768" y="882664"/>
                </a:cubicBezTo>
                <a:cubicBezTo>
                  <a:pt x="2711755" y="839118"/>
                  <a:pt x="2734868" y="794166"/>
                  <a:pt x="2760407" y="751514"/>
                </a:cubicBezTo>
                <a:cubicBezTo>
                  <a:pt x="2837155" y="621131"/>
                  <a:pt x="2964986" y="463420"/>
                  <a:pt x="3138020" y="452437"/>
                </a:cubicBezTo>
                <a:close/>
                <a:moveTo>
                  <a:pt x="3112480" y="334059"/>
                </a:moveTo>
                <a:cubicBezTo>
                  <a:pt x="3325227" y="310689"/>
                  <a:pt x="3510649" y="518971"/>
                  <a:pt x="3584078" y="736957"/>
                </a:cubicBezTo>
                <a:lnTo>
                  <a:pt x="3612681" y="858522"/>
                </a:lnTo>
                <a:lnTo>
                  <a:pt x="3610895" y="852398"/>
                </a:lnTo>
                <a:cubicBezTo>
                  <a:pt x="3535679" y="643862"/>
                  <a:pt x="3354981" y="424982"/>
                  <a:pt x="3136489" y="439539"/>
                </a:cubicBezTo>
                <a:cubicBezTo>
                  <a:pt x="2957577" y="451544"/>
                  <a:pt x="2826558" y="612064"/>
                  <a:pt x="2748149" y="745257"/>
                </a:cubicBezTo>
                <a:cubicBezTo>
                  <a:pt x="2722992" y="787525"/>
                  <a:pt x="2699239" y="833243"/>
                  <a:pt x="2676251" y="876916"/>
                </a:cubicBezTo>
                <a:cubicBezTo>
                  <a:pt x="2660290" y="907183"/>
                  <a:pt x="2643817" y="938342"/>
                  <a:pt x="2627086" y="968734"/>
                </a:cubicBezTo>
                <a:cubicBezTo>
                  <a:pt x="2591458" y="1032585"/>
                  <a:pt x="2541400" y="1116740"/>
                  <a:pt x="2473846" y="1185826"/>
                </a:cubicBezTo>
                <a:cubicBezTo>
                  <a:pt x="2424550" y="1236092"/>
                  <a:pt x="2360438" y="1277605"/>
                  <a:pt x="2292234" y="1300934"/>
                </a:cubicBezTo>
                <a:lnTo>
                  <a:pt x="2231427" y="1315807"/>
                </a:lnTo>
                <a:lnTo>
                  <a:pt x="2221381" y="1302987"/>
                </a:lnTo>
                <a:lnTo>
                  <a:pt x="2225861" y="1302162"/>
                </a:lnTo>
                <a:cubicBezTo>
                  <a:pt x="2306376" y="1277670"/>
                  <a:pt x="2382908" y="1226217"/>
                  <a:pt x="2440133" y="1162585"/>
                </a:cubicBezTo>
                <a:cubicBezTo>
                  <a:pt x="2527608" y="1065532"/>
                  <a:pt x="2587499" y="942173"/>
                  <a:pt x="2645349" y="822900"/>
                </a:cubicBezTo>
                <a:cubicBezTo>
                  <a:pt x="2669486" y="773479"/>
                  <a:pt x="2694131" y="722398"/>
                  <a:pt x="2720565" y="673872"/>
                </a:cubicBezTo>
                <a:cubicBezTo>
                  <a:pt x="2798973" y="529953"/>
                  <a:pt x="2930632" y="354108"/>
                  <a:pt x="3112480" y="334059"/>
                </a:cubicBezTo>
                <a:close/>
                <a:moveTo>
                  <a:pt x="1147215" y="407"/>
                </a:moveTo>
                <a:cubicBezTo>
                  <a:pt x="1036831" y="4053"/>
                  <a:pt x="927256" y="32230"/>
                  <a:pt x="826882" y="84659"/>
                </a:cubicBezTo>
                <a:cubicBezTo>
                  <a:pt x="462804" y="280552"/>
                  <a:pt x="239456" y="702093"/>
                  <a:pt x="60674" y="1040886"/>
                </a:cubicBezTo>
                <a:lnTo>
                  <a:pt x="72550" y="1047143"/>
                </a:lnTo>
                <a:cubicBezTo>
                  <a:pt x="250821" y="709501"/>
                  <a:pt x="473022" y="290002"/>
                  <a:pt x="832885" y="96023"/>
                </a:cubicBezTo>
                <a:cubicBezTo>
                  <a:pt x="1029950" y="-6866"/>
                  <a:pt x="1263109" y="-14579"/>
                  <a:pt x="1466537" y="75081"/>
                </a:cubicBezTo>
                <a:cubicBezTo>
                  <a:pt x="1592963" y="131493"/>
                  <a:pt x="1689218" y="221522"/>
                  <a:pt x="1746199" y="334933"/>
                </a:cubicBezTo>
                <a:lnTo>
                  <a:pt x="1760742" y="375280"/>
                </a:lnTo>
                <a:lnTo>
                  <a:pt x="1702385" y="303985"/>
                </a:lnTo>
                <a:cubicBezTo>
                  <a:pt x="1634114" y="241284"/>
                  <a:pt x="1546032" y="195566"/>
                  <a:pt x="1442786" y="171112"/>
                </a:cubicBezTo>
                <a:cubicBezTo>
                  <a:pt x="1259084" y="129302"/>
                  <a:pt x="1066411" y="156911"/>
                  <a:pt x="901843" y="248626"/>
                </a:cubicBezTo>
                <a:lnTo>
                  <a:pt x="861361" y="271868"/>
                </a:lnTo>
                <a:cubicBezTo>
                  <a:pt x="820624" y="295365"/>
                  <a:pt x="782186" y="317457"/>
                  <a:pt x="745408" y="337635"/>
                </a:cubicBezTo>
                <a:cubicBezTo>
                  <a:pt x="678715" y="373620"/>
                  <a:pt x="615078" y="415009"/>
                  <a:pt x="555134" y="461377"/>
                </a:cubicBezTo>
                <a:cubicBezTo>
                  <a:pt x="448307" y="543438"/>
                  <a:pt x="353036" y="639521"/>
                  <a:pt x="271892" y="747044"/>
                </a:cubicBezTo>
                <a:cubicBezTo>
                  <a:pt x="179541" y="873724"/>
                  <a:pt x="103433" y="1011475"/>
                  <a:pt x="45350" y="1157094"/>
                </a:cubicBezTo>
                <a:lnTo>
                  <a:pt x="58120" y="1162074"/>
                </a:lnTo>
                <a:cubicBezTo>
                  <a:pt x="115672" y="1017720"/>
                  <a:pt x="191046" y="881132"/>
                  <a:pt x="282491" y="755473"/>
                </a:cubicBezTo>
                <a:cubicBezTo>
                  <a:pt x="362971" y="648932"/>
                  <a:pt x="457472" y="553731"/>
                  <a:pt x="563434" y="472487"/>
                </a:cubicBezTo>
                <a:cubicBezTo>
                  <a:pt x="622789" y="426438"/>
                  <a:pt x="685832" y="385357"/>
                  <a:pt x="751921" y="349638"/>
                </a:cubicBezTo>
                <a:cubicBezTo>
                  <a:pt x="788825" y="329462"/>
                  <a:pt x="829817" y="306219"/>
                  <a:pt x="868129" y="283744"/>
                </a:cubicBezTo>
                <a:lnTo>
                  <a:pt x="908612" y="260503"/>
                </a:lnTo>
                <a:cubicBezTo>
                  <a:pt x="1070248" y="170499"/>
                  <a:pt x="1259458" y="143439"/>
                  <a:pt x="1439849" y="184520"/>
                </a:cubicBezTo>
                <a:cubicBezTo>
                  <a:pt x="1540542" y="208209"/>
                  <a:pt x="1626451" y="252681"/>
                  <a:pt x="1693031" y="313691"/>
                </a:cubicBezTo>
                <a:lnTo>
                  <a:pt x="1774216" y="412664"/>
                </a:lnTo>
                <a:lnTo>
                  <a:pt x="1789752" y="455758"/>
                </a:lnTo>
                <a:lnTo>
                  <a:pt x="1791466" y="468032"/>
                </a:lnTo>
                <a:lnTo>
                  <a:pt x="1747371" y="419251"/>
                </a:lnTo>
                <a:cubicBezTo>
                  <a:pt x="1682194" y="365729"/>
                  <a:pt x="1598519" y="328695"/>
                  <a:pt x="1500763" y="311838"/>
                </a:cubicBezTo>
                <a:cubicBezTo>
                  <a:pt x="1319777" y="284038"/>
                  <a:pt x="1134752" y="319819"/>
                  <a:pt x="977185" y="413105"/>
                </a:cubicBezTo>
                <a:cubicBezTo>
                  <a:pt x="922010" y="447470"/>
                  <a:pt x="863891" y="476879"/>
                  <a:pt x="803513" y="500964"/>
                </a:cubicBezTo>
                <a:lnTo>
                  <a:pt x="760732" y="516798"/>
                </a:lnTo>
                <a:cubicBezTo>
                  <a:pt x="701608" y="538636"/>
                  <a:pt x="655379" y="556003"/>
                  <a:pt x="604299" y="579627"/>
                </a:cubicBezTo>
                <a:cubicBezTo>
                  <a:pt x="479134" y="637285"/>
                  <a:pt x="367360" y="720406"/>
                  <a:pt x="276105" y="823665"/>
                </a:cubicBezTo>
                <a:cubicBezTo>
                  <a:pt x="171902" y="943450"/>
                  <a:pt x="82510" y="1107800"/>
                  <a:pt x="30792" y="1274451"/>
                </a:cubicBezTo>
                <a:lnTo>
                  <a:pt x="43562" y="1278409"/>
                </a:lnTo>
                <a:cubicBezTo>
                  <a:pt x="94642" y="1113419"/>
                  <a:pt x="183012" y="950983"/>
                  <a:pt x="286195" y="832476"/>
                </a:cubicBezTo>
                <a:cubicBezTo>
                  <a:pt x="376187" y="730814"/>
                  <a:pt x="486400" y="649046"/>
                  <a:pt x="609790" y="592398"/>
                </a:cubicBezTo>
                <a:cubicBezTo>
                  <a:pt x="659849" y="568263"/>
                  <a:pt x="706332" y="551662"/>
                  <a:pt x="765202" y="529952"/>
                </a:cubicBezTo>
                <a:lnTo>
                  <a:pt x="807982" y="513990"/>
                </a:lnTo>
                <a:cubicBezTo>
                  <a:pt x="869176" y="489561"/>
                  <a:pt x="928030" y="459639"/>
                  <a:pt x="983826" y="424599"/>
                </a:cubicBezTo>
                <a:cubicBezTo>
                  <a:pt x="1138750" y="332539"/>
                  <a:pt x="1320874" y="297229"/>
                  <a:pt x="1498973" y="324736"/>
                </a:cubicBezTo>
                <a:cubicBezTo>
                  <a:pt x="1594049" y="341146"/>
                  <a:pt x="1675457" y="377062"/>
                  <a:pt x="1738829" y="428941"/>
                </a:cubicBezTo>
                <a:lnTo>
                  <a:pt x="1794601" y="490474"/>
                </a:lnTo>
                <a:lnTo>
                  <a:pt x="1801890" y="542632"/>
                </a:lnTo>
                <a:lnTo>
                  <a:pt x="1792941" y="533863"/>
                </a:lnTo>
                <a:cubicBezTo>
                  <a:pt x="1730847" y="489566"/>
                  <a:pt x="1651577" y="461377"/>
                  <a:pt x="1559377" y="452310"/>
                </a:cubicBezTo>
                <a:cubicBezTo>
                  <a:pt x="1392089" y="435835"/>
                  <a:pt x="1202579" y="482575"/>
                  <a:pt x="1052401" y="577201"/>
                </a:cubicBezTo>
                <a:cubicBezTo>
                  <a:pt x="1003620" y="607849"/>
                  <a:pt x="930958" y="647820"/>
                  <a:pt x="861488" y="664038"/>
                </a:cubicBezTo>
                <a:cubicBezTo>
                  <a:pt x="818208" y="673909"/>
                  <a:pt x="774430" y="681456"/>
                  <a:pt x="730340" y="686641"/>
                </a:cubicBezTo>
                <a:cubicBezTo>
                  <a:pt x="704798" y="689962"/>
                  <a:pt x="680025" y="693154"/>
                  <a:pt x="653719" y="698262"/>
                </a:cubicBezTo>
                <a:cubicBezTo>
                  <a:pt x="512016" y="727098"/>
                  <a:pt x="382086" y="797422"/>
                  <a:pt x="280447" y="900286"/>
                </a:cubicBezTo>
                <a:cubicBezTo>
                  <a:pt x="157599" y="1024156"/>
                  <a:pt x="58885" y="1207662"/>
                  <a:pt x="16106" y="1391297"/>
                </a:cubicBezTo>
                <a:lnTo>
                  <a:pt x="28876" y="1394362"/>
                </a:lnTo>
                <a:cubicBezTo>
                  <a:pt x="71144" y="1213026"/>
                  <a:pt x="168580" y="1031945"/>
                  <a:pt x="289641" y="909735"/>
                </a:cubicBezTo>
                <a:cubicBezTo>
                  <a:pt x="389939" y="809209"/>
                  <a:pt x="517484" y="740263"/>
                  <a:pt x="656528" y="711415"/>
                </a:cubicBezTo>
                <a:cubicBezTo>
                  <a:pt x="682835" y="706435"/>
                  <a:pt x="707607" y="703242"/>
                  <a:pt x="733150" y="699922"/>
                </a:cubicBezTo>
                <a:cubicBezTo>
                  <a:pt x="777627" y="694852"/>
                  <a:pt x="821792" y="687343"/>
                  <a:pt x="865447" y="677446"/>
                </a:cubicBezTo>
                <a:cubicBezTo>
                  <a:pt x="936831" y="660846"/>
                  <a:pt x="1010900" y="620236"/>
                  <a:pt x="1060446" y="588950"/>
                </a:cubicBezTo>
                <a:cubicBezTo>
                  <a:pt x="1207686" y="495856"/>
                  <a:pt x="1394130" y="449883"/>
                  <a:pt x="1558483" y="466102"/>
                </a:cubicBezTo>
                <a:cubicBezTo>
                  <a:pt x="1647874" y="474850"/>
                  <a:pt x="1724493" y="501985"/>
                  <a:pt x="1784641" y="544749"/>
                </a:cubicBezTo>
                <a:lnTo>
                  <a:pt x="1804955" y="564570"/>
                </a:lnTo>
                <a:lnTo>
                  <a:pt x="1810853" y="606766"/>
                </a:lnTo>
                <a:lnTo>
                  <a:pt x="1811919" y="639057"/>
                </a:lnTo>
                <a:lnTo>
                  <a:pt x="1738305" y="609100"/>
                </a:lnTo>
                <a:cubicBezTo>
                  <a:pt x="1701364" y="599630"/>
                  <a:pt x="1660962" y="594346"/>
                  <a:pt x="1617606" y="593548"/>
                </a:cubicBezTo>
                <a:cubicBezTo>
                  <a:pt x="1458108" y="590483"/>
                  <a:pt x="1274346" y="646161"/>
                  <a:pt x="1127745" y="742192"/>
                </a:cubicBezTo>
                <a:cubicBezTo>
                  <a:pt x="1053551" y="790719"/>
                  <a:pt x="979612" y="821240"/>
                  <a:pt x="919464" y="828008"/>
                </a:cubicBezTo>
                <a:cubicBezTo>
                  <a:pt x="867916" y="833525"/>
                  <a:pt x="815861" y="832106"/>
                  <a:pt x="764690" y="823792"/>
                </a:cubicBezTo>
                <a:cubicBezTo>
                  <a:pt x="743874" y="820984"/>
                  <a:pt x="724208" y="818430"/>
                  <a:pt x="702881" y="817281"/>
                </a:cubicBezTo>
                <a:cubicBezTo>
                  <a:pt x="593570" y="811022"/>
                  <a:pt x="426025" y="851121"/>
                  <a:pt x="285426" y="977290"/>
                </a:cubicBezTo>
                <a:cubicBezTo>
                  <a:pt x="144827" y="1103459"/>
                  <a:pt x="36280" y="1307016"/>
                  <a:pt x="2185" y="1508400"/>
                </a:cubicBezTo>
                <a:lnTo>
                  <a:pt x="11374" y="1510053"/>
                </a:lnTo>
                <a:lnTo>
                  <a:pt x="0" y="1561947"/>
                </a:lnTo>
                <a:lnTo>
                  <a:pt x="0" y="1671412"/>
                </a:lnTo>
                <a:lnTo>
                  <a:pt x="48514" y="1538362"/>
                </a:lnTo>
                <a:cubicBezTo>
                  <a:pt x="108195" y="1407662"/>
                  <a:pt x="197863" y="1292448"/>
                  <a:pt x="303815" y="1219539"/>
                </a:cubicBezTo>
                <a:cubicBezTo>
                  <a:pt x="495240" y="1087752"/>
                  <a:pt x="719228" y="1103586"/>
                  <a:pt x="841564" y="1187359"/>
                </a:cubicBezTo>
                <a:cubicBezTo>
                  <a:pt x="861743" y="1201278"/>
                  <a:pt x="880003" y="1216729"/>
                  <a:pt x="899415" y="1233075"/>
                </a:cubicBezTo>
                <a:cubicBezTo>
                  <a:pt x="950495" y="1276110"/>
                  <a:pt x="1002981" y="1320551"/>
                  <a:pt x="1090965" y="1333321"/>
                </a:cubicBezTo>
                <a:cubicBezTo>
                  <a:pt x="1170141" y="1344814"/>
                  <a:pt x="1270897" y="1312633"/>
                  <a:pt x="1361693" y="1247123"/>
                </a:cubicBezTo>
                <a:cubicBezTo>
                  <a:pt x="1499484" y="1148154"/>
                  <a:pt x="1658216" y="1068852"/>
                  <a:pt x="1795877" y="1030031"/>
                </a:cubicBezTo>
                <a:lnTo>
                  <a:pt x="1833705" y="1022350"/>
                </a:lnTo>
                <a:lnTo>
                  <a:pt x="1854656" y="1107667"/>
                </a:lnTo>
                <a:lnTo>
                  <a:pt x="1874505" y="1148146"/>
                </a:lnTo>
                <a:lnTo>
                  <a:pt x="1848619" y="1156966"/>
                </a:lnTo>
                <a:cubicBezTo>
                  <a:pt x="1699324" y="1220983"/>
                  <a:pt x="1558133" y="1302418"/>
                  <a:pt x="1427970" y="1399599"/>
                </a:cubicBezTo>
                <a:cubicBezTo>
                  <a:pt x="1334494" y="1468685"/>
                  <a:pt x="1230417" y="1499717"/>
                  <a:pt x="1149325" y="1482604"/>
                </a:cubicBezTo>
                <a:cubicBezTo>
                  <a:pt x="1059936" y="1463960"/>
                  <a:pt x="1008089" y="1408537"/>
                  <a:pt x="957774" y="1354903"/>
                </a:cubicBezTo>
                <a:cubicBezTo>
                  <a:pt x="938493" y="1334599"/>
                  <a:pt x="918699" y="1313400"/>
                  <a:pt x="897245" y="1294884"/>
                </a:cubicBezTo>
                <a:cubicBezTo>
                  <a:pt x="766989" y="1182251"/>
                  <a:pt x="520014" y="1143046"/>
                  <a:pt x="299857" y="1284412"/>
                </a:cubicBezTo>
                <a:cubicBezTo>
                  <a:pt x="194504" y="1352605"/>
                  <a:pt x="104889" y="1457702"/>
                  <a:pt x="41614" y="1579530"/>
                </a:cubicBezTo>
                <a:lnTo>
                  <a:pt x="0" y="1688171"/>
                </a:lnTo>
                <a:lnTo>
                  <a:pt x="0" y="1728239"/>
                </a:lnTo>
                <a:lnTo>
                  <a:pt x="54447" y="1586681"/>
                </a:lnTo>
                <a:cubicBezTo>
                  <a:pt x="116957" y="1466034"/>
                  <a:pt x="204976" y="1361607"/>
                  <a:pt x="307137" y="1295649"/>
                </a:cubicBezTo>
                <a:cubicBezTo>
                  <a:pt x="519504" y="1159392"/>
                  <a:pt x="765072" y="1198852"/>
                  <a:pt x="888434" y="1305100"/>
                </a:cubicBezTo>
                <a:cubicBezTo>
                  <a:pt x="909276" y="1323769"/>
                  <a:pt x="929139" y="1343499"/>
                  <a:pt x="947942" y="1364226"/>
                </a:cubicBezTo>
                <a:cubicBezTo>
                  <a:pt x="999789" y="1419391"/>
                  <a:pt x="1053295" y="1476220"/>
                  <a:pt x="1147156" y="1496012"/>
                </a:cubicBezTo>
                <a:cubicBezTo>
                  <a:pt x="1232207" y="1513892"/>
                  <a:pt x="1340113" y="1481966"/>
                  <a:pt x="1436526" y="1410580"/>
                </a:cubicBezTo>
                <a:cubicBezTo>
                  <a:pt x="1565829" y="1314116"/>
                  <a:pt x="1706079" y="1233268"/>
                  <a:pt x="1854366" y="1169737"/>
                </a:cubicBezTo>
                <a:lnTo>
                  <a:pt x="1880648" y="1160671"/>
                </a:lnTo>
                <a:lnTo>
                  <a:pt x="1895427" y="1190814"/>
                </a:lnTo>
                <a:cubicBezTo>
                  <a:pt x="1912538" y="1216355"/>
                  <a:pt x="1933462" y="1239573"/>
                  <a:pt x="1959081" y="1260022"/>
                </a:cubicBezTo>
                <a:lnTo>
                  <a:pt x="1970807" y="1267133"/>
                </a:lnTo>
                <a:lnTo>
                  <a:pt x="1907744" y="1299098"/>
                </a:lnTo>
                <a:cubicBezTo>
                  <a:pt x="1767477" y="1378476"/>
                  <a:pt x="1632740" y="1467254"/>
                  <a:pt x="1504462" y="1564844"/>
                </a:cubicBezTo>
                <a:cubicBezTo>
                  <a:pt x="1407156" y="1638656"/>
                  <a:pt x="1293630" y="1670324"/>
                  <a:pt x="1208069" y="1647338"/>
                </a:cubicBezTo>
                <a:cubicBezTo>
                  <a:pt x="1112932" y="1621798"/>
                  <a:pt x="1060445" y="1553606"/>
                  <a:pt x="1008854" y="1487712"/>
                </a:cubicBezTo>
                <a:cubicBezTo>
                  <a:pt x="989333" y="1462044"/>
                  <a:pt x="968488" y="1437410"/>
                  <a:pt x="946408" y="1413900"/>
                </a:cubicBezTo>
                <a:cubicBezTo>
                  <a:pt x="815771" y="1279558"/>
                  <a:pt x="546193" y="1215326"/>
                  <a:pt x="304965" y="1360776"/>
                </a:cubicBezTo>
                <a:cubicBezTo>
                  <a:pt x="191629" y="1429545"/>
                  <a:pt x="95311" y="1540741"/>
                  <a:pt x="28315" y="1670437"/>
                </a:cubicBezTo>
                <a:lnTo>
                  <a:pt x="0" y="1746016"/>
                </a:lnTo>
                <a:lnTo>
                  <a:pt x="0" y="1783074"/>
                </a:lnTo>
                <a:lnTo>
                  <a:pt x="39554" y="1677189"/>
                </a:lnTo>
                <a:cubicBezTo>
                  <a:pt x="105336" y="1549615"/>
                  <a:pt x="199994" y="1440271"/>
                  <a:pt x="311351" y="1372653"/>
                </a:cubicBezTo>
                <a:cubicBezTo>
                  <a:pt x="546704" y="1230904"/>
                  <a:pt x="808492" y="1293223"/>
                  <a:pt x="936192" y="1423734"/>
                </a:cubicBezTo>
                <a:cubicBezTo>
                  <a:pt x="957933" y="1446937"/>
                  <a:pt x="978476" y="1471225"/>
                  <a:pt x="997743" y="1496523"/>
                </a:cubicBezTo>
                <a:cubicBezTo>
                  <a:pt x="1050486" y="1563566"/>
                  <a:pt x="1105143" y="1633035"/>
                  <a:pt x="1204494" y="1659599"/>
                </a:cubicBezTo>
                <a:cubicBezTo>
                  <a:pt x="1294010" y="1683605"/>
                  <a:pt x="1412137" y="1651553"/>
                  <a:pt x="1512509" y="1574932"/>
                </a:cubicBezTo>
                <a:cubicBezTo>
                  <a:pt x="1640414" y="1477586"/>
                  <a:pt x="1774768" y="1389011"/>
                  <a:pt x="1914640" y="1309825"/>
                </a:cubicBezTo>
                <a:lnTo>
                  <a:pt x="1983446" y="1274795"/>
                </a:lnTo>
                <a:lnTo>
                  <a:pt x="2017532" y="1295464"/>
                </a:lnTo>
                <a:lnTo>
                  <a:pt x="2052206" y="1305726"/>
                </a:lnTo>
                <a:lnTo>
                  <a:pt x="2066085" y="1313631"/>
                </a:lnTo>
                <a:lnTo>
                  <a:pt x="2096050" y="1322529"/>
                </a:lnTo>
                <a:lnTo>
                  <a:pt x="2114515" y="1332392"/>
                </a:lnTo>
                <a:lnTo>
                  <a:pt x="2131277" y="1337121"/>
                </a:lnTo>
                <a:lnTo>
                  <a:pt x="2109225" y="1346873"/>
                </a:lnTo>
                <a:cubicBezTo>
                  <a:pt x="2071393" y="1366843"/>
                  <a:pt x="2024592" y="1397299"/>
                  <a:pt x="1965849" y="1439824"/>
                </a:cubicBezTo>
                <a:cubicBezTo>
                  <a:pt x="1828058" y="1539558"/>
                  <a:pt x="1698186" y="1636867"/>
                  <a:pt x="1579808" y="1728812"/>
                </a:cubicBezTo>
                <a:cubicBezTo>
                  <a:pt x="1477392" y="1808369"/>
                  <a:pt x="1356968" y="1839784"/>
                  <a:pt x="1265534" y="1810541"/>
                </a:cubicBezTo>
                <a:cubicBezTo>
                  <a:pt x="1165160" y="1778488"/>
                  <a:pt x="1110889" y="1698419"/>
                  <a:pt x="1058402" y="1621798"/>
                </a:cubicBezTo>
                <a:cubicBezTo>
                  <a:pt x="1038594" y="1591355"/>
                  <a:pt x="1017238" y="1561945"/>
                  <a:pt x="994425" y="1533685"/>
                </a:cubicBezTo>
                <a:cubicBezTo>
                  <a:pt x="858040" y="1372781"/>
                  <a:pt x="564326" y="1293095"/>
                  <a:pt x="308923" y="1438164"/>
                </a:cubicBezTo>
                <a:cubicBezTo>
                  <a:pt x="188054" y="1507442"/>
                  <a:pt x="85063" y="1624863"/>
                  <a:pt x="14301" y="1762525"/>
                </a:cubicBezTo>
                <a:lnTo>
                  <a:pt x="0" y="1801440"/>
                </a:lnTo>
                <a:lnTo>
                  <a:pt x="0" y="1837855"/>
                </a:lnTo>
                <a:lnTo>
                  <a:pt x="25331" y="1768863"/>
                </a:lnTo>
                <a:cubicBezTo>
                  <a:pt x="94928" y="1633419"/>
                  <a:pt x="196291" y="1517914"/>
                  <a:pt x="315436" y="1449785"/>
                </a:cubicBezTo>
                <a:cubicBezTo>
                  <a:pt x="564454" y="1308036"/>
                  <a:pt x="850889" y="1385551"/>
                  <a:pt x="983954" y="1542368"/>
                </a:cubicBezTo>
                <a:cubicBezTo>
                  <a:pt x="1006704" y="1570155"/>
                  <a:pt x="1028015" y="1599105"/>
                  <a:pt x="1047805" y="1629078"/>
                </a:cubicBezTo>
                <a:cubicBezTo>
                  <a:pt x="1101567" y="1708253"/>
                  <a:pt x="1157117" y="1789725"/>
                  <a:pt x="1261958" y="1823182"/>
                </a:cubicBezTo>
                <a:cubicBezTo>
                  <a:pt x="1357606" y="1854087"/>
                  <a:pt x="1482755" y="1821523"/>
                  <a:pt x="1588490" y="1739156"/>
                </a:cubicBezTo>
                <a:cubicBezTo>
                  <a:pt x="1706870" y="1647211"/>
                  <a:pt x="1836616" y="1550158"/>
                  <a:pt x="1974276" y="1450551"/>
                </a:cubicBezTo>
                <a:cubicBezTo>
                  <a:pt x="2030337" y="1409878"/>
                  <a:pt x="2075671" y="1380251"/>
                  <a:pt x="2112291" y="1360554"/>
                </a:cubicBezTo>
                <a:lnTo>
                  <a:pt x="2147494" y="1344457"/>
                </a:lnTo>
                <a:lnTo>
                  <a:pt x="2164470" y="1352945"/>
                </a:lnTo>
                <a:lnTo>
                  <a:pt x="2176885" y="1355242"/>
                </a:lnTo>
                <a:lnTo>
                  <a:pt x="2212055" y="1371562"/>
                </a:lnTo>
                <a:lnTo>
                  <a:pt x="2219086" y="1372817"/>
                </a:lnTo>
                <a:lnTo>
                  <a:pt x="2249145" y="1385649"/>
                </a:lnTo>
                <a:lnTo>
                  <a:pt x="2254326" y="1389254"/>
                </a:lnTo>
                <a:lnTo>
                  <a:pt x="2280103" y="1396983"/>
                </a:lnTo>
                <a:lnTo>
                  <a:pt x="2290091" y="1403038"/>
                </a:lnTo>
                <a:lnTo>
                  <a:pt x="2307466" y="1416805"/>
                </a:lnTo>
                <a:lnTo>
                  <a:pt x="2424117" y="1463844"/>
                </a:lnTo>
                <a:lnTo>
                  <a:pt x="2404435" y="1458828"/>
                </a:lnTo>
                <a:cubicBezTo>
                  <a:pt x="2371316" y="1448533"/>
                  <a:pt x="2338731" y="1436523"/>
                  <a:pt x="2306811" y="1422840"/>
                </a:cubicBezTo>
                <a:cubicBezTo>
                  <a:pt x="2285805" y="1411884"/>
                  <a:pt x="2262767" y="1405408"/>
                  <a:pt x="2239129" y="1403813"/>
                </a:cubicBezTo>
                <a:lnTo>
                  <a:pt x="2237471" y="1403813"/>
                </a:lnTo>
                <a:lnTo>
                  <a:pt x="2236064" y="1404578"/>
                </a:lnTo>
                <a:cubicBezTo>
                  <a:pt x="2191113" y="1426926"/>
                  <a:pt x="2130200" y="1483115"/>
                  <a:pt x="2037872" y="1568165"/>
                </a:cubicBezTo>
                <a:lnTo>
                  <a:pt x="2023824" y="1580935"/>
                </a:lnTo>
                <a:cubicBezTo>
                  <a:pt x="1927794" y="1669431"/>
                  <a:pt x="1796899" y="1780276"/>
                  <a:pt x="1655024" y="1893037"/>
                </a:cubicBezTo>
                <a:cubicBezTo>
                  <a:pt x="1547626" y="1978596"/>
                  <a:pt x="1420435" y="2009628"/>
                  <a:pt x="1322999" y="1974126"/>
                </a:cubicBezTo>
                <a:cubicBezTo>
                  <a:pt x="1217262" y="1935561"/>
                  <a:pt x="1161968" y="1843872"/>
                  <a:pt x="1108461" y="1755247"/>
                </a:cubicBezTo>
                <a:cubicBezTo>
                  <a:pt x="1088078" y="1720027"/>
                  <a:pt x="1065824" y="1685930"/>
                  <a:pt x="1041803" y="1653086"/>
                </a:cubicBezTo>
                <a:cubicBezTo>
                  <a:pt x="881537" y="1441485"/>
                  <a:pt x="561008" y="1380954"/>
                  <a:pt x="312371" y="1515168"/>
                </a:cubicBezTo>
                <a:cubicBezTo>
                  <a:pt x="214584" y="1568276"/>
                  <a:pt x="128326" y="1650422"/>
                  <a:pt x="60014" y="1749248"/>
                </a:cubicBezTo>
                <a:lnTo>
                  <a:pt x="0" y="1849699"/>
                </a:lnTo>
                <a:lnTo>
                  <a:pt x="0" y="1886744"/>
                </a:lnTo>
                <a:lnTo>
                  <a:pt x="9735" y="1859562"/>
                </a:lnTo>
                <a:cubicBezTo>
                  <a:pt x="82604" y="1717096"/>
                  <a:pt x="190544" y="1596642"/>
                  <a:pt x="318756" y="1527044"/>
                </a:cubicBezTo>
                <a:cubicBezTo>
                  <a:pt x="562411" y="1395767"/>
                  <a:pt x="874641" y="1454766"/>
                  <a:pt x="1031074" y="1661131"/>
                </a:cubicBezTo>
                <a:cubicBezTo>
                  <a:pt x="1054743" y="1693707"/>
                  <a:pt x="1076736" y="1727459"/>
                  <a:pt x="1096968" y="1762271"/>
                </a:cubicBezTo>
                <a:cubicBezTo>
                  <a:pt x="1151626" y="1852938"/>
                  <a:pt x="1208196" y="1946671"/>
                  <a:pt x="1318785" y="1986769"/>
                </a:cubicBezTo>
                <a:cubicBezTo>
                  <a:pt x="1420053" y="2023803"/>
                  <a:pt x="1552352" y="1992004"/>
                  <a:pt x="1663579" y="1903508"/>
                </a:cubicBezTo>
                <a:cubicBezTo>
                  <a:pt x="1805583" y="1790620"/>
                  <a:pt x="1936859" y="1679520"/>
                  <a:pt x="2033147" y="1590767"/>
                </a:cubicBezTo>
                <a:lnTo>
                  <a:pt x="2047194" y="1577997"/>
                </a:lnTo>
                <a:cubicBezTo>
                  <a:pt x="2137606" y="1494609"/>
                  <a:pt x="2197626" y="1439186"/>
                  <a:pt x="2240661" y="1417221"/>
                </a:cubicBezTo>
                <a:cubicBezTo>
                  <a:pt x="2261988" y="1419123"/>
                  <a:pt x="2282726" y="1425202"/>
                  <a:pt x="2301703" y="1435099"/>
                </a:cubicBezTo>
                <a:cubicBezTo>
                  <a:pt x="2333998" y="1448930"/>
                  <a:pt x="2366964" y="1461076"/>
                  <a:pt x="2400467" y="1471499"/>
                </a:cubicBezTo>
                <a:lnTo>
                  <a:pt x="2496468" y="1496018"/>
                </a:lnTo>
                <a:lnTo>
                  <a:pt x="2459798" y="1489757"/>
                </a:lnTo>
                <a:cubicBezTo>
                  <a:pt x="2348313" y="1470217"/>
                  <a:pt x="2314730" y="1464344"/>
                  <a:pt x="2275396" y="1491927"/>
                </a:cubicBezTo>
                <a:cubicBezTo>
                  <a:pt x="2243598" y="1514913"/>
                  <a:pt x="2214100" y="1553989"/>
                  <a:pt x="2175791" y="1604304"/>
                </a:cubicBezTo>
                <a:cubicBezTo>
                  <a:pt x="2149355" y="1639423"/>
                  <a:pt x="2119472" y="1679137"/>
                  <a:pt x="2082056" y="1722428"/>
                </a:cubicBezTo>
                <a:cubicBezTo>
                  <a:pt x="1974301" y="1843667"/>
                  <a:pt x="1856714" y="1955789"/>
                  <a:pt x="1730494" y="2057643"/>
                </a:cubicBezTo>
                <a:cubicBezTo>
                  <a:pt x="1619650" y="2147672"/>
                  <a:pt x="1482626" y="2179344"/>
                  <a:pt x="1380467" y="2138096"/>
                </a:cubicBezTo>
                <a:cubicBezTo>
                  <a:pt x="1269364" y="2093400"/>
                  <a:pt x="1213050" y="1989323"/>
                  <a:pt x="1158520" y="1889078"/>
                </a:cubicBezTo>
                <a:cubicBezTo>
                  <a:pt x="1137607" y="1849006"/>
                  <a:pt x="1114633" y="1810057"/>
                  <a:pt x="1089690" y="1772359"/>
                </a:cubicBezTo>
                <a:cubicBezTo>
                  <a:pt x="924827" y="1533046"/>
                  <a:pt x="585143" y="1453872"/>
                  <a:pt x="316329" y="1592045"/>
                </a:cubicBezTo>
                <a:cubicBezTo>
                  <a:pt x="211263" y="1646302"/>
                  <a:pt x="119414" y="1731572"/>
                  <a:pt x="47382" y="1834866"/>
                </a:cubicBezTo>
                <a:lnTo>
                  <a:pt x="0" y="1913969"/>
                </a:lnTo>
                <a:lnTo>
                  <a:pt x="0" y="1939996"/>
                </a:lnTo>
                <a:lnTo>
                  <a:pt x="58082" y="1842948"/>
                </a:lnTo>
                <a:cubicBezTo>
                  <a:pt x="128914" y="1741290"/>
                  <a:pt x="219213" y="1657396"/>
                  <a:pt x="322459" y="1604048"/>
                </a:cubicBezTo>
                <a:cubicBezTo>
                  <a:pt x="585396" y="1468558"/>
                  <a:pt x="917547" y="1546200"/>
                  <a:pt x="1078579" y="1780276"/>
                </a:cubicBezTo>
                <a:cubicBezTo>
                  <a:pt x="1103174" y="1817399"/>
                  <a:pt x="1125848" y="1855761"/>
                  <a:pt x="1146516" y="1895207"/>
                </a:cubicBezTo>
                <a:cubicBezTo>
                  <a:pt x="1202194" y="1998007"/>
                  <a:pt x="1260297" y="2103743"/>
                  <a:pt x="1375229" y="2150610"/>
                </a:cubicBezTo>
                <a:cubicBezTo>
                  <a:pt x="1481476" y="2193774"/>
                  <a:pt x="1623991" y="2161337"/>
                  <a:pt x="1738922" y="2068116"/>
                </a:cubicBezTo>
                <a:cubicBezTo>
                  <a:pt x="1865807" y="1965814"/>
                  <a:pt x="1983995" y="1853181"/>
                  <a:pt x="2092272" y="1731366"/>
                </a:cubicBezTo>
                <a:cubicBezTo>
                  <a:pt x="2129944" y="1687820"/>
                  <a:pt x="2159954" y="1647850"/>
                  <a:pt x="2186517" y="1612605"/>
                </a:cubicBezTo>
                <a:cubicBezTo>
                  <a:pt x="2223676" y="1563184"/>
                  <a:pt x="2253048" y="1524235"/>
                  <a:pt x="2283186" y="1503036"/>
                </a:cubicBezTo>
                <a:cubicBezTo>
                  <a:pt x="2300553" y="1490777"/>
                  <a:pt x="2316612" y="1485957"/>
                  <a:pt x="2342072" y="1486611"/>
                </a:cubicBezTo>
                <a:cubicBezTo>
                  <a:pt x="2367532" y="1487266"/>
                  <a:pt x="2402395" y="1493395"/>
                  <a:pt x="2457370" y="1503036"/>
                </a:cubicBezTo>
                <a:cubicBezTo>
                  <a:pt x="2483932" y="1507633"/>
                  <a:pt x="2515092" y="1513125"/>
                  <a:pt x="2551868" y="1519127"/>
                </a:cubicBezTo>
                <a:cubicBezTo>
                  <a:pt x="2645730" y="1534451"/>
                  <a:pt x="2751338" y="1543773"/>
                  <a:pt x="2844433" y="1552074"/>
                </a:cubicBezTo>
                <a:cubicBezTo>
                  <a:pt x="2884531" y="1555650"/>
                  <a:pt x="2922458" y="1559097"/>
                  <a:pt x="2955790" y="1562673"/>
                </a:cubicBezTo>
                <a:cubicBezTo>
                  <a:pt x="3002578" y="1566887"/>
                  <a:pt x="3049061" y="1573962"/>
                  <a:pt x="3094983" y="1583872"/>
                </a:cubicBezTo>
                <a:cubicBezTo>
                  <a:pt x="3127663" y="1591100"/>
                  <a:pt x="3159600" y="1601353"/>
                  <a:pt x="3190376" y="1614520"/>
                </a:cubicBezTo>
                <a:cubicBezTo>
                  <a:pt x="3244905" y="1638018"/>
                  <a:pt x="3314244" y="1673774"/>
                  <a:pt x="3415384" y="1760611"/>
                </a:cubicBezTo>
                <a:cubicBezTo>
                  <a:pt x="3502860" y="1835827"/>
                  <a:pt x="3596465" y="1960336"/>
                  <a:pt x="3687005" y="2080758"/>
                </a:cubicBezTo>
                <a:cubicBezTo>
                  <a:pt x="3712801" y="2115237"/>
                  <a:pt x="3737191" y="2147672"/>
                  <a:pt x="3761455" y="2179088"/>
                </a:cubicBezTo>
                <a:cubicBezTo>
                  <a:pt x="3788170" y="2214014"/>
                  <a:pt x="3817170" y="2247115"/>
                  <a:pt x="3848292" y="2278184"/>
                </a:cubicBezTo>
                <a:cubicBezTo>
                  <a:pt x="3935640" y="2365148"/>
                  <a:pt x="4022093" y="2415080"/>
                  <a:pt x="4127191" y="2441769"/>
                </a:cubicBezTo>
                <a:cubicBezTo>
                  <a:pt x="4245405" y="2473401"/>
                  <a:pt x="4370744" y="2465420"/>
                  <a:pt x="4483988" y="2419039"/>
                </a:cubicBezTo>
                <a:cubicBezTo>
                  <a:pt x="4511061" y="2408682"/>
                  <a:pt x="4537343" y="2396397"/>
                  <a:pt x="4562652" y="2382261"/>
                </a:cubicBezTo>
                <a:cubicBezTo>
                  <a:pt x="4693036" y="2308705"/>
                  <a:pt x="4834529" y="2171298"/>
                  <a:pt x="4929539" y="2074373"/>
                </a:cubicBezTo>
                <a:cubicBezTo>
                  <a:pt x="5097083" y="1903508"/>
                  <a:pt x="5251729" y="1758568"/>
                  <a:pt x="5447240" y="1714382"/>
                </a:cubicBezTo>
                <a:cubicBezTo>
                  <a:pt x="5640707" y="1670709"/>
                  <a:pt x="5836346" y="1735198"/>
                  <a:pt x="5970815" y="1887034"/>
                </a:cubicBezTo>
                <a:cubicBezTo>
                  <a:pt x="6006571" y="1927938"/>
                  <a:pt x="6037668" y="1972697"/>
                  <a:pt x="6063527" y="2020483"/>
                </a:cubicBezTo>
                <a:lnTo>
                  <a:pt x="6099211" y="2097565"/>
                </a:lnTo>
                <a:lnTo>
                  <a:pt x="6079106" y="2055984"/>
                </a:lnTo>
                <a:cubicBezTo>
                  <a:pt x="6053043" y="2008516"/>
                  <a:pt x="6022189" y="1963847"/>
                  <a:pt x="5987033" y="1922663"/>
                </a:cubicBezTo>
                <a:cubicBezTo>
                  <a:pt x="5850392" y="1767123"/>
                  <a:pt x="5653732" y="1695355"/>
                  <a:pt x="5462180" y="1731111"/>
                </a:cubicBezTo>
                <a:cubicBezTo>
                  <a:pt x="5255304" y="1769549"/>
                  <a:pt x="5090698" y="1925728"/>
                  <a:pt x="4939754" y="2082289"/>
                </a:cubicBezTo>
                <a:cubicBezTo>
                  <a:pt x="4824823" y="2201563"/>
                  <a:pt x="4702869" y="2322241"/>
                  <a:pt x="4590363" y="2397202"/>
                </a:cubicBezTo>
                <a:cubicBezTo>
                  <a:pt x="4566727" y="2412743"/>
                  <a:pt x="4542169" y="2426815"/>
                  <a:pt x="4516807" y="2439342"/>
                </a:cubicBezTo>
                <a:cubicBezTo>
                  <a:pt x="4397279" y="2499235"/>
                  <a:pt x="4285796" y="2522732"/>
                  <a:pt x="4166140" y="2512005"/>
                </a:cubicBezTo>
                <a:cubicBezTo>
                  <a:pt x="4057082" y="2502171"/>
                  <a:pt x="3967947" y="2462585"/>
                  <a:pt x="3876897" y="2383665"/>
                </a:cubicBezTo>
                <a:cubicBezTo>
                  <a:pt x="3844626" y="2355392"/>
                  <a:pt x="3814718" y="2324514"/>
                  <a:pt x="3787506" y="2291337"/>
                </a:cubicBezTo>
                <a:cubicBezTo>
                  <a:pt x="3742810" y="2237574"/>
                  <a:pt x="3696454" y="2176406"/>
                  <a:pt x="3651759" y="2117024"/>
                </a:cubicBezTo>
                <a:cubicBezTo>
                  <a:pt x="3584205" y="2027633"/>
                  <a:pt x="3514863" y="1935179"/>
                  <a:pt x="3451012" y="1870561"/>
                </a:cubicBezTo>
                <a:cubicBezTo>
                  <a:pt x="3385731" y="1801296"/>
                  <a:pt x="3314309" y="1738084"/>
                  <a:pt x="3237625" y="1681691"/>
                </a:cubicBezTo>
                <a:cubicBezTo>
                  <a:pt x="3207718" y="1660237"/>
                  <a:pt x="3175715" y="1641887"/>
                  <a:pt x="3142105" y="1626907"/>
                </a:cubicBezTo>
                <a:cubicBezTo>
                  <a:pt x="3096873" y="1607663"/>
                  <a:pt x="3049800" y="1593028"/>
                  <a:pt x="3001633" y="1583233"/>
                </a:cubicBezTo>
                <a:cubicBezTo>
                  <a:pt x="2888745" y="1558203"/>
                  <a:pt x="2723627" y="1540708"/>
                  <a:pt x="2602948" y="1527938"/>
                </a:cubicBezTo>
                <a:cubicBezTo>
                  <a:pt x="2409226" y="1507506"/>
                  <a:pt x="2359166" y="1526789"/>
                  <a:pt x="2314474" y="1580807"/>
                </a:cubicBezTo>
                <a:cubicBezTo>
                  <a:pt x="2285674" y="1618913"/>
                  <a:pt x="2260327" y="1659509"/>
                  <a:pt x="2238746" y="1702123"/>
                </a:cubicBezTo>
                <a:cubicBezTo>
                  <a:pt x="2208914" y="1757954"/>
                  <a:pt x="2176096" y="1812138"/>
                  <a:pt x="2140415" y="1864432"/>
                </a:cubicBezTo>
                <a:cubicBezTo>
                  <a:pt x="2045011" y="1997738"/>
                  <a:pt x="1932531" y="2117957"/>
                  <a:pt x="1805839" y="2221995"/>
                </a:cubicBezTo>
                <a:cubicBezTo>
                  <a:pt x="1690012" y="2318154"/>
                  <a:pt x="1545710" y="2349697"/>
                  <a:pt x="1437930" y="2301808"/>
                </a:cubicBezTo>
                <a:cubicBezTo>
                  <a:pt x="1320957" y="2250217"/>
                  <a:pt x="1263491" y="2134775"/>
                  <a:pt x="1208068" y="2023037"/>
                </a:cubicBezTo>
                <a:cubicBezTo>
                  <a:pt x="1186690" y="1978034"/>
                  <a:pt x="1162992" y="1934169"/>
                  <a:pt x="1137066" y="1891632"/>
                </a:cubicBezTo>
                <a:cubicBezTo>
                  <a:pt x="971054" y="1629334"/>
                  <a:pt x="603912" y="1529471"/>
                  <a:pt x="319777" y="1669048"/>
                </a:cubicBezTo>
                <a:cubicBezTo>
                  <a:pt x="209634" y="1723497"/>
                  <a:pt x="112871" y="1812443"/>
                  <a:pt x="37116" y="1920984"/>
                </a:cubicBezTo>
                <a:lnTo>
                  <a:pt x="0" y="1983062"/>
                </a:lnTo>
                <a:lnTo>
                  <a:pt x="0" y="2008583"/>
                </a:lnTo>
                <a:lnTo>
                  <a:pt x="47597" y="1929075"/>
                </a:lnTo>
                <a:cubicBezTo>
                  <a:pt x="122278" y="1822203"/>
                  <a:pt x="217648" y="1734640"/>
                  <a:pt x="326162" y="1681053"/>
                </a:cubicBezTo>
                <a:cubicBezTo>
                  <a:pt x="604296" y="1544411"/>
                  <a:pt x="963265" y="1642104"/>
                  <a:pt x="1126211" y="1899294"/>
                </a:cubicBezTo>
                <a:cubicBezTo>
                  <a:pt x="1151860" y="1941473"/>
                  <a:pt x="1175304" y="1984943"/>
                  <a:pt x="1196447" y="2029549"/>
                </a:cubicBezTo>
                <a:cubicBezTo>
                  <a:pt x="1253657" y="2143331"/>
                  <a:pt x="1311505" y="2261071"/>
                  <a:pt x="1432439" y="2314707"/>
                </a:cubicBezTo>
                <a:cubicBezTo>
                  <a:pt x="1544816" y="2364383"/>
                  <a:pt x="1694738" y="2332329"/>
                  <a:pt x="1814522" y="2232850"/>
                </a:cubicBezTo>
                <a:cubicBezTo>
                  <a:pt x="1942120" y="2127778"/>
                  <a:pt x="2055417" y="2006449"/>
                  <a:pt x="2151525" y="1871966"/>
                </a:cubicBezTo>
                <a:cubicBezTo>
                  <a:pt x="2187409" y="1819289"/>
                  <a:pt x="2220445" y="1764723"/>
                  <a:pt x="2250494" y="1708509"/>
                </a:cubicBezTo>
                <a:cubicBezTo>
                  <a:pt x="2271756" y="1666660"/>
                  <a:pt x="2296619" y="1626754"/>
                  <a:pt x="2324815" y="1589235"/>
                </a:cubicBezTo>
                <a:cubicBezTo>
                  <a:pt x="2357380" y="1549871"/>
                  <a:pt x="2392745" y="1531482"/>
                  <a:pt x="2486403" y="1533045"/>
                </a:cubicBezTo>
                <a:cubicBezTo>
                  <a:pt x="2517621" y="1533565"/>
                  <a:pt x="2555318" y="1536303"/>
                  <a:pt x="2601545" y="1541219"/>
                </a:cubicBezTo>
                <a:cubicBezTo>
                  <a:pt x="2661692" y="1547605"/>
                  <a:pt x="2732949" y="1554979"/>
                  <a:pt x="2803185" y="1563951"/>
                </a:cubicBezTo>
                <a:lnTo>
                  <a:pt x="2822159" y="1567085"/>
                </a:lnTo>
                <a:lnTo>
                  <a:pt x="2651732" y="1548627"/>
                </a:lnTo>
                <a:cubicBezTo>
                  <a:pt x="2466053" y="1540070"/>
                  <a:pt x="2400160" y="1587575"/>
                  <a:pt x="2354060" y="1667772"/>
                </a:cubicBezTo>
                <a:cubicBezTo>
                  <a:pt x="2330270" y="1712198"/>
                  <a:pt x="2309327" y="1758094"/>
                  <a:pt x="2291359" y="1805178"/>
                </a:cubicBezTo>
                <a:cubicBezTo>
                  <a:pt x="2264783" y="1873638"/>
                  <a:pt x="2233906" y="1940350"/>
                  <a:pt x="2198903" y="2004903"/>
                </a:cubicBezTo>
                <a:cubicBezTo>
                  <a:pt x="2116164" y="2149537"/>
                  <a:pt x="2008870" y="2278656"/>
                  <a:pt x="1881820" y="2386475"/>
                </a:cubicBezTo>
                <a:cubicBezTo>
                  <a:pt x="1761015" y="2488763"/>
                  <a:pt x="1609561" y="2519795"/>
                  <a:pt x="1495779" y="2465649"/>
                </a:cubicBezTo>
                <a:cubicBezTo>
                  <a:pt x="1373951" y="2407545"/>
                  <a:pt x="1315593" y="2280227"/>
                  <a:pt x="1259021" y="2156996"/>
                </a:cubicBezTo>
                <a:cubicBezTo>
                  <a:pt x="1237148" y="2107039"/>
                  <a:pt x="1212725" y="2058231"/>
                  <a:pt x="1185848" y="2010777"/>
                </a:cubicBezTo>
                <a:cubicBezTo>
                  <a:pt x="1014345" y="1721661"/>
                  <a:pt x="628561" y="1602899"/>
                  <a:pt x="324758" y="1745925"/>
                </a:cubicBezTo>
                <a:cubicBezTo>
                  <a:pt x="207336" y="1801475"/>
                  <a:pt x="104856" y="1893552"/>
                  <a:pt x="25216" y="2006599"/>
                </a:cubicBezTo>
                <a:lnTo>
                  <a:pt x="0" y="2048591"/>
                </a:lnTo>
                <a:lnTo>
                  <a:pt x="0" y="2073509"/>
                </a:lnTo>
                <a:lnTo>
                  <a:pt x="35226" y="2014795"/>
                </a:lnTo>
                <a:cubicBezTo>
                  <a:pt x="113593" y="1903470"/>
                  <a:pt x="214440" y="1812824"/>
                  <a:pt x="329993" y="1758184"/>
                </a:cubicBezTo>
                <a:cubicBezTo>
                  <a:pt x="404412" y="1723098"/>
                  <a:pt x="483881" y="1704063"/>
                  <a:pt x="563847" y="1699673"/>
                </a:cubicBezTo>
                <a:cubicBezTo>
                  <a:pt x="803742" y="1686504"/>
                  <a:pt x="1048091" y="1805146"/>
                  <a:pt x="1173844" y="2017673"/>
                </a:cubicBezTo>
                <a:lnTo>
                  <a:pt x="1222205" y="2113380"/>
                </a:lnTo>
                <a:lnTo>
                  <a:pt x="1157701" y="2020132"/>
                </a:lnTo>
                <a:cubicBezTo>
                  <a:pt x="957942" y="1784113"/>
                  <a:pt x="611734" y="1694653"/>
                  <a:pt x="328588" y="1822928"/>
                </a:cubicBezTo>
                <a:cubicBezTo>
                  <a:pt x="204080" y="1879532"/>
                  <a:pt x="96020" y="1974709"/>
                  <a:pt x="12626" y="2092244"/>
                </a:cubicBezTo>
                <a:lnTo>
                  <a:pt x="0" y="2113221"/>
                </a:lnTo>
                <a:lnTo>
                  <a:pt x="0" y="2138078"/>
                </a:lnTo>
                <a:lnTo>
                  <a:pt x="22638" y="2100428"/>
                </a:lnTo>
                <a:cubicBezTo>
                  <a:pt x="104725" y="1984628"/>
                  <a:pt x="211103" y="1890881"/>
                  <a:pt x="333696" y="1835187"/>
                </a:cubicBezTo>
                <a:cubicBezTo>
                  <a:pt x="413031" y="1799239"/>
                  <a:pt x="497417" y="1780698"/>
                  <a:pt x="582064" y="1777959"/>
                </a:cubicBezTo>
                <a:cubicBezTo>
                  <a:pt x="836010" y="1769741"/>
                  <a:pt x="1092307" y="1903730"/>
                  <a:pt x="1221603" y="2136562"/>
                </a:cubicBezTo>
                <a:lnTo>
                  <a:pt x="1256259" y="2210733"/>
                </a:lnTo>
                <a:lnTo>
                  <a:pt x="1203097" y="2129706"/>
                </a:lnTo>
                <a:cubicBezTo>
                  <a:pt x="996289" y="1872319"/>
                  <a:pt x="632788" y="1768750"/>
                  <a:pt x="332546" y="1899932"/>
                </a:cubicBezTo>
                <a:cubicBezTo>
                  <a:pt x="202913" y="1956583"/>
                  <a:pt x="89837" y="2055544"/>
                  <a:pt x="2572" y="2178456"/>
                </a:cubicBezTo>
                <a:lnTo>
                  <a:pt x="0" y="2182732"/>
                </a:lnTo>
                <a:lnTo>
                  <a:pt x="0" y="2207706"/>
                </a:lnTo>
                <a:lnTo>
                  <a:pt x="12584" y="2186745"/>
                </a:lnTo>
                <a:cubicBezTo>
                  <a:pt x="98440" y="2065583"/>
                  <a:pt x="209665" y="1968029"/>
                  <a:pt x="337143" y="1912191"/>
                </a:cubicBezTo>
                <a:cubicBezTo>
                  <a:pt x="421489" y="1875445"/>
                  <a:pt x="510874" y="1857503"/>
                  <a:pt x="600266" y="1856515"/>
                </a:cubicBezTo>
                <a:cubicBezTo>
                  <a:pt x="868444" y="1853552"/>
                  <a:pt x="1136713" y="2003178"/>
                  <a:pt x="1269364" y="2255452"/>
                </a:cubicBezTo>
                <a:lnTo>
                  <a:pt x="1295675" y="2315532"/>
                </a:lnTo>
                <a:lnTo>
                  <a:pt x="1248090" y="2239246"/>
                </a:lnTo>
                <a:cubicBezTo>
                  <a:pt x="1034763" y="1960456"/>
                  <a:pt x="654306" y="1842978"/>
                  <a:pt x="335740" y="1977064"/>
                </a:cubicBezTo>
                <a:cubicBezTo>
                  <a:pt x="244720" y="2015374"/>
                  <a:pt x="161691" y="2073494"/>
                  <a:pt x="89494" y="2145745"/>
                </a:cubicBezTo>
                <a:lnTo>
                  <a:pt x="0" y="2251780"/>
                </a:lnTo>
                <a:lnTo>
                  <a:pt x="0" y="2273803"/>
                </a:lnTo>
                <a:lnTo>
                  <a:pt x="1120" y="2271944"/>
                </a:lnTo>
                <a:cubicBezTo>
                  <a:pt x="90777" y="2146271"/>
                  <a:pt x="207384" y="2045736"/>
                  <a:pt x="341230" y="1989323"/>
                </a:cubicBezTo>
                <a:cubicBezTo>
                  <a:pt x="430461" y="1951715"/>
                  <a:pt x="524738" y="1934291"/>
                  <a:pt x="618783" y="1934982"/>
                </a:cubicBezTo>
                <a:cubicBezTo>
                  <a:pt x="900922" y="1937053"/>
                  <a:pt x="1180995" y="2102146"/>
                  <a:pt x="1316613" y="2374343"/>
                </a:cubicBezTo>
                <a:lnTo>
                  <a:pt x="1334073" y="2416241"/>
                </a:lnTo>
                <a:lnTo>
                  <a:pt x="1295705" y="2352280"/>
                </a:lnTo>
                <a:cubicBezTo>
                  <a:pt x="1203342" y="2226031"/>
                  <a:pt x="1077700" y="2126455"/>
                  <a:pt x="931467" y="2065560"/>
                </a:cubicBezTo>
                <a:cubicBezTo>
                  <a:pt x="734295" y="1982682"/>
                  <a:pt x="524227" y="1978596"/>
                  <a:pt x="339826" y="2053812"/>
                </a:cubicBezTo>
                <a:cubicBezTo>
                  <a:pt x="244146" y="2092953"/>
                  <a:pt x="157094" y="2152773"/>
                  <a:pt x="81630" y="2227406"/>
                </a:cubicBezTo>
                <a:lnTo>
                  <a:pt x="0" y="2323298"/>
                </a:lnTo>
                <a:lnTo>
                  <a:pt x="0" y="2344677"/>
                </a:lnTo>
                <a:lnTo>
                  <a:pt x="91437" y="2237192"/>
                </a:lnTo>
                <a:cubicBezTo>
                  <a:pt x="165745" y="2163628"/>
                  <a:pt x="251360" y="2104734"/>
                  <a:pt x="345316" y="2066327"/>
                </a:cubicBezTo>
                <a:cubicBezTo>
                  <a:pt x="439274" y="2027922"/>
                  <a:pt x="538322" y="2011088"/>
                  <a:pt x="636948" y="2013522"/>
                </a:cubicBezTo>
                <a:cubicBezTo>
                  <a:pt x="932831" y="2020825"/>
                  <a:pt x="1224924" y="2201531"/>
                  <a:pt x="1364374" y="2493360"/>
                </a:cubicBezTo>
                <a:lnTo>
                  <a:pt x="1376408" y="2523661"/>
                </a:lnTo>
                <a:lnTo>
                  <a:pt x="1341286" y="2462770"/>
                </a:lnTo>
                <a:cubicBezTo>
                  <a:pt x="1245952" y="2327607"/>
                  <a:pt x="1115010" y="2219976"/>
                  <a:pt x="961602" y="2152781"/>
                </a:cubicBezTo>
                <a:cubicBezTo>
                  <a:pt x="756131" y="2062239"/>
                  <a:pt x="536612" y="2054450"/>
                  <a:pt x="343784" y="2130816"/>
                </a:cubicBezTo>
                <a:cubicBezTo>
                  <a:pt x="247369" y="2168998"/>
                  <a:pt x="158074" y="2228060"/>
                  <a:pt x="79489" y="2304346"/>
                </a:cubicBezTo>
                <a:lnTo>
                  <a:pt x="0" y="2396547"/>
                </a:lnTo>
                <a:lnTo>
                  <a:pt x="0" y="2420186"/>
                </a:lnTo>
                <a:lnTo>
                  <a:pt x="86037" y="2318954"/>
                </a:lnTo>
                <a:cubicBezTo>
                  <a:pt x="163254" y="2242571"/>
                  <a:pt x="252126" y="2181865"/>
                  <a:pt x="349403" y="2143330"/>
                </a:cubicBezTo>
                <a:cubicBezTo>
                  <a:pt x="695345" y="2006115"/>
                  <a:pt x="1103373" y="2150188"/>
                  <a:pt x="1328299" y="2466473"/>
                </a:cubicBezTo>
                <a:lnTo>
                  <a:pt x="1409017" y="2605771"/>
                </a:lnTo>
                <a:lnTo>
                  <a:pt x="1445974" y="2698831"/>
                </a:lnTo>
                <a:cubicBezTo>
                  <a:pt x="1461268" y="2741517"/>
                  <a:pt x="1476695" y="2784568"/>
                  <a:pt x="1493538" y="2826479"/>
                </a:cubicBezTo>
                <a:lnTo>
                  <a:pt x="1495594" y="2830910"/>
                </a:lnTo>
                <a:lnTo>
                  <a:pt x="1496161" y="2832534"/>
                </a:lnTo>
                <a:cubicBezTo>
                  <a:pt x="1558479" y="3015020"/>
                  <a:pt x="1622330" y="3203124"/>
                  <a:pt x="1775571" y="3295963"/>
                </a:cubicBezTo>
                <a:cubicBezTo>
                  <a:pt x="1830891" y="3329037"/>
                  <a:pt x="1894243" y="3346264"/>
                  <a:pt x="1958694" y="3345766"/>
                </a:cubicBezTo>
                <a:cubicBezTo>
                  <a:pt x="2074353" y="3343773"/>
                  <a:pt x="2184981" y="3298108"/>
                  <a:pt x="2268370" y="3217937"/>
                </a:cubicBezTo>
                <a:cubicBezTo>
                  <a:pt x="2421100" y="3075550"/>
                  <a:pt x="2481886" y="2864843"/>
                  <a:pt x="2506023" y="2713134"/>
                </a:cubicBezTo>
                <a:cubicBezTo>
                  <a:pt x="2520197" y="2623360"/>
                  <a:pt x="2525944" y="2530649"/>
                  <a:pt x="2531563" y="2441258"/>
                </a:cubicBezTo>
                <a:cubicBezTo>
                  <a:pt x="2538331" y="2330796"/>
                  <a:pt x="2545482" y="2216502"/>
                  <a:pt x="2568723" y="2107319"/>
                </a:cubicBezTo>
                <a:cubicBezTo>
                  <a:pt x="2607162" y="1926238"/>
                  <a:pt x="2714303" y="1715913"/>
                  <a:pt x="2899725" y="1669303"/>
                </a:cubicBezTo>
                <a:cubicBezTo>
                  <a:pt x="2949592" y="1656756"/>
                  <a:pt x="2999029" y="1657881"/>
                  <a:pt x="3046611" y="1669407"/>
                </a:cubicBezTo>
                <a:lnTo>
                  <a:pt x="3093444" y="1685963"/>
                </a:lnTo>
                <a:lnTo>
                  <a:pt x="3114523" y="1695008"/>
                </a:lnTo>
                <a:lnTo>
                  <a:pt x="3143264" y="1711811"/>
                </a:lnTo>
                <a:lnTo>
                  <a:pt x="3189395" y="1743642"/>
                </a:lnTo>
                <a:lnTo>
                  <a:pt x="3236599" y="1783037"/>
                </a:lnTo>
                <a:lnTo>
                  <a:pt x="3245004" y="1791332"/>
                </a:lnTo>
                <a:lnTo>
                  <a:pt x="3284420" y="1836815"/>
                </a:lnTo>
                <a:lnTo>
                  <a:pt x="3315680" y="1880788"/>
                </a:lnTo>
                <a:lnTo>
                  <a:pt x="3386396" y="2002093"/>
                </a:lnTo>
                <a:lnTo>
                  <a:pt x="3453513" y="2154552"/>
                </a:lnTo>
                <a:lnTo>
                  <a:pt x="3492389" y="2262860"/>
                </a:lnTo>
                <a:lnTo>
                  <a:pt x="3522029" y="2344657"/>
                </a:lnTo>
                <a:lnTo>
                  <a:pt x="3531209" y="2376002"/>
                </a:lnTo>
                <a:cubicBezTo>
                  <a:pt x="3550620" y="2446876"/>
                  <a:pt x="3570668" y="2520177"/>
                  <a:pt x="3594293" y="2590668"/>
                </a:cubicBezTo>
                <a:cubicBezTo>
                  <a:pt x="3655462" y="2773920"/>
                  <a:pt x="3772053" y="3007869"/>
                  <a:pt x="3980334" y="3081935"/>
                </a:cubicBezTo>
                <a:cubicBezTo>
                  <a:pt x="4023612" y="3097591"/>
                  <a:pt x="4069291" y="3105636"/>
                  <a:pt x="4115314" y="3105687"/>
                </a:cubicBezTo>
                <a:cubicBezTo>
                  <a:pt x="4410305" y="3105560"/>
                  <a:pt x="4665579" y="2775834"/>
                  <a:pt x="4801198" y="2559509"/>
                </a:cubicBezTo>
                <a:cubicBezTo>
                  <a:pt x="5011267" y="2225059"/>
                  <a:pt x="5242534" y="1898782"/>
                  <a:pt x="5561787" y="1918576"/>
                </a:cubicBezTo>
                <a:cubicBezTo>
                  <a:pt x="5747464" y="1929941"/>
                  <a:pt x="5926502" y="2062750"/>
                  <a:pt x="6093790" y="2313045"/>
                </a:cubicBezTo>
                <a:cubicBezTo>
                  <a:pt x="6131846" y="2369873"/>
                  <a:pt x="6168368" y="2430020"/>
                  <a:pt x="6203614" y="2488124"/>
                </a:cubicBezTo>
                <a:cubicBezTo>
                  <a:pt x="6291473" y="2632810"/>
                  <a:pt x="6382395" y="2782347"/>
                  <a:pt x="6504734" y="2895746"/>
                </a:cubicBezTo>
                <a:cubicBezTo>
                  <a:pt x="6675088" y="3053585"/>
                  <a:pt x="6943516" y="3131611"/>
                  <a:pt x="7126895" y="2975561"/>
                </a:cubicBezTo>
                <a:cubicBezTo>
                  <a:pt x="7271517" y="2852489"/>
                  <a:pt x="7302573" y="2647456"/>
                  <a:pt x="7305614" y="2437341"/>
                </a:cubicBezTo>
                <a:lnTo>
                  <a:pt x="7304593" y="2369196"/>
                </a:lnTo>
                <a:lnTo>
                  <a:pt x="7306784" y="2204545"/>
                </a:lnTo>
                <a:lnTo>
                  <a:pt x="7308232" y="2164274"/>
                </a:lnTo>
                <a:lnTo>
                  <a:pt x="7309070" y="2136252"/>
                </a:lnTo>
                <a:lnTo>
                  <a:pt x="7309507" y="2128389"/>
                </a:lnTo>
                <a:cubicBezTo>
                  <a:pt x="7311552" y="2088930"/>
                  <a:pt x="7313594" y="2047938"/>
                  <a:pt x="7316148" y="2009628"/>
                </a:cubicBezTo>
                <a:lnTo>
                  <a:pt x="7322366" y="1946198"/>
                </a:lnTo>
                <a:lnTo>
                  <a:pt x="7323075" y="1941077"/>
                </a:lnTo>
                <a:lnTo>
                  <a:pt x="7367697" y="1768680"/>
                </a:lnTo>
                <a:lnTo>
                  <a:pt x="7371545" y="1757124"/>
                </a:lnTo>
                <a:cubicBezTo>
                  <a:pt x="7413378" y="1658145"/>
                  <a:pt x="7479510" y="1574676"/>
                  <a:pt x="7583427" y="1542496"/>
                </a:cubicBezTo>
                <a:cubicBezTo>
                  <a:pt x="7664773" y="1517210"/>
                  <a:pt x="7753526" y="1532790"/>
                  <a:pt x="7831934" y="1546582"/>
                </a:cubicBezTo>
                <a:lnTo>
                  <a:pt x="8965936" y="1745211"/>
                </a:lnTo>
                <a:lnTo>
                  <a:pt x="8965936" y="1667475"/>
                </a:lnTo>
                <a:lnTo>
                  <a:pt x="8826985" y="1629156"/>
                </a:lnTo>
                <a:cubicBezTo>
                  <a:pt x="8661154" y="1574701"/>
                  <a:pt x="8504824" y="1499397"/>
                  <a:pt x="8352445" y="1426033"/>
                </a:cubicBezTo>
                <a:cubicBezTo>
                  <a:pt x="8305579" y="1403429"/>
                  <a:pt x="8257179" y="1380188"/>
                  <a:pt x="8209547" y="1357967"/>
                </a:cubicBezTo>
                <a:cubicBezTo>
                  <a:pt x="8154636" y="1332427"/>
                  <a:pt x="8099724" y="1308165"/>
                  <a:pt x="8046344" y="1286073"/>
                </a:cubicBezTo>
                <a:cubicBezTo>
                  <a:pt x="7963211" y="1251338"/>
                  <a:pt x="7874970" y="1219157"/>
                  <a:pt x="7785579" y="1220179"/>
                </a:cubicBezTo>
                <a:cubicBezTo>
                  <a:pt x="7661581" y="1221582"/>
                  <a:pt x="7559930" y="1275857"/>
                  <a:pt x="7474626" y="1386190"/>
                </a:cubicBezTo>
                <a:cubicBezTo>
                  <a:pt x="7450650" y="1417254"/>
                  <a:pt x="7430026" y="1451222"/>
                  <a:pt x="7412286" y="1486598"/>
                </a:cubicBezTo>
                <a:lnTo>
                  <a:pt x="7376850" y="1572232"/>
                </a:lnTo>
                <a:lnTo>
                  <a:pt x="7390407" y="1529232"/>
                </a:lnTo>
                <a:cubicBezTo>
                  <a:pt x="7417607" y="1456969"/>
                  <a:pt x="7454832" y="1385042"/>
                  <a:pt x="7505912" y="1325915"/>
                </a:cubicBezTo>
                <a:cubicBezTo>
                  <a:pt x="7593389" y="1224136"/>
                  <a:pt x="7695805" y="1176760"/>
                  <a:pt x="7818527" y="1181485"/>
                </a:cubicBezTo>
                <a:cubicBezTo>
                  <a:pt x="7907405" y="1184677"/>
                  <a:pt x="7998457" y="1221200"/>
                  <a:pt x="8075078" y="1256446"/>
                </a:cubicBezTo>
                <a:cubicBezTo>
                  <a:pt x="8128329" y="1280581"/>
                  <a:pt x="8182729" y="1307143"/>
                  <a:pt x="8237003" y="1335110"/>
                </a:cubicBezTo>
                <a:cubicBezTo>
                  <a:pt x="8284252" y="1359373"/>
                  <a:pt x="8331630" y="1384785"/>
                  <a:pt x="8377475" y="1409304"/>
                </a:cubicBezTo>
                <a:cubicBezTo>
                  <a:pt x="8529951" y="1490906"/>
                  <a:pt x="8686233" y="1574518"/>
                  <a:pt x="8854187" y="1633851"/>
                </a:cubicBezTo>
                <a:lnTo>
                  <a:pt x="8965936" y="1666483"/>
                </a:lnTo>
                <a:lnTo>
                  <a:pt x="8965936" y="1652984"/>
                </a:lnTo>
                <a:lnTo>
                  <a:pt x="8858291" y="1621552"/>
                </a:lnTo>
                <a:cubicBezTo>
                  <a:pt x="8691348" y="1562530"/>
                  <a:pt x="8535665" y="1479157"/>
                  <a:pt x="8383859" y="1397939"/>
                </a:cubicBezTo>
                <a:cubicBezTo>
                  <a:pt x="8337632" y="1373292"/>
                  <a:pt x="8290254" y="1348007"/>
                  <a:pt x="8243388" y="1323745"/>
                </a:cubicBezTo>
                <a:cubicBezTo>
                  <a:pt x="8188860" y="1295778"/>
                  <a:pt x="8134203" y="1268960"/>
                  <a:pt x="8080824" y="1244698"/>
                </a:cubicBezTo>
                <a:cubicBezTo>
                  <a:pt x="8002544" y="1208558"/>
                  <a:pt x="7910344" y="1171525"/>
                  <a:pt x="7819165" y="1168077"/>
                </a:cubicBezTo>
                <a:cubicBezTo>
                  <a:pt x="7691974" y="1163352"/>
                  <a:pt x="7586238" y="1212261"/>
                  <a:pt x="7495825" y="1317359"/>
                </a:cubicBezTo>
                <a:cubicBezTo>
                  <a:pt x="7469966" y="1347464"/>
                  <a:pt x="7447555" y="1380796"/>
                  <a:pt x="7428136" y="1415777"/>
                </a:cubicBezTo>
                <a:lnTo>
                  <a:pt x="7390232" y="1498345"/>
                </a:lnTo>
                <a:lnTo>
                  <a:pt x="7403881" y="1459426"/>
                </a:lnTo>
                <a:cubicBezTo>
                  <a:pt x="7433987" y="1387083"/>
                  <a:pt x="7474500" y="1315827"/>
                  <a:pt x="7528900" y="1258360"/>
                </a:cubicBezTo>
                <a:cubicBezTo>
                  <a:pt x="7621100" y="1161563"/>
                  <a:pt x="7727220" y="1119549"/>
                  <a:pt x="7853645" y="1129894"/>
                </a:cubicBezTo>
                <a:cubicBezTo>
                  <a:pt x="7945334" y="1137427"/>
                  <a:pt x="8039705" y="1179313"/>
                  <a:pt x="8111345" y="1214942"/>
                </a:cubicBezTo>
                <a:cubicBezTo>
                  <a:pt x="8164342" y="1241249"/>
                  <a:pt x="8218614" y="1270109"/>
                  <a:pt x="8272505" y="1300757"/>
                </a:cubicBezTo>
                <a:cubicBezTo>
                  <a:pt x="8318476" y="1326936"/>
                  <a:pt x="8365088" y="1354392"/>
                  <a:pt x="8410166" y="1380954"/>
                </a:cubicBezTo>
                <a:cubicBezTo>
                  <a:pt x="8562354" y="1470983"/>
                  <a:pt x="8718206" y="1562594"/>
                  <a:pt x="8887419" y="1626368"/>
                </a:cubicBezTo>
                <a:lnTo>
                  <a:pt x="8965936" y="1650464"/>
                </a:lnTo>
                <a:lnTo>
                  <a:pt x="8965936" y="1636618"/>
                </a:lnTo>
                <a:lnTo>
                  <a:pt x="8892025" y="1613891"/>
                </a:lnTo>
                <a:cubicBezTo>
                  <a:pt x="8723968" y="1550350"/>
                  <a:pt x="8568930" y="1458884"/>
                  <a:pt x="8417701" y="1369716"/>
                </a:cubicBezTo>
                <a:cubicBezTo>
                  <a:pt x="8372621" y="1343154"/>
                  <a:pt x="8326011" y="1315698"/>
                  <a:pt x="8280038" y="1289520"/>
                </a:cubicBezTo>
                <a:cubicBezTo>
                  <a:pt x="8225766" y="1258617"/>
                  <a:pt x="8171238" y="1229628"/>
                  <a:pt x="8118113" y="1203321"/>
                </a:cubicBezTo>
                <a:cubicBezTo>
                  <a:pt x="8045324" y="1167054"/>
                  <a:pt x="7949804" y="1124530"/>
                  <a:pt x="7855432" y="1116867"/>
                </a:cubicBezTo>
                <a:cubicBezTo>
                  <a:pt x="7724284" y="1106013"/>
                  <a:pt x="7615099" y="1149559"/>
                  <a:pt x="7519962" y="1249422"/>
                </a:cubicBezTo>
                <a:cubicBezTo>
                  <a:pt x="7492059" y="1278570"/>
                  <a:pt x="7467732" y="1311262"/>
                  <a:pt x="7446537" y="1345853"/>
                </a:cubicBezTo>
                <a:lnTo>
                  <a:pt x="7397958" y="1441741"/>
                </a:lnTo>
                <a:lnTo>
                  <a:pt x="7386920" y="1467854"/>
                </a:lnTo>
                <a:lnTo>
                  <a:pt x="7368340" y="1520649"/>
                </a:lnTo>
                <a:lnTo>
                  <a:pt x="7375377" y="1495165"/>
                </a:lnTo>
                <a:lnTo>
                  <a:pt x="7386920" y="1467854"/>
                </a:lnTo>
                <a:lnTo>
                  <a:pt x="7391909" y="1453680"/>
                </a:lnTo>
                <a:lnTo>
                  <a:pt x="7397958" y="1441741"/>
                </a:lnTo>
                <a:lnTo>
                  <a:pt x="7443813" y="1333253"/>
                </a:lnTo>
                <a:cubicBezTo>
                  <a:pt x="7472757" y="1280297"/>
                  <a:pt x="7508308" y="1230266"/>
                  <a:pt x="7551886" y="1188891"/>
                </a:cubicBezTo>
                <a:cubicBezTo>
                  <a:pt x="7624485" y="1119837"/>
                  <a:pt x="7704625" y="1081885"/>
                  <a:pt x="7794948" y="1074121"/>
                </a:cubicBezTo>
                <a:cubicBezTo>
                  <a:pt x="7825056" y="1071533"/>
                  <a:pt x="7856295" y="1072299"/>
                  <a:pt x="7888763" y="1076385"/>
                </a:cubicBezTo>
                <a:cubicBezTo>
                  <a:pt x="7983389" y="1088262"/>
                  <a:pt x="8076738" y="1133341"/>
                  <a:pt x="8147613" y="1171651"/>
                </a:cubicBezTo>
                <a:cubicBezTo>
                  <a:pt x="8200481" y="1200640"/>
                  <a:pt x="8254498" y="1231160"/>
                  <a:pt x="8308133" y="1264490"/>
                </a:cubicBezTo>
                <a:cubicBezTo>
                  <a:pt x="8353723" y="1292585"/>
                  <a:pt x="8398929" y="1321955"/>
                  <a:pt x="8443114" y="1350560"/>
                </a:cubicBezTo>
                <a:cubicBezTo>
                  <a:pt x="8594440" y="1448061"/>
                  <a:pt x="8749501" y="1548147"/>
                  <a:pt x="8919934" y="1616717"/>
                </a:cubicBezTo>
                <a:lnTo>
                  <a:pt x="8965936" y="1631565"/>
                </a:lnTo>
                <a:lnTo>
                  <a:pt x="8965936" y="1617962"/>
                </a:lnTo>
                <a:lnTo>
                  <a:pt x="8924645" y="1604605"/>
                </a:lnTo>
                <a:cubicBezTo>
                  <a:pt x="8755535" y="1536454"/>
                  <a:pt x="8600953" y="1436823"/>
                  <a:pt x="8450393" y="1339706"/>
                </a:cubicBezTo>
                <a:cubicBezTo>
                  <a:pt x="8406207" y="1311228"/>
                  <a:pt x="8360363" y="1281729"/>
                  <a:pt x="8315156" y="1253636"/>
                </a:cubicBezTo>
                <a:cubicBezTo>
                  <a:pt x="8261395" y="1220178"/>
                  <a:pt x="8207122" y="1188762"/>
                  <a:pt x="8153997" y="1160286"/>
                </a:cubicBezTo>
                <a:cubicBezTo>
                  <a:pt x="8081975" y="1121592"/>
                  <a:pt x="7987220" y="1076258"/>
                  <a:pt x="7890423" y="1063488"/>
                </a:cubicBezTo>
                <a:cubicBezTo>
                  <a:pt x="7756336" y="1046631"/>
                  <a:pt x="7642553" y="1084558"/>
                  <a:pt x="7542563" y="1179568"/>
                </a:cubicBezTo>
                <a:cubicBezTo>
                  <a:pt x="7483182" y="1235885"/>
                  <a:pt x="7438520" y="1307685"/>
                  <a:pt x="7405014" y="1381225"/>
                </a:cubicBezTo>
                <a:lnTo>
                  <a:pt x="7367703" y="1478079"/>
                </a:lnTo>
                <a:lnTo>
                  <a:pt x="7383016" y="1427735"/>
                </a:lnTo>
                <a:cubicBezTo>
                  <a:pt x="7420872" y="1320687"/>
                  <a:pt x="7480565" y="1203385"/>
                  <a:pt x="7573084" y="1123508"/>
                </a:cubicBezTo>
                <a:cubicBezTo>
                  <a:pt x="7649226" y="1057902"/>
                  <a:pt x="7732479" y="1023757"/>
                  <a:pt x="7825646" y="1020268"/>
                </a:cubicBezTo>
                <a:cubicBezTo>
                  <a:pt x="7856702" y="1019104"/>
                  <a:pt x="7888858" y="1021347"/>
                  <a:pt x="7922220" y="1026966"/>
                </a:cubicBezTo>
                <a:cubicBezTo>
                  <a:pt x="7997052" y="1039736"/>
                  <a:pt x="8080059" y="1073193"/>
                  <a:pt x="8182220" y="1132575"/>
                </a:cubicBezTo>
                <a:cubicBezTo>
                  <a:pt x="8235216" y="1162967"/>
                  <a:pt x="8288977" y="1196680"/>
                  <a:pt x="8341973" y="1232437"/>
                </a:cubicBezTo>
                <a:cubicBezTo>
                  <a:pt x="8386286" y="1262320"/>
                  <a:pt x="8431109" y="1293862"/>
                  <a:pt x="8474528" y="1324254"/>
                </a:cubicBezTo>
                <a:cubicBezTo>
                  <a:pt x="8625280" y="1429896"/>
                  <a:pt x="8779838" y="1538195"/>
                  <a:pt x="8951403" y="1611386"/>
                </a:cubicBezTo>
                <a:lnTo>
                  <a:pt x="8965936" y="1616300"/>
                </a:lnTo>
                <a:lnTo>
                  <a:pt x="8965936" y="1603118"/>
                </a:lnTo>
                <a:lnTo>
                  <a:pt x="8956612" y="1599553"/>
                </a:lnTo>
                <a:cubicBezTo>
                  <a:pt x="8786358" y="1527116"/>
                  <a:pt x="8632590" y="1419392"/>
                  <a:pt x="8482701" y="1314038"/>
                </a:cubicBezTo>
                <a:cubicBezTo>
                  <a:pt x="8439282" y="1283645"/>
                  <a:pt x="8394331" y="1252103"/>
                  <a:pt x="8349891" y="1222221"/>
                </a:cubicBezTo>
                <a:cubicBezTo>
                  <a:pt x="8296511" y="1186210"/>
                  <a:pt x="8242493" y="1152368"/>
                  <a:pt x="8189242" y="1121719"/>
                </a:cubicBezTo>
                <a:cubicBezTo>
                  <a:pt x="8085294" y="1061573"/>
                  <a:pt x="8001395" y="1027476"/>
                  <a:pt x="7924774" y="1014706"/>
                </a:cubicBezTo>
                <a:cubicBezTo>
                  <a:pt x="7787239" y="991337"/>
                  <a:pt x="7669371" y="1023901"/>
                  <a:pt x="7564784" y="1114186"/>
                </a:cubicBezTo>
                <a:cubicBezTo>
                  <a:pt x="7470157" y="1195788"/>
                  <a:pt x="7409363" y="1315029"/>
                  <a:pt x="7370873" y="1423692"/>
                </a:cubicBezTo>
                <a:lnTo>
                  <a:pt x="7351959" y="1485787"/>
                </a:lnTo>
                <a:lnTo>
                  <a:pt x="7357269" y="1460895"/>
                </a:lnTo>
                <a:cubicBezTo>
                  <a:pt x="7409499" y="1277133"/>
                  <a:pt x="7491739" y="1137045"/>
                  <a:pt x="7595176" y="1055954"/>
                </a:cubicBezTo>
                <a:cubicBezTo>
                  <a:pt x="7674576" y="993604"/>
                  <a:pt x="7760942" y="963220"/>
                  <a:pt x="7857023" y="964099"/>
                </a:cubicBezTo>
                <a:cubicBezTo>
                  <a:pt x="7889050" y="964393"/>
                  <a:pt x="7922157" y="968160"/>
                  <a:pt x="7956444" y="975374"/>
                </a:cubicBezTo>
                <a:cubicBezTo>
                  <a:pt x="8033321" y="991720"/>
                  <a:pt x="8116326" y="1028371"/>
                  <a:pt x="8217593" y="1091072"/>
                </a:cubicBezTo>
                <a:cubicBezTo>
                  <a:pt x="8270334" y="1123637"/>
                  <a:pt x="8323840" y="1159775"/>
                  <a:pt x="8376709" y="1198085"/>
                </a:cubicBezTo>
                <a:cubicBezTo>
                  <a:pt x="8420128" y="1229755"/>
                  <a:pt x="8464184" y="1263214"/>
                  <a:pt x="8506708" y="1295395"/>
                </a:cubicBezTo>
                <a:cubicBezTo>
                  <a:pt x="8619269" y="1380732"/>
                  <a:pt x="8734012" y="1467482"/>
                  <a:pt x="8857255" y="1538419"/>
                </a:cubicBezTo>
                <a:lnTo>
                  <a:pt x="8965936" y="1594370"/>
                </a:lnTo>
                <a:lnTo>
                  <a:pt x="8965936" y="1579027"/>
                </a:lnTo>
                <a:lnTo>
                  <a:pt x="8822497" y="1502255"/>
                </a:lnTo>
                <a:cubicBezTo>
                  <a:pt x="8715372" y="1436632"/>
                  <a:pt x="8614168" y="1360012"/>
                  <a:pt x="8514625" y="1284540"/>
                </a:cubicBezTo>
                <a:cubicBezTo>
                  <a:pt x="8471974" y="1252231"/>
                  <a:pt x="8427917" y="1218901"/>
                  <a:pt x="8384371" y="1187104"/>
                </a:cubicBezTo>
                <a:cubicBezTo>
                  <a:pt x="8331248" y="1148410"/>
                  <a:pt x="8277486" y="1112143"/>
                  <a:pt x="8224360" y="1079579"/>
                </a:cubicBezTo>
                <a:cubicBezTo>
                  <a:pt x="8121690" y="1015984"/>
                  <a:pt x="8037406" y="978695"/>
                  <a:pt x="7958871" y="962093"/>
                </a:cubicBezTo>
                <a:cubicBezTo>
                  <a:pt x="7819676" y="932723"/>
                  <a:pt x="7694401" y="960690"/>
                  <a:pt x="7586621" y="1045227"/>
                </a:cubicBezTo>
                <a:cubicBezTo>
                  <a:pt x="7507224" y="1107386"/>
                  <a:pt x="7440179" y="1203018"/>
                  <a:pt x="7389316" y="1325659"/>
                </a:cubicBezTo>
                <a:lnTo>
                  <a:pt x="7352963" y="1431048"/>
                </a:lnTo>
                <a:lnTo>
                  <a:pt x="7361994" y="1391935"/>
                </a:lnTo>
                <a:cubicBezTo>
                  <a:pt x="7419970" y="1205108"/>
                  <a:pt x="7506040" y="1065149"/>
                  <a:pt x="7616630" y="986867"/>
                </a:cubicBezTo>
                <a:cubicBezTo>
                  <a:pt x="7699572" y="928156"/>
                  <a:pt x="7789193" y="901555"/>
                  <a:pt x="7888083" y="906954"/>
                </a:cubicBezTo>
                <a:cubicBezTo>
                  <a:pt x="7921046" y="908754"/>
                  <a:pt x="7955038" y="914110"/>
                  <a:pt x="7990156" y="923016"/>
                </a:cubicBezTo>
                <a:cubicBezTo>
                  <a:pt x="8067926" y="942683"/>
                  <a:pt x="8153742" y="983802"/>
                  <a:pt x="8252455" y="1048930"/>
                </a:cubicBezTo>
                <a:cubicBezTo>
                  <a:pt x="8305068" y="1083409"/>
                  <a:pt x="8358446" y="1121848"/>
                  <a:pt x="8410804" y="1162967"/>
                </a:cubicBezTo>
                <a:cubicBezTo>
                  <a:pt x="8453583" y="1196426"/>
                  <a:pt x="8496747" y="1231670"/>
                  <a:pt x="8538506" y="1265766"/>
                </a:cubicBezTo>
                <a:cubicBezTo>
                  <a:pt x="8650635" y="1356922"/>
                  <a:pt x="8764866" y="1449976"/>
                  <a:pt x="8888380" y="1525656"/>
                </a:cubicBezTo>
                <a:lnTo>
                  <a:pt x="8965936" y="1567940"/>
                </a:lnTo>
                <a:lnTo>
                  <a:pt x="8965936" y="1552969"/>
                </a:lnTo>
                <a:lnTo>
                  <a:pt x="8894584" y="1514075"/>
                </a:lnTo>
                <a:cubicBezTo>
                  <a:pt x="8772025" y="1439034"/>
                  <a:pt x="8658473" y="1346690"/>
                  <a:pt x="8547062" y="1255679"/>
                </a:cubicBezTo>
                <a:cubicBezTo>
                  <a:pt x="8505431" y="1221454"/>
                  <a:pt x="8462140" y="1186210"/>
                  <a:pt x="8419361" y="1152624"/>
                </a:cubicBezTo>
                <a:cubicBezTo>
                  <a:pt x="8366619" y="1110993"/>
                  <a:pt x="8313112" y="1072427"/>
                  <a:pt x="8260117" y="1037693"/>
                </a:cubicBezTo>
                <a:cubicBezTo>
                  <a:pt x="8159743" y="971799"/>
                  <a:pt x="8072906" y="930040"/>
                  <a:pt x="7993731" y="909991"/>
                </a:cubicBezTo>
                <a:cubicBezTo>
                  <a:pt x="7850962" y="874362"/>
                  <a:pt x="7720707" y="897476"/>
                  <a:pt x="7609095" y="976523"/>
                </a:cubicBezTo>
                <a:cubicBezTo>
                  <a:pt x="7525387" y="1035809"/>
                  <a:pt x="7453963" y="1130938"/>
                  <a:pt x="7398915" y="1254639"/>
                </a:cubicBezTo>
                <a:lnTo>
                  <a:pt x="7351472" y="1382234"/>
                </a:lnTo>
                <a:lnTo>
                  <a:pt x="7366591" y="1321317"/>
                </a:lnTo>
                <a:cubicBezTo>
                  <a:pt x="7429164" y="1132446"/>
                  <a:pt x="7522896" y="993253"/>
                  <a:pt x="7637956" y="918291"/>
                </a:cubicBezTo>
                <a:cubicBezTo>
                  <a:pt x="7702677" y="876127"/>
                  <a:pt x="7770913" y="852669"/>
                  <a:pt x="7843937" y="847760"/>
                </a:cubicBezTo>
                <a:cubicBezTo>
                  <a:pt x="7868278" y="846123"/>
                  <a:pt x="7893151" y="846548"/>
                  <a:pt x="7918604" y="849028"/>
                </a:cubicBezTo>
                <a:cubicBezTo>
                  <a:pt x="7952541" y="852335"/>
                  <a:pt x="7987507" y="859294"/>
                  <a:pt x="8023614" y="869892"/>
                </a:cubicBezTo>
                <a:cubicBezTo>
                  <a:pt x="8103427" y="893262"/>
                  <a:pt x="8189498" y="937702"/>
                  <a:pt x="8287062" y="1005895"/>
                </a:cubicBezTo>
                <a:cubicBezTo>
                  <a:pt x="8339675" y="1042546"/>
                  <a:pt x="8392798" y="1083282"/>
                  <a:pt x="8444772" y="1127083"/>
                </a:cubicBezTo>
                <a:cubicBezTo>
                  <a:pt x="8486658" y="1162202"/>
                  <a:pt x="8529055" y="1199362"/>
                  <a:pt x="8570047" y="1235247"/>
                </a:cubicBezTo>
                <a:cubicBezTo>
                  <a:pt x="8681675" y="1333010"/>
                  <a:pt x="8795443" y="1432551"/>
                  <a:pt x="8919262" y="1513074"/>
                </a:cubicBezTo>
                <a:lnTo>
                  <a:pt x="8965936" y="1539956"/>
                </a:lnTo>
                <a:lnTo>
                  <a:pt x="8965936" y="1527172"/>
                </a:lnTo>
                <a:lnTo>
                  <a:pt x="8884704" y="1474367"/>
                </a:lnTo>
                <a:cubicBezTo>
                  <a:pt x="8777371" y="1399790"/>
                  <a:pt x="8677061" y="1312059"/>
                  <a:pt x="8578476" y="1225796"/>
                </a:cubicBezTo>
                <a:cubicBezTo>
                  <a:pt x="8537355" y="1189913"/>
                  <a:pt x="8494959" y="1152751"/>
                  <a:pt x="8452945" y="1117506"/>
                </a:cubicBezTo>
                <a:cubicBezTo>
                  <a:pt x="8400588" y="1073576"/>
                  <a:pt x="8347208" y="1032585"/>
                  <a:pt x="8294213" y="995679"/>
                </a:cubicBezTo>
                <a:cubicBezTo>
                  <a:pt x="8195499" y="926592"/>
                  <a:pt x="8108024" y="881513"/>
                  <a:pt x="8026934" y="857762"/>
                </a:cubicBezTo>
                <a:cubicBezTo>
                  <a:pt x="7880589" y="814854"/>
                  <a:pt x="7747779" y="831327"/>
                  <a:pt x="7630167" y="907821"/>
                </a:cubicBezTo>
                <a:cubicBezTo>
                  <a:pt x="7541957" y="965190"/>
                  <a:pt x="7466247" y="1059411"/>
                  <a:pt x="7406968" y="1183745"/>
                </a:cubicBezTo>
                <a:lnTo>
                  <a:pt x="7360093" y="1300916"/>
                </a:lnTo>
                <a:lnTo>
                  <a:pt x="7372592" y="1254145"/>
                </a:lnTo>
                <a:cubicBezTo>
                  <a:pt x="7441295" y="1060168"/>
                  <a:pt x="7538221" y="924932"/>
                  <a:pt x="7660686" y="852141"/>
                </a:cubicBezTo>
                <a:cubicBezTo>
                  <a:pt x="7719685" y="817088"/>
                  <a:pt x="7782642" y="796847"/>
                  <a:pt x="7849111" y="791436"/>
                </a:cubicBezTo>
                <a:cubicBezTo>
                  <a:pt x="7915578" y="786025"/>
                  <a:pt x="7985559" y="795444"/>
                  <a:pt x="8058604" y="819706"/>
                </a:cubicBezTo>
                <a:cubicBezTo>
                  <a:pt x="8140205" y="846906"/>
                  <a:pt x="8226658" y="894795"/>
                  <a:pt x="8323072" y="966051"/>
                </a:cubicBezTo>
                <a:cubicBezTo>
                  <a:pt x="8374665" y="1003723"/>
                  <a:pt x="8427532" y="1046758"/>
                  <a:pt x="8480018" y="1093753"/>
                </a:cubicBezTo>
                <a:cubicBezTo>
                  <a:pt x="8520243" y="1129892"/>
                  <a:pt x="8560852" y="1167948"/>
                  <a:pt x="8600184" y="1204726"/>
                </a:cubicBezTo>
                <a:cubicBezTo>
                  <a:pt x="8686670" y="1285904"/>
                  <a:pt x="8774598" y="1368304"/>
                  <a:pt x="8868021" y="1441254"/>
                </a:cubicBezTo>
                <a:lnTo>
                  <a:pt x="8965936" y="1509571"/>
                </a:lnTo>
                <a:lnTo>
                  <a:pt x="8965936" y="1495480"/>
                </a:lnTo>
                <a:lnTo>
                  <a:pt x="8915447" y="1460798"/>
                </a:lnTo>
                <a:cubicBezTo>
                  <a:pt x="8807508" y="1381400"/>
                  <a:pt x="8707071" y="1287859"/>
                  <a:pt x="8608103" y="1196553"/>
                </a:cubicBezTo>
                <a:cubicBezTo>
                  <a:pt x="8568771" y="1159775"/>
                  <a:pt x="8528034" y="1121719"/>
                  <a:pt x="8487807" y="1085452"/>
                </a:cubicBezTo>
                <a:cubicBezTo>
                  <a:pt x="8434940" y="1038075"/>
                  <a:pt x="8381687" y="994785"/>
                  <a:pt x="8329841" y="956475"/>
                </a:cubicBezTo>
                <a:cubicBezTo>
                  <a:pt x="8232405" y="884833"/>
                  <a:pt x="8144674" y="835925"/>
                  <a:pt x="8061669" y="808212"/>
                </a:cubicBezTo>
                <a:cubicBezTo>
                  <a:pt x="7912130" y="758410"/>
                  <a:pt x="7774469" y="769647"/>
                  <a:pt x="7653024" y="841798"/>
                </a:cubicBezTo>
                <a:cubicBezTo>
                  <a:pt x="7528132" y="915737"/>
                  <a:pt x="7429163" y="1053399"/>
                  <a:pt x="7359311" y="1250442"/>
                </a:cubicBezTo>
                <a:cubicBezTo>
                  <a:pt x="7327066" y="1344699"/>
                  <a:pt x="7301462" y="1441088"/>
                  <a:pt x="7282690" y="1538920"/>
                </a:cubicBezTo>
                <a:cubicBezTo>
                  <a:pt x="7276561" y="1571101"/>
                  <a:pt x="7270048" y="1603536"/>
                  <a:pt x="7263791" y="1635973"/>
                </a:cubicBezTo>
                <a:cubicBezTo>
                  <a:pt x="7226885" y="1831101"/>
                  <a:pt x="7188319" y="2032741"/>
                  <a:pt x="7097779" y="2198753"/>
                </a:cubicBezTo>
                <a:cubicBezTo>
                  <a:pt x="7073221" y="2243434"/>
                  <a:pt x="7044540" y="2285717"/>
                  <a:pt x="7012091" y="2325049"/>
                </a:cubicBezTo>
                <a:cubicBezTo>
                  <a:pt x="6861149" y="2507407"/>
                  <a:pt x="6612387" y="2575982"/>
                  <a:pt x="6433605" y="2484548"/>
                </a:cubicBezTo>
                <a:cubicBezTo>
                  <a:pt x="6402037" y="2468470"/>
                  <a:pt x="6372921" y="2447950"/>
                  <a:pt x="6347150" y="2423635"/>
                </a:cubicBezTo>
                <a:lnTo>
                  <a:pt x="6331814" y="2404975"/>
                </a:lnTo>
                <a:lnTo>
                  <a:pt x="6421727" y="2466798"/>
                </a:lnTo>
                <a:cubicBezTo>
                  <a:pt x="6475248" y="2492568"/>
                  <a:pt x="6533965" y="2505671"/>
                  <a:pt x="6593358" y="2505109"/>
                </a:cubicBezTo>
                <a:cubicBezTo>
                  <a:pt x="6747110" y="2505109"/>
                  <a:pt x="6911846" y="2424018"/>
                  <a:pt x="7022691" y="2282270"/>
                </a:cubicBezTo>
                <a:cubicBezTo>
                  <a:pt x="7055101" y="2240614"/>
                  <a:pt x="7083694" y="2196123"/>
                  <a:pt x="7108122" y="2149334"/>
                </a:cubicBezTo>
                <a:cubicBezTo>
                  <a:pt x="7194449" y="1983193"/>
                  <a:pt x="7232759" y="1786151"/>
                  <a:pt x="7271069" y="1595492"/>
                </a:cubicBezTo>
                <a:cubicBezTo>
                  <a:pt x="7279115" y="1555266"/>
                  <a:pt x="7287033" y="1515041"/>
                  <a:pt x="7295333" y="1475198"/>
                </a:cubicBezTo>
                <a:cubicBezTo>
                  <a:pt x="7315216" y="1376689"/>
                  <a:pt x="7342545" y="1279828"/>
                  <a:pt x="7377062" y="1185444"/>
                </a:cubicBezTo>
                <a:cubicBezTo>
                  <a:pt x="7451129" y="988655"/>
                  <a:pt x="7554184" y="853803"/>
                  <a:pt x="7681886" y="784333"/>
                </a:cubicBezTo>
                <a:cubicBezTo>
                  <a:pt x="7743182" y="751068"/>
                  <a:pt x="7808309" y="733093"/>
                  <a:pt x="7876821" y="730380"/>
                </a:cubicBezTo>
                <a:cubicBezTo>
                  <a:pt x="7945332" y="727666"/>
                  <a:pt x="8017229" y="740212"/>
                  <a:pt x="8092062" y="767987"/>
                </a:cubicBezTo>
                <a:cubicBezTo>
                  <a:pt x="8174429" y="798636"/>
                  <a:pt x="8263820" y="851249"/>
                  <a:pt x="8357808" y="924550"/>
                </a:cubicBezTo>
                <a:cubicBezTo>
                  <a:pt x="8412093" y="966947"/>
                  <a:pt x="8464222" y="1012038"/>
                  <a:pt x="8513986" y="1059657"/>
                </a:cubicBezTo>
                <a:cubicBezTo>
                  <a:pt x="8553574" y="1097585"/>
                  <a:pt x="8594055" y="1137811"/>
                  <a:pt x="8632365" y="1176121"/>
                </a:cubicBezTo>
                <a:cubicBezTo>
                  <a:pt x="8718684" y="1261881"/>
                  <a:pt x="8806298" y="1349009"/>
                  <a:pt x="8899698" y="1426032"/>
                </a:cubicBezTo>
                <a:lnTo>
                  <a:pt x="8965936" y="1474691"/>
                </a:lnTo>
                <a:lnTo>
                  <a:pt x="8965936" y="1460164"/>
                </a:lnTo>
                <a:lnTo>
                  <a:pt x="8947612" y="1446880"/>
                </a:lnTo>
                <a:cubicBezTo>
                  <a:pt x="8839784" y="1362948"/>
                  <a:pt x="8740081" y="1263661"/>
                  <a:pt x="8642071" y="1166033"/>
                </a:cubicBezTo>
                <a:cubicBezTo>
                  <a:pt x="8603249" y="1127467"/>
                  <a:pt x="8563152" y="1087752"/>
                  <a:pt x="8523436" y="1049441"/>
                </a:cubicBezTo>
                <a:cubicBezTo>
                  <a:pt x="8471078" y="999638"/>
                  <a:pt x="8418210" y="953793"/>
                  <a:pt x="8366108" y="913312"/>
                </a:cubicBezTo>
                <a:cubicBezTo>
                  <a:pt x="8271099" y="839245"/>
                  <a:pt x="8180430" y="785994"/>
                  <a:pt x="8096914" y="754835"/>
                </a:cubicBezTo>
                <a:cubicBezTo>
                  <a:pt x="7943673" y="697880"/>
                  <a:pt x="7801541" y="703626"/>
                  <a:pt x="7675500" y="771947"/>
                </a:cubicBezTo>
                <a:cubicBezTo>
                  <a:pt x="7544350" y="843587"/>
                  <a:pt x="7439762" y="980993"/>
                  <a:pt x="7364419" y="1180591"/>
                </a:cubicBezTo>
                <a:cubicBezTo>
                  <a:pt x="7329749" y="1275665"/>
                  <a:pt x="7302254" y="1373203"/>
                  <a:pt x="7282180" y="1472388"/>
                </a:cubicBezTo>
                <a:cubicBezTo>
                  <a:pt x="7273917" y="1512397"/>
                  <a:pt x="7265834" y="1552584"/>
                  <a:pt x="7257916" y="1592938"/>
                </a:cubicBezTo>
                <a:cubicBezTo>
                  <a:pt x="7220372" y="1782575"/>
                  <a:pt x="7181551" y="1978725"/>
                  <a:pt x="7096119" y="2143075"/>
                </a:cubicBezTo>
                <a:cubicBezTo>
                  <a:pt x="7072137" y="2189163"/>
                  <a:pt x="7044004" y="2232977"/>
                  <a:pt x="7012091" y="2273970"/>
                </a:cubicBezTo>
                <a:cubicBezTo>
                  <a:pt x="6861914" y="2466798"/>
                  <a:pt x="6610471" y="2544441"/>
                  <a:pt x="6427730" y="2455050"/>
                </a:cubicBezTo>
                <a:cubicBezTo>
                  <a:pt x="6395461" y="2439227"/>
                  <a:pt x="6365680" y="2418745"/>
                  <a:pt x="6339360" y="2394264"/>
                </a:cubicBezTo>
                <a:lnTo>
                  <a:pt x="6325385" y="2377241"/>
                </a:lnTo>
                <a:lnTo>
                  <a:pt x="6378175" y="2417581"/>
                </a:lnTo>
                <a:cubicBezTo>
                  <a:pt x="6437139" y="2454232"/>
                  <a:pt x="6505852" y="2473455"/>
                  <a:pt x="6576248" y="2472161"/>
                </a:cubicBezTo>
                <a:cubicBezTo>
                  <a:pt x="6736514" y="2472161"/>
                  <a:pt x="6911591" y="2383025"/>
                  <a:pt x="7023074" y="2230678"/>
                </a:cubicBezTo>
                <a:cubicBezTo>
                  <a:pt x="7054912" y="2187361"/>
                  <a:pt x="7082891" y="2141338"/>
                  <a:pt x="7106719" y="2093144"/>
                </a:cubicBezTo>
                <a:cubicBezTo>
                  <a:pt x="7187937" y="1929175"/>
                  <a:pt x="7226247" y="1737751"/>
                  <a:pt x="7264558" y="1552584"/>
                </a:cubicBezTo>
                <a:cubicBezTo>
                  <a:pt x="7274136" y="1505207"/>
                  <a:pt x="7284096" y="1456169"/>
                  <a:pt x="7294695" y="1408537"/>
                </a:cubicBezTo>
                <a:cubicBezTo>
                  <a:pt x="7316059" y="1308739"/>
                  <a:pt x="7345265" y="1210791"/>
                  <a:pt x="7382043" y="1115590"/>
                </a:cubicBezTo>
                <a:cubicBezTo>
                  <a:pt x="7461857" y="916121"/>
                  <a:pt x="7570148" y="781523"/>
                  <a:pt x="7703595" y="715374"/>
                </a:cubicBezTo>
                <a:cubicBezTo>
                  <a:pt x="7767127" y="684023"/>
                  <a:pt x="7834425" y="668316"/>
                  <a:pt x="7904996" y="668301"/>
                </a:cubicBezTo>
                <a:cubicBezTo>
                  <a:pt x="7975568" y="668285"/>
                  <a:pt x="8049411" y="683960"/>
                  <a:pt x="8126031" y="715374"/>
                </a:cubicBezTo>
                <a:cubicBezTo>
                  <a:pt x="8210058" y="749726"/>
                  <a:pt x="8299832" y="805403"/>
                  <a:pt x="8392799" y="882024"/>
                </a:cubicBezTo>
                <a:cubicBezTo>
                  <a:pt x="8447110" y="926668"/>
                  <a:pt x="8499034" y="974161"/>
                  <a:pt x="8548338" y="1024283"/>
                </a:cubicBezTo>
                <a:cubicBezTo>
                  <a:pt x="8587416" y="1063998"/>
                  <a:pt x="8626875" y="1105757"/>
                  <a:pt x="8665185" y="1146111"/>
                </a:cubicBezTo>
                <a:cubicBezTo>
                  <a:pt x="8751000" y="1237011"/>
                  <a:pt x="8837989" y="1329181"/>
                  <a:pt x="8931155" y="1410464"/>
                </a:cubicBezTo>
                <a:lnTo>
                  <a:pt x="8965936" y="1437384"/>
                </a:lnTo>
                <a:lnTo>
                  <a:pt x="8965936" y="1421020"/>
                </a:lnTo>
                <a:lnTo>
                  <a:pt x="8823621" y="1290980"/>
                </a:lnTo>
                <a:cubicBezTo>
                  <a:pt x="8773181" y="1240865"/>
                  <a:pt x="8724024" y="1188923"/>
                  <a:pt x="8675274" y="1137427"/>
                </a:cubicBezTo>
                <a:cubicBezTo>
                  <a:pt x="8637091" y="1096946"/>
                  <a:pt x="8597504" y="1055187"/>
                  <a:pt x="8558300" y="1015345"/>
                </a:cubicBezTo>
                <a:cubicBezTo>
                  <a:pt x="8508650" y="964916"/>
                  <a:pt x="8456393" y="917143"/>
                  <a:pt x="8401739" y="872192"/>
                </a:cubicBezTo>
                <a:cubicBezTo>
                  <a:pt x="8307750" y="795188"/>
                  <a:pt x="8216827" y="738361"/>
                  <a:pt x="8131394" y="703370"/>
                </a:cubicBezTo>
                <a:cubicBezTo>
                  <a:pt x="7974577" y="638497"/>
                  <a:pt x="7828743" y="638625"/>
                  <a:pt x="7698104" y="703370"/>
                </a:cubicBezTo>
                <a:cubicBezTo>
                  <a:pt x="7561464" y="771052"/>
                  <a:pt x="7451002" y="907948"/>
                  <a:pt x="7369912" y="1110609"/>
                </a:cubicBezTo>
                <a:cubicBezTo>
                  <a:pt x="7332866" y="1206475"/>
                  <a:pt x="7303443" y="1305112"/>
                  <a:pt x="7281925" y="1405600"/>
                </a:cubicBezTo>
                <a:cubicBezTo>
                  <a:pt x="7271325" y="1453359"/>
                  <a:pt x="7261365" y="1502525"/>
                  <a:pt x="7251660" y="1549902"/>
                </a:cubicBezTo>
                <a:cubicBezTo>
                  <a:pt x="7214244" y="1734175"/>
                  <a:pt x="7175421" y="1924705"/>
                  <a:pt x="7095098" y="2087141"/>
                </a:cubicBezTo>
                <a:cubicBezTo>
                  <a:pt x="7071550" y="2134609"/>
                  <a:pt x="7043992" y="2179981"/>
                  <a:pt x="7012731" y="2222761"/>
                </a:cubicBezTo>
                <a:cubicBezTo>
                  <a:pt x="6865364" y="2422740"/>
                  <a:pt x="6606002" y="2511621"/>
                  <a:pt x="6422240" y="2425295"/>
                </a:cubicBezTo>
                <a:cubicBezTo>
                  <a:pt x="6389242" y="2409792"/>
                  <a:pt x="6358823" y="2389283"/>
                  <a:pt x="6332083" y="2364509"/>
                </a:cubicBezTo>
                <a:lnTo>
                  <a:pt x="6319225" y="2348844"/>
                </a:lnTo>
                <a:lnTo>
                  <a:pt x="6411131" y="2409461"/>
                </a:lnTo>
                <a:cubicBezTo>
                  <a:pt x="6459338" y="2430991"/>
                  <a:pt x="6511580" y="2441998"/>
                  <a:pt x="6564372" y="2441769"/>
                </a:cubicBezTo>
                <a:cubicBezTo>
                  <a:pt x="6741366" y="2441642"/>
                  <a:pt x="6922574" y="2326710"/>
                  <a:pt x="7024097" y="2180875"/>
                </a:cubicBezTo>
                <a:cubicBezTo>
                  <a:pt x="7055472" y="2135885"/>
                  <a:pt x="7083018" y="2088343"/>
                  <a:pt x="7106464" y="2038744"/>
                </a:cubicBezTo>
                <a:cubicBezTo>
                  <a:pt x="7182191" y="1877073"/>
                  <a:pt x="7221395" y="1691269"/>
                  <a:pt x="7258811" y="1511720"/>
                </a:cubicBezTo>
                <a:cubicBezTo>
                  <a:pt x="7270305" y="1456298"/>
                  <a:pt x="7282308" y="1399088"/>
                  <a:pt x="7295079" y="1343538"/>
                </a:cubicBezTo>
                <a:cubicBezTo>
                  <a:pt x="7317822" y="1242424"/>
                  <a:pt x="7348917" y="1143366"/>
                  <a:pt x="7388045" y="1047398"/>
                </a:cubicBezTo>
                <a:cubicBezTo>
                  <a:pt x="7473222" y="845119"/>
                  <a:pt x="7587132" y="710777"/>
                  <a:pt x="7726454" y="648204"/>
                </a:cubicBezTo>
                <a:cubicBezTo>
                  <a:pt x="7791965" y="618386"/>
                  <a:pt x="7861275" y="604818"/>
                  <a:pt x="7933825" y="607467"/>
                </a:cubicBezTo>
                <a:cubicBezTo>
                  <a:pt x="8006376" y="610116"/>
                  <a:pt x="8082166" y="628985"/>
                  <a:pt x="8160639" y="664039"/>
                </a:cubicBezTo>
                <a:cubicBezTo>
                  <a:pt x="8258036" y="709908"/>
                  <a:pt x="8348345" y="769520"/>
                  <a:pt x="8428811" y="841032"/>
                </a:cubicBezTo>
                <a:cubicBezTo>
                  <a:pt x="8482612" y="887516"/>
                  <a:pt x="8533820" y="936923"/>
                  <a:pt x="8582180" y="989039"/>
                </a:cubicBezTo>
                <a:cubicBezTo>
                  <a:pt x="8620491" y="1030925"/>
                  <a:pt x="8658801" y="1074598"/>
                  <a:pt x="8697111" y="1116740"/>
                </a:cubicBezTo>
                <a:cubicBezTo>
                  <a:pt x="8782480" y="1212277"/>
                  <a:pt x="8869095" y="1309231"/>
                  <a:pt x="8962207" y="1394621"/>
                </a:cubicBezTo>
                <a:lnTo>
                  <a:pt x="8965936" y="1397645"/>
                </a:lnTo>
                <a:lnTo>
                  <a:pt x="8965936" y="1377355"/>
                </a:lnTo>
                <a:lnTo>
                  <a:pt x="8854679" y="1270170"/>
                </a:lnTo>
                <a:cubicBezTo>
                  <a:pt x="8804476" y="1217425"/>
                  <a:pt x="8755631" y="1162713"/>
                  <a:pt x="8707200" y="1108440"/>
                </a:cubicBezTo>
                <a:cubicBezTo>
                  <a:pt x="8669911" y="1065914"/>
                  <a:pt x="8630579" y="1022241"/>
                  <a:pt x="8592269" y="980738"/>
                </a:cubicBezTo>
                <a:cubicBezTo>
                  <a:pt x="8543104" y="927805"/>
                  <a:pt x="8491040" y="877632"/>
                  <a:pt x="8436346" y="830433"/>
                </a:cubicBezTo>
                <a:cubicBezTo>
                  <a:pt x="8354948" y="758180"/>
                  <a:pt x="8263604" y="697968"/>
                  <a:pt x="8165107" y="651651"/>
                </a:cubicBezTo>
                <a:cubicBezTo>
                  <a:pt x="8004460" y="579884"/>
                  <a:pt x="7854539" y="574520"/>
                  <a:pt x="7719558" y="635816"/>
                </a:cubicBezTo>
                <a:cubicBezTo>
                  <a:pt x="7577554" y="699923"/>
                  <a:pt x="7461346" y="836563"/>
                  <a:pt x="7374764" y="1042035"/>
                </a:cubicBezTo>
                <a:cubicBezTo>
                  <a:pt x="7335228" y="1138705"/>
                  <a:pt x="7303915" y="1238541"/>
                  <a:pt x="7281159" y="1340473"/>
                </a:cubicBezTo>
                <a:cubicBezTo>
                  <a:pt x="7268262" y="1396023"/>
                  <a:pt x="7256257" y="1453361"/>
                  <a:pt x="7244765" y="1508782"/>
                </a:cubicBezTo>
                <a:cubicBezTo>
                  <a:pt x="7207476" y="1687564"/>
                  <a:pt x="7168910" y="1872094"/>
                  <a:pt x="7093438" y="2032358"/>
                </a:cubicBezTo>
                <a:cubicBezTo>
                  <a:pt x="7070516" y="2081358"/>
                  <a:pt x="7043520" y="2128352"/>
                  <a:pt x="7012731" y="2172829"/>
                </a:cubicBezTo>
                <a:cubicBezTo>
                  <a:pt x="6884647" y="2357359"/>
                  <a:pt x="6626562" y="2491572"/>
                  <a:pt x="6416366" y="2396945"/>
                </a:cubicBezTo>
                <a:cubicBezTo>
                  <a:pt x="6382653" y="2381686"/>
                  <a:pt x="6351570" y="2361176"/>
                  <a:pt x="6324294" y="2336160"/>
                </a:cubicBezTo>
                <a:lnTo>
                  <a:pt x="6310743" y="2319658"/>
                </a:lnTo>
                <a:lnTo>
                  <a:pt x="6405383" y="2380727"/>
                </a:lnTo>
                <a:cubicBezTo>
                  <a:pt x="6451764" y="2400662"/>
                  <a:pt x="6501759" y="2410788"/>
                  <a:pt x="6552239" y="2410482"/>
                </a:cubicBezTo>
                <a:cubicBezTo>
                  <a:pt x="6734852" y="2410482"/>
                  <a:pt x="6921935" y="2285846"/>
                  <a:pt x="7024096" y="2130305"/>
                </a:cubicBezTo>
                <a:cubicBezTo>
                  <a:pt x="7054732" y="2083873"/>
                  <a:pt x="7081510" y="2035015"/>
                  <a:pt x="7104165" y="1984215"/>
                </a:cubicBezTo>
                <a:cubicBezTo>
                  <a:pt x="7175550" y="1825227"/>
                  <a:pt x="7213732" y="1645169"/>
                  <a:pt x="7250766" y="1471112"/>
                </a:cubicBezTo>
                <a:cubicBezTo>
                  <a:pt x="7264174" y="1407643"/>
                  <a:pt x="7278222" y="1342389"/>
                  <a:pt x="7293419" y="1278538"/>
                </a:cubicBezTo>
                <a:cubicBezTo>
                  <a:pt x="7317541" y="1176095"/>
                  <a:pt x="7350526" y="1075940"/>
                  <a:pt x="7392003" y="979206"/>
                </a:cubicBezTo>
                <a:cubicBezTo>
                  <a:pt x="7482417" y="774628"/>
                  <a:pt x="7601944" y="640670"/>
                  <a:pt x="7747269" y="581033"/>
                </a:cubicBezTo>
                <a:cubicBezTo>
                  <a:pt x="7815589" y="552811"/>
                  <a:pt x="7887326" y="541382"/>
                  <a:pt x="7961982" y="546714"/>
                </a:cubicBezTo>
                <a:cubicBezTo>
                  <a:pt x="8036640" y="552045"/>
                  <a:pt x="8114219" y="574138"/>
                  <a:pt x="8194223" y="612959"/>
                </a:cubicBezTo>
                <a:cubicBezTo>
                  <a:pt x="8292196" y="662213"/>
                  <a:pt x="8382761" y="724978"/>
                  <a:pt x="8463290" y="799402"/>
                </a:cubicBezTo>
                <a:cubicBezTo>
                  <a:pt x="8517549" y="848542"/>
                  <a:pt x="8568923" y="900771"/>
                  <a:pt x="8617170" y="955836"/>
                </a:cubicBezTo>
                <a:cubicBezTo>
                  <a:pt x="8655224" y="998999"/>
                  <a:pt x="8693663" y="1044461"/>
                  <a:pt x="8730825" y="1088390"/>
                </a:cubicBezTo>
                <a:cubicBezTo>
                  <a:pt x="8773229" y="1138533"/>
                  <a:pt x="8815952" y="1189055"/>
                  <a:pt x="8859694" y="1238233"/>
                </a:cubicBezTo>
                <a:lnTo>
                  <a:pt x="8965936" y="1349827"/>
                </a:lnTo>
                <a:lnTo>
                  <a:pt x="8965936" y="1328338"/>
                </a:lnTo>
                <a:lnTo>
                  <a:pt x="8887776" y="1249141"/>
                </a:lnTo>
                <a:cubicBezTo>
                  <a:pt x="8837790" y="1193792"/>
                  <a:pt x="8789216" y="1136374"/>
                  <a:pt x="8741041" y="1079451"/>
                </a:cubicBezTo>
                <a:cubicBezTo>
                  <a:pt x="8703878" y="1035395"/>
                  <a:pt x="8665568" y="989933"/>
                  <a:pt x="8627257" y="946642"/>
                </a:cubicBezTo>
                <a:cubicBezTo>
                  <a:pt x="8578579" y="891207"/>
                  <a:pt x="8526732" y="838631"/>
                  <a:pt x="8471974" y="789187"/>
                </a:cubicBezTo>
                <a:cubicBezTo>
                  <a:pt x="8390601" y="713625"/>
                  <a:pt x="8299002" y="649915"/>
                  <a:pt x="8199842" y="599932"/>
                </a:cubicBezTo>
                <a:cubicBezTo>
                  <a:pt x="8035745" y="520630"/>
                  <a:pt x="7882503" y="509776"/>
                  <a:pt x="7742032" y="567624"/>
                </a:cubicBezTo>
                <a:cubicBezTo>
                  <a:pt x="7593389" y="628154"/>
                  <a:pt x="7471434" y="765050"/>
                  <a:pt x="7379616" y="972949"/>
                </a:cubicBezTo>
                <a:cubicBezTo>
                  <a:pt x="7337730" y="1070384"/>
                  <a:pt x="7304489" y="1171320"/>
                  <a:pt x="7280265" y="1274579"/>
                </a:cubicBezTo>
                <a:cubicBezTo>
                  <a:pt x="7264941" y="1338173"/>
                  <a:pt x="7251022" y="1403558"/>
                  <a:pt x="7237485" y="1467409"/>
                </a:cubicBezTo>
                <a:cubicBezTo>
                  <a:pt x="7200707" y="1641210"/>
                  <a:pt x="7162524" y="1820502"/>
                  <a:pt x="7091778" y="1978214"/>
                </a:cubicBezTo>
                <a:cubicBezTo>
                  <a:pt x="7069404" y="2028528"/>
                  <a:pt x="7043021" y="2076952"/>
                  <a:pt x="7012858" y="2123026"/>
                </a:cubicBezTo>
                <a:cubicBezTo>
                  <a:pt x="6885285" y="2316494"/>
                  <a:pt x="6625157" y="2461180"/>
                  <a:pt x="6410364" y="2368469"/>
                </a:cubicBezTo>
                <a:cubicBezTo>
                  <a:pt x="6375948" y="2353553"/>
                  <a:pt x="6344239" y="2333057"/>
                  <a:pt x="6316503" y="2307811"/>
                </a:cubicBezTo>
                <a:lnTo>
                  <a:pt x="6302786" y="2291155"/>
                </a:lnTo>
                <a:lnTo>
                  <a:pt x="6352513" y="2328152"/>
                </a:lnTo>
                <a:cubicBezTo>
                  <a:pt x="6407908" y="2361804"/>
                  <a:pt x="6472009" y="2379547"/>
                  <a:pt x="6537682" y="2378685"/>
                </a:cubicBezTo>
                <a:cubicBezTo>
                  <a:pt x="6557462" y="2378672"/>
                  <a:pt x="6577217" y="2377306"/>
                  <a:pt x="6596808" y="2374599"/>
                </a:cubicBezTo>
                <a:cubicBezTo>
                  <a:pt x="6758733" y="2351613"/>
                  <a:pt x="6926532" y="2235914"/>
                  <a:pt x="7024224" y="2079864"/>
                </a:cubicBezTo>
                <a:cubicBezTo>
                  <a:pt x="7144391" y="1887929"/>
                  <a:pt x="7194577" y="1655001"/>
                  <a:pt x="7243104" y="1429864"/>
                </a:cubicBezTo>
                <a:cubicBezTo>
                  <a:pt x="7258555" y="1358351"/>
                  <a:pt x="7274518" y="1284284"/>
                  <a:pt x="7292524" y="1212771"/>
                </a:cubicBezTo>
                <a:cubicBezTo>
                  <a:pt x="7358546" y="950217"/>
                  <a:pt x="7494675" y="615640"/>
                  <a:pt x="7768722" y="512841"/>
                </a:cubicBezTo>
                <a:cubicBezTo>
                  <a:pt x="7815222" y="495378"/>
                  <a:pt x="7861677" y="486017"/>
                  <a:pt x="7907649" y="483339"/>
                </a:cubicBezTo>
                <a:cubicBezTo>
                  <a:pt x="8229456" y="464586"/>
                  <a:pt x="8527603" y="773208"/>
                  <a:pt x="8651521" y="921485"/>
                </a:cubicBezTo>
                <a:cubicBezTo>
                  <a:pt x="8688937" y="966308"/>
                  <a:pt x="8726866" y="1013557"/>
                  <a:pt x="8763516" y="1059275"/>
                </a:cubicBezTo>
                <a:cubicBezTo>
                  <a:pt x="8805669" y="1111708"/>
                  <a:pt x="8848140" y="1164588"/>
                  <a:pt x="8891676" y="1216078"/>
                </a:cubicBezTo>
                <a:lnTo>
                  <a:pt x="8965936" y="1298018"/>
                </a:lnTo>
                <a:lnTo>
                  <a:pt x="8965936" y="1278101"/>
                </a:lnTo>
                <a:lnTo>
                  <a:pt x="8919907" y="1229152"/>
                </a:lnTo>
                <a:cubicBezTo>
                  <a:pt x="8870154" y="1171189"/>
                  <a:pt x="8821875" y="1111026"/>
                  <a:pt x="8773987" y="1051357"/>
                </a:cubicBezTo>
                <a:cubicBezTo>
                  <a:pt x="8737336" y="1005641"/>
                  <a:pt x="8700048" y="958263"/>
                  <a:pt x="8661737" y="913312"/>
                </a:cubicBezTo>
                <a:cubicBezTo>
                  <a:pt x="8518330" y="741809"/>
                  <a:pt x="8143653" y="358067"/>
                  <a:pt x="7763998" y="500454"/>
                </a:cubicBezTo>
                <a:cubicBezTo>
                  <a:pt x="7484459" y="605296"/>
                  <a:pt x="7346286" y="943961"/>
                  <a:pt x="7279498" y="1209707"/>
                </a:cubicBezTo>
                <a:cubicBezTo>
                  <a:pt x="7261493" y="1280837"/>
                  <a:pt x="7245403" y="1355031"/>
                  <a:pt x="7229950" y="1426799"/>
                </a:cubicBezTo>
                <a:cubicBezTo>
                  <a:pt x="7181680" y="1651171"/>
                  <a:pt x="7131748" y="1882693"/>
                  <a:pt x="7012858" y="2072584"/>
                </a:cubicBezTo>
                <a:cubicBezTo>
                  <a:pt x="6917210" y="2225444"/>
                  <a:pt x="6753114" y="2338715"/>
                  <a:pt x="6594892" y="2361189"/>
                </a:cubicBezTo>
                <a:cubicBezTo>
                  <a:pt x="6485069" y="2376642"/>
                  <a:pt x="6386100" y="2348292"/>
                  <a:pt x="6308713" y="2279078"/>
                </a:cubicBezTo>
                <a:cubicBezTo>
                  <a:pt x="6185226" y="2169126"/>
                  <a:pt x="6146916" y="1987152"/>
                  <a:pt x="6108605" y="1811563"/>
                </a:cubicBezTo>
                <a:cubicBezTo>
                  <a:pt x="6072465" y="1640955"/>
                  <a:pt x="6034155" y="1464471"/>
                  <a:pt x="5919224" y="1347880"/>
                </a:cubicBezTo>
                <a:cubicBezTo>
                  <a:pt x="5734568" y="1160159"/>
                  <a:pt x="5439705" y="1218263"/>
                  <a:pt x="5243812" y="1351710"/>
                </a:cubicBezTo>
                <a:cubicBezTo>
                  <a:pt x="5123516" y="1433439"/>
                  <a:pt x="5019823" y="1542113"/>
                  <a:pt x="4919194" y="1647339"/>
                </a:cubicBezTo>
                <a:cubicBezTo>
                  <a:pt x="4848794" y="1723410"/>
                  <a:pt x="4774585" y="1795856"/>
                  <a:pt x="4696867" y="1864432"/>
                </a:cubicBezTo>
                <a:cubicBezTo>
                  <a:pt x="4469175" y="2057900"/>
                  <a:pt x="4223095" y="2116897"/>
                  <a:pt x="4038439" y="2022143"/>
                </a:cubicBezTo>
                <a:cubicBezTo>
                  <a:pt x="4010633" y="2007873"/>
                  <a:pt x="3985059" y="1990717"/>
                  <a:pt x="3961539" y="1971292"/>
                </a:cubicBezTo>
                <a:lnTo>
                  <a:pt x="3954380" y="1964143"/>
                </a:lnTo>
                <a:lnTo>
                  <a:pt x="3929799" y="1932955"/>
                </a:lnTo>
                <a:lnTo>
                  <a:pt x="3900174" y="1878706"/>
                </a:lnTo>
                <a:lnTo>
                  <a:pt x="3868027" y="1808305"/>
                </a:lnTo>
                <a:lnTo>
                  <a:pt x="3843492" y="1748247"/>
                </a:lnTo>
                <a:lnTo>
                  <a:pt x="3787121" y="1577103"/>
                </a:lnTo>
                <a:lnTo>
                  <a:pt x="3780191" y="1556250"/>
                </a:lnTo>
                <a:lnTo>
                  <a:pt x="3762222" y="1489116"/>
                </a:lnTo>
                <a:lnTo>
                  <a:pt x="3730277" y="1371927"/>
                </a:lnTo>
                <a:lnTo>
                  <a:pt x="3681868" y="1152846"/>
                </a:lnTo>
                <a:lnTo>
                  <a:pt x="3657123" y="1011003"/>
                </a:lnTo>
                <a:lnTo>
                  <a:pt x="3655588" y="1005734"/>
                </a:lnTo>
                <a:lnTo>
                  <a:pt x="3650178" y="961136"/>
                </a:lnTo>
                <a:cubicBezTo>
                  <a:pt x="3637840" y="883207"/>
                  <a:pt x="3621238" y="806107"/>
                  <a:pt x="3596209" y="731976"/>
                </a:cubicBezTo>
                <a:cubicBezTo>
                  <a:pt x="3521631" y="508882"/>
                  <a:pt x="3330463" y="295621"/>
                  <a:pt x="3110948" y="319884"/>
                </a:cubicBezTo>
                <a:cubicBezTo>
                  <a:pt x="2923356" y="340699"/>
                  <a:pt x="2788628" y="519992"/>
                  <a:pt x="2708689" y="666721"/>
                </a:cubicBezTo>
                <a:cubicBezTo>
                  <a:pt x="2682255" y="715120"/>
                  <a:pt x="2656714" y="766200"/>
                  <a:pt x="2633601" y="816643"/>
                </a:cubicBezTo>
                <a:cubicBezTo>
                  <a:pt x="2576135" y="935022"/>
                  <a:pt x="2516752" y="1057359"/>
                  <a:pt x="2430555" y="1153263"/>
                </a:cubicBezTo>
                <a:cubicBezTo>
                  <a:pt x="2380830" y="1208592"/>
                  <a:pt x="2316058" y="1254489"/>
                  <a:pt x="2247094" y="1280540"/>
                </a:cubicBezTo>
                <a:lnTo>
                  <a:pt x="2211472" y="1290240"/>
                </a:lnTo>
                <a:lnTo>
                  <a:pt x="2189549" y="1257339"/>
                </a:lnTo>
                <a:lnTo>
                  <a:pt x="2178688" y="1246975"/>
                </a:lnTo>
                <a:lnTo>
                  <a:pt x="2167234" y="1226052"/>
                </a:lnTo>
                <a:cubicBezTo>
                  <a:pt x="2157057" y="1196361"/>
                  <a:pt x="2141809" y="1168664"/>
                  <a:pt x="2122156" y="1144196"/>
                </a:cubicBezTo>
                <a:lnTo>
                  <a:pt x="2116151" y="1140539"/>
                </a:lnTo>
                <a:lnTo>
                  <a:pt x="2083717" y="1058763"/>
                </a:lnTo>
                <a:lnTo>
                  <a:pt x="2063295" y="1039763"/>
                </a:lnTo>
                <a:lnTo>
                  <a:pt x="2042980" y="972309"/>
                </a:lnTo>
                <a:lnTo>
                  <a:pt x="2016966" y="940861"/>
                </a:lnTo>
                <a:lnTo>
                  <a:pt x="2003775" y="885217"/>
                </a:lnTo>
                <a:lnTo>
                  <a:pt x="1974245" y="841358"/>
                </a:lnTo>
                <a:lnTo>
                  <a:pt x="1963678" y="799274"/>
                </a:lnTo>
                <a:lnTo>
                  <a:pt x="1929377" y="739773"/>
                </a:lnTo>
                <a:lnTo>
                  <a:pt x="1923453" y="712053"/>
                </a:lnTo>
                <a:lnTo>
                  <a:pt x="1884893" y="636086"/>
                </a:lnTo>
                <a:lnTo>
                  <a:pt x="1882973" y="625600"/>
                </a:lnTo>
                <a:lnTo>
                  <a:pt x="1842218" y="536587"/>
                </a:lnTo>
                <a:lnTo>
                  <a:pt x="1789358" y="410240"/>
                </a:lnTo>
                <a:lnTo>
                  <a:pt x="1786700" y="406996"/>
                </a:lnTo>
                <a:lnTo>
                  <a:pt x="1758249" y="329039"/>
                </a:lnTo>
                <a:cubicBezTo>
                  <a:pt x="1699641" y="213101"/>
                  <a:pt x="1601328" y="120798"/>
                  <a:pt x="1472413" y="63332"/>
                </a:cubicBezTo>
                <a:cubicBezTo>
                  <a:pt x="1368796" y="17641"/>
                  <a:pt x="1257601" y="-3242"/>
                  <a:pt x="1147215" y="407"/>
                </a:cubicBezTo>
                <a:close/>
              </a:path>
            </a:pathLst>
          </a:custGeom>
          <a:gradFill>
            <a:gsLst>
              <a:gs pos="84000">
                <a:schemeClr val="accent1"/>
              </a:gs>
              <a:gs pos="18000">
                <a:schemeClr val="accent1">
                  <a:alpha val="0"/>
                </a:schemeClr>
              </a:gs>
            </a:gsLst>
            <a:lin ang="1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Text1"/>
          <p:cNvSpPr txBox="1"/>
          <p:nvPr>
            <p:custDataLst>
              <p:tags r:id="rId1"/>
            </p:custDataLst>
          </p:nvPr>
        </p:nvSpPr>
        <p:spPr>
          <a:xfrm>
            <a:off x="2700655" y="2982595"/>
            <a:ext cx="8469630" cy="135763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异步协程状态机分析</a:t>
            </a:r>
            <a:endParaRPr lang="zh-CN" altLang="en-US" sz="6000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字体圈欣意冠黑体" panose="00000500000000000000" charset="-122"/>
              <a:sym typeface="+mn-lt"/>
            </a:endParaRPr>
          </a:p>
        </p:txBody>
      </p:sp>
      <p:sp>
        <p:nvSpPr>
          <p:cNvPr id="4" name="Text2"/>
          <p:cNvSpPr txBox="1"/>
          <p:nvPr>
            <p:custDataLst>
              <p:tags r:id="rId2"/>
            </p:custDataLst>
          </p:nvPr>
        </p:nvSpPr>
        <p:spPr>
          <a:xfrm>
            <a:off x="2700655" y="4409440"/>
            <a:ext cx="8469630" cy="1033780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uFillTx/>
              <a:latin typeface="微软雅黑" panose="020B0503020204020204" charset="-122"/>
              <a:ea typeface="微软雅黑" panose="020B0503020204020204" charset="-122"/>
              <a:cs typeface="Open Sans" panose="020B0606030504020204" pitchFamily="34" charset="0"/>
            </a:endParaRPr>
          </a:p>
        </p:txBody>
      </p:sp>
      <p:sp>
        <p:nvSpPr>
          <p:cNvPr id="6" name="Text3"/>
          <p:cNvSpPr txBox="1"/>
          <p:nvPr>
            <p:custDataLst>
              <p:tags r:id="rId3"/>
            </p:custDataLst>
          </p:nvPr>
        </p:nvSpPr>
        <p:spPr>
          <a:xfrm>
            <a:off x="9828757" y="1430606"/>
            <a:ext cx="1722527" cy="1399540"/>
          </a:xfrm>
          <a:prstGeom prst="rect">
            <a:avLst/>
          </a:prstGeom>
          <a:noFill/>
        </p:spPr>
        <p:txBody>
          <a:bodyPr wrap="square" rtlCol="0" anchor="ctr">
            <a:normAutofit fontScale="7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zh-CN" sz="8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: 形状 11"/>
          <p:cNvSpPr/>
          <p:nvPr/>
        </p:nvSpPr>
        <p:spPr>
          <a:xfrm flipH="1">
            <a:off x="9278528" y="2722909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2"/>
          <p:cNvSpPr/>
          <p:nvPr>
            <p:custDataLst>
              <p:tags r:id="rId1"/>
            </p:custDataLst>
          </p:nvPr>
        </p:nvSpPr>
        <p:spPr>
          <a:xfrm>
            <a:off x="9039228" y="1077696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2"/>
            <a:stretch>
              <a:fillRect t="-35406" b="-354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Shape3"/>
          <p:cNvSpPr/>
          <p:nvPr>
            <p:custDataLst>
              <p:tags r:id="rId3"/>
            </p:custDataLst>
          </p:nvPr>
        </p:nvSpPr>
        <p:spPr>
          <a:xfrm>
            <a:off x="9039228" y="3836118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4"/>
            <a:stretch>
              <a:fillRect l="-16371" r="-163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Text1"/>
          <p:cNvSpPr txBox="1"/>
          <p:nvPr>
            <p:custDataLst>
              <p:tags r:id="rId5"/>
            </p:custDataLst>
          </p:nvPr>
        </p:nvSpPr>
        <p:spPr>
          <a:xfrm>
            <a:off x="386079" y="387411"/>
            <a:ext cx="5168749" cy="1316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状态机与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MIR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文件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10" name="Text2"/>
          <p:cNvSpPr txBox="1"/>
          <p:nvPr>
            <p:custDataLst>
              <p:tags r:id="rId6"/>
            </p:custDataLst>
          </p:nvPr>
        </p:nvSpPr>
        <p:spPr>
          <a:xfrm>
            <a:off x="386715" y="1884680"/>
            <a:ext cx="7899400" cy="4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M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IR‌是‌Mid-level Intermediate Representation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‌的缩写，翻译为中级中间表示‌，是Rust编译器内部用于表示程序代码的一种中间格式，是Rust编译流程里非常关键的一步。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Rust异步状态机，本质就是在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MIR阶段生成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的：`async fn`，源代码会被编译器拆分为：一个状态枚举（每个`await`点对应一个状态）+ 一个实现了`Future`的结构体。 这个拆分和生成过程，就是在MIR阶段完成的，因此我们能通过查看MIR，</a:t>
            </a:r>
            <a:r>
              <a:rPr kumimoji="0" lang="zh-CN" altLang="en-US" sz="2000" b="1" i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直接看到编译器生成的异步状态机结构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。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1"/>
          <p:cNvSpPr txBox="1"/>
          <p:nvPr>
            <p:custDataLst>
              <p:tags r:id="rId1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与异步协程相关的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MIR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文件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17" name="Text2"/>
          <p:cNvSpPr/>
          <p:nvPr>
            <p:custDataLst>
              <p:tags r:id="rId2"/>
            </p:custDataLst>
          </p:nvPr>
        </p:nvSpPr>
        <p:spPr>
          <a:xfrm>
            <a:off x="470239" y="1219200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0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0" name="Text3"/>
          <p:cNvSpPr/>
          <p:nvPr>
            <p:custDataLst>
              <p:tags r:id="rId3"/>
            </p:custDataLst>
          </p:nvPr>
        </p:nvSpPr>
        <p:spPr>
          <a:xfrm>
            <a:off x="470239" y="2341195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0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Text4"/>
          <p:cNvSpPr/>
          <p:nvPr>
            <p:custDataLst>
              <p:tags r:id="rId4"/>
            </p:custDataLst>
          </p:nvPr>
        </p:nvSpPr>
        <p:spPr>
          <a:xfrm>
            <a:off x="470239" y="3463191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275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275"/>
                </a:lnTo>
                <a:close/>
              </a:path>
            </a:pathLst>
          </a:custGeom>
          <a:solidFill>
            <a:schemeClr val="accent3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3" name="Shape1"/>
          <p:cNvSpPr/>
          <p:nvPr>
            <p:custDataLst>
              <p:tags r:id="rId5"/>
            </p:custDataLst>
          </p:nvPr>
        </p:nvSpPr>
        <p:spPr>
          <a:xfrm>
            <a:off x="3831908" y="2270547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4" name="Shape2"/>
          <p:cNvSpPr/>
          <p:nvPr>
            <p:custDataLst>
              <p:tags r:id="rId6"/>
            </p:custDataLst>
          </p:nvPr>
        </p:nvSpPr>
        <p:spPr>
          <a:xfrm>
            <a:off x="3831908" y="3414700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" name="Text5"/>
          <p:cNvSpPr/>
          <p:nvPr>
            <p:custDataLst>
              <p:tags r:id="rId7"/>
            </p:custDataLst>
          </p:nvPr>
        </p:nvSpPr>
        <p:spPr>
          <a:xfrm>
            <a:off x="691805" y="1305471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Text6"/>
          <p:cNvSpPr/>
          <p:nvPr>
            <p:custDataLst>
              <p:tags r:id="rId8"/>
            </p:custDataLst>
          </p:nvPr>
        </p:nvSpPr>
        <p:spPr>
          <a:xfrm>
            <a:off x="691805" y="2427466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Text7"/>
          <p:cNvSpPr/>
          <p:nvPr>
            <p:custDataLst>
              <p:tags r:id="rId9"/>
            </p:custDataLst>
          </p:nvPr>
        </p:nvSpPr>
        <p:spPr>
          <a:xfrm>
            <a:off x="691805" y="3549461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Shape3"/>
          <p:cNvSpPr/>
          <p:nvPr>
            <p:custDataLst>
              <p:tags r:id="rId10"/>
            </p:custDataLst>
          </p:nvPr>
        </p:nvSpPr>
        <p:spPr>
          <a:xfrm>
            <a:off x="868263" y="1481928"/>
            <a:ext cx="441263" cy="441263"/>
          </a:xfrm>
          <a:custGeom>
            <a:avLst/>
            <a:gdLst>
              <a:gd name="connsiteX0" fmla="*/ 331646 w 486000"/>
              <a:gd name="connsiteY0" fmla="*/ 172820 h 486001"/>
              <a:gd name="connsiteX1" fmla="*/ 342740 w 486000"/>
              <a:gd name="connsiteY1" fmla="*/ 177714 h 486001"/>
              <a:gd name="connsiteX2" fmla="*/ 342740 w 486000"/>
              <a:gd name="connsiteY2" fmla="*/ 199601 h 486001"/>
              <a:gd name="connsiteX3" fmla="*/ 238249 w 486000"/>
              <a:gd name="connsiteY3" fmla="*/ 304232 h 486001"/>
              <a:gd name="connsiteX4" fmla="*/ 218506 w 486000"/>
              <a:gd name="connsiteY4" fmla="*/ 312323 h 486001"/>
              <a:gd name="connsiteX5" fmla="*/ 198812 w 486000"/>
              <a:gd name="connsiteY5" fmla="*/ 304232 h 486001"/>
              <a:gd name="connsiteX6" fmla="*/ 144703 w 486000"/>
              <a:gd name="connsiteY6" fmla="*/ 250369 h 486001"/>
              <a:gd name="connsiteX7" fmla="*/ 145163 w 486000"/>
              <a:gd name="connsiteY7" fmla="*/ 227970 h 486001"/>
              <a:gd name="connsiteX8" fmla="*/ 167053 w 486000"/>
              <a:gd name="connsiteY8" fmla="*/ 227922 h 486001"/>
              <a:gd name="connsiteX9" fmla="*/ 218433 w 486000"/>
              <a:gd name="connsiteY9" fmla="*/ 279104 h 486001"/>
              <a:gd name="connsiteX10" fmla="*/ 320340 w 486000"/>
              <a:gd name="connsiteY10" fmla="*/ 177203 h 486001"/>
              <a:gd name="connsiteX11" fmla="*/ 331646 w 486000"/>
              <a:gd name="connsiteY11" fmla="*/ 172820 h 486001"/>
              <a:gd name="connsiteX12" fmla="*/ 243124 w 486000"/>
              <a:gd name="connsiteY12" fmla="*/ 31749 h 486001"/>
              <a:gd name="connsiteX13" fmla="*/ 190403 w 486000"/>
              <a:gd name="connsiteY13" fmla="*/ 84198 h 486001"/>
              <a:gd name="connsiteX14" fmla="*/ 167882 w 486000"/>
              <a:gd name="connsiteY14" fmla="*/ 93533 h 486001"/>
              <a:gd name="connsiteX15" fmla="*/ 93688 w 486000"/>
              <a:gd name="connsiteY15" fmla="*/ 93606 h 486001"/>
              <a:gd name="connsiteX16" fmla="*/ 93517 w 486000"/>
              <a:gd name="connsiteY16" fmla="*/ 167893 h 486001"/>
              <a:gd name="connsiteX17" fmla="*/ 84182 w 486000"/>
              <a:gd name="connsiteY17" fmla="*/ 190438 h 486001"/>
              <a:gd name="connsiteX18" fmla="*/ 31730 w 486000"/>
              <a:gd name="connsiteY18" fmla="*/ 242887 h 486001"/>
              <a:gd name="connsiteX19" fmla="*/ 84182 w 486000"/>
              <a:gd name="connsiteY19" fmla="*/ 295604 h 486001"/>
              <a:gd name="connsiteX20" fmla="*/ 93517 w 486000"/>
              <a:gd name="connsiteY20" fmla="*/ 318123 h 486001"/>
              <a:gd name="connsiteX21" fmla="*/ 93517 w 486000"/>
              <a:gd name="connsiteY21" fmla="*/ 392313 h 486001"/>
              <a:gd name="connsiteX22" fmla="*/ 167882 w 486000"/>
              <a:gd name="connsiteY22" fmla="*/ 392484 h 486001"/>
              <a:gd name="connsiteX23" fmla="*/ 190403 w 486000"/>
              <a:gd name="connsiteY23" fmla="*/ 401818 h 486001"/>
              <a:gd name="connsiteX24" fmla="*/ 242880 w 486000"/>
              <a:gd name="connsiteY24" fmla="*/ 454267 h 486001"/>
              <a:gd name="connsiteX25" fmla="*/ 295576 w 486000"/>
              <a:gd name="connsiteY25" fmla="*/ 401721 h 486001"/>
              <a:gd name="connsiteX26" fmla="*/ 318122 w 486000"/>
              <a:gd name="connsiteY26" fmla="*/ 392386 h 486001"/>
              <a:gd name="connsiteX27" fmla="*/ 392316 w 486000"/>
              <a:gd name="connsiteY27" fmla="*/ 392386 h 486001"/>
              <a:gd name="connsiteX28" fmla="*/ 392487 w 486000"/>
              <a:gd name="connsiteY28" fmla="*/ 318026 h 486001"/>
              <a:gd name="connsiteX29" fmla="*/ 401822 w 486000"/>
              <a:gd name="connsiteY29" fmla="*/ 295507 h 486001"/>
              <a:gd name="connsiteX30" fmla="*/ 454250 w 486000"/>
              <a:gd name="connsiteY30" fmla="*/ 243130 h 486001"/>
              <a:gd name="connsiteX31" fmla="*/ 401797 w 486000"/>
              <a:gd name="connsiteY31" fmla="*/ 190438 h 486001"/>
              <a:gd name="connsiteX32" fmla="*/ 392462 w 486000"/>
              <a:gd name="connsiteY32" fmla="*/ 167893 h 486001"/>
              <a:gd name="connsiteX33" fmla="*/ 392462 w 486000"/>
              <a:gd name="connsiteY33" fmla="*/ 93703 h 486001"/>
              <a:gd name="connsiteX34" fmla="*/ 318097 w 486000"/>
              <a:gd name="connsiteY34" fmla="*/ 93533 h 486001"/>
              <a:gd name="connsiteX35" fmla="*/ 295552 w 486000"/>
              <a:gd name="connsiteY35" fmla="*/ 84198 h 486001"/>
              <a:gd name="connsiteX36" fmla="*/ 243002 w 486000"/>
              <a:gd name="connsiteY36" fmla="*/ 0 h 486001"/>
              <a:gd name="connsiteX37" fmla="*/ 265523 w 486000"/>
              <a:gd name="connsiteY37" fmla="*/ 9326 h 486001"/>
              <a:gd name="connsiteX38" fmla="*/ 318000 w 486000"/>
              <a:gd name="connsiteY38" fmla="*/ 61775 h 486001"/>
              <a:gd name="connsiteX39" fmla="*/ 392316 w 486000"/>
              <a:gd name="connsiteY39" fmla="*/ 61775 h 486001"/>
              <a:gd name="connsiteX40" fmla="*/ 424173 w 486000"/>
              <a:gd name="connsiteY40" fmla="*/ 93630 h 486001"/>
              <a:gd name="connsiteX41" fmla="*/ 424173 w 486000"/>
              <a:gd name="connsiteY41" fmla="*/ 167820 h 486001"/>
              <a:gd name="connsiteX42" fmla="*/ 476673 w 486000"/>
              <a:gd name="connsiteY42" fmla="*/ 220415 h 486001"/>
              <a:gd name="connsiteX43" fmla="*/ 476673 w 486000"/>
              <a:gd name="connsiteY43" fmla="*/ 265455 h 486001"/>
              <a:gd name="connsiteX44" fmla="*/ 424221 w 486000"/>
              <a:gd name="connsiteY44" fmla="*/ 317929 h 486001"/>
              <a:gd name="connsiteX45" fmla="*/ 424221 w 486000"/>
              <a:gd name="connsiteY45" fmla="*/ 318051 h 486001"/>
              <a:gd name="connsiteX46" fmla="*/ 424221 w 486000"/>
              <a:gd name="connsiteY46" fmla="*/ 392240 h 486001"/>
              <a:gd name="connsiteX47" fmla="*/ 392365 w 486000"/>
              <a:gd name="connsiteY47" fmla="*/ 424094 h 486001"/>
              <a:gd name="connsiteX48" fmla="*/ 318122 w 486000"/>
              <a:gd name="connsiteY48" fmla="*/ 424094 h 486001"/>
              <a:gd name="connsiteX49" fmla="*/ 265523 w 486000"/>
              <a:gd name="connsiteY49" fmla="*/ 476617 h 486001"/>
              <a:gd name="connsiteX50" fmla="*/ 243002 w 486000"/>
              <a:gd name="connsiteY50" fmla="*/ 486001 h 486001"/>
              <a:gd name="connsiteX51" fmla="*/ 220481 w 486000"/>
              <a:gd name="connsiteY51" fmla="*/ 476691 h 486001"/>
              <a:gd name="connsiteX52" fmla="*/ 168004 w 486000"/>
              <a:gd name="connsiteY52" fmla="*/ 424217 h 486001"/>
              <a:gd name="connsiteX53" fmla="*/ 93688 w 486000"/>
              <a:gd name="connsiteY53" fmla="*/ 424217 h 486001"/>
              <a:gd name="connsiteX54" fmla="*/ 61832 w 486000"/>
              <a:gd name="connsiteY54" fmla="*/ 392313 h 486001"/>
              <a:gd name="connsiteX55" fmla="*/ 61832 w 486000"/>
              <a:gd name="connsiteY55" fmla="*/ 318123 h 486001"/>
              <a:gd name="connsiteX56" fmla="*/ 9306 w 486000"/>
              <a:gd name="connsiteY56" fmla="*/ 265528 h 486001"/>
              <a:gd name="connsiteX57" fmla="*/ 9306 w 486000"/>
              <a:gd name="connsiteY57" fmla="*/ 220488 h 486001"/>
              <a:gd name="connsiteX58" fmla="*/ 61832 w 486000"/>
              <a:gd name="connsiteY58" fmla="*/ 168014 h 486001"/>
              <a:gd name="connsiteX59" fmla="*/ 61832 w 486000"/>
              <a:gd name="connsiteY59" fmla="*/ 93703 h 486001"/>
              <a:gd name="connsiteX60" fmla="*/ 93688 w 486000"/>
              <a:gd name="connsiteY60" fmla="*/ 61849 h 486001"/>
              <a:gd name="connsiteX61" fmla="*/ 167882 w 486000"/>
              <a:gd name="connsiteY61" fmla="*/ 61849 h 486001"/>
              <a:gd name="connsiteX62" fmla="*/ 220481 w 486000"/>
              <a:gd name="connsiteY62" fmla="*/ 9326 h 486001"/>
              <a:gd name="connsiteX63" fmla="*/ 243002 w 486000"/>
              <a:gd name="connsiteY63" fmla="*/ 0 h 4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86000" h="486001">
                <a:moveTo>
                  <a:pt x="331646" y="172820"/>
                </a:moveTo>
                <a:cubicBezTo>
                  <a:pt x="335699" y="172912"/>
                  <a:pt x="339717" y="174551"/>
                  <a:pt x="342740" y="177714"/>
                </a:cubicBezTo>
                <a:cubicBezTo>
                  <a:pt x="348590" y="183837"/>
                  <a:pt x="348590" y="193479"/>
                  <a:pt x="342740" y="199601"/>
                </a:cubicBezTo>
                <a:lnTo>
                  <a:pt x="238249" y="304232"/>
                </a:lnTo>
                <a:cubicBezTo>
                  <a:pt x="233004" y="309445"/>
                  <a:pt x="225902" y="312355"/>
                  <a:pt x="218506" y="312323"/>
                </a:cubicBezTo>
                <a:cubicBezTo>
                  <a:pt x="211128" y="312340"/>
                  <a:pt x="204048" y="309431"/>
                  <a:pt x="198812" y="304232"/>
                </a:cubicBezTo>
                <a:lnTo>
                  <a:pt x="144703" y="250369"/>
                </a:lnTo>
                <a:cubicBezTo>
                  <a:pt x="138643" y="244056"/>
                  <a:pt x="138850" y="234027"/>
                  <a:pt x="145163" y="227970"/>
                </a:cubicBezTo>
                <a:cubicBezTo>
                  <a:pt x="151273" y="222104"/>
                  <a:pt x="160916" y="222084"/>
                  <a:pt x="167053" y="227922"/>
                </a:cubicBezTo>
                <a:lnTo>
                  <a:pt x="218433" y="279104"/>
                </a:lnTo>
                <a:lnTo>
                  <a:pt x="320340" y="177203"/>
                </a:lnTo>
                <a:cubicBezTo>
                  <a:pt x="323504" y="174181"/>
                  <a:pt x="327593" y="172727"/>
                  <a:pt x="331646" y="172820"/>
                </a:cubicBezTo>
                <a:close/>
                <a:moveTo>
                  <a:pt x="243124" y="31749"/>
                </a:moveTo>
                <a:lnTo>
                  <a:pt x="190403" y="84198"/>
                </a:lnTo>
                <a:cubicBezTo>
                  <a:pt x="184442" y="90189"/>
                  <a:pt x="176335" y="93550"/>
                  <a:pt x="167882" y="93533"/>
                </a:cubicBezTo>
                <a:lnTo>
                  <a:pt x="93688" y="93606"/>
                </a:lnTo>
                <a:lnTo>
                  <a:pt x="93517" y="167893"/>
                </a:lnTo>
                <a:cubicBezTo>
                  <a:pt x="93539" y="176352"/>
                  <a:pt x="90178" y="184471"/>
                  <a:pt x="84182" y="190438"/>
                </a:cubicBezTo>
                <a:lnTo>
                  <a:pt x="31730" y="242887"/>
                </a:lnTo>
                <a:lnTo>
                  <a:pt x="84182" y="295604"/>
                </a:lnTo>
                <a:cubicBezTo>
                  <a:pt x="90174" y="301565"/>
                  <a:pt x="93535" y="309672"/>
                  <a:pt x="93517" y="318123"/>
                </a:cubicBezTo>
                <a:lnTo>
                  <a:pt x="93517" y="392313"/>
                </a:lnTo>
                <a:lnTo>
                  <a:pt x="167882" y="392484"/>
                </a:lnTo>
                <a:cubicBezTo>
                  <a:pt x="176335" y="392467"/>
                  <a:pt x="184442" y="395828"/>
                  <a:pt x="190403" y="401818"/>
                </a:cubicBezTo>
                <a:lnTo>
                  <a:pt x="242880" y="454267"/>
                </a:lnTo>
                <a:lnTo>
                  <a:pt x="295576" y="401721"/>
                </a:lnTo>
                <a:cubicBezTo>
                  <a:pt x="301543" y="395725"/>
                  <a:pt x="309662" y="392364"/>
                  <a:pt x="318122" y="392386"/>
                </a:cubicBezTo>
                <a:lnTo>
                  <a:pt x="392316" y="392386"/>
                </a:lnTo>
                <a:lnTo>
                  <a:pt x="392487" y="318026"/>
                </a:lnTo>
                <a:cubicBezTo>
                  <a:pt x="392469" y="309574"/>
                  <a:pt x="395831" y="301468"/>
                  <a:pt x="401822" y="295507"/>
                </a:cubicBezTo>
                <a:lnTo>
                  <a:pt x="454250" y="243130"/>
                </a:lnTo>
                <a:lnTo>
                  <a:pt x="401797" y="190438"/>
                </a:lnTo>
                <a:cubicBezTo>
                  <a:pt x="395801" y="184471"/>
                  <a:pt x="392440" y="176352"/>
                  <a:pt x="392462" y="167893"/>
                </a:cubicBezTo>
                <a:lnTo>
                  <a:pt x="392462" y="93703"/>
                </a:lnTo>
                <a:lnTo>
                  <a:pt x="318097" y="93533"/>
                </a:lnTo>
                <a:cubicBezTo>
                  <a:pt x="309637" y="93554"/>
                  <a:pt x="301519" y="90194"/>
                  <a:pt x="295552" y="84198"/>
                </a:cubicBezTo>
                <a:close/>
                <a:moveTo>
                  <a:pt x="243002" y="0"/>
                </a:moveTo>
                <a:cubicBezTo>
                  <a:pt x="251152" y="0"/>
                  <a:pt x="259303" y="3109"/>
                  <a:pt x="265523" y="9326"/>
                </a:cubicBezTo>
                <a:lnTo>
                  <a:pt x="318000" y="61775"/>
                </a:lnTo>
                <a:lnTo>
                  <a:pt x="392316" y="61775"/>
                </a:lnTo>
                <a:cubicBezTo>
                  <a:pt x="409899" y="61802"/>
                  <a:pt x="424146" y="76048"/>
                  <a:pt x="424173" y="93630"/>
                </a:cubicBezTo>
                <a:lnTo>
                  <a:pt x="424173" y="167820"/>
                </a:lnTo>
                <a:lnTo>
                  <a:pt x="476673" y="220415"/>
                </a:lnTo>
                <a:cubicBezTo>
                  <a:pt x="489109" y="232855"/>
                  <a:pt x="489109" y="253015"/>
                  <a:pt x="476673" y="265455"/>
                </a:cubicBezTo>
                <a:lnTo>
                  <a:pt x="424221" y="317929"/>
                </a:lnTo>
                <a:cubicBezTo>
                  <a:pt x="424221" y="317929"/>
                  <a:pt x="424221" y="317929"/>
                  <a:pt x="424221" y="318051"/>
                </a:cubicBezTo>
                <a:lnTo>
                  <a:pt x="424221" y="392240"/>
                </a:lnTo>
                <a:cubicBezTo>
                  <a:pt x="424194" y="409822"/>
                  <a:pt x="409948" y="424068"/>
                  <a:pt x="392365" y="424094"/>
                </a:cubicBezTo>
                <a:lnTo>
                  <a:pt x="318122" y="424094"/>
                </a:lnTo>
                <a:lnTo>
                  <a:pt x="265523" y="476617"/>
                </a:lnTo>
                <a:cubicBezTo>
                  <a:pt x="259569" y="482625"/>
                  <a:pt x="251460" y="486003"/>
                  <a:pt x="243002" y="486001"/>
                </a:cubicBezTo>
                <a:cubicBezTo>
                  <a:pt x="234554" y="486023"/>
                  <a:pt x="226448" y="482671"/>
                  <a:pt x="220481" y="476691"/>
                </a:cubicBezTo>
                <a:lnTo>
                  <a:pt x="168004" y="424217"/>
                </a:lnTo>
                <a:lnTo>
                  <a:pt x="93688" y="424217"/>
                </a:lnTo>
                <a:cubicBezTo>
                  <a:pt x="76080" y="424202"/>
                  <a:pt x="61817" y="409920"/>
                  <a:pt x="61832" y="392313"/>
                </a:cubicBezTo>
                <a:lnTo>
                  <a:pt x="61832" y="318123"/>
                </a:lnTo>
                <a:lnTo>
                  <a:pt x="9306" y="265528"/>
                </a:lnTo>
                <a:cubicBezTo>
                  <a:pt x="-3103" y="253079"/>
                  <a:pt x="-3103" y="232937"/>
                  <a:pt x="9306" y="220488"/>
                </a:cubicBezTo>
                <a:lnTo>
                  <a:pt x="61832" y="168014"/>
                </a:lnTo>
                <a:lnTo>
                  <a:pt x="61832" y="93703"/>
                </a:lnTo>
                <a:cubicBezTo>
                  <a:pt x="61858" y="76121"/>
                  <a:pt x="76105" y="61876"/>
                  <a:pt x="93688" y="61849"/>
                </a:cubicBezTo>
                <a:lnTo>
                  <a:pt x="167882" y="61849"/>
                </a:lnTo>
                <a:lnTo>
                  <a:pt x="220481" y="9326"/>
                </a:lnTo>
                <a:cubicBezTo>
                  <a:pt x="226701" y="3109"/>
                  <a:pt x="234851" y="0"/>
                  <a:pt x="243002" y="0"/>
                </a:cubicBezTo>
                <a:close/>
              </a:path>
            </a:pathLst>
          </a:custGeom>
          <a:solidFill>
            <a:schemeClr val="accent1"/>
          </a:solidFill>
          <a:ln w="3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" name="Shape4"/>
          <p:cNvGrpSpPr/>
          <p:nvPr>
            <p:custDataLst>
              <p:tags r:id="rId11"/>
            </p:custDataLst>
          </p:nvPr>
        </p:nvGrpSpPr>
        <p:grpSpPr>
          <a:xfrm>
            <a:off x="868538" y="2604198"/>
            <a:ext cx="440713" cy="440713"/>
            <a:chOff x="6777312" y="2111831"/>
            <a:chExt cx="581284" cy="474363"/>
          </a:xfrm>
          <a:solidFill>
            <a:schemeClr val="accent2"/>
          </a:solidFill>
        </p:grpSpPr>
        <p:sp>
          <p:nvSpPr>
            <p:cNvPr id="30" name="任意多边形: 形状 204"/>
            <p:cNvSpPr/>
            <p:nvPr>
              <p:custDataLst>
                <p:tags r:id="rId12"/>
              </p:custDataLst>
            </p:nvPr>
          </p:nvSpPr>
          <p:spPr>
            <a:xfrm>
              <a:off x="6860194" y="2546108"/>
              <a:ext cx="411815" cy="40086"/>
            </a:xfrm>
            <a:custGeom>
              <a:avLst/>
              <a:gdLst>
                <a:gd name="connsiteX0" fmla="*/ 391726 w 411814"/>
                <a:gd name="connsiteY0" fmla="*/ -183 h 40086"/>
                <a:gd name="connsiteX1" fmla="*/ 19998 w 411814"/>
                <a:gd name="connsiteY1" fmla="*/ -183 h 40086"/>
                <a:gd name="connsiteX2" fmla="*/ -45 w 411814"/>
                <a:gd name="connsiteY2" fmla="*/ 19860 h 40086"/>
                <a:gd name="connsiteX3" fmla="*/ 19998 w 411814"/>
                <a:gd name="connsiteY3" fmla="*/ 39904 h 40086"/>
                <a:gd name="connsiteX4" fmla="*/ 391726 w 411814"/>
                <a:gd name="connsiteY4" fmla="*/ 39904 h 40086"/>
                <a:gd name="connsiteX5" fmla="*/ 411770 w 411814"/>
                <a:gd name="connsiteY5" fmla="*/ 19860 h 40086"/>
                <a:gd name="connsiteX6" fmla="*/ 391726 w 411814"/>
                <a:gd name="connsiteY6" fmla="*/ -183 h 4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813" h="40086">
                  <a:moveTo>
                    <a:pt x="391726" y="-183"/>
                  </a:moveTo>
                  <a:lnTo>
                    <a:pt x="19998" y="-183"/>
                  </a:lnTo>
                  <a:cubicBezTo>
                    <a:pt x="8928" y="-183"/>
                    <a:pt x="-45" y="8790"/>
                    <a:pt x="-45" y="19860"/>
                  </a:cubicBezTo>
                  <a:cubicBezTo>
                    <a:pt x="-45" y="30930"/>
                    <a:pt x="8928" y="39904"/>
                    <a:pt x="19998" y="39904"/>
                  </a:cubicBezTo>
                  <a:lnTo>
                    <a:pt x="391726" y="39904"/>
                  </a:lnTo>
                  <a:cubicBezTo>
                    <a:pt x="402797" y="39904"/>
                    <a:pt x="411770" y="30930"/>
                    <a:pt x="411770" y="19860"/>
                  </a:cubicBezTo>
                  <a:cubicBezTo>
                    <a:pt x="411770" y="8790"/>
                    <a:pt x="402797" y="-183"/>
                    <a:pt x="391726" y="-183"/>
                  </a:cubicBez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任意多边形: 形状 205"/>
            <p:cNvSpPr/>
            <p:nvPr>
              <p:custDataLst>
                <p:tags r:id="rId13"/>
              </p:custDataLst>
            </p:nvPr>
          </p:nvSpPr>
          <p:spPr>
            <a:xfrm>
              <a:off x="6777312" y="2111831"/>
              <a:ext cx="581284" cy="394439"/>
            </a:xfrm>
            <a:custGeom>
              <a:avLst/>
              <a:gdLst>
                <a:gd name="connsiteX0" fmla="*/ 581240 w 581284"/>
                <a:gd name="connsiteY0" fmla="*/ 115745 h 394439"/>
                <a:gd name="connsiteX1" fmla="*/ 540367 w 581284"/>
                <a:gd name="connsiteY1" fmla="*/ 74718 h 394439"/>
                <a:gd name="connsiteX2" fmla="*/ 499339 w 581284"/>
                <a:gd name="connsiteY2" fmla="*/ 115591 h 394439"/>
                <a:gd name="connsiteX3" fmla="*/ 502762 w 581284"/>
                <a:gd name="connsiteY3" fmla="*/ 132057 h 394439"/>
                <a:gd name="connsiteX4" fmla="*/ 373806 w 581284"/>
                <a:gd name="connsiteY4" fmla="*/ 218676 h 394439"/>
                <a:gd name="connsiteX5" fmla="*/ 314848 w 581284"/>
                <a:gd name="connsiteY5" fmla="*/ 72359 h 394439"/>
                <a:gd name="connsiteX6" fmla="*/ 320383 w 581284"/>
                <a:gd name="connsiteY6" fmla="*/ 14711 h 394439"/>
                <a:gd name="connsiteX7" fmla="*/ 262735 w 581284"/>
                <a:gd name="connsiteY7" fmla="*/ 9176 h 394439"/>
                <a:gd name="connsiteX8" fmla="*/ 257200 w 581284"/>
                <a:gd name="connsiteY8" fmla="*/ 66824 h 394439"/>
                <a:gd name="connsiteX9" fmla="*/ 262735 w 581284"/>
                <a:gd name="connsiteY9" fmla="*/ 72359 h 394439"/>
                <a:gd name="connsiteX10" fmla="*/ 203745 w 581284"/>
                <a:gd name="connsiteY10" fmla="*/ 218552 h 394439"/>
                <a:gd name="connsiteX11" fmla="*/ 77564 w 581284"/>
                <a:gd name="connsiteY11" fmla="*/ 134031 h 394439"/>
                <a:gd name="connsiteX12" fmla="*/ 59023 w 581284"/>
                <a:gd name="connsiteY12" fmla="*/ 79214 h 394439"/>
                <a:gd name="connsiteX13" fmla="*/ 4203 w 581284"/>
                <a:gd name="connsiteY13" fmla="*/ 97756 h 394439"/>
                <a:gd name="connsiteX14" fmla="*/ 22747 w 581284"/>
                <a:gd name="connsiteY14" fmla="*/ 152573 h 394439"/>
                <a:gd name="connsiteX15" fmla="*/ 29245 w 581284"/>
                <a:gd name="connsiteY15" fmla="*/ 155123 h 394439"/>
                <a:gd name="connsiteX16" fmla="*/ 74604 w 581284"/>
                <a:gd name="connsiteY16" fmla="*/ 359134 h 394439"/>
                <a:gd name="connsiteX17" fmla="*/ 118391 w 581284"/>
                <a:gd name="connsiteY17" fmla="*/ 394256 h 394439"/>
                <a:gd name="connsiteX18" fmla="*/ 459191 w 581284"/>
                <a:gd name="connsiteY18" fmla="*/ 394256 h 394439"/>
                <a:gd name="connsiteX19" fmla="*/ 502947 w 581284"/>
                <a:gd name="connsiteY19" fmla="*/ 359134 h 394439"/>
                <a:gd name="connsiteX20" fmla="*/ 548122 w 581284"/>
                <a:gd name="connsiteY20" fmla="*/ 155894 h 394439"/>
                <a:gd name="connsiteX21" fmla="*/ 581240 w 581284"/>
                <a:gd name="connsiteY21" fmla="*/ 115745 h 394439"/>
                <a:gd name="connsiteX22" fmla="*/ 540290 w 581284"/>
                <a:gd name="connsiteY22" fmla="*/ 114882 h 394439"/>
                <a:gd name="connsiteX23" fmla="*/ 541153 w 581284"/>
                <a:gd name="connsiteY23" fmla="*/ 115745 h 394439"/>
                <a:gd name="connsiteX24" fmla="*/ 540290 w 581284"/>
                <a:gd name="connsiteY24" fmla="*/ 116609 h 394439"/>
                <a:gd name="connsiteX25" fmla="*/ 539426 w 581284"/>
                <a:gd name="connsiteY25" fmla="*/ 115745 h 394439"/>
                <a:gd name="connsiteX26" fmla="*/ 540290 w 581284"/>
                <a:gd name="connsiteY26" fmla="*/ 114882 h 394439"/>
                <a:gd name="connsiteX27" fmla="*/ 288791 w 581284"/>
                <a:gd name="connsiteY27" fmla="*/ 40074 h 394439"/>
                <a:gd name="connsiteX28" fmla="*/ 289655 w 581284"/>
                <a:gd name="connsiteY28" fmla="*/ 40937 h 394439"/>
                <a:gd name="connsiteX29" fmla="*/ 289346 w 581284"/>
                <a:gd name="connsiteY29" fmla="*/ 41461 h 394439"/>
                <a:gd name="connsiteX30" fmla="*/ 288205 w 581284"/>
                <a:gd name="connsiteY30" fmla="*/ 41461 h 394439"/>
                <a:gd name="connsiteX31" fmla="*/ 287928 w 581284"/>
                <a:gd name="connsiteY31" fmla="*/ 40937 h 394439"/>
                <a:gd name="connsiteX32" fmla="*/ 288791 w 581284"/>
                <a:gd name="connsiteY32" fmla="*/ 40074 h 394439"/>
                <a:gd name="connsiteX33" fmla="*/ 40901 w 581284"/>
                <a:gd name="connsiteY33" fmla="*/ 114882 h 394439"/>
                <a:gd name="connsiteX34" fmla="*/ 41912 w 581284"/>
                <a:gd name="connsiteY34" fmla="*/ 115566 h 394439"/>
                <a:gd name="connsiteX35" fmla="*/ 41224 w 581284"/>
                <a:gd name="connsiteY35" fmla="*/ 116578 h 394439"/>
                <a:gd name="connsiteX36" fmla="*/ 40901 w 581284"/>
                <a:gd name="connsiteY36" fmla="*/ 116578 h 394439"/>
                <a:gd name="connsiteX37" fmla="*/ 40216 w 581284"/>
                <a:gd name="connsiteY37" fmla="*/ 115566 h 394439"/>
                <a:gd name="connsiteX38" fmla="*/ 40901 w 581284"/>
                <a:gd name="connsiteY38" fmla="*/ 114882 h 394439"/>
                <a:gd name="connsiteX39" fmla="*/ 463816 w 581284"/>
                <a:gd name="connsiteY39" fmla="*/ 350438 h 394439"/>
                <a:gd name="connsiteX40" fmla="*/ 459191 w 581284"/>
                <a:gd name="connsiteY40" fmla="*/ 354169 h 394439"/>
                <a:gd name="connsiteX41" fmla="*/ 118391 w 581284"/>
                <a:gd name="connsiteY41" fmla="*/ 354169 h 394439"/>
                <a:gd name="connsiteX42" fmla="*/ 113735 w 581284"/>
                <a:gd name="connsiteY42" fmla="*/ 350438 h 394439"/>
                <a:gd name="connsiteX43" fmla="*/ 76146 w 581284"/>
                <a:gd name="connsiteY43" fmla="*/ 181241 h 394439"/>
                <a:gd name="connsiteX44" fmla="*/ 194001 w 581284"/>
                <a:gd name="connsiteY44" fmla="*/ 260459 h 394439"/>
                <a:gd name="connsiteX45" fmla="*/ 231815 w 581284"/>
                <a:gd name="connsiteY45" fmla="*/ 254180 h 394439"/>
                <a:gd name="connsiteX46" fmla="*/ 235075 w 581284"/>
                <a:gd name="connsiteY46" fmla="*/ 248124 h 394439"/>
                <a:gd name="connsiteX47" fmla="*/ 288791 w 581284"/>
                <a:gd name="connsiteY47" fmla="*/ 114974 h 394439"/>
                <a:gd name="connsiteX48" fmla="*/ 342477 w 581284"/>
                <a:gd name="connsiteY48" fmla="*/ 248124 h 394439"/>
                <a:gd name="connsiteX49" fmla="*/ 377546 w 581284"/>
                <a:gd name="connsiteY49" fmla="*/ 263709 h 394439"/>
                <a:gd name="connsiteX50" fmla="*/ 383581 w 581284"/>
                <a:gd name="connsiteY50" fmla="*/ 260459 h 394439"/>
                <a:gd name="connsiteX51" fmla="*/ 501436 w 581284"/>
                <a:gd name="connsiteY51" fmla="*/ 181272 h 394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81284" h="394439">
                  <a:moveTo>
                    <a:pt x="581240" y="115745"/>
                  </a:moveTo>
                  <a:cubicBezTo>
                    <a:pt x="581283" y="93130"/>
                    <a:pt x="562982" y="74761"/>
                    <a:pt x="540367" y="74718"/>
                  </a:cubicBezTo>
                  <a:cubicBezTo>
                    <a:pt x="517752" y="74675"/>
                    <a:pt x="499383" y="92976"/>
                    <a:pt x="499339" y="115591"/>
                  </a:cubicBezTo>
                  <a:cubicBezTo>
                    <a:pt x="499330" y="121259"/>
                    <a:pt x="500496" y="126865"/>
                    <a:pt x="502762" y="132057"/>
                  </a:cubicBezTo>
                  <a:lnTo>
                    <a:pt x="373806" y="218676"/>
                  </a:lnTo>
                  <a:lnTo>
                    <a:pt x="314848" y="72359"/>
                  </a:lnTo>
                  <a:cubicBezTo>
                    <a:pt x="332295" y="57968"/>
                    <a:pt x="334774" y="32158"/>
                    <a:pt x="320383" y="14711"/>
                  </a:cubicBezTo>
                  <a:cubicBezTo>
                    <a:pt x="305991" y="-2736"/>
                    <a:pt x="280182" y="-5212"/>
                    <a:pt x="262735" y="9176"/>
                  </a:cubicBezTo>
                  <a:cubicBezTo>
                    <a:pt x="245288" y="23567"/>
                    <a:pt x="242808" y="49377"/>
                    <a:pt x="257200" y="66824"/>
                  </a:cubicBezTo>
                  <a:cubicBezTo>
                    <a:pt x="258865" y="68841"/>
                    <a:pt x="260718" y="70694"/>
                    <a:pt x="262735" y="72359"/>
                  </a:cubicBezTo>
                  <a:lnTo>
                    <a:pt x="203745" y="218552"/>
                  </a:lnTo>
                  <a:lnTo>
                    <a:pt x="77564" y="134031"/>
                  </a:lnTo>
                  <a:cubicBezTo>
                    <a:pt x="87580" y="113772"/>
                    <a:pt x="79279" y="89229"/>
                    <a:pt x="59023" y="79214"/>
                  </a:cubicBezTo>
                  <a:cubicBezTo>
                    <a:pt x="38764" y="69198"/>
                    <a:pt x="14221" y="77499"/>
                    <a:pt x="4203" y="97756"/>
                  </a:cubicBezTo>
                  <a:cubicBezTo>
                    <a:pt x="-5813" y="118015"/>
                    <a:pt x="2488" y="142557"/>
                    <a:pt x="22747" y="152573"/>
                  </a:cubicBezTo>
                  <a:cubicBezTo>
                    <a:pt x="24835" y="153609"/>
                    <a:pt x="27009" y="154460"/>
                    <a:pt x="29245" y="155123"/>
                  </a:cubicBezTo>
                  <a:lnTo>
                    <a:pt x="74604" y="359134"/>
                  </a:lnTo>
                  <a:cubicBezTo>
                    <a:pt x="79076" y="379714"/>
                    <a:pt x="97333" y="394358"/>
                    <a:pt x="118391" y="394256"/>
                  </a:cubicBezTo>
                  <a:lnTo>
                    <a:pt x="459191" y="394256"/>
                  </a:lnTo>
                  <a:cubicBezTo>
                    <a:pt x="480243" y="394355"/>
                    <a:pt x="498488" y="379708"/>
                    <a:pt x="502947" y="359134"/>
                  </a:cubicBezTo>
                  <a:lnTo>
                    <a:pt x="548122" y="155894"/>
                  </a:lnTo>
                  <a:cubicBezTo>
                    <a:pt x="567333" y="152138"/>
                    <a:pt x="581206" y="135320"/>
                    <a:pt x="581240" y="115745"/>
                  </a:cubicBezTo>
                  <a:close/>
                  <a:moveTo>
                    <a:pt x="540290" y="114882"/>
                  </a:moveTo>
                  <a:cubicBezTo>
                    <a:pt x="540768" y="114882"/>
                    <a:pt x="541153" y="115267"/>
                    <a:pt x="541153" y="115745"/>
                  </a:cubicBezTo>
                  <a:cubicBezTo>
                    <a:pt x="541153" y="116223"/>
                    <a:pt x="540768" y="116609"/>
                    <a:pt x="540290" y="116609"/>
                  </a:cubicBezTo>
                  <a:cubicBezTo>
                    <a:pt x="539812" y="116609"/>
                    <a:pt x="539426" y="116223"/>
                    <a:pt x="539426" y="115745"/>
                  </a:cubicBezTo>
                  <a:cubicBezTo>
                    <a:pt x="539426" y="115267"/>
                    <a:pt x="539812" y="114882"/>
                    <a:pt x="540290" y="114882"/>
                  </a:cubicBezTo>
                  <a:close/>
                  <a:moveTo>
                    <a:pt x="288791" y="40074"/>
                  </a:moveTo>
                  <a:cubicBezTo>
                    <a:pt x="289260" y="40089"/>
                    <a:pt x="289639" y="40468"/>
                    <a:pt x="289655" y="40937"/>
                  </a:cubicBezTo>
                  <a:cubicBezTo>
                    <a:pt x="289664" y="41159"/>
                    <a:pt x="289544" y="41363"/>
                    <a:pt x="289346" y="41461"/>
                  </a:cubicBezTo>
                  <a:lnTo>
                    <a:pt x="288205" y="41461"/>
                  </a:lnTo>
                  <a:cubicBezTo>
                    <a:pt x="288023" y="41350"/>
                    <a:pt x="287918" y="41150"/>
                    <a:pt x="287928" y="40937"/>
                  </a:cubicBezTo>
                  <a:cubicBezTo>
                    <a:pt x="287943" y="40468"/>
                    <a:pt x="288322" y="40089"/>
                    <a:pt x="288791" y="40074"/>
                  </a:cubicBezTo>
                  <a:close/>
                  <a:moveTo>
                    <a:pt x="40901" y="114882"/>
                  </a:moveTo>
                  <a:cubicBezTo>
                    <a:pt x="41369" y="114792"/>
                    <a:pt x="41822" y="115098"/>
                    <a:pt x="41912" y="115566"/>
                  </a:cubicBezTo>
                  <a:cubicBezTo>
                    <a:pt x="42001" y="116035"/>
                    <a:pt x="41693" y="116488"/>
                    <a:pt x="41224" y="116578"/>
                  </a:cubicBezTo>
                  <a:cubicBezTo>
                    <a:pt x="41119" y="116599"/>
                    <a:pt x="41008" y="116599"/>
                    <a:pt x="40901" y="116578"/>
                  </a:cubicBezTo>
                  <a:cubicBezTo>
                    <a:pt x="40432" y="116488"/>
                    <a:pt x="40127" y="116035"/>
                    <a:pt x="40216" y="115566"/>
                  </a:cubicBezTo>
                  <a:cubicBezTo>
                    <a:pt x="40281" y="115221"/>
                    <a:pt x="40552" y="114950"/>
                    <a:pt x="40901" y="114882"/>
                  </a:cubicBezTo>
                  <a:close/>
                  <a:moveTo>
                    <a:pt x="463816" y="350438"/>
                  </a:moveTo>
                  <a:cubicBezTo>
                    <a:pt x="463351" y="352618"/>
                    <a:pt x="461420" y="354176"/>
                    <a:pt x="459191" y="354169"/>
                  </a:cubicBezTo>
                  <a:lnTo>
                    <a:pt x="118391" y="354169"/>
                  </a:lnTo>
                  <a:cubicBezTo>
                    <a:pt x="116150" y="354191"/>
                    <a:pt x="114204" y="352631"/>
                    <a:pt x="113735" y="350438"/>
                  </a:cubicBezTo>
                  <a:lnTo>
                    <a:pt x="76146" y="181241"/>
                  </a:lnTo>
                  <a:lnTo>
                    <a:pt x="194001" y="260459"/>
                  </a:lnTo>
                  <a:cubicBezTo>
                    <a:pt x="206178" y="269167"/>
                    <a:pt x="223107" y="266358"/>
                    <a:pt x="231815" y="254180"/>
                  </a:cubicBezTo>
                  <a:cubicBezTo>
                    <a:pt x="233154" y="252309"/>
                    <a:pt x="234252" y="250274"/>
                    <a:pt x="235075" y="248124"/>
                  </a:cubicBezTo>
                  <a:lnTo>
                    <a:pt x="288791" y="114974"/>
                  </a:lnTo>
                  <a:lnTo>
                    <a:pt x="342477" y="248124"/>
                  </a:lnTo>
                  <a:cubicBezTo>
                    <a:pt x="347857" y="262111"/>
                    <a:pt x="363559" y="269090"/>
                    <a:pt x="377546" y="263709"/>
                  </a:cubicBezTo>
                  <a:cubicBezTo>
                    <a:pt x="379686" y="262885"/>
                    <a:pt x="381715" y="261794"/>
                    <a:pt x="383581" y="260459"/>
                  </a:cubicBezTo>
                  <a:lnTo>
                    <a:pt x="501436" y="181272"/>
                  </a:ln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" name="Shape5"/>
          <p:cNvGrpSpPr/>
          <p:nvPr>
            <p:custDataLst>
              <p:tags r:id="rId14"/>
            </p:custDataLst>
          </p:nvPr>
        </p:nvGrpSpPr>
        <p:grpSpPr>
          <a:xfrm>
            <a:off x="868263" y="3725918"/>
            <a:ext cx="441263" cy="441263"/>
            <a:chOff x="5997280" y="4101941"/>
            <a:chExt cx="534264" cy="534264"/>
          </a:xfrm>
          <a:solidFill>
            <a:schemeClr val="accent3"/>
          </a:solidFill>
        </p:grpSpPr>
        <p:sp>
          <p:nvSpPr>
            <p:cNvPr id="33" name="任意多边形: 形状 245"/>
            <p:cNvSpPr/>
            <p:nvPr>
              <p:custDataLst>
                <p:tags r:id="rId15"/>
              </p:custDataLst>
            </p:nvPr>
          </p:nvSpPr>
          <p:spPr>
            <a:xfrm>
              <a:off x="5997280" y="4101941"/>
              <a:ext cx="534264" cy="534264"/>
            </a:xfrm>
            <a:custGeom>
              <a:avLst/>
              <a:gdLst>
                <a:gd name="connsiteX0" fmla="*/ 267118 w 534264"/>
                <a:gd name="connsiteY0" fmla="*/ 534082 h 534264"/>
                <a:gd name="connsiteX1" fmla="*/ -45 w 534264"/>
                <a:gd name="connsiteY1" fmla="*/ 266980 h 534264"/>
                <a:gd name="connsiteX2" fmla="*/ 267056 w 534264"/>
                <a:gd name="connsiteY2" fmla="*/ -183 h 534264"/>
                <a:gd name="connsiteX3" fmla="*/ 534220 w 534264"/>
                <a:gd name="connsiteY3" fmla="*/ 266918 h 534264"/>
                <a:gd name="connsiteX4" fmla="*/ 534220 w 534264"/>
                <a:gd name="connsiteY4" fmla="*/ 266980 h 534264"/>
                <a:gd name="connsiteX5" fmla="*/ 267118 w 534264"/>
                <a:gd name="connsiteY5" fmla="*/ 534082 h 534264"/>
                <a:gd name="connsiteX6" fmla="*/ 267118 w 534264"/>
                <a:gd name="connsiteY6" fmla="*/ 39935 h 534264"/>
                <a:gd name="connsiteX7" fmla="*/ 40042 w 534264"/>
                <a:gd name="connsiteY7" fmla="*/ 266949 h 534264"/>
                <a:gd name="connsiteX8" fmla="*/ 267056 w 534264"/>
                <a:gd name="connsiteY8" fmla="*/ 494026 h 534264"/>
                <a:gd name="connsiteX9" fmla="*/ 494133 w 534264"/>
                <a:gd name="connsiteY9" fmla="*/ 267011 h 534264"/>
                <a:gd name="connsiteX10" fmla="*/ 494133 w 534264"/>
                <a:gd name="connsiteY10" fmla="*/ 266980 h 534264"/>
                <a:gd name="connsiteX11" fmla="*/ 267118 w 534264"/>
                <a:gd name="connsiteY11" fmla="*/ 39935 h 53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264" h="534264">
                  <a:moveTo>
                    <a:pt x="267118" y="534082"/>
                  </a:moveTo>
                  <a:cubicBezTo>
                    <a:pt x="119586" y="534112"/>
                    <a:pt x="-28" y="414499"/>
                    <a:pt x="-45" y="266980"/>
                  </a:cubicBezTo>
                  <a:cubicBezTo>
                    <a:pt x="-62" y="119461"/>
                    <a:pt x="119525" y="-152"/>
                    <a:pt x="267056" y="-183"/>
                  </a:cubicBezTo>
                  <a:cubicBezTo>
                    <a:pt x="414588" y="-214"/>
                    <a:pt x="534201" y="119399"/>
                    <a:pt x="534220" y="266918"/>
                  </a:cubicBezTo>
                  <a:cubicBezTo>
                    <a:pt x="534220" y="266949"/>
                    <a:pt x="534220" y="266949"/>
                    <a:pt x="534220" y="266980"/>
                  </a:cubicBezTo>
                  <a:cubicBezTo>
                    <a:pt x="534050" y="414438"/>
                    <a:pt x="414564" y="533897"/>
                    <a:pt x="267118" y="534082"/>
                  </a:cubicBezTo>
                  <a:close/>
                  <a:moveTo>
                    <a:pt x="267118" y="39935"/>
                  </a:moveTo>
                  <a:cubicBezTo>
                    <a:pt x="141724" y="39904"/>
                    <a:pt x="40059" y="141570"/>
                    <a:pt x="40042" y="266949"/>
                  </a:cubicBezTo>
                  <a:cubicBezTo>
                    <a:pt x="40025" y="392329"/>
                    <a:pt x="141662" y="493995"/>
                    <a:pt x="267056" y="494026"/>
                  </a:cubicBezTo>
                  <a:cubicBezTo>
                    <a:pt x="392451" y="494056"/>
                    <a:pt x="494114" y="392390"/>
                    <a:pt x="494133" y="267011"/>
                  </a:cubicBezTo>
                  <a:cubicBezTo>
                    <a:pt x="494133" y="267011"/>
                    <a:pt x="494133" y="266980"/>
                    <a:pt x="494133" y="266980"/>
                  </a:cubicBezTo>
                  <a:cubicBezTo>
                    <a:pt x="493997" y="141662"/>
                    <a:pt x="392445" y="40089"/>
                    <a:pt x="267118" y="39935"/>
                  </a:cubicBez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任意多边形: 形状 246"/>
            <p:cNvSpPr/>
            <p:nvPr>
              <p:custDataLst>
                <p:tags r:id="rId16"/>
              </p:custDataLst>
            </p:nvPr>
          </p:nvSpPr>
          <p:spPr>
            <a:xfrm>
              <a:off x="6242488" y="4347118"/>
              <a:ext cx="43910" cy="43910"/>
            </a:xfrm>
            <a:custGeom>
              <a:avLst/>
              <a:gdLst>
                <a:gd name="connsiteX0" fmla="*/ 43910 w 43910"/>
                <a:gd name="connsiteY0" fmla="*/ 21955 h 43910"/>
                <a:gd name="connsiteX1" fmla="*/ 21955 w 43910"/>
                <a:gd name="connsiteY1" fmla="*/ 43911 h 43910"/>
                <a:gd name="connsiteX2" fmla="*/ 0 w 43910"/>
                <a:gd name="connsiteY2" fmla="*/ 21955 h 43910"/>
                <a:gd name="connsiteX3" fmla="*/ 21955 w 43910"/>
                <a:gd name="connsiteY3" fmla="*/ 0 h 43910"/>
                <a:gd name="connsiteX4" fmla="*/ 43910 w 43910"/>
                <a:gd name="connsiteY4" fmla="*/ 21955 h 4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10" h="43910">
                  <a:moveTo>
                    <a:pt x="43910" y="21955"/>
                  </a:moveTo>
                  <a:cubicBezTo>
                    <a:pt x="43910" y="34081"/>
                    <a:pt x="34081" y="43911"/>
                    <a:pt x="21955" y="43911"/>
                  </a:cubicBezTo>
                  <a:cubicBezTo>
                    <a:pt x="9830" y="43911"/>
                    <a:pt x="0" y="34081"/>
                    <a:pt x="0" y="21955"/>
                  </a:cubicBezTo>
                  <a:cubicBezTo>
                    <a:pt x="0" y="9830"/>
                    <a:pt x="9830" y="0"/>
                    <a:pt x="21955" y="0"/>
                  </a:cubicBezTo>
                  <a:cubicBezTo>
                    <a:pt x="34081" y="0"/>
                    <a:pt x="43910" y="9830"/>
                    <a:pt x="43910" y="21955"/>
                  </a:cubicBez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任意多边形: 形状 247"/>
            <p:cNvSpPr/>
            <p:nvPr>
              <p:custDataLst>
                <p:tags r:id="rId17"/>
              </p:custDataLst>
            </p:nvPr>
          </p:nvSpPr>
          <p:spPr>
            <a:xfrm>
              <a:off x="6116112" y="4220839"/>
              <a:ext cx="296554" cy="296617"/>
            </a:xfrm>
            <a:custGeom>
              <a:avLst/>
              <a:gdLst>
                <a:gd name="connsiteX0" fmla="*/ 24510 w 296554"/>
                <a:gd name="connsiteY0" fmla="*/ 296434 h 296617"/>
                <a:gd name="connsiteX1" fmla="*/ -45 w 296554"/>
                <a:gd name="connsiteY1" fmla="*/ 271642 h 296617"/>
                <a:gd name="connsiteX2" fmla="*/ 2308 w 296554"/>
                <a:gd name="connsiteY2" fmla="*/ 261250 h 296617"/>
                <a:gd name="connsiteX3" fmla="*/ 82482 w 296554"/>
                <a:gd name="connsiteY3" fmla="*/ 93841 h 296617"/>
                <a:gd name="connsiteX4" fmla="*/ 94014 w 296554"/>
                <a:gd name="connsiteY4" fmla="*/ 82309 h 296617"/>
                <a:gd name="connsiteX5" fmla="*/ 261423 w 296554"/>
                <a:gd name="connsiteY5" fmla="*/ 2135 h 296617"/>
                <a:gd name="connsiteX6" fmla="*/ 294202 w 296554"/>
                <a:gd name="connsiteY6" fmla="*/ 14069 h 296617"/>
                <a:gd name="connsiteX7" fmla="*/ 294202 w 296554"/>
                <a:gd name="connsiteY7" fmla="*/ 34914 h 296617"/>
                <a:gd name="connsiteX8" fmla="*/ 214028 w 296554"/>
                <a:gd name="connsiteY8" fmla="*/ 202322 h 296617"/>
                <a:gd name="connsiteX9" fmla="*/ 202495 w 296554"/>
                <a:gd name="connsiteY9" fmla="*/ 213886 h 296617"/>
                <a:gd name="connsiteX10" fmla="*/ 202495 w 296554"/>
                <a:gd name="connsiteY10" fmla="*/ 213886 h 296617"/>
                <a:gd name="connsiteX11" fmla="*/ 35087 w 296554"/>
                <a:gd name="connsiteY11" fmla="*/ 294059 h 296617"/>
                <a:gd name="connsiteX12" fmla="*/ 24510 w 296554"/>
                <a:gd name="connsiteY12" fmla="*/ 296434 h 296617"/>
                <a:gd name="connsiteX13" fmla="*/ 113934 w 296554"/>
                <a:gd name="connsiteY13" fmla="*/ 113792 h 296617"/>
                <a:gd name="connsiteX14" fmla="*/ 50875 w 296554"/>
                <a:gd name="connsiteY14" fmla="*/ 245431 h 296617"/>
                <a:gd name="connsiteX15" fmla="*/ 182514 w 296554"/>
                <a:gd name="connsiteY15" fmla="*/ 182372 h 296617"/>
                <a:gd name="connsiteX16" fmla="*/ 245573 w 296554"/>
                <a:gd name="connsiteY16" fmla="*/ 50733 h 296617"/>
                <a:gd name="connsiteX17" fmla="*/ 194447 w 296554"/>
                <a:gd name="connsiteY17" fmla="*/ 197050 h 296617"/>
                <a:gd name="connsiteX18" fmla="*/ 194447 w 296554"/>
                <a:gd name="connsiteY18" fmla="*/ 197050 h 29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6554" h="296617">
                  <a:moveTo>
                    <a:pt x="24510" y="296434"/>
                  </a:moveTo>
                  <a:cubicBezTo>
                    <a:pt x="10887" y="296372"/>
                    <a:pt x="-106" y="285271"/>
                    <a:pt x="-45" y="271642"/>
                  </a:cubicBezTo>
                  <a:cubicBezTo>
                    <a:pt x="-29" y="268065"/>
                    <a:pt x="775" y="264519"/>
                    <a:pt x="2308" y="261250"/>
                  </a:cubicBezTo>
                  <a:lnTo>
                    <a:pt x="82482" y="93841"/>
                  </a:lnTo>
                  <a:cubicBezTo>
                    <a:pt x="84908" y="88815"/>
                    <a:pt x="88973" y="84745"/>
                    <a:pt x="94014" y="82309"/>
                  </a:cubicBezTo>
                  <a:lnTo>
                    <a:pt x="261423" y="2135"/>
                  </a:lnTo>
                  <a:cubicBezTo>
                    <a:pt x="273773" y="-3631"/>
                    <a:pt x="288448" y="1734"/>
                    <a:pt x="294202" y="14069"/>
                  </a:cubicBezTo>
                  <a:cubicBezTo>
                    <a:pt x="297279" y="20698"/>
                    <a:pt x="297279" y="28315"/>
                    <a:pt x="294202" y="34914"/>
                  </a:cubicBezTo>
                  <a:lnTo>
                    <a:pt x="214028" y="202322"/>
                  </a:lnTo>
                  <a:cubicBezTo>
                    <a:pt x="211607" y="207379"/>
                    <a:pt x="207540" y="211450"/>
                    <a:pt x="202495" y="213886"/>
                  </a:cubicBezTo>
                  <a:lnTo>
                    <a:pt x="202495" y="213886"/>
                  </a:lnTo>
                  <a:lnTo>
                    <a:pt x="35087" y="294059"/>
                  </a:lnTo>
                  <a:cubicBezTo>
                    <a:pt x="31784" y="295632"/>
                    <a:pt x="28170" y="296434"/>
                    <a:pt x="24510" y="296434"/>
                  </a:cubicBezTo>
                  <a:close/>
                  <a:moveTo>
                    <a:pt x="113934" y="113792"/>
                  </a:moveTo>
                  <a:lnTo>
                    <a:pt x="50875" y="245431"/>
                  </a:lnTo>
                  <a:lnTo>
                    <a:pt x="182514" y="182372"/>
                  </a:lnTo>
                  <a:lnTo>
                    <a:pt x="245573" y="50733"/>
                  </a:lnTo>
                  <a:close/>
                  <a:moveTo>
                    <a:pt x="194447" y="197050"/>
                  </a:moveTo>
                  <a:lnTo>
                    <a:pt x="194447" y="197050"/>
                  </a:ln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6" name="Text8"/>
          <p:cNvSpPr txBox="1"/>
          <p:nvPr>
            <p:custDataLst>
              <p:tags r:id="rId18"/>
            </p:custDataLst>
          </p:nvPr>
        </p:nvSpPr>
        <p:spPr>
          <a:xfrm>
            <a:off x="1833015" y="1313086"/>
            <a:ext cx="955699" cy="80021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01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37" name="Text9"/>
          <p:cNvSpPr txBox="1"/>
          <p:nvPr>
            <p:custDataLst>
              <p:tags r:id="rId19"/>
            </p:custDataLst>
          </p:nvPr>
        </p:nvSpPr>
        <p:spPr>
          <a:xfrm>
            <a:off x="1833015" y="2435081"/>
            <a:ext cx="955699" cy="80021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02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38" name="Text10"/>
          <p:cNvSpPr txBox="1"/>
          <p:nvPr>
            <p:custDataLst>
              <p:tags r:id="rId20"/>
            </p:custDataLst>
          </p:nvPr>
        </p:nvSpPr>
        <p:spPr>
          <a:xfrm>
            <a:off x="1833015" y="3557075"/>
            <a:ext cx="955699" cy="80021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03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40" name="Text11"/>
          <p:cNvSpPr txBox="1"/>
          <p:nvPr>
            <p:custDataLst>
              <p:tags r:id="rId21"/>
            </p:custDataLst>
          </p:nvPr>
        </p:nvSpPr>
        <p:spPr>
          <a:xfrm>
            <a:off x="3846195" y="1219200"/>
            <a:ext cx="3798570" cy="831850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.coroutine_before.0.mir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Text13"/>
          <p:cNvSpPr txBox="1"/>
          <p:nvPr>
            <p:custDataLst>
              <p:tags r:id="rId22"/>
            </p:custDataLst>
          </p:nvPr>
        </p:nvSpPr>
        <p:spPr>
          <a:xfrm>
            <a:off x="3846195" y="2378710"/>
            <a:ext cx="3619500" cy="717550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‌.coroutine_async_drop_expand.0.mir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Text15"/>
          <p:cNvSpPr txBox="1"/>
          <p:nvPr>
            <p:custDataLst>
              <p:tags r:id="rId23"/>
            </p:custDataLst>
          </p:nvPr>
        </p:nvSpPr>
        <p:spPr>
          <a:xfrm>
            <a:off x="3832225" y="3499485"/>
            <a:ext cx="3633470" cy="784225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coroutine_drop_proxy_async.0.mir‌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Text17"/>
          <p:cNvSpPr/>
          <p:nvPr>
            <p:custDataLst>
              <p:tags r:id="rId24"/>
            </p:custDataLst>
          </p:nvPr>
        </p:nvSpPr>
        <p:spPr>
          <a:xfrm>
            <a:off x="470239" y="4589182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275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275"/>
                </a:lnTo>
                <a:close/>
              </a:path>
            </a:pathLst>
          </a:custGeom>
          <a:solidFill>
            <a:schemeClr val="accent4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Shape6"/>
          <p:cNvSpPr/>
          <p:nvPr>
            <p:custDataLst>
              <p:tags r:id="rId25"/>
            </p:custDataLst>
          </p:nvPr>
        </p:nvSpPr>
        <p:spPr>
          <a:xfrm>
            <a:off x="3831908" y="4540693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Text18"/>
          <p:cNvSpPr/>
          <p:nvPr>
            <p:custDataLst>
              <p:tags r:id="rId26"/>
            </p:custDataLst>
          </p:nvPr>
        </p:nvSpPr>
        <p:spPr>
          <a:xfrm>
            <a:off x="691805" y="4675454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Text19"/>
          <p:cNvSpPr txBox="1"/>
          <p:nvPr>
            <p:custDataLst>
              <p:tags r:id="rId27"/>
            </p:custDataLst>
          </p:nvPr>
        </p:nvSpPr>
        <p:spPr>
          <a:xfrm>
            <a:off x="1833015" y="4683068"/>
            <a:ext cx="955699" cy="80021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04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0" name="Text20"/>
          <p:cNvSpPr txBox="1"/>
          <p:nvPr>
            <p:custDataLst>
              <p:tags r:id="rId28"/>
            </p:custDataLst>
          </p:nvPr>
        </p:nvSpPr>
        <p:spPr>
          <a:xfrm>
            <a:off x="3832225" y="4625340"/>
            <a:ext cx="3638550" cy="781685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coroutine_drop.0.mir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Shape7"/>
          <p:cNvSpPr/>
          <p:nvPr>
            <p:custDataLst>
              <p:tags r:id="rId29"/>
            </p:custDataLst>
          </p:nvPr>
        </p:nvSpPr>
        <p:spPr>
          <a:xfrm>
            <a:off x="865959" y="4849610"/>
            <a:ext cx="445869" cy="445869"/>
          </a:xfrm>
          <a:custGeom>
            <a:avLst/>
            <a:gdLst>
              <a:gd name="connsiteX0" fmla="*/ 255352 w 321246"/>
              <a:gd name="connsiteY0" fmla="*/ 168459 h 321246"/>
              <a:gd name="connsiteX1" fmla="*/ 168459 w 321246"/>
              <a:gd name="connsiteY1" fmla="*/ 255352 h 321246"/>
              <a:gd name="connsiteX2" fmla="*/ 168459 w 321246"/>
              <a:gd name="connsiteY2" fmla="*/ 274235 h 321246"/>
              <a:gd name="connsiteX3" fmla="*/ 274235 w 321246"/>
              <a:gd name="connsiteY3" fmla="*/ 168459 h 321246"/>
              <a:gd name="connsiteX4" fmla="*/ 47012 w 321246"/>
              <a:gd name="connsiteY4" fmla="*/ 168459 h 321246"/>
              <a:gd name="connsiteX5" fmla="*/ 152788 w 321246"/>
              <a:gd name="connsiteY5" fmla="*/ 274235 h 321246"/>
              <a:gd name="connsiteX6" fmla="*/ 152788 w 321246"/>
              <a:gd name="connsiteY6" fmla="*/ 255352 h 321246"/>
              <a:gd name="connsiteX7" fmla="*/ 65934 w 321246"/>
              <a:gd name="connsiteY7" fmla="*/ 168459 h 321246"/>
              <a:gd name="connsiteX8" fmla="*/ 160624 w 321246"/>
              <a:gd name="connsiteY8" fmla="*/ 144953 h 321246"/>
              <a:gd name="connsiteX9" fmla="*/ 144953 w 321246"/>
              <a:gd name="connsiteY9" fmla="*/ 160624 h 321246"/>
              <a:gd name="connsiteX10" fmla="*/ 160624 w 321246"/>
              <a:gd name="connsiteY10" fmla="*/ 176294 h 321246"/>
              <a:gd name="connsiteX11" fmla="*/ 176294 w 321246"/>
              <a:gd name="connsiteY11" fmla="*/ 160624 h 321246"/>
              <a:gd name="connsiteX12" fmla="*/ 160624 w 321246"/>
              <a:gd name="connsiteY12" fmla="*/ 144953 h 321246"/>
              <a:gd name="connsiteX13" fmla="*/ 160624 w 321246"/>
              <a:gd name="connsiteY13" fmla="*/ 129282 h 321246"/>
              <a:gd name="connsiteX14" fmla="*/ 191965 w 321246"/>
              <a:gd name="connsiteY14" fmla="*/ 160624 h 321246"/>
              <a:gd name="connsiteX15" fmla="*/ 160624 w 321246"/>
              <a:gd name="connsiteY15" fmla="*/ 191965 h 321246"/>
              <a:gd name="connsiteX16" fmla="*/ 129282 w 321246"/>
              <a:gd name="connsiteY16" fmla="*/ 160624 h 321246"/>
              <a:gd name="connsiteX17" fmla="*/ 160624 w 321246"/>
              <a:gd name="connsiteY17" fmla="*/ 129282 h 321246"/>
              <a:gd name="connsiteX18" fmla="*/ 152788 w 321246"/>
              <a:gd name="connsiteY18" fmla="*/ 81643 h 321246"/>
              <a:gd name="connsiteX19" fmla="*/ 81643 w 321246"/>
              <a:gd name="connsiteY19" fmla="*/ 152788 h 321246"/>
              <a:gd name="connsiteX20" fmla="*/ 113611 w 321246"/>
              <a:gd name="connsiteY20" fmla="*/ 152788 h 321246"/>
              <a:gd name="connsiteX21" fmla="*/ 113611 w 321246"/>
              <a:gd name="connsiteY21" fmla="*/ 168459 h 321246"/>
              <a:gd name="connsiteX22" fmla="*/ 81643 w 321246"/>
              <a:gd name="connsiteY22" fmla="*/ 168459 h 321246"/>
              <a:gd name="connsiteX23" fmla="*/ 152788 w 321246"/>
              <a:gd name="connsiteY23" fmla="*/ 239603 h 321246"/>
              <a:gd name="connsiteX24" fmla="*/ 152788 w 321246"/>
              <a:gd name="connsiteY24" fmla="*/ 207635 h 321246"/>
              <a:gd name="connsiteX25" fmla="*/ 168459 w 321246"/>
              <a:gd name="connsiteY25" fmla="*/ 207635 h 321246"/>
              <a:gd name="connsiteX26" fmla="*/ 168459 w 321246"/>
              <a:gd name="connsiteY26" fmla="*/ 239603 h 321246"/>
              <a:gd name="connsiteX27" fmla="*/ 239603 w 321246"/>
              <a:gd name="connsiteY27" fmla="*/ 168459 h 321246"/>
              <a:gd name="connsiteX28" fmla="*/ 207635 w 321246"/>
              <a:gd name="connsiteY28" fmla="*/ 168459 h 321246"/>
              <a:gd name="connsiteX29" fmla="*/ 207635 w 321246"/>
              <a:gd name="connsiteY29" fmla="*/ 152788 h 321246"/>
              <a:gd name="connsiteX30" fmla="*/ 239603 w 321246"/>
              <a:gd name="connsiteY30" fmla="*/ 152788 h 321246"/>
              <a:gd name="connsiteX31" fmla="*/ 168459 w 321246"/>
              <a:gd name="connsiteY31" fmla="*/ 81643 h 321246"/>
              <a:gd name="connsiteX32" fmla="*/ 168459 w 321246"/>
              <a:gd name="connsiteY32" fmla="*/ 113611 h 321246"/>
              <a:gd name="connsiteX33" fmla="*/ 152788 w 321246"/>
              <a:gd name="connsiteY33" fmla="*/ 113611 h 321246"/>
              <a:gd name="connsiteX34" fmla="*/ 168459 w 321246"/>
              <a:gd name="connsiteY34" fmla="*/ 47012 h 321246"/>
              <a:gd name="connsiteX35" fmla="*/ 168459 w 321246"/>
              <a:gd name="connsiteY35" fmla="*/ 65895 h 321246"/>
              <a:gd name="connsiteX36" fmla="*/ 255352 w 321246"/>
              <a:gd name="connsiteY36" fmla="*/ 152788 h 321246"/>
              <a:gd name="connsiteX37" fmla="*/ 274235 w 321246"/>
              <a:gd name="connsiteY37" fmla="*/ 152788 h 321246"/>
              <a:gd name="connsiteX38" fmla="*/ 168459 w 321246"/>
              <a:gd name="connsiteY38" fmla="*/ 47012 h 321246"/>
              <a:gd name="connsiteX39" fmla="*/ 152788 w 321246"/>
              <a:gd name="connsiteY39" fmla="*/ 47012 h 321246"/>
              <a:gd name="connsiteX40" fmla="*/ 47012 w 321246"/>
              <a:gd name="connsiteY40" fmla="*/ 152788 h 321246"/>
              <a:gd name="connsiteX41" fmla="*/ 65895 w 321246"/>
              <a:gd name="connsiteY41" fmla="*/ 152788 h 321246"/>
              <a:gd name="connsiteX42" fmla="*/ 152788 w 321246"/>
              <a:gd name="connsiteY42" fmla="*/ 65934 h 321246"/>
              <a:gd name="connsiteX43" fmla="*/ 152788 w 321246"/>
              <a:gd name="connsiteY43" fmla="*/ 0 h 321246"/>
              <a:gd name="connsiteX44" fmla="*/ 168459 w 321246"/>
              <a:gd name="connsiteY44" fmla="*/ 0 h 321246"/>
              <a:gd name="connsiteX45" fmla="*/ 168459 w 321246"/>
              <a:gd name="connsiteY45" fmla="*/ 23506 h 321246"/>
              <a:gd name="connsiteX46" fmla="*/ 297740 w 321246"/>
              <a:gd name="connsiteY46" fmla="*/ 152788 h 321246"/>
              <a:gd name="connsiteX47" fmla="*/ 321246 w 321246"/>
              <a:gd name="connsiteY47" fmla="*/ 152788 h 321246"/>
              <a:gd name="connsiteX48" fmla="*/ 321246 w 321246"/>
              <a:gd name="connsiteY48" fmla="*/ 168459 h 321246"/>
              <a:gd name="connsiteX49" fmla="*/ 297740 w 321246"/>
              <a:gd name="connsiteY49" fmla="*/ 168459 h 321246"/>
              <a:gd name="connsiteX50" fmla="*/ 168459 w 321246"/>
              <a:gd name="connsiteY50" fmla="*/ 297740 h 321246"/>
              <a:gd name="connsiteX51" fmla="*/ 168459 w 321246"/>
              <a:gd name="connsiteY51" fmla="*/ 321246 h 321246"/>
              <a:gd name="connsiteX52" fmla="*/ 152788 w 321246"/>
              <a:gd name="connsiteY52" fmla="*/ 321246 h 321246"/>
              <a:gd name="connsiteX53" fmla="*/ 152788 w 321246"/>
              <a:gd name="connsiteY53" fmla="*/ 297740 h 321246"/>
              <a:gd name="connsiteX54" fmla="*/ 23506 w 321246"/>
              <a:gd name="connsiteY54" fmla="*/ 168459 h 321246"/>
              <a:gd name="connsiteX55" fmla="*/ 0 w 321246"/>
              <a:gd name="connsiteY55" fmla="*/ 168459 h 321246"/>
              <a:gd name="connsiteX56" fmla="*/ 0 w 321246"/>
              <a:gd name="connsiteY56" fmla="*/ 152788 h 321246"/>
              <a:gd name="connsiteX57" fmla="*/ 23506 w 321246"/>
              <a:gd name="connsiteY57" fmla="*/ 152788 h 321246"/>
              <a:gd name="connsiteX58" fmla="*/ 152788 w 321246"/>
              <a:gd name="connsiteY58" fmla="*/ 23506 h 32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21246" h="321246">
                <a:moveTo>
                  <a:pt x="255352" y="168459"/>
                </a:moveTo>
                <a:cubicBezTo>
                  <a:pt x="251463" y="214742"/>
                  <a:pt x="214742" y="251463"/>
                  <a:pt x="168459" y="255352"/>
                </a:cubicBezTo>
                <a:lnTo>
                  <a:pt x="168459" y="274235"/>
                </a:lnTo>
                <a:cubicBezTo>
                  <a:pt x="225125" y="270206"/>
                  <a:pt x="270206" y="225125"/>
                  <a:pt x="274235" y="168459"/>
                </a:cubicBezTo>
                <a:close/>
                <a:moveTo>
                  <a:pt x="47012" y="168459"/>
                </a:moveTo>
                <a:cubicBezTo>
                  <a:pt x="51040" y="225125"/>
                  <a:pt x="96122" y="270206"/>
                  <a:pt x="152788" y="274235"/>
                </a:cubicBezTo>
                <a:lnTo>
                  <a:pt x="152788" y="255352"/>
                </a:lnTo>
                <a:cubicBezTo>
                  <a:pt x="106520" y="251445"/>
                  <a:pt x="69820" y="214728"/>
                  <a:pt x="65934" y="168459"/>
                </a:cubicBezTo>
                <a:close/>
                <a:moveTo>
                  <a:pt x="160624" y="144953"/>
                </a:moveTo>
                <a:cubicBezTo>
                  <a:pt x="151969" y="144953"/>
                  <a:pt x="144953" y="151969"/>
                  <a:pt x="144953" y="160624"/>
                </a:cubicBezTo>
                <a:cubicBezTo>
                  <a:pt x="144953" y="169278"/>
                  <a:pt x="151969" y="176294"/>
                  <a:pt x="160624" y="176294"/>
                </a:cubicBezTo>
                <a:cubicBezTo>
                  <a:pt x="169278" y="176294"/>
                  <a:pt x="176294" y="169278"/>
                  <a:pt x="176294" y="160624"/>
                </a:cubicBezTo>
                <a:cubicBezTo>
                  <a:pt x="176294" y="151969"/>
                  <a:pt x="169278" y="144953"/>
                  <a:pt x="160624" y="144953"/>
                </a:cubicBezTo>
                <a:close/>
                <a:moveTo>
                  <a:pt x="160624" y="129282"/>
                </a:moveTo>
                <a:cubicBezTo>
                  <a:pt x="177933" y="129282"/>
                  <a:pt x="191965" y="143314"/>
                  <a:pt x="191965" y="160624"/>
                </a:cubicBezTo>
                <a:cubicBezTo>
                  <a:pt x="191965" y="177933"/>
                  <a:pt x="177933" y="191965"/>
                  <a:pt x="160624" y="191965"/>
                </a:cubicBezTo>
                <a:cubicBezTo>
                  <a:pt x="143314" y="191965"/>
                  <a:pt x="129282" y="177933"/>
                  <a:pt x="129282" y="160624"/>
                </a:cubicBezTo>
                <a:cubicBezTo>
                  <a:pt x="129282" y="143314"/>
                  <a:pt x="143314" y="129282"/>
                  <a:pt x="160624" y="129282"/>
                </a:cubicBezTo>
                <a:close/>
                <a:moveTo>
                  <a:pt x="152788" y="81643"/>
                </a:moveTo>
                <a:cubicBezTo>
                  <a:pt x="115165" y="85409"/>
                  <a:pt x="85408" y="115165"/>
                  <a:pt x="81643" y="152788"/>
                </a:cubicBezTo>
                <a:lnTo>
                  <a:pt x="113611" y="152788"/>
                </a:lnTo>
                <a:lnTo>
                  <a:pt x="113611" y="168459"/>
                </a:lnTo>
                <a:lnTo>
                  <a:pt x="81643" y="168459"/>
                </a:lnTo>
                <a:cubicBezTo>
                  <a:pt x="85408" y="206082"/>
                  <a:pt x="115165" y="235838"/>
                  <a:pt x="152788" y="239603"/>
                </a:cubicBezTo>
                <a:lnTo>
                  <a:pt x="152788" y="207635"/>
                </a:lnTo>
                <a:lnTo>
                  <a:pt x="168459" y="207635"/>
                </a:lnTo>
                <a:lnTo>
                  <a:pt x="168459" y="239603"/>
                </a:lnTo>
                <a:cubicBezTo>
                  <a:pt x="206082" y="235838"/>
                  <a:pt x="235838" y="206082"/>
                  <a:pt x="239603" y="168459"/>
                </a:cubicBezTo>
                <a:lnTo>
                  <a:pt x="207635" y="168459"/>
                </a:lnTo>
                <a:lnTo>
                  <a:pt x="207635" y="152788"/>
                </a:lnTo>
                <a:lnTo>
                  <a:pt x="239603" y="152788"/>
                </a:lnTo>
                <a:cubicBezTo>
                  <a:pt x="235838" y="115165"/>
                  <a:pt x="206082" y="85409"/>
                  <a:pt x="168459" y="81643"/>
                </a:cubicBezTo>
                <a:lnTo>
                  <a:pt x="168459" y="113611"/>
                </a:lnTo>
                <a:lnTo>
                  <a:pt x="152788" y="113611"/>
                </a:lnTo>
                <a:close/>
                <a:moveTo>
                  <a:pt x="168459" y="47012"/>
                </a:moveTo>
                <a:lnTo>
                  <a:pt x="168459" y="65895"/>
                </a:lnTo>
                <a:cubicBezTo>
                  <a:pt x="214742" y="69783"/>
                  <a:pt x="251463" y="106504"/>
                  <a:pt x="255352" y="152788"/>
                </a:cubicBezTo>
                <a:lnTo>
                  <a:pt x="274235" y="152788"/>
                </a:lnTo>
                <a:cubicBezTo>
                  <a:pt x="270206" y="96122"/>
                  <a:pt x="225125" y="51040"/>
                  <a:pt x="168459" y="47012"/>
                </a:cubicBezTo>
                <a:close/>
                <a:moveTo>
                  <a:pt x="152788" y="47012"/>
                </a:moveTo>
                <a:cubicBezTo>
                  <a:pt x="96122" y="51040"/>
                  <a:pt x="51040" y="96122"/>
                  <a:pt x="47012" y="152788"/>
                </a:cubicBezTo>
                <a:lnTo>
                  <a:pt x="65895" y="152788"/>
                </a:lnTo>
                <a:cubicBezTo>
                  <a:pt x="69802" y="106520"/>
                  <a:pt x="106518" y="69820"/>
                  <a:pt x="152788" y="65934"/>
                </a:cubicBezTo>
                <a:close/>
                <a:moveTo>
                  <a:pt x="152788" y="0"/>
                </a:moveTo>
                <a:lnTo>
                  <a:pt x="168459" y="0"/>
                </a:lnTo>
                <a:lnTo>
                  <a:pt x="168459" y="23506"/>
                </a:lnTo>
                <a:cubicBezTo>
                  <a:pt x="238087" y="27614"/>
                  <a:pt x="293632" y="83159"/>
                  <a:pt x="297740" y="152788"/>
                </a:cubicBezTo>
                <a:lnTo>
                  <a:pt x="321246" y="152788"/>
                </a:lnTo>
                <a:lnTo>
                  <a:pt x="321246" y="168459"/>
                </a:lnTo>
                <a:lnTo>
                  <a:pt x="297740" y="168459"/>
                </a:lnTo>
                <a:cubicBezTo>
                  <a:pt x="293632" y="238087"/>
                  <a:pt x="238087" y="293632"/>
                  <a:pt x="168459" y="297740"/>
                </a:cubicBezTo>
                <a:lnTo>
                  <a:pt x="168459" y="321246"/>
                </a:lnTo>
                <a:lnTo>
                  <a:pt x="152788" y="321246"/>
                </a:lnTo>
                <a:lnTo>
                  <a:pt x="152788" y="297740"/>
                </a:lnTo>
                <a:cubicBezTo>
                  <a:pt x="83159" y="293632"/>
                  <a:pt x="27614" y="238087"/>
                  <a:pt x="23506" y="168459"/>
                </a:cubicBezTo>
                <a:lnTo>
                  <a:pt x="0" y="168459"/>
                </a:lnTo>
                <a:lnTo>
                  <a:pt x="0" y="152788"/>
                </a:lnTo>
                <a:lnTo>
                  <a:pt x="23506" y="152788"/>
                </a:lnTo>
                <a:cubicBezTo>
                  <a:pt x="27614" y="83159"/>
                  <a:pt x="83159" y="27614"/>
                  <a:pt x="152788" y="23506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22"/>
          <p:cNvSpPr/>
          <p:nvPr>
            <p:custDataLst>
              <p:tags r:id="rId30"/>
            </p:custDataLst>
          </p:nvPr>
        </p:nvSpPr>
        <p:spPr>
          <a:xfrm>
            <a:off x="470239" y="5720546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275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275"/>
                </a:lnTo>
                <a:close/>
              </a:path>
            </a:pathLst>
          </a:custGeom>
          <a:solidFill>
            <a:schemeClr val="accent5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Shape8"/>
          <p:cNvSpPr/>
          <p:nvPr>
            <p:custDataLst>
              <p:tags r:id="rId31"/>
            </p:custDataLst>
          </p:nvPr>
        </p:nvSpPr>
        <p:spPr>
          <a:xfrm>
            <a:off x="3831908" y="5672058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Text23"/>
          <p:cNvSpPr/>
          <p:nvPr>
            <p:custDataLst>
              <p:tags r:id="rId32"/>
            </p:custDataLst>
          </p:nvPr>
        </p:nvSpPr>
        <p:spPr>
          <a:xfrm>
            <a:off x="691805" y="5806819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Text24"/>
          <p:cNvSpPr txBox="1"/>
          <p:nvPr>
            <p:custDataLst>
              <p:tags r:id="rId33"/>
            </p:custDataLst>
          </p:nvPr>
        </p:nvSpPr>
        <p:spPr>
          <a:xfrm>
            <a:off x="1833015" y="5814433"/>
            <a:ext cx="955699" cy="80021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05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3" name="Text25"/>
          <p:cNvSpPr txBox="1"/>
          <p:nvPr>
            <p:custDataLst>
              <p:tags r:id="rId34"/>
            </p:custDataLst>
          </p:nvPr>
        </p:nvSpPr>
        <p:spPr>
          <a:xfrm>
            <a:off x="3832225" y="5756910"/>
            <a:ext cx="3638550" cy="662940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coroutine_post-transform.0.mir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Shape9"/>
          <p:cNvSpPr>
            <a:spLocks noChangeAspect="1"/>
          </p:cNvSpPr>
          <p:nvPr>
            <p:custDataLst>
              <p:tags r:id="rId35"/>
            </p:custDataLst>
          </p:nvPr>
        </p:nvSpPr>
        <p:spPr>
          <a:xfrm>
            <a:off x="861839" y="5981426"/>
            <a:ext cx="454110" cy="444961"/>
          </a:xfrm>
          <a:custGeom>
            <a:avLst/>
            <a:gdLst>
              <a:gd name="connsiteX0" fmla="*/ 1376243 w 1512887"/>
              <a:gd name="connsiteY0" fmla="*/ 993974 h 1482407"/>
              <a:gd name="connsiteX1" fmla="*/ 1495901 w 1512887"/>
              <a:gd name="connsiteY1" fmla="*/ 1060490 h 1482407"/>
              <a:gd name="connsiteX2" fmla="*/ 756444 w 1512887"/>
              <a:gd name="connsiteY2" fmla="*/ 1482408 h 1482407"/>
              <a:gd name="connsiteX3" fmla="*/ 4167 w 1512887"/>
              <a:gd name="connsiteY3" fmla="*/ 1060490 h 1482407"/>
              <a:gd name="connsiteX4" fmla="*/ 124698 w 1512887"/>
              <a:gd name="connsiteY4" fmla="*/ 993974 h 1482407"/>
              <a:gd name="connsiteX5" fmla="*/ 756404 w 1512887"/>
              <a:gd name="connsiteY5" fmla="*/ 1344970 h 1482407"/>
              <a:gd name="connsiteX6" fmla="*/ 1376243 w 1512887"/>
              <a:gd name="connsiteY6" fmla="*/ 993974 h 1482407"/>
              <a:gd name="connsiteX7" fmla="*/ 1376243 w 1512887"/>
              <a:gd name="connsiteY7" fmla="*/ 676473 h 1482407"/>
              <a:gd name="connsiteX8" fmla="*/ 1495901 w 1512887"/>
              <a:gd name="connsiteY8" fmla="*/ 742990 h 1482407"/>
              <a:gd name="connsiteX9" fmla="*/ 756444 w 1512887"/>
              <a:gd name="connsiteY9" fmla="*/ 1164908 h 1482407"/>
              <a:gd name="connsiteX10" fmla="*/ 4167 w 1512887"/>
              <a:gd name="connsiteY10" fmla="*/ 742990 h 1482407"/>
              <a:gd name="connsiteX11" fmla="*/ 124698 w 1512887"/>
              <a:gd name="connsiteY11" fmla="*/ 676473 h 1482407"/>
              <a:gd name="connsiteX12" fmla="*/ 756404 w 1512887"/>
              <a:gd name="connsiteY12" fmla="*/ 1027470 h 1482407"/>
              <a:gd name="connsiteX13" fmla="*/ 1376243 w 1512887"/>
              <a:gd name="connsiteY13" fmla="*/ 676473 h 1482407"/>
              <a:gd name="connsiteX14" fmla="*/ 756444 w 1512887"/>
              <a:gd name="connsiteY14" fmla="*/ 40 h 1482407"/>
              <a:gd name="connsiteX15" fmla="*/ 1512888 w 1512887"/>
              <a:gd name="connsiteY15" fmla="*/ 425490 h 1482407"/>
              <a:gd name="connsiteX16" fmla="*/ 756444 w 1512887"/>
              <a:gd name="connsiteY16" fmla="*/ 850979 h 1482407"/>
              <a:gd name="connsiteX17" fmla="*/ 0 w 1512887"/>
              <a:gd name="connsiteY17" fmla="*/ 425490 h 1482407"/>
              <a:gd name="connsiteX18" fmla="*/ 756444 w 1512887"/>
              <a:gd name="connsiteY18" fmla="*/ 0 h 1482407"/>
              <a:gd name="connsiteX19" fmla="*/ 756444 w 1512887"/>
              <a:gd name="connsiteY19" fmla="*/ 136644 h 1482407"/>
              <a:gd name="connsiteX20" fmla="*/ 242848 w 1512887"/>
              <a:gd name="connsiteY20" fmla="*/ 425490 h 1482407"/>
              <a:gd name="connsiteX21" fmla="*/ 756444 w 1512887"/>
              <a:gd name="connsiteY21" fmla="*/ 714335 h 1482407"/>
              <a:gd name="connsiteX22" fmla="*/ 1270000 w 1512887"/>
              <a:gd name="connsiteY22" fmla="*/ 425490 h 1482407"/>
              <a:gd name="connsiteX23" fmla="*/ 756444 w 1512887"/>
              <a:gd name="connsiteY23" fmla="*/ 136604 h 148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512887" h="1482407">
                <a:moveTo>
                  <a:pt x="1376243" y="993974"/>
                </a:moveTo>
                <a:lnTo>
                  <a:pt x="1495901" y="1060490"/>
                </a:lnTo>
                <a:lnTo>
                  <a:pt x="756444" y="1482408"/>
                </a:lnTo>
                <a:lnTo>
                  <a:pt x="4167" y="1060490"/>
                </a:lnTo>
                <a:lnTo>
                  <a:pt x="124698" y="993974"/>
                </a:lnTo>
                <a:lnTo>
                  <a:pt x="756404" y="1344970"/>
                </a:lnTo>
                <a:lnTo>
                  <a:pt x="1376243" y="993974"/>
                </a:lnTo>
                <a:close/>
                <a:moveTo>
                  <a:pt x="1376243" y="676473"/>
                </a:moveTo>
                <a:lnTo>
                  <a:pt x="1495901" y="742990"/>
                </a:lnTo>
                <a:lnTo>
                  <a:pt x="756444" y="1164908"/>
                </a:lnTo>
                <a:lnTo>
                  <a:pt x="4167" y="742990"/>
                </a:lnTo>
                <a:lnTo>
                  <a:pt x="124698" y="676473"/>
                </a:lnTo>
                <a:lnTo>
                  <a:pt x="756404" y="1027470"/>
                </a:lnTo>
                <a:lnTo>
                  <a:pt x="1376243" y="676473"/>
                </a:lnTo>
                <a:close/>
                <a:moveTo>
                  <a:pt x="756444" y="40"/>
                </a:moveTo>
                <a:lnTo>
                  <a:pt x="1512888" y="425490"/>
                </a:lnTo>
                <a:lnTo>
                  <a:pt x="756444" y="850979"/>
                </a:lnTo>
                <a:lnTo>
                  <a:pt x="0" y="425490"/>
                </a:lnTo>
                <a:lnTo>
                  <a:pt x="756444" y="0"/>
                </a:lnTo>
                <a:close/>
                <a:moveTo>
                  <a:pt x="756444" y="136644"/>
                </a:moveTo>
                <a:lnTo>
                  <a:pt x="242848" y="425490"/>
                </a:lnTo>
                <a:lnTo>
                  <a:pt x="756444" y="714335"/>
                </a:lnTo>
                <a:lnTo>
                  <a:pt x="1270000" y="425490"/>
                </a:lnTo>
                <a:lnTo>
                  <a:pt x="756444" y="136604"/>
                </a:lnTo>
                <a:close/>
              </a:path>
            </a:pathLst>
          </a:custGeom>
          <a:solidFill>
            <a:schemeClr val="accent5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6"/>
    </p:custData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1"/>
          <p:cNvSpPr txBox="1"/>
          <p:nvPr>
            <p:custDataLst>
              <p:tags r:id="rId1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与异步协程相关的</a:t>
            </a: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MIR</a:t>
            </a: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文件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17" name="Text2"/>
          <p:cNvSpPr/>
          <p:nvPr>
            <p:custDataLst>
              <p:tags r:id="rId2"/>
            </p:custDataLst>
          </p:nvPr>
        </p:nvSpPr>
        <p:spPr>
          <a:xfrm>
            <a:off x="470239" y="1219200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0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0" name="Text3"/>
          <p:cNvSpPr/>
          <p:nvPr>
            <p:custDataLst>
              <p:tags r:id="rId3"/>
            </p:custDataLst>
          </p:nvPr>
        </p:nvSpPr>
        <p:spPr>
          <a:xfrm>
            <a:off x="470239" y="2341195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0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Text4"/>
          <p:cNvSpPr/>
          <p:nvPr>
            <p:custDataLst>
              <p:tags r:id="rId4"/>
            </p:custDataLst>
          </p:nvPr>
        </p:nvSpPr>
        <p:spPr>
          <a:xfrm>
            <a:off x="470239" y="3463191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275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275"/>
                </a:lnTo>
                <a:close/>
              </a:path>
            </a:pathLst>
          </a:custGeom>
          <a:solidFill>
            <a:schemeClr val="accent3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3" name="Shape1"/>
          <p:cNvSpPr/>
          <p:nvPr>
            <p:custDataLst>
              <p:tags r:id="rId5"/>
            </p:custDataLst>
          </p:nvPr>
        </p:nvSpPr>
        <p:spPr>
          <a:xfrm>
            <a:off x="3831908" y="2270547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4" name="Shape2"/>
          <p:cNvSpPr/>
          <p:nvPr>
            <p:custDataLst>
              <p:tags r:id="rId6"/>
            </p:custDataLst>
          </p:nvPr>
        </p:nvSpPr>
        <p:spPr>
          <a:xfrm>
            <a:off x="3831908" y="3414700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" name="Text5"/>
          <p:cNvSpPr/>
          <p:nvPr>
            <p:custDataLst>
              <p:tags r:id="rId7"/>
            </p:custDataLst>
          </p:nvPr>
        </p:nvSpPr>
        <p:spPr>
          <a:xfrm>
            <a:off x="691805" y="1305471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Text6"/>
          <p:cNvSpPr/>
          <p:nvPr>
            <p:custDataLst>
              <p:tags r:id="rId8"/>
            </p:custDataLst>
          </p:nvPr>
        </p:nvSpPr>
        <p:spPr>
          <a:xfrm>
            <a:off x="691805" y="2427466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Text7"/>
          <p:cNvSpPr/>
          <p:nvPr>
            <p:custDataLst>
              <p:tags r:id="rId9"/>
            </p:custDataLst>
          </p:nvPr>
        </p:nvSpPr>
        <p:spPr>
          <a:xfrm>
            <a:off x="691805" y="3549461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Shape3"/>
          <p:cNvSpPr/>
          <p:nvPr>
            <p:custDataLst>
              <p:tags r:id="rId10"/>
            </p:custDataLst>
          </p:nvPr>
        </p:nvSpPr>
        <p:spPr>
          <a:xfrm>
            <a:off x="868263" y="1481928"/>
            <a:ext cx="441263" cy="441263"/>
          </a:xfrm>
          <a:custGeom>
            <a:avLst/>
            <a:gdLst>
              <a:gd name="connsiteX0" fmla="*/ 331646 w 486000"/>
              <a:gd name="connsiteY0" fmla="*/ 172820 h 486001"/>
              <a:gd name="connsiteX1" fmla="*/ 342740 w 486000"/>
              <a:gd name="connsiteY1" fmla="*/ 177714 h 486001"/>
              <a:gd name="connsiteX2" fmla="*/ 342740 w 486000"/>
              <a:gd name="connsiteY2" fmla="*/ 199601 h 486001"/>
              <a:gd name="connsiteX3" fmla="*/ 238249 w 486000"/>
              <a:gd name="connsiteY3" fmla="*/ 304232 h 486001"/>
              <a:gd name="connsiteX4" fmla="*/ 218506 w 486000"/>
              <a:gd name="connsiteY4" fmla="*/ 312323 h 486001"/>
              <a:gd name="connsiteX5" fmla="*/ 198812 w 486000"/>
              <a:gd name="connsiteY5" fmla="*/ 304232 h 486001"/>
              <a:gd name="connsiteX6" fmla="*/ 144703 w 486000"/>
              <a:gd name="connsiteY6" fmla="*/ 250369 h 486001"/>
              <a:gd name="connsiteX7" fmla="*/ 145163 w 486000"/>
              <a:gd name="connsiteY7" fmla="*/ 227970 h 486001"/>
              <a:gd name="connsiteX8" fmla="*/ 167053 w 486000"/>
              <a:gd name="connsiteY8" fmla="*/ 227922 h 486001"/>
              <a:gd name="connsiteX9" fmla="*/ 218433 w 486000"/>
              <a:gd name="connsiteY9" fmla="*/ 279104 h 486001"/>
              <a:gd name="connsiteX10" fmla="*/ 320340 w 486000"/>
              <a:gd name="connsiteY10" fmla="*/ 177203 h 486001"/>
              <a:gd name="connsiteX11" fmla="*/ 331646 w 486000"/>
              <a:gd name="connsiteY11" fmla="*/ 172820 h 486001"/>
              <a:gd name="connsiteX12" fmla="*/ 243124 w 486000"/>
              <a:gd name="connsiteY12" fmla="*/ 31749 h 486001"/>
              <a:gd name="connsiteX13" fmla="*/ 190403 w 486000"/>
              <a:gd name="connsiteY13" fmla="*/ 84198 h 486001"/>
              <a:gd name="connsiteX14" fmla="*/ 167882 w 486000"/>
              <a:gd name="connsiteY14" fmla="*/ 93533 h 486001"/>
              <a:gd name="connsiteX15" fmla="*/ 93688 w 486000"/>
              <a:gd name="connsiteY15" fmla="*/ 93606 h 486001"/>
              <a:gd name="connsiteX16" fmla="*/ 93517 w 486000"/>
              <a:gd name="connsiteY16" fmla="*/ 167893 h 486001"/>
              <a:gd name="connsiteX17" fmla="*/ 84182 w 486000"/>
              <a:gd name="connsiteY17" fmla="*/ 190438 h 486001"/>
              <a:gd name="connsiteX18" fmla="*/ 31730 w 486000"/>
              <a:gd name="connsiteY18" fmla="*/ 242887 h 486001"/>
              <a:gd name="connsiteX19" fmla="*/ 84182 w 486000"/>
              <a:gd name="connsiteY19" fmla="*/ 295604 h 486001"/>
              <a:gd name="connsiteX20" fmla="*/ 93517 w 486000"/>
              <a:gd name="connsiteY20" fmla="*/ 318123 h 486001"/>
              <a:gd name="connsiteX21" fmla="*/ 93517 w 486000"/>
              <a:gd name="connsiteY21" fmla="*/ 392313 h 486001"/>
              <a:gd name="connsiteX22" fmla="*/ 167882 w 486000"/>
              <a:gd name="connsiteY22" fmla="*/ 392484 h 486001"/>
              <a:gd name="connsiteX23" fmla="*/ 190403 w 486000"/>
              <a:gd name="connsiteY23" fmla="*/ 401818 h 486001"/>
              <a:gd name="connsiteX24" fmla="*/ 242880 w 486000"/>
              <a:gd name="connsiteY24" fmla="*/ 454267 h 486001"/>
              <a:gd name="connsiteX25" fmla="*/ 295576 w 486000"/>
              <a:gd name="connsiteY25" fmla="*/ 401721 h 486001"/>
              <a:gd name="connsiteX26" fmla="*/ 318122 w 486000"/>
              <a:gd name="connsiteY26" fmla="*/ 392386 h 486001"/>
              <a:gd name="connsiteX27" fmla="*/ 392316 w 486000"/>
              <a:gd name="connsiteY27" fmla="*/ 392386 h 486001"/>
              <a:gd name="connsiteX28" fmla="*/ 392487 w 486000"/>
              <a:gd name="connsiteY28" fmla="*/ 318026 h 486001"/>
              <a:gd name="connsiteX29" fmla="*/ 401822 w 486000"/>
              <a:gd name="connsiteY29" fmla="*/ 295507 h 486001"/>
              <a:gd name="connsiteX30" fmla="*/ 454250 w 486000"/>
              <a:gd name="connsiteY30" fmla="*/ 243130 h 486001"/>
              <a:gd name="connsiteX31" fmla="*/ 401797 w 486000"/>
              <a:gd name="connsiteY31" fmla="*/ 190438 h 486001"/>
              <a:gd name="connsiteX32" fmla="*/ 392462 w 486000"/>
              <a:gd name="connsiteY32" fmla="*/ 167893 h 486001"/>
              <a:gd name="connsiteX33" fmla="*/ 392462 w 486000"/>
              <a:gd name="connsiteY33" fmla="*/ 93703 h 486001"/>
              <a:gd name="connsiteX34" fmla="*/ 318097 w 486000"/>
              <a:gd name="connsiteY34" fmla="*/ 93533 h 486001"/>
              <a:gd name="connsiteX35" fmla="*/ 295552 w 486000"/>
              <a:gd name="connsiteY35" fmla="*/ 84198 h 486001"/>
              <a:gd name="connsiteX36" fmla="*/ 243002 w 486000"/>
              <a:gd name="connsiteY36" fmla="*/ 0 h 486001"/>
              <a:gd name="connsiteX37" fmla="*/ 265523 w 486000"/>
              <a:gd name="connsiteY37" fmla="*/ 9326 h 486001"/>
              <a:gd name="connsiteX38" fmla="*/ 318000 w 486000"/>
              <a:gd name="connsiteY38" fmla="*/ 61775 h 486001"/>
              <a:gd name="connsiteX39" fmla="*/ 392316 w 486000"/>
              <a:gd name="connsiteY39" fmla="*/ 61775 h 486001"/>
              <a:gd name="connsiteX40" fmla="*/ 424173 w 486000"/>
              <a:gd name="connsiteY40" fmla="*/ 93630 h 486001"/>
              <a:gd name="connsiteX41" fmla="*/ 424173 w 486000"/>
              <a:gd name="connsiteY41" fmla="*/ 167820 h 486001"/>
              <a:gd name="connsiteX42" fmla="*/ 476673 w 486000"/>
              <a:gd name="connsiteY42" fmla="*/ 220415 h 486001"/>
              <a:gd name="connsiteX43" fmla="*/ 476673 w 486000"/>
              <a:gd name="connsiteY43" fmla="*/ 265455 h 486001"/>
              <a:gd name="connsiteX44" fmla="*/ 424221 w 486000"/>
              <a:gd name="connsiteY44" fmla="*/ 317929 h 486001"/>
              <a:gd name="connsiteX45" fmla="*/ 424221 w 486000"/>
              <a:gd name="connsiteY45" fmla="*/ 318051 h 486001"/>
              <a:gd name="connsiteX46" fmla="*/ 424221 w 486000"/>
              <a:gd name="connsiteY46" fmla="*/ 392240 h 486001"/>
              <a:gd name="connsiteX47" fmla="*/ 392365 w 486000"/>
              <a:gd name="connsiteY47" fmla="*/ 424094 h 486001"/>
              <a:gd name="connsiteX48" fmla="*/ 318122 w 486000"/>
              <a:gd name="connsiteY48" fmla="*/ 424094 h 486001"/>
              <a:gd name="connsiteX49" fmla="*/ 265523 w 486000"/>
              <a:gd name="connsiteY49" fmla="*/ 476617 h 486001"/>
              <a:gd name="connsiteX50" fmla="*/ 243002 w 486000"/>
              <a:gd name="connsiteY50" fmla="*/ 486001 h 486001"/>
              <a:gd name="connsiteX51" fmla="*/ 220481 w 486000"/>
              <a:gd name="connsiteY51" fmla="*/ 476691 h 486001"/>
              <a:gd name="connsiteX52" fmla="*/ 168004 w 486000"/>
              <a:gd name="connsiteY52" fmla="*/ 424217 h 486001"/>
              <a:gd name="connsiteX53" fmla="*/ 93688 w 486000"/>
              <a:gd name="connsiteY53" fmla="*/ 424217 h 486001"/>
              <a:gd name="connsiteX54" fmla="*/ 61832 w 486000"/>
              <a:gd name="connsiteY54" fmla="*/ 392313 h 486001"/>
              <a:gd name="connsiteX55" fmla="*/ 61832 w 486000"/>
              <a:gd name="connsiteY55" fmla="*/ 318123 h 486001"/>
              <a:gd name="connsiteX56" fmla="*/ 9306 w 486000"/>
              <a:gd name="connsiteY56" fmla="*/ 265528 h 486001"/>
              <a:gd name="connsiteX57" fmla="*/ 9306 w 486000"/>
              <a:gd name="connsiteY57" fmla="*/ 220488 h 486001"/>
              <a:gd name="connsiteX58" fmla="*/ 61832 w 486000"/>
              <a:gd name="connsiteY58" fmla="*/ 168014 h 486001"/>
              <a:gd name="connsiteX59" fmla="*/ 61832 w 486000"/>
              <a:gd name="connsiteY59" fmla="*/ 93703 h 486001"/>
              <a:gd name="connsiteX60" fmla="*/ 93688 w 486000"/>
              <a:gd name="connsiteY60" fmla="*/ 61849 h 486001"/>
              <a:gd name="connsiteX61" fmla="*/ 167882 w 486000"/>
              <a:gd name="connsiteY61" fmla="*/ 61849 h 486001"/>
              <a:gd name="connsiteX62" fmla="*/ 220481 w 486000"/>
              <a:gd name="connsiteY62" fmla="*/ 9326 h 486001"/>
              <a:gd name="connsiteX63" fmla="*/ 243002 w 486000"/>
              <a:gd name="connsiteY63" fmla="*/ 0 h 4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86000" h="486001">
                <a:moveTo>
                  <a:pt x="331646" y="172820"/>
                </a:moveTo>
                <a:cubicBezTo>
                  <a:pt x="335699" y="172912"/>
                  <a:pt x="339717" y="174551"/>
                  <a:pt x="342740" y="177714"/>
                </a:cubicBezTo>
                <a:cubicBezTo>
                  <a:pt x="348590" y="183837"/>
                  <a:pt x="348590" y="193479"/>
                  <a:pt x="342740" y="199601"/>
                </a:cubicBezTo>
                <a:lnTo>
                  <a:pt x="238249" y="304232"/>
                </a:lnTo>
                <a:cubicBezTo>
                  <a:pt x="233004" y="309445"/>
                  <a:pt x="225902" y="312355"/>
                  <a:pt x="218506" y="312323"/>
                </a:cubicBezTo>
                <a:cubicBezTo>
                  <a:pt x="211128" y="312340"/>
                  <a:pt x="204048" y="309431"/>
                  <a:pt x="198812" y="304232"/>
                </a:cubicBezTo>
                <a:lnTo>
                  <a:pt x="144703" y="250369"/>
                </a:lnTo>
                <a:cubicBezTo>
                  <a:pt x="138643" y="244056"/>
                  <a:pt x="138850" y="234027"/>
                  <a:pt x="145163" y="227970"/>
                </a:cubicBezTo>
                <a:cubicBezTo>
                  <a:pt x="151273" y="222104"/>
                  <a:pt x="160916" y="222084"/>
                  <a:pt x="167053" y="227922"/>
                </a:cubicBezTo>
                <a:lnTo>
                  <a:pt x="218433" y="279104"/>
                </a:lnTo>
                <a:lnTo>
                  <a:pt x="320340" y="177203"/>
                </a:lnTo>
                <a:cubicBezTo>
                  <a:pt x="323504" y="174181"/>
                  <a:pt x="327593" y="172727"/>
                  <a:pt x="331646" y="172820"/>
                </a:cubicBezTo>
                <a:close/>
                <a:moveTo>
                  <a:pt x="243124" y="31749"/>
                </a:moveTo>
                <a:lnTo>
                  <a:pt x="190403" y="84198"/>
                </a:lnTo>
                <a:cubicBezTo>
                  <a:pt x="184442" y="90189"/>
                  <a:pt x="176335" y="93550"/>
                  <a:pt x="167882" y="93533"/>
                </a:cubicBezTo>
                <a:lnTo>
                  <a:pt x="93688" y="93606"/>
                </a:lnTo>
                <a:lnTo>
                  <a:pt x="93517" y="167893"/>
                </a:lnTo>
                <a:cubicBezTo>
                  <a:pt x="93539" y="176352"/>
                  <a:pt x="90178" y="184471"/>
                  <a:pt x="84182" y="190438"/>
                </a:cubicBezTo>
                <a:lnTo>
                  <a:pt x="31730" y="242887"/>
                </a:lnTo>
                <a:lnTo>
                  <a:pt x="84182" y="295604"/>
                </a:lnTo>
                <a:cubicBezTo>
                  <a:pt x="90174" y="301565"/>
                  <a:pt x="93535" y="309672"/>
                  <a:pt x="93517" y="318123"/>
                </a:cubicBezTo>
                <a:lnTo>
                  <a:pt x="93517" y="392313"/>
                </a:lnTo>
                <a:lnTo>
                  <a:pt x="167882" y="392484"/>
                </a:lnTo>
                <a:cubicBezTo>
                  <a:pt x="176335" y="392467"/>
                  <a:pt x="184442" y="395828"/>
                  <a:pt x="190403" y="401818"/>
                </a:cubicBezTo>
                <a:lnTo>
                  <a:pt x="242880" y="454267"/>
                </a:lnTo>
                <a:lnTo>
                  <a:pt x="295576" y="401721"/>
                </a:lnTo>
                <a:cubicBezTo>
                  <a:pt x="301543" y="395725"/>
                  <a:pt x="309662" y="392364"/>
                  <a:pt x="318122" y="392386"/>
                </a:cubicBezTo>
                <a:lnTo>
                  <a:pt x="392316" y="392386"/>
                </a:lnTo>
                <a:lnTo>
                  <a:pt x="392487" y="318026"/>
                </a:lnTo>
                <a:cubicBezTo>
                  <a:pt x="392469" y="309574"/>
                  <a:pt x="395831" y="301468"/>
                  <a:pt x="401822" y="295507"/>
                </a:cubicBezTo>
                <a:lnTo>
                  <a:pt x="454250" y="243130"/>
                </a:lnTo>
                <a:lnTo>
                  <a:pt x="401797" y="190438"/>
                </a:lnTo>
                <a:cubicBezTo>
                  <a:pt x="395801" y="184471"/>
                  <a:pt x="392440" y="176352"/>
                  <a:pt x="392462" y="167893"/>
                </a:cubicBezTo>
                <a:lnTo>
                  <a:pt x="392462" y="93703"/>
                </a:lnTo>
                <a:lnTo>
                  <a:pt x="318097" y="93533"/>
                </a:lnTo>
                <a:cubicBezTo>
                  <a:pt x="309637" y="93554"/>
                  <a:pt x="301519" y="90194"/>
                  <a:pt x="295552" y="84198"/>
                </a:cubicBezTo>
                <a:close/>
                <a:moveTo>
                  <a:pt x="243002" y="0"/>
                </a:moveTo>
                <a:cubicBezTo>
                  <a:pt x="251152" y="0"/>
                  <a:pt x="259303" y="3109"/>
                  <a:pt x="265523" y="9326"/>
                </a:cubicBezTo>
                <a:lnTo>
                  <a:pt x="318000" y="61775"/>
                </a:lnTo>
                <a:lnTo>
                  <a:pt x="392316" y="61775"/>
                </a:lnTo>
                <a:cubicBezTo>
                  <a:pt x="409899" y="61802"/>
                  <a:pt x="424146" y="76048"/>
                  <a:pt x="424173" y="93630"/>
                </a:cubicBezTo>
                <a:lnTo>
                  <a:pt x="424173" y="167820"/>
                </a:lnTo>
                <a:lnTo>
                  <a:pt x="476673" y="220415"/>
                </a:lnTo>
                <a:cubicBezTo>
                  <a:pt x="489109" y="232855"/>
                  <a:pt x="489109" y="253015"/>
                  <a:pt x="476673" y="265455"/>
                </a:cubicBezTo>
                <a:lnTo>
                  <a:pt x="424221" y="317929"/>
                </a:lnTo>
                <a:cubicBezTo>
                  <a:pt x="424221" y="317929"/>
                  <a:pt x="424221" y="317929"/>
                  <a:pt x="424221" y="318051"/>
                </a:cubicBezTo>
                <a:lnTo>
                  <a:pt x="424221" y="392240"/>
                </a:lnTo>
                <a:cubicBezTo>
                  <a:pt x="424194" y="409822"/>
                  <a:pt x="409948" y="424068"/>
                  <a:pt x="392365" y="424094"/>
                </a:cubicBezTo>
                <a:lnTo>
                  <a:pt x="318122" y="424094"/>
                </a:lnTo>
                <a:lnTo>
                  <a:pt x="265523" y="476617"/>
                </a:lnTo>
                <a:cubicBezTo>
                  <a:pt x="259569" y="482625"/>
                  <a:pt x="251460" y="486003"/>
                  <a:pt x="243002" y="486001"/>
                </a:cubicBezTo>
                <a:cubicBezTo>
                  <a:pt x="234554" y="486023"/>
                  <a:pt x="226448" y="482671"/>
                  <a:pt x="220481" y="476691"/>
                </a:cubicBezTo>
                <a:lnTo>
                  <a:pt x="168004" y="424217"/>
                </a:lnTo>
                <a:lnTo>
                  <a:pt x="93688" y="424217"/>
                </a:lnTo>
                <a:cubicBezTo>
                  <a:pt x="76080" y="424202"/>
                  <a:pt x="61817" y="409920"/>
                  <a:pt x="61832" y="392313"/>
                </a:cubicBezTo>
                <a:lnTo>
                  <a:pt x="61832" y="318123"/>
                </a:lnTo>
                <a:lnTo>
                  <a:pt x="9306" y="265528"/>
                </a:lnTo>
                <a:cubicBezTo>
                  <a:pt x="-3103" y="253079"/>
                  <a:pt x="-3103" y="232937"/>
                  <a:pt x="9306" y="220488"/>
                </a:cubicBezTo>
                <a:lnTo>
                  <a:pt x="61832" y="168014"/>
                </a:lnTo>
                <a:lnTo>
                  <a:pt x="61832" y="93703"/>
                </a:lnTo>
                <a:cubicBezTo>
                  <a:pt x="61858" y="76121"/>
                  <a:pt x="76105" y="61876"/>
                  <a:pt x="93688" y="61849"/>
                </a:cubicBezTo>
                <a:lnTo>
                  <a:pt x="167882" y="61849"/>
                </a:lnTo>
                <a:lnTo>
                  <a:pt x="220481" y="9326"/>
                </a:lnTo>
                <a:cubicBezTo>
                  <a:pt x="226701" y="3109"/>
                  <a:pt x="234851" y="0"/>
                  <a:pt x="243002" y="0"/>
                </a:cubicBezTo>
                <a:close/>
              </a:path>
            </a:pathLst>
          </a:custGeom>
          <a:solidFill>
            <a:schemeClr val="accent1"/>
          </a:solidFill>
          <a:ln w="3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" name="Shape4"/>
          <p:cNvGrpSpPr/>
          <p:nvPr>
            <p:custDataLst>
              <p:tags r:id="rId11"/>
            </p:custDataLst>
          </p:nvPr>
        </p:nvGrpSpPr>
        <p:grpSpPr>
          <a:xfrm>
            <a:off x="868538" y="2604198"/>
            <a:ext cx="440713" cy="440713"/>
            <a:chOff x="6777312" y="2111831"/>
            <a:chExt cx="581284" cy="474363"/>
          </a:xfrm>
          <a:solidFill>
            <a:schemeClr val="accent2"/>
          </a:solidFill>
        </p:grpSpPr>
        <p:sp>
          <p:nvSpPr>
            <p:cNvPr id="30" name="任意多边形: 形状 204"/>
            <p:cNvSpPr/>
            <p:nvPr>
              <p:custDataLst>
                <p:tags r:id="rId12"/>
              </p:custDataLst>
            </p:nvPr>
          </p:nvSpPr>
          <p:spPr>
            <a:xfrm>
              <a:off x="6860194" y="2546108"/>
              <a:ext cx="411815" cy="40086"/>
            </a:xfrm>
            <a:custGeom>
              <a:avLst/>
              <a:gdLst>
                <a:gd name="connsiteX0" fmla="*/ 391726 w 411814"/>
                <a:gd name="connsiteY0" fmla="*/ -183 h 40086"/>
                <a:gd name="connsiteX1" fmla="*/ 19998 w 411814"/>
                <a:gd name="connsiteY1" fmla="*/ -183 h 40086"/>
                <a:gd name="connsiteX2" fmla="*/ -45 w 411814"/>
                <a:gd name="connsiteY2" fmla="*/ 19860 h 40086"/>
                <a:gd name="connsiteX3" fmla="*/ 19998 w 411814"/>
                <a:gd name="connsiteY3" fmla="*/ 39904 h 40086"/>
                <a:gd name="connsiteX4" fmla="*/ 391726 w 411814"/>
                <a:gd name="connsiteY4" fmla="*/ 39904 h 40086"/>
                <a:gd name="connsiteX5" fmla="*/ 411770 w 411814"/>
                <a:gd name="connsiteY5" fmla="*/ 19860 h 40086"/>
                <a:gd name="connsiteX6" fmla="*/ 391726 w 411814"/>
                <a:gd name="connsiteY6" fmla="*/ -183 h 4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813" h="40086">
                  <a:moveTo>
                    <a:pt x="391726" y="-183"/>
                  </a:moveTo>
                  <a:lnTo>
                    <a:pt x="19998" y="-183"/>
                  </a:lnTo>
                  <a:cubicBezTo>
                    <a:pt x="8928" y="-183"/>
                    <a:pt x="-45" y="8790"/>
                    <a:pt x="-45" y="19860"/>
                  </a:cubicBezTo>
                  <a:cubicBezTo>
                    <a:pt x="-45" y="30930"/>
                    <a:pt x="8928" y="39904"/>
                    <a:pt x="19998" y="39904"/>
                  </a:cubicBezTo>
                  <a:lnTo>
                    <a:pt x="391726" y="39904"/>
                  </a:lnTo>
                  <a:cubicBezTo>
                    <a:pt x="402797" y="39904"/>
                    <a:pt x="411770" y="30930"/>
                    <a:pt x="411770" y="19860"/>
                  </a:cubicBezTo>
                  <a:cubicBezTo>
                    <a:pt x="411770" y="8790"/>
                    <a:pt x="402797" y="-183"/>
                    <a:pt x="391726" y="-183"/>
                  </a:cubicBez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任意多边形: 形状 205"/>
            <p:cNvSpPr/>
            <p:nvPr>
              <p:custDataLst>
                <p:tags r:id="rId13"/>
              </p:custDataLst>
            </p:nvPr>
          </p:nvSpPr>
          <p:spPr>
            <a:xfrm>
              <a:off x="6777312" y="2111831"/>
              <a:ext cx="581284" cy="394439"/>
            </a:xfrm>
            <a:custGeom>
              <a:avLst/>
              <a:gdLst>
                <a:gd name="connsiteX0" fmla="*/ 581240 w 581284"/>
                <a:gd name="connsiteY0" fmla="*/ 115745 h 394439"/>
                <a:gd name="connsiteX1" fmla="*/ 540367 w 581284"/>
                <a:gd name="connsiteY1" fmla="*/ 74718 h 394439"/>
                <a:gd name="connsiteX2" fmla="*/ 499339 w 581284"/>
                <a:gd name="connsiteY2" fmla="*/ 115591 h 394439"/>
                <a:gd name="connsiteX3" fmla="*/ 502762 w 581284"/>
                <a:gd name="connsiteY3" fmla="*/ 132057 h 394439"/>
                <a:gd name="connsiteX4" fmla="*/ 373806 w 581284"/>
                <a:gd name="connsiteY4" fmla="*/ 218676 h 394439"/>
                <a:gd name="connsiteX5" fmla="*/ 314848 w 581284"/>
                <a:gd name="connsiteY5" fmla="*/ 72359 h 394439"/>
                <a:gd name="connsiteX6" fmla="*/ 320383 w 581284"/>
                <a:gd name="connsiteY6" fmla="*/ 14711 h 394439"/>
                <a:gd name="connsiteX7" fmla="*/ 262735 w 581284"/>
                <a:gd name="connsiteY7" fmla="*/ 9176 h 394439"/>
                <a:gd name="connsiteX8" fmla="*/ 257200 w 581284"/>
                <a:gd name="connsiteY8" fmla="*/ 66824 h 394439"/>
                <a:gd name="connsiteX9" fmla="*/ 262735 w 581284"/>
                <a:gd name="connsiteY9" fmla="*/ 72359 h 394439"/>
                <a:gd name="connsiteX10" fmla="*/ 203745 w 581284"/>
                <a:gd name="connsiteY10" fmla="*/ 218552 h 394439"/>
                <a:gd name="connsiteX11" fmla="*/ 77564 w 581284"/>
                <a:gd name="connsiteY11" fmla="*/ 134031 h 394439"/>
                <a:gd name="connsiteX12" fmla="*/ 59023 w 581284"/>
                <a:gd name="connsiteY12" fmla="*/ 79214 h 394439"/>
                <a:gd name="connsiteX13" fmla="*/ 4203 w 581284"/>
                <a:gd name="connsiteY13" fmla="*/ 97756 h 394439"/>
                <a:gd name="connsiteX14" fmla="*/ 22747 w 581284"/>
                <a:gd name="connsiteY14" fmla="*/ 152573 h 394439"/>
                <a:gd name="connsiteX15" fmla="*/ 29245 w 581284"/>
                <a:gd name="connsiteY15" fmla="*/ 155123 h 394439"/>
                <a:gd name="connsiteX16" fmla="*/ 74604 w 581284"/>
                <a:gd name="connsiteY16" fmla="*/ 359134 h 394439"/>
                <a:gd name="connsiteX17" fmla="*/ 118391 w 581284"/>
                <a:gd name="connsiteY17" fmla="*/ 394256 h 394439"/>
                <a:gd name="connsiteX18" fmla="*/ 459191 w 581284"/>
                <a:gd name="connsiteY18" fmla="*/ 394256 h 394439"/>
                <a:gd name="connsiteX19" fmla="*/ 502947 w 581284"/>
                <a:gd name="connsiteY19" fmla="*/ 359134 h 394439"/>
                <a:gd name="connsiteX20" fmla="*/ 548122 w 581284"/>
                <a:gd name="connsiteY20" fmla="*/ 155894 h 394439"/>
                <a:gd name="connsiteX21" fmla="*/ 581240 w 581284"/>
                <a:gd name="connsiteY21" fmla="*/ 115745 h 394439"/>
                <a:gd name="connsiteX22" fmla="*/ 540290 w 581284"/>
                <a:gd name="connsiteY22" fmla="*/ 114882 h 394439"/>
                <a:gd name="connsiteX23" fmla="*/ 541153 w 581284"/>
                <a:gd name="connsiteY23" fmla="*/ 115745 h 394439"/>
                <a:gd name="connsiteX24" fmla="*/ 540290 w 581284"/>
                <a:gd name="connsiteY24" fmla="*/ 116609 h 394439"/>
                <a:gd name="connsiteX25" fmla="*/ 539426 w 581284"/>
                <a:gd name="connsiteY25" fmla="*/ 115745 h 394439"/>
                <a:gd name="connsiteX26" fmla="*/ 540290 w 581284"/>
                <a:gd name="connsiteY26" fmla="*/ 114882 h 394439"/>
                <a:gd name="connsiteX27" fmla="*/ 288791 w 581284"/>
                <a:gd name="connsiteY27" fmla="*/ 40074 h 394439"/>
                <a:gd name="connsiteX28" fmla="*/ 289655 w 581284"/>
                <a:gd name="connsiteY28" fmla="*/ 40937 h 394439"/>
                <a:gd name="connsiteX29" fmla="*/ 289346 w 581284"/>
                <a:gd name="connsiteY29" fmla="*/ 41461 h 394439"/>
                <a:gd name="connsiteX30" fmla="*/ 288205 w 581284"/>
                <a:gd name="connsiteY30" fmla="*/ 41461 h 394439"/>
                <a:gd name="connsiteX31" fmla="*/ 287928 w 581284"/>
                <a:gd name="connsiteY31" fmla="*/ 40937 h 394439"/>
                <a:gd name="connsiteX32" fmla="*/ 288791 w 581284"/>
                <a:gd name="connsiteY32" fmla="*/ 40074 h 394439"/>
                <a:gd name="connsiteX33" fmla="*/ 40901 w 581284"/>
                <a:gd name="connsiteY33" fmla="*/ 114882 h 394439"/>
                <a:gd name="connsiteX34" fmla="*/ 41912 w 581284"/>
                <a:gd name="connsiteY34" fmla="*/ 115566 h 394439"/>
                <a:gd name="connsiteX35" fmla="*/ 41224 w 581284"/>
                <a:gd name="connsiteY35" fmla="*/ 116578 h 394439"/>
                <a:gd name="connsiteX36" fmla="*/ 40901 w 581284"/>
                <a:gd name="connsiteY36" fmla="*/ 116578 h 394439"/>
                <a:gd name="connsiteX37" fmla="*/ 40216 w 581284"/>
                <a:gd name="connsiteY37" fmla="*/ 115566 h 394439"/>
                <a:gd name="connsiteX38" fmla="*/ 40901 w 581284"/>
                <a:gd name="connsiteY38" fmla="*/ 114882 h 394439"/>
                <a:gd name="connsiteX39" fmla="*/ 463816 w 581284"/>
                <a:gd name="connsiteY39" fmla="*/ 350438 h 394439"/>
                <a:gd name="connsiteX40" fmla="*/ 459191 w 581284"/>
                <a:gd name="connsiteY40" fmla="*/ 354169 h 394439"/>
                <a:gd name="connsiteX41" fmla="*/ 118391 w 581284"/>
                <a:gd name="connsiteY41" fmla="*/ 354169 h 394439"/>
                <a:gd name="connsiteX42" fmla="*/ 113735 w 581284"/>
                <a:gd name="connsiteY42" fmla="*/ 350438 h 394439"/>
                <a:gd name="connsiteX43" fmla="*/ 76146 w 581284"/>
                <a:gd name="connsiteY43" fmla="*/ 181241 h 394439"/>
                <a:gd name="connsiteX44" fmla="*/ 194001 w 581284"/>
                <a:gd name="connsiteY44" fmla="*/ 260459 h 394439"/>
                <a:gd name="connsiteX45" fmla="*/ 231815 w 581284"/>
                <a:gd name="connsiteY45" fmla="*/ 254180 h 394439"/>
                <a:gd name="connsiteX46" fmla="*/ 235075 w 581284"/>
                <a:gd name="connsiteY46" fmla="*/ 248124 h 394439"/>
                <a:gd name="connsiteX47" fmla="*/ 288791 w 581284"/>
                <a:gd name="connsiteY47" fmla="*/ 114974 h 394439"/>
                <a:gd name="connsiteX48" fmla="*/ 342477 w 581284"/>
                <a:gd name="connsiteY48" fmla="*/ 248124 h 394439"/>
                <a:gd name="connsiteX49" fmla="*/ 377546 w 581284"/>
                <a:gd name="connsiteY49" fmla="*/ 263709 h 394439"/>
                <a:gd name="connsiteX50" fmla="*/ 383581 w 581284"/>
                <a:gd name="connsiteY50" fmla="*/ 260459 h 394439"/>
                <a:gd name="connsiteX51" fmla="*/ 501436 w 581284"/>
                <a:gd name="connsiteY51" fmla="*/ 181272 h 394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81284" h="394439">
                  <a:moveTo>
                    <a:pt x="581240" y="115745"/>
                  </a:moveTo>
                  <a:cubicBezTo>
                    <a:pt x="581283" y="93130"/>
                    <a:pt x="562982" y="74761"/>
                    <a:pt x="540367" y="74718"/>
                  </a:cubicBezTo>
                  <a:cubicBezTo>
                    <a:pt x="517752" y="74675"/>
                    <a:pt x="499383" y="92976"/>
                    <a:pt x="499339" y="115591"/>
                  </a:cubicBezTo>
                  <a:cubicBezTo>
                    <a:pt x="499330" y="121259"/>
                    <a:pt x="500496" y="126865"/>
                    <a:pt x="502762" y="132057"/>
                  </a:cubicBezTo>
                  <a:lnTo>
                    <a:pt x="373806" y="218676"/>
                  </a:lnTo>
                  <a:lnTo>
                    <a:pt x="314848" y="72359"/>
                  </a:lnTo>
                  <a:cubicBezTo>
                    <a:pt x="332295" y="57968"/>
                    <a:pt x="334774" y="32158"/>
                    <a:pt x="320383" y="14711"/>
                  </a:cubicBezTo>
                  <a:cubicBezTo>
                    <a:pt x="305991" y="-2736"/>
                    <a:pt x="280182" y="-5212"/>
                    <a:pt x="262735" y="9176"/>
                  </a:cubicBezTo>
                  <a:cubicBezTo>
                    <a:pt x="245288" y="23567"/>
                    <a:pt x="242808" y="49377"/>
                    <a:pt x="257200" y="66824"/>
                  </a:cubicBezTo>
                  <a:cubicBezTo>
                    <a:pt x="258865" y="68841"/>
                    <a:pt x="260718" y="70694"/>
                    <a:pt x="262735" y="72359"/>
                  </a:cubicBezTo>
                  <a:lnTo>
                    <a:pt x="203745" y="218552"/>
                  </a:lnTo>
                  <a:lnTo>
                    <a:pt x="77564" y="134031"/>
                  </a:lnTo>
                  <a:cubicBezTo>
                    <a:pt x="87580" y="113772"/>
                    <a:pt x="79279" y="89229"/>
                    <a:pt x="59023" y="79214"/>
                  </a:cubicBezTo>
                  <a:cubicBezTo>
                    <a:pt x="38764" y="69198"/>
                    <a:pt x="14221" y="77499"/>
                    <a:pt x="4203" y="97756"/>
                  </a:cubicBezTo>
                  <a:cubicBezTo>
                    <a:pt x="-5813" y="118015"/>
                    <a:pt x="2488" y="142557"/>
                    <a:pt x="22747" y="152573"/>
                  </a:cubicBezTo>
                  <a:cubicBezTo>
                    <a:pt x="24835" y="153609"/>
                    <a:pt x="27009" y="154460"/>
                    <a:pt x="29245" y="155123"/>
                  </a:cubicBezTo>
                  <a:lnTo>
                    <a:pt x="74604" y="359134"/>
                  </a:lnTo>
                  <a:cubicBezTo>
                    <a:pt x="79076" y="379714"/>
                    <a:pt x="97333" y="394358"/>
                    <a:pt x="118391" y="394256"/>
                  </a:cubicBezTo>
                  <a:lnTo>
                    <a:pt x="459191" y="394256"/>
                  </a:lnTo>
                  <a:cubicBezTo>
                    <a:pt x="480243" y="394355"/>
                    <a:pt x="498488" y="379708"/>
                    <a:pt x="502947" y="359134"/>
                  </a:cubicBezTo>
                  <a:lnTo>
                    <a:pt x="548122" y="155894"/>
                  </a:lnTo>
                  <a:cubicBezTo>
                    <a:pt x="567333" y="152138"/>
                    <a:pt x="581206" y="135320"/>
                    <a:pt x="581240" y="115745"/>
                  </a:cubicBezTo>
                  <a:close/>
                  <a:moveTo>
                    <a:pt x="540290" y="114882"/>
                  </a:moveTo>
                  <a:cubicBezTo>
                    <a:pt x="540768" y="114882"/>
                    <a:pt x="541153" y="115267"/>
                    <a:pt x="541153" y="115745"/>
                  </a:cubicBezTo>
                  <a:cubicBezTo>
                    <a:pt x="541153" y="116223"/>
                    <a:pt x="540768" y="116609"/>
                    <a:pt x="540290" y="116609"/>
                  </a:cubicBezTo>
                  <a:cubicBezTo>
                    <a:pt x="539812" y="116609"/>
                    <a:pt x="539426" y="116223"/>
                    <a:pt x="539426" y="115745"/>
                  </a:cubicBezTo>
                  <a:cubicBezTo>
                    <a:pt x="539426" y="115267"/>
                    <a:pt x="539812" y="114882"/>
                    <a:pt x="540290" y="114882"/>
                  </a:cubicBezTo>
                  <a:close/>
                  <a:moveTo>
                    <a:pt x="288791" y="40074"/>
                  </a:moveTo>
                  <a:cubicBezTo>
                    <a:pt x="289260" y="40089"/>
                    <a:pt x="289639" y="40468"/>
                    <a:pt x="289655" y="40937"/>
                  </a:cubicBezTo>
                  <a:cubicBezTo>
                    <a:pt x="289664" y="41159"/>
                    <a:pt x="289544" y="41363"/>
                    <a:pt x="289346" y="41461"/>
                  </a:cubicBezTo>
                  <a:lnTo>
                    <a:pt x="288205" y="41461"/>
                  </a:lnTo>
                  <a:cubicBezTo>
                    <a:pt x="288023" y="41350"/>
                    <a:pt x="287918" y="41150"/>
                    <a:pt x="287928" y="40937"/>
                  </a:cubicBezTo>
                  <a:cubicBezTo>
                    <a:pt x="287943" y="40468"/>
                    <a:pt x="288322" y="40089"/>
                    <a:pt x="288791" y="40074"/>
                  </a:cubicBezTo>
                  <a:close/>
                  <a:moveTo>
                    <a:pt x="40901" y="114882"/>
                  </a:moveTo>
                  <a:cubicBezTo>
                    <a:pt x="41369" y="114792"/>
                    <a:pt x="41822" y="115098"/>
                    <a:pt x="41912" y="115566"/>
                  </a:cubicBezTo>
                  <a:cubicBezTo>
                    <a:pt x="42001" y="116035"/>
                    <a:pt x="41693" y="116488"/>
                    <a:pt x="41224" y="116578"/>
                  </a:cubicBezTo>
                  <a:cubicBezTo>
                    <a:pt x="41119" y="116599"/>
                    <a:pt x="41008" y="116599"/>
                    <a:pt x="40901" y="116578"/>
                  </a:cubicBezTo>
                  <a:cubicBezTo>
                    <a:pt x="40432" y="116488"/>
                    <a:pt x="40127" y="116035"/>
                    <a:pt x="40216" y="115566"/>
                  </a:cubicBezTo>
                  <a:cubicBezTo>
                    <a:pt x="40281" y="115221"/>
                    <a:pt x="40552" y="114950"/>
                    <a:pt x="40901" y="114882"/>
                  </a:cubicBezTo>
                  <a:close/>
                  <a:moveTo>
                    <a:pt x="463816" y="350438"/>
                  </a:moveTo>
                  <a:cubicBezTo>
                    <a:pt x="463351" y="352618"/>
                    <a:pt x="461420" y="354176"/>
                    <a:pt x="459191" y="354169"/>
                  </a:cubicBezTo>
                  <a:lnTo>
                    <a:pt x="118391" y="354169"/>
                  </a:lnTo>
                  <a:cubicBezTo>
                    <a:pt x="116150" y="354191"/>
                    <a:pt x="114204" y="352631"/>
                    <a:pt x="113735" y="350438"/>
                  </a:cubicBezTo>
                  <a:lnTo>
                    <a:pt x="76146" y="181241"/>
                  </a:lnTo>
                  <a:lnTo>
                    <a:pt x="194001" y="260459"/>
                  </a:lnTo>
                  <a:cubicBezTo>
                    <a:pt x="206178" y="269167"/>
                    <a:pt x="223107" y="266358"/>
                    <a:pt x="231815" y="254180"/>
                  </a:cubicBezTo>
                  <a:cubicBezTo>
                    <a:pt x="233154" y="252309"/>
                    <a:pt x="234252" y="250274"/>
                    <a:pt x="235075" y="248124"/>
                  </a:cubicBezTo>
                  <a:lnTo>
                    <a:pt x="288791" y="114974"/>
                  </a:lnTo>
                  <a:lnTo>
                    <a:pt x="342477" y="248124"/>
                  </a:lnTo>
                  <a:cubicBezTo>
                    <a:pt x="347857" y="262111"/>
                    <a:pt x="363559" y="269090"/>
                    <a:pt x="377546" y="263709"/>
                  </a:cubicBezTo>
                  <a:cubicBezTo>
                    <a:pt x="379686" y="262885"/>
                    <a:pt x="381715" y="261794"/>
                    <a:pt x="383581" y="260459"/>
                  </a:cubicBezTo>
                  <a:lnTo>
                    <a:pt x="501436" y="181272"/>
                  </a:ln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" name="Shape5"/>
          <p:cNvGrpSpPr/>
          <p:nvPr>
            <p:custDataLst>
              <p:tags r:id="rId14"/>
            </p:custDataLst>
          </p:nvPr>
        </p:nvGrpSpPr>
        <p:grpSpPr>
          <a:xfrm>
            <a:off x="868263" y="3725918"/>
            <a:ext cx="441263" cy="441263"/>
            <a:chOff x="5997280" y="4101941"/>
            <a:chExt cx="534264" cy="534264"/>
          </a:xfrm>
          <a:solidFill>
            <a:schemeClr val="accent3"/>
          </a:solidFill>
        </p:grpSpPr>
        <p:sp>
          <p:nvSpPr>
            <p:cNvPr id="33" name="任意多边形: 形状 245"/>
            <p:cNvSpPr/>
            <p:nvPr>
              <p:custDataLst>
                <p:tags r:id="rId15"/>
              </p:custDataLst>
            </p:nvPr>
          </p:nvSpPr>
          <p:spPr>
            <a:xfrm>
              <a:off x="5997280" y="4101941"/>
              <a:ext cx="534264" cy="534264"/>
            </a:xfrm>
            <a:custGeom>
              <a:avLst/>
              <a:gdLst>
                <a:gd name="connsiteX0" fmla="*/ 267118 w 534264"/>
                <a:gd name="connsiteY0" fmla="*/ 534082 h 534264"/>
                <a:gd name="connsiteX1" fmla="*/ -45 w 534264"/>
                <a:gd name="connsiteY1" fmla="*/ 266980 h 534264"/>
                <a:gd name="connsiteX2" fmla="*/ 267056 w 534264"/>
                <a:gd name="connsiteY2" fmla="*/ -183 h 534264"/>
                <a:gd name="connsiteX3" fmla="*/ 534220 w 534264"/>
                <a:gd name="connsiteY3" fmla="*/ 266918 h 534264"/>
                <a:gd name="connsiteX4" fmla="*/ 534220 w 534264"/>
                <a:gd name="connsiteY4" fmla="*/ 266980 h 534264"/>
                <a:gd name="connsiteX5" fmla="*/ 267118 w 534264"/>
                <a:gd name="connsiteY5" fmla="*/ 534082 h 534264"/>
                <a:gd name="connsiteX6" fmla="*/ 267118 w 534264"/>
                <a:gd name="connsiteY6" fmla="*/ 39935 h 534264"/>
                <a:gd name="connsiteX7" fmla="*/ 40042 w 534264"/>
                <a:gd name="connsiteY7" fmla="*/ 266949 h 534264"/>
                <a:gd name="connsiteX8" fmla="*/ 267056 w 534264"/>
                <a:gd name="connsiteY8" fmla="*/ 494026 h 534264"/>
                <a:gd name="connsiteX9" fmla="*/ 494133 w 534264"/>
                <a:gd name="connsiteY9" fmla="*/ 267011 h 534264"/>
                <a:gd name="connsiteX10" fmla="*/ 494133 w 534264"/>
                <a:gd name="connsiteY10" fmla="*/ 266980 h 534264"/>
                <a:gd name="connsiteX11" fmla="*/ 267118 w 534264"/>
                <a:gd name="connsiteY11" fmla="*/ 39935 h 53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264" h="534264">
                  <a:moveTo>
                    <a:pt x="267118" y="534082"/>
                  </a:moveTo>
                  <a:cubicBezTo>
                    <a:pt x="119586" y="534112"/>
                    <a:pt x="-28" y="414499"/>
                    <a:pt x="-45" y="266980"/>
                  </a:cubicBezTo>
                  <a:cubicBezTo>
                    <a:pt x="-62" y="119461"/>
                    <a:pt x="119525" y="-152"/>
                    <a:pt x="267056" y="-183"/>
                  </a:cubicBezTo>
                  <a:cubicBezTo>
                    <a:pt x="414588" y="-214"/>
                    <a:pt x="534201" y="119399"/>
                    <a:pt x="534220" y="266918"/>
                  </a:cubicBezTo>
                  <a:cubicBezTo>
                    <a:pt x="534220" y="266949"/>
                    <a:pt x="534220" y="266949"/>
                    <a:pt x="534220" y="266980"/>
                  </a:cubicBezTo>
                  <a:cubicBezTo>
                    <a:pt x="534050" y="414438"/>
                    <a:pt x="414564" y="533897"/>
                    <a:pt x="267118" y="534082"/>
                  </a:cubicBezTo>
                  <a:close/>
                  <a:moveTo>
                    <a:pt x="267118" y="39935"/>
                  </a:moveTo>
                  <a:cubicBezTo>
                    <a:pt x="141724" y="39904"/>
                    <a:pt x="40059" y="141570"/>
                    <a:pt x="40042" y="266949"/>
                  </a:cubicBezTo>
                  <a:cubicBezTo>
                    <a:pt x="40025" y="392329"/>
                    <a:pt x="141662" y="493995"/>
                    <a:pt x="267056" y="494026"/>
                  </a:cubicBezTo>
                  <a:cubicBezTo>
                    <a:pt x="392451" y="494056"/>
                    <a:pt x="494114" y="392390"/>
                    <a:pt x="494133" y="267011"/>
                  </a:cubicBezTo>
                  <a:cubicBezTo>
                    <a:pt x="494133" y="267011"/>
                    <a:pt x="494133" y="266980"/>
                    <a:pt x="494133" y="266980"/>
                  </a:cubicBezTo>
                  <a:cubicBezTo>
                    <a:pt x="493997" y="141662"/>
                    <a:pt x="392445" y="40089"/>
                    <a:pt x="267118" y="39935"/>
                  </a:cubicBez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任意多边形: 形状 246"/>
            <p:cNvSpPr/>
            <p:nvPr>
              <p:custDataLst>
                <p:tags r:id="rId16"/>
              </p:custDataLst>
            </p:nvPr>
          </p:nvSpPr>
          <p:spPr>
            <a:xfrm>
              <a:off x="6242488" y="4347118"/>
              <a:ext cx="43910" cy="43910"/>
            </a:xfrm>
            <a:custGeom>
              <a:avLst/>
              <a:gdLst>
                <a:gd name="connsiteX0" fmla="*/ 43910 w 43910"/>
                <a:gd name="connsiteY0" fmla="*/ 21955 h 43910"/>
                <a:gd name="connsiteX1" fmla="*/ 21955 w 43910"/>
                <a:gd name="connsiteY1" fmla="*/ 43911 h 43910"/>
                <a:gd name="connsiteX2" fmla="*/ 0 w 43910"/>
                <a:gd name="connsiteY2" fmla="*/ 21955 h 43910"/>
                <a:gd name="connsiteX3" fmla="*/ 21955 w 43910"/>
                <a:gd name="connsiteY3" fmla="*/ 0 h 43910"/>
                <a:gd name="connsiteX4" fmla="*/ 43910 w 43910"/>
                <a:gd name="connsiteY4" fmla="*/ 21955 h 4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10" h="43910">
                  <a:moveTo>
                    <a:pt x="43910" y="21955"/>
                  </a:moveTo>
                  <a:cubicBezTo>
                    <a:pt x="43910" y="34081"/>
                    <a:pt x="34081" y="43911"/>
                    <a:pt x="21955" y="43911"/>
                  </a:cubicBezTo>
                  <a:cubicBezTo>
                    <a:pt x="9830" y="43911"/>
                    <a:pt x="0" y="34081"/>
                    <a:pt x="0" y="21955"/>
                  </a:cubicBezTo>
                  <a:cubicBezTo>
                    <a:pt x="0" y="9830"/>
                    <a:pt x="9830" y="0"/>
                    <a:pt x="21955" y="0"/>
                  </a:cubicBezTo>
                  <a:cubicBezTo>
                    <a:pt x="34081" y="0"/>
                    <a:pt x="43910" y="9830"/>
                    <a:pt x="43910" y="21955"/>
                  </a:cubicBez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任意多边形: 形状 247"/>
            <p:cNvSpPr/>
            <p:nvPr>
              <p:custDataLst>
                <p:tags r:id="rId17"/>
              </p:custDataLst>
            </p:nvPr>
          </p:nvSpPr>
          <p:spPr>
            <a:xfrm>
              <a:off x="6116112" y="4220839"/>
              <a:ext cx="296554" cy="296617"/>
            </a:xfrm>
            <a:custGeom>
              <a:avLst/>
              <a:gdLst>
                <a:gd name="connsiteX0" fmla="*/ 24510 w 296554"/>
                <a:gd name="connsiteY0" fmla="*/ 296434 h 296617"/>
                <a:gd name="connsiteX1" fmla="*/ -45 w 296554"/>
                <a:gd name="connsiteY1" fmla="*/ 271642 h 296617"/>
                <a:gd name="connsiteX2" fmla="*/ 2308 w 296554"/>
                <a:gd name="connsiteY2" fmla="*/ 261250 h 296617"/>
                <a:gd name="connsiteX3" fmla="*/ 82482 w 296554"/>
                <a:gd name="connsiteY3" fmla="*/ 93841 h 296617"/>
                <a:gd name="connsiteX4" fmla="*/ 94014 w 296554"/>
                <a:gd name="connsiteY4" fmla="*/ 82309 h 296617"/>
                <a:gd name="connsiteX5" fmla="*/ 261423 w 296554"/>
                <a:gd name="connsiteY5" fmla="*/ 2135 h 296617"/>
                <a:gd name="connsiteX6" fmla="*/ 294202 w 296554"/>
                <a:gd name="connsiteY6" fmla="*/ 14069 h 296617"/>
                <a:gd name="connsiteX7" fmla="*/ 294202 w 296554"/>
                <a:gd name="connsiteY7" fmla="*/ 34914 h 296617"/>
                <a:gd name="connsiteX8" fmla="*/ 214028 w 296554"/>
                <a:gd name="connsiteY8" fmla="*/ 202322 h 296617"/>
                <a:gd name="connsiteX9" fmla="*/ 202495 w 296554"/>
                <a:gd name="connsiteY9" fmla="*/ 213886 h 296617"/>
                <a:gd name="connsiteX10" fmla="*/ 202495 w 296554"/>
                <a:gd name="connsiteY10" fmla="*/ 213886 h 296617"/>
                <a:gd name="connsiteX11" fmla="*/ 35087 w 296554"/>
                <a:gd name="connsiteY11" fmla="*/ 294059 h 296617"/>
                <a:gd name="connsiteX12" fmla="*/ 24510 w 296554"/>
                <a:gd name="connsiteY12" fmla="*/ 296434 h 296617"/>
                <a:gd name="connsiteX13" fmla="*/ 113934 w 296554"/>
                <a:gd name="connsiteY13" fmla="*/ 113792 h 296617"/>
                <a:gd name="connsiteX14" fmla="*/ 50875 w 296554"/>
                <a:gd name="connsiteY14" fmla="*/ 245431 h 296617"/>
                <a:gd name="connsiteX15" fmla="*/ 182514 w 296554"/>
                <a:gd name="connsiteY15" fmla="*/ 182372 h 296617"/>
                <a:gd name="connsiteX16" fmla="*/ 245573 w 296554"/>
                <a:gd name="connsiteY16" fmla="*/ 50733 h 296617"/>
                <a:gd name="connsiteX17" fmla="*/ 194447 w 296554"/>
                <a:gd name="connsiteY17" fmla="*/ 197050 h 296617"/>
                <a:gd name="connsiteX18" fmla="*/ 194447 w 296554"/>
                <a:gd name="connsiteY18" fmla="*/ 197050 h 29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6554" h="296617">
                  <a:moveTo>
                    <a:pt x="24510" y="296434"/>
                  </a:moveTo>
                  <a:cubicBezTo>
                    <a:pt x="10887" y="296372"/>
                    <a:pt x="-106" y="285271"/>
                    <a:pt x="-45" y="271642"/>
                  </a:cubicBezTo>
                  <a:cubicBezTo>
                    <a:pt x="-29" y="268065"/>
                    <a:pt x="775" y="264519"/>
                    <a:pt x="2308" y="261250"/>
                  </a:cubicBezTo>
                  <a:lnTo>
                    <a:pt x="82482" y="93841"/>
                  </a:lnTo>
                  <a:cubicBezTo>
                    <a:pt x="84908" y="88815"/>
                    <a:pt x="88973" y="84745"/>
                    <a:pt x="94014" y="82309"/>
                  </a:cubicBezTo>
                  <a:lnTo>
                    <a:pt x="261423" y="2135"/>
                  </a:lnTo>
                  <a:cubicBezTo>
                    <a:pt x="273773" y="-3631"/>
                    <a:pt x="288448" y="1734"/>
                    <a:pt x="294202" y="14069"/>
                  </a:cubicBezTo>
                  <a:cubicBezTo>
                    <a:pt x="297279" y="20698"/>
                    <a:pt x="297279" y="28315"/>
                    <a:pt x="294202" y="34914"/>
                  </a:cubicBezTo>
                  <a:lnTo>
                    <a:pt x="214028" y="202322"/>
                  </a:lnTo>
                  <a:cubicBezTo>
                    <a:pt x="211607" y="207379"/>
                    <a:pt x="207540" y="211450"/>
                    <a:pt x="202495" y="213886"/>
                  </a:cubicBezTo>
                  <a:lnTo>
                    <a:pt x="202495" y="213886"/>
                  </a:lnTo>
                  <a:lnTo>
                    <a:pt x="35087" y="294059"/>
                  </a:lnTo>
                  <a:cubicBezTo>
                    <a:pt x="31784" y="295632"/>
                    <a:pt x="28170" y="296434"/>
                    <a:pt x="24510" y="296434"/>
                  </a:cubicBezTo>
                  <a:close/>
                  <a:moveTo>
                    <a:pt x="113934" y="113792"/>
                  </a:moveTo>
                  <a:lnTo>
                    <a:pt x="50875" y="245431"/>
                  </a:lnTo>
                  <a:lnTo>
                    <a:pt x="182514" y="182372"/>
                  </a:lnTo>
                  <a:lnTo>
                    <a:pt x="245573" y="50733"/>
                  </a:lnTo>
                  <a:close/>
                  <a:moveTo>
                    <a:pt x="194447" y="197050"/>
                  </a:moveTo>
                  <a:lnTo>
                    <a:pt x="194447" y="197050"/>
                  </a:lnTo>
                  <a:close/>
                </a:path>
              </a:pathLst>
            </a:custGeom>
            <a:grpFill/>
            <a:ln w="308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6" name="Text8"/>
          <p:cNvSpPr txBox="1"/>
          <p:nvPr>
            <p:custDataLst>
              <p:tags r:id="rId18"/>
            </p:custDataLst>
          </p:nvPr>
        </p:nvSpPr>
        <p:spPr>
          <a:xfrm>
            <a:off x="1833015" y="1313086"/>
            <a:ext cx="955699" cy="800219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06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37" name="Text9"/>
          <p:cNvSpPr txBox="1"/>
          <p:nvPr>
            <p:custDataLst>
              <p:tags r:id="rId19"/>
            </p:custDataLst>
          </p:nvPr>
        </p:nvSpPr>
        <p:spPr>
          <a:xfrm>
            <a:off x="1833015" y="2435081"/>
            <a:ext cx="955699" cy="800219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07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38" name="Text10"/>
          <p:cNvSpPr txBox="1"/>
          <p:nvPr>
            <p:custDataLst>
              <p:tags r:id="rId20"/>
            </p:custDataLst>
          </p:nvPr>
        </p:nvSpPr>
        <p:spPr>
          <a:xfrm>
            <a:off x="1833015" y="3557075"/>
            <a:ext cx="955699" cy="800219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08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40" name="Text11"/>
          <p:cNvSpPr txBox="1"/>
          <p:nvPr>
            <p:custDataLst>
              <p:tags r:id="rId21"/>
            </p:custDataLst>
          </p:nvPr>
        </p:nvSpPr>
        <p:spPr>
          <a:xfrm>
            <a:off x="3846195" y="1219200"/>
            <a:ext cx="3798570" cy="831850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coroutine_pre-elab.0.mir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Text13"/>
          <p:cNvSpPr txBox="1"/>
          <p:nvPr>
            <p:custDataLst>
              <p:tags r:id="rId22"/>
            </p:custDataLst>
          </p:nvPr>
        </p:nvSpPr>
        <p:spPr>
          <a:xfrm>
            <a:off x="3846195" y="2378710"/>
            <a:ext cx="3619500" cy="717550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‌.coroutine_resume.0.mir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Text15"/>
          <p:cNvSpPr txBox="1"/>
          <p:nvPr>
            <p:custDataLst>
              <p:tags r:id="rId23"/>
            </p:custDataLst>
          </p:nvPr>
        </p:nvSpPr>
        <p:spPr>
          <a:xfrm>
            <a:off x="3832225" y="3499485"/>
            <a:ext cx="3633470" cy="784225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Text17"/>
          <p:cNvSpPr/>
          <p:nvPr>
            <p:custDataLst>
              <p:tags r:id="rId24"/>
            </p:custDataLst>
          </p:nvPr>
        </p:nvSpPr>
        <p:spPr>
          <a:xfrm>
            <a:off x="470239" y="4589182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275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275"/>
                </a:lnTo>
                <a:close/>
              </a:path>
            </a:pathLst>
          </a:custGeom>
          <a:solidFill>
            <a:schemeClr val="accent4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Shape6"/>
          <p:cNvSpPr/>
          <p:nvPr>
            <p:custDataLst>
              <p:tags r:id="rId25"/>
            </p:custDataLst>
          </p:nvPr>
        </p:nvSpPr>
        <p:spPr>
          <a:xfrm>
            <a:off x="3831908" y="4540693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Text18"/>
          <p:cNvSpPr/>
          <p:nvPr>
            <p:custDataLst>
              <p:tags r:id="rId26"/>
            </p:custDataLst>
          </p:nvPr>
        </p:nvSpPr>
        <p:spPr>
          <a:xfrm>
            <a:off x="691805" y="4675454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Text19"/>
          <p:cNvSpPr txBox="1"/>
          <p:nvPr>
            <p:custDataLst>
              <p:tags r:id="rId27"/>
            </p:custDataLst>
          </p:nvPr>
        </p:nvSpPr>
        <p:spPr>
          <a:xfrm>
            <a:off x="1833015" y="4683068"/>
            <a:ext cx="955699" cy="800219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09</a:t>
            </a:r>
            <a:endParaRPr lang="zh-CN" altLang="en-US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0" name="Text20"/>
          <p:cNvSpPr txBox="1"/>
          <p:nvPr>
            <p:custDataLst>
              <p:tags r:id="rId28"/>
            </p:custDataLst>
          </p:nvPr>
        </p:nvSpPr>
        <p:spPr>
          <a:xfrm>
            <a:off x="3832225" y="4625340"/>
            <a:ext cx="3638550" cy="781685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Shape7"/>
          <p:cNvSpPr/>
          <p:nvPr>
            <p:custDataLst>
              <p:tags r:id="rId29"/>
            </p:custDataLst>
          </p:nvPr>
        </p:nvSpPr>
        <p:spPr>
          <a:xfrm>
            <a:off x="865959" y="4849610"/>
            <a:ext cx="445869" cy="445869"/>
          </a:xfrm>
          <a:custGeom>
            <a:avLst/>
            <a:gdLst>
              <a:gd name="connsiteX0" fmla="*/ 255352 w 321246"/>
              <a:gd name="connsiteY0" fmla="*/ 168459 h 321246"/>
              <a:gd name="connsiteX1" fmla="*/ 168459 w 321246"/>
              <a:gd name="connsiteY1" fmla="*/ 255352 h 321246"/>
              <a:gd name="connsiteX2" fmla="*/ 168459 w 321246"/>
              <a:gd name="connsiteY2" fmla="*/ 274235 h 321246"/>
              <a:gd name="connsiteX3" fmla="*/ 274235 w 321246"/>
              <a:gd name="connsiteY3" fmla="*/ 168459 h 321246"/>
              <a:gd name="connsiteX4" fmla="*/ 47012 w 321246"/>
              <a:gd name="connsiteY4" fmla="*/ 168459 h 321246"/>
              <a:gd name="connsiteX5" fmla="*/ 152788 w 321246"/>
              <a:gd name="connsiteY5" fmla="*/ 274235 h 321246"/>
              <a:gd name="connsiteX6" fmla="*/ 152788 w 321246"/>
              <a:gd name="connsiteY6" fmla="*/ 255352 h 321246"/>
              <a:gd name="connsiteX7" fmla="*/ 65934 w 321246"/>
              <a:gd name="connsiteY7" fmla="*/ 168459 h 321246"/>
              <a:gd name="connsiteX8" fmla="*/ 160624 w 321246"/>
              <a:gd name="connsiteY8" fmla="*/ 144953 h 321246"/>
              <a:gd name="connsiteX9" fmla="*/ 144953 w 321246"/>
              <a:gd name="connsiteY9" fmla="*/ 160624 h 321246"/>
              <a:gd name="connsiteX10" fmla="*/ 160624 w 321246"/>
              <a:gd name="connsiteY10" fmla="*/ 176294 h 321246"/>
              <a:gd name="connsiteX11" fmla="*/ 176294 w 321246"/>
              <a:gd name="connsiteY11" fmla="*/ 160624 h 321246"/>
              <a:gd name="connsiteX12" fmla="*/ 160624 w 321246"/>
              <a:gd name="connsiteY12" fmla="*/ 144953 h 321246"/>
              <a:gd name="connsiteX13" fmla="*/ 160624 w 321246"/>
              <a:gd name="connsiteY13" fmla="*/ 129282 h 321246"/>
              <a:gd name="connsiteX14" fmla="*/ 191965 w 321246"/>
              <a:gd name="connsiteY14" fmla="*/ 160624 h 321246"/>
              <a:gd name="connsiteX15" fmla="*/ 160624 w 321246"/>
              <a:gd name="connsiteY15" fmla="*/ 191965 h 321246"/>
              <a:gd name="connsiteX16" fmla="*/ 129282 w 321246"/>
              <a:gd name="connsiteY16" fmla="*/ 160624 h 321246"/>
              <a:gd name="connsiteX17" fmla="*/ 160624 w 321246"/>
              <a:gd name="connsiteY17" fmla="*/ 129282 h 321246"/>
              <a:gd name="connsiteX18" fmla="*/ 152788 w 321246"/>
              <a:gd name="connsiteY18" fmla="*/ 81643 h 321246"/>
              <a:gd name="connsiteX19" fmla="*/ 81643 w 321246"/>
              <a:gd name="connsiteY19" fmla="*/ 152788 h 321246"/>
              <a:gd name="connsiteX20" fmla="*/ 113611 w 321246"/>
              <a:gd name="connsiteY20" fmla="*/ 152788 h 321246"/>
              <a:gd name="connsiteX21" fmla="*/ 113611 w 321246"/>
              <a:gd name="connsiteY21" fmla="*/ 168459 h 321246"/>
              <a:gd name="connsiteX22" fmla="*/ 81643 w 321246"/>
              <a:gd name="connsiteY22" fmla="*/ 168459 h 321246"/>
              <a:gd name="connsiteX23" fmla="*/ 152788 w 321246"/>
              <a:gd name="connsiteY23" fmla="*/ 239603 h 321246"/>
              <a:gd name="connsiteX24" fmla="*/ 152788 w 321246"/>
              <a:gd name="connsiteY24" fmla="*/ 207635 h 321246"/>
              <a:gd name="connsiteX25" fmla="*/ 168459 w 321246"/>
              <a:gd name="connsiteY25" fmla="*/ 207635 h 321246"/>
              <a:gd name="connsiteX26" fmla="*/ 168459 w 321246"/>
              <a:gd name="connsiteY26" fmla="*/ 239603 h 321246"/>
              <a:gd name="connsiteX27" fmla="*/ 239603 w 321246"/>
              <a:gd name="connsiteY27" fmla="*/ 168459 h 321246"/>
              <a:gd name="connsiteX28" fmla="*/ 207635 w 321246"/>
              <a:gd name="connsiteY28" fmla="*/ 168459 h 321246"/>
              <a:gd name="connsiteX29" fmla="*/ 207635 w 321246"/>
              <a:gd name="connsiteY29" fmla="*/ 152788 h 321246"/>
              <a:gd name="connsiteX30" fmla="*/ 239603 w 321246"/>
              <a:gd name="connsiteY30" fmla="*/ 152788 h 321246"/>
              <a:gd name="connsiteX31" fmla="*/ 168459 w 321246"/>
              <a:gd name="connsiteY31" fmla="*/ 81643 h 321246"/>
              <a:gd name="connsiteX32" fmla="*/ 168459 w 321246"/>
              <a:gd name="connsiteY32" fmla="*/ 113611 h 321246"/>
              <a:gd name="connsiteX33" fmla="*/ 152788 w 321246"/>
              <a:gd name="connsiteY33" fmla="*/ 113611 h 321246"/>
              <a:gd name="connsiteX34" fmla="*/ 168459 w 321246"/>
              <a:gd name="connsiteY34" fmla="*/ 47012 h 321246"/>
              <a:gd name="connsiteX35" fmla="*/ 168459 w 321246"/>
              <a:gd name="connsiteY35" fmla="*/ 65895 h 321246"/>
              <a:gd name="connsiteX36" fmla="*/ 255352 w 321246"/>
              <a:gd name="connsiteY36" fmla="*/ 152788 h 321246"/>
              <a:gd name="connsiteX37" fmla="*/ 274235 w 321246"/>
              <a:gd name="connsiteY37" fmla="*/ 152788 h 321246"/>
              <a:gd name="connsiteX38" fmla="*/ 168459 w 321246"/>
              <a:gd name="connsiteY38" fmla="*/ 47012 h 321246"/>
              <a:gd name="connsiteX39" fmla="*/ 152788 w 321246"/>
              <a:gd name="connsiteY39" fmla="*/ 47012 h 321246"/>
              <a:gd name="connsiteX40" fmla="*/ 47012 w 321246"/>
              <a:gd name="connsiteY40" fmla="*/ 152788 h 321246"/>
              <a:gd name="connsiteX41" fmla="*/ 65895 w 321246"/>
              <a:gd name="connsiteY41" fmla="*/ 152788 h 321246"/>
              <a:gd name="connsiteX42" fmla="*/ 152788 w 321246"/>
              <a:gd name="connsiteY42" fmla="*/ 65934 h 321246"/>
              <a:gd name="connsiteX43" fmla="*/ 152788 w 321246"/>
              <a:gd name="connsiteY43" fmla="*/ 0 h 321246"/>
              <a:gd name="connsiteX44" fmla="*/ 168459 w 321246"/>
              <a:gd name="connsiteY44" fmla="*/ 0 h 321246"/>
              <a:gd name="connsiteX45" fmla="*/ 168459 w 321246"/>
              <a:gd name="connsiteY45" fmla="*/ 23506 h 321246"/>
              <a:gd name="connsiteX46" fmla="*/ 297740 w 321246"/>
              <a:gd name="connsiteY46" fmla="*/ 152788 h 321246"/>
              <a:gd name="connsiteX47" fmla="*/ 321246 w 321246"/>
              <a:gd name="connsiteY47" fmla="*/ 152788 h 321246"/>
              <a:gd name="connsiteX48" fmla="*/ 321246 w 321246"/>
              <a:gd name="connsiteY48" fmla="*/ 168459 h 321246"/>
              <a:gd name="connsiteX49" fmla="*/ 297740 w 321246"/>
              <a:gd name="connsiteY49" fmla="*/ 168459 h 321246"/>
              <a:gd name="connsiteX50" fmla="*/ 168459 w 321246"/>
              <a:gd name="connsiteY50" fmla="*/ 297740 h 321246"/>
              <a:gd name="connsiteX51" fmla="*/ 168459 w 321246"/>
              <a:gd name="connsiteY51" fmla="*/ 321246 h 321246"/>
              <a:gd name="connsiteX52" fmla="*/ 152788 w 321246"/>
              <a:gd name="connsiteY52" fmla="*/ 321246 h 321246"/>
              <a:gd name="connsiteX53" fmla="*/ 152788 w 321246"/>
              <a:gd name="connsiteY53" fmla="*/ 297740 h 321246"/>
              <a:gd name="connsiteX54" fmla="*/ 23506 w 321246"/>
              <a:gd name="connsiteY54" fmla="*/ 168459 h 321246"/>
              <a:gd name="connsiteX55" fmla="*/ 0 w 321246"/>
              <a:gd name="connsiteY55" fmla="*/ 168459 h 321246"/>
              <a:gd name="connsiteX56" fmla="*/ 0 w 321246"/>
              <a:gd name="connsiteY56" fmla="*/ 152788 h 321246"/>
              <a:gd name="connsiteX57" fmla="*/ 23506 w 321246"/>
              <a:gd name="connsiteY57" fmla="*/ 152788 h 321246"/>
              <a:gd name="connsiteX58" fmla="*/ 152788 w 321246"/>
              <a:gd name="connsiteY58" fmla="*/ 23506 h 32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21246" h="321246">
                <a:moveTo>
                  <a:pt x="255352" y="168459"/>
                </a:moveTo>
                <a:cubicBezTo>
                  <a:pt x="251463" y="214742"/>
                  <a:pt x="214742" y="251463"/>
                  <a:pt x="168459" y="255352"/>
                </a:cubicBezTo>
                <a:lnTo>
                  <a:pt x="168459" y="274235"/>
                </a:lnTo>
                <a:cubicBezTo>
                  <a:pt x="225125" y="270206"/>
                  <a:pt x="270206" y="225125"/>
                  <a:pt x="274235" y="168459"/>
                </a:cubicBezTo>
                <a:close/>
                <a:moveTo>
                  <a:pt x="47012" y="168459"/>
                </a:moveTo>
                <a:cubicBezTo>
                  <a:pt x="51040" y="225125"/>
                  <a:pt x="96122" y="270206"/>
                  <a:pt x="152788" y="274235"/>
                </a:cubicBezTo>
                <a:lnTo>
                  <a:pt x="152788" y="255352"/>
                </a:lnTo>
                <a:cubicBezTo>
                  <a:pt x="106520" y="251445"/>
                  <a:pt x="69820" y="214728"/>
                  <a:pt x="65934" y="168459"/>
                </a:cubicBezTo>
                <a:close/>
                <a:moveTo>
                  <a:pt x="160624" y="144953"/>
                </a:moveTo>
                <a:cubicBezTo>
                  <a:pt x="151969" y="144953"/>
                  <a:pt x="144953" y="151969"/>
                  <a:pt x="144953" y="160624"/>
                </a:cubicBezTo>
                <a:cubicBezTo>
                  <a:pt x="144953" y="169278"/>
                  <a:pt x="151969" y="176294"/>
                  <a:pt x="160624" y="176294"/>
                </a:cubicBezTo>
                <a:cubicBezTo>
                  <a:pt x="169278" y="176294"/>
                  <a:pt x="176294" y="169278"/>
                  <a:pt x="176294" y="160624"/>
                </a:cubicBezTo>
                <a:cubicBezTo>
                  <a:pt x="176294" y="151969"/>
                  <a:pt x="169278" y="144953"/>
                  <a:pt x="160624" y="144953"/>
                </a:cubicBezTo>
                <a:close/>
                <a:moveTo>
                  <a:pt x="160624" y="129282"/>
                </a:moveTo>
                <a:cubicBezTo>
                  <a:pt x="177933" y="129282"/>
                  <a:pt x="191965" y="143314"/>
                  <a:pt x="191965" y="160624"/>
                </a:cubicBezTo>
                <a:cubicBezTo>
                  <a:pt x="191965" y="177933"/>
                  <a:pt x="177933" y="191965"/>
                  <a:pt x="160624" y="191965"/>
                </a:cubicBezTo>
                <a:cubicBezTo>
                  <a:pt x="143314" y="191965"/>
                  <a:pt x="129282" y="177933"/>
                  <a:pt x="129282" y="160624"/>
                </a:cubicBezTo>
                <a:cubicBezTo>
                  <a:pt x="129282" y="143314"/>
                  <a:pt x="143314" y="129282"/>
                  <a:pt x="160624" y="129282"/>
                </a:cubicBezTo>
                <a:close/>
                <a:moveTo>
                  <a:pt x="152788" y="81643"/>
                </a:moveTo>
                <a:cubicBezTo>
                  <a:pt x="115165" y="85409"/>
                  <a:pt x="85408" y="115165"/>
                  <a:pt x="81643" y="152788"/>
                </a:cubicBezTo>
                <a:lnTo>
                  <a:pt x="113611" y="152788"/>
                </a:lnTo>
                <a:lnTo>
                  <a:pt x="113611" y="168459"/>
                </a:lnTo>
                <a:lnTo>
                  <a:pt x="81643" y="168459"/>
                </a:lnTo>
                <a:cubicBezTo>
                  <a:pt x="85408" y="206082"/>
                  <a:pt x="115165" y="235838"/>
                  <a:pt x="152788" y="239603"/>
                </a:cubicBezTo>
                <a:lnTo>
                  <a:pt x="152788" y="207635"/>
                </a:lnTo>
                <a:lnTo>
                  <a:pt x="168459" y="207635"/>
                </a:lnTo>
                <a:lnTo>
                  <a:pt x="168459" y="239603"/>
                </a:lnTo>
                <a:cubicBezTo>
                  <a:pt x="206082" y="235838"/>
                  <a:pt x="235838" y="206082"/>
                  <a:pt x="239603" y="168459"/>
                </a:cubicBezTo>
                <a:lnTo>
                  <a:pt x="207635" y="168459"/>
                </a:lnTo>
                <a:lnTo>
                  <a:pt x="207635" y="152788"/>
                </a:lnTo>
                <a:lnTo>
                  <a:pt x="239603" y="152788"/>
                </a:lnTo>
                <a:cubicBezTo>
                  <a:pt x="235838" y="115165"/>
                  <a:pt x="206082" y="85409"/>
                  <a:pt x="168459" y="81643"/>
                </a:cubicBezTo>
                <a:lnTo>
                  <a:pt x="168459" y="113611"/>
                </a:lnTo>
                <a:lnTo>
                  <a:pt x="152788" y="113611"/>
                </a:lnTo>
                <a:close/>
                <a:moveTo>
                  <a:pt x="168459" y="47012"/>
                </a:moveTo>
                <a:lnTo>
                  <a:pt x="168459" y="65895"/>
                </a:lnTo>
                <a:cubicBezTo>
                  <a:pt x="214742" y="69783"/>
                  <a:pt x="251463" y="106504"/>
                  <a:pt x="255352" y="152788"/>
                </a:cubicBezTo>
                <a:lnTo>
                  <a:pt x="274235" y="152788"/>
                </a:lnTo>
                <a:cubicBezTo>
                  <a:pt x="270206" y="96122"/>
                  <a:pt x="225125" y="51040"/>
                  <a:pt x="168459" y="47012"/>
                </a:cubicBezTo>
                <a:close/>
                <a:moveTo>
                  <a:pt x="152788" y="47012"/>
                </a:moveTo>
                <a:cubicBezTo>
                  <a:pt x="96122" y="51040"/>
                  <a:pt x="51040" y="96122"/>
                  <a:pt x="47012" y="152788"/>
                </a:cubicBezTo>
                <a:lnTo>
                  <a:pt x="65895" y="152788"/>
                </a:lnTo>
                <a:cubicBezTo>
                  <a:pt x="69802" y="106520"/>
                  <a:pt x="106518" y="69820"/>
                  <a:pt x="152788" y="65934"/>
                </a:cubicBezTo>
                <a:close/>
                <a:moveTo>
                  <a:pt x="152788" y="0"/>
                </a:moveTo>
                <a:lnTo>
                  <a:pt x="168459" y="0"/>
                </a:lnTo>
                <a:lnTo>
                  <a:pt x="168459" y="23506"/>
                </a:lnTo>
                <a:cubicBezTo>
                  <a:pt x="238087" y="27614"/>
                  <a:pt x="293632" y="83159"/>
                  <a:pt x="297740" y="152788"/>
                </a:cubicBezTo>
                <a:lnTo>
                  <a:pt x="321246" y="152788"/>
                </a:lnTo>
                <a:lnTo>
                  <a:pt x="321246" y="168459"/>
                </a:lnTo>
                <a:lnTo>
                  <a:pt x="297740" y="168459"/>
                </a:lnTo>
                <a:cubicBezTo>
                  <a:pt x="293632" y="238087"/>
                  <a:pt x="238087" y="293632"/>
                  <a:pt x="168459" y="297740"/>
                </a:cubicBezTo>
                <a:lnTo>
                  <a:pt x="168459" y="321246"/>
                </a:lnTo>
                <a:lnTo>
                  <a:pt x="152788" y="321246"/>
                </a:lnTo>
                <a:lnTo>
                  <a:pt x="152788" y="297740"/>
                </a:lnTo>
                <a:cubicBezTo>
                  <a:pt x="83159" y="293632"/>
                  <a:pt x="27614" y="238087"/>
                  <a:pt x="23506" y="168459"/>
                </a:cubicBezTo>
                <a:lnTo>
                  <a:pt x="0" y="168459"/>
                </a:lnTo>
                <a:lnTo>
                  <a:pt x="0" y="152788"/>
                </a:lnTo>
                <a:lnTo>
                  <a:pt x="23506" y="152788"/>
                </a:lnTo>
                <a:cubicBezTo>
                  <a:pt x="27614" y="83159"/>
                  <a:pt x="83159" y="27614"/>
                  <a:pt x="152788" y="23506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22"/>
          <p:cNvSpPr/>
          <p:nvPr>
            <p:custDataLst>
              <p:tags r:id="rId30"/>
            </p:custDataLst>
          </p:nvPr>
        </p:nvSpPr>
        <p:spPr>
          <a:xfrm>
            <a:off x="470239" y="5720546"/>
            <a:ext cx="3085693" cy="966718"/>
          </a:xfrm>
          <a:custGeom>
            <a:avLst/>
            <a:gdLst>
              <a:gd name="connsiteX0" fmla="*/ 0 w 4663064"/>
              <a:gd name="connsiteY0" fmla="*/ 0 h 1460892"/>
              <a:gd name="connsiteX1" fmla="*/ 257708 w 4663064"/>
              <a:gd name="connsiteY1" fmla="*/ 77120 h 1460892"/>
              <a:gd name="connsiteX2" fmla="*/ 4296777 w 4663064"/>
              <a:gd name="connsiteY2" fmla="*/ 97704 h 1460892"/>
              <a:gd name="connsiteX3" fmla="*/ 4662618 w 4663064"/>
              <a:gd name="connsiteY3" fmla="*/ 728937 h 1460892"/>
              <a:gd name="connsiteX4" fmla="*/ 4314891 w 4663064"/>
              <a:gd name="connsiteY4" fmla="*/ 1460892 h 1460892"/>
              <a:gd name="connsiteX5" fmla="*/ 207484 w 4663064"/>
              <a:gd name="connsiteY5" fmla="*/ 1460892 h 1460892"/>
              <a:gd name="connsiteX6" fmla="*/ 0 w 4663064"/>
              <a:gd name="connsiteY6" fmla="*/ 1396946 h 1460892"/>
              <a:gd name="connsiteX7" fmla="*/ 0 w 4663064"/>
              <a:gd name="connsiteY7" fmla="*/ 275 h 146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3064" h="1460892">
                <a:moveTo>
                  <a:pt x="0" y="0"/>
                </a:moveTo>
                <a:cubicBezTo>
                  <a:pt x="0" y="0"/>
                  <a:pt x="99900" y="74650"/>
                  <a:pt x="257708" y="77120"/>
                </a:cubicBezTo>
                <a:lnTo>
                  <a:pt x="4296777" y="97704"/>
                </a:lnTo>
                <a:cubicBezTo>
                  <a:pt x="4296777" y="97704"/>
                  <a:pt x="4639838" y="221206"/>
                  <a:pt x="4662618" y="728937"/>
                </a:cubicBezTo>
                <a:cubicBezTo>
                  <a:pt x="4662618" y="728937"/>
                  <a:pt x="4690063" y="1328059"/>
                  <a:pt x="4314891" y="1460892"/>
                </a:cubicBezTo>
                <a:lnTo>
                  <a:pt x="207484" y="1460892"/>
                </a:lnTo>
                <a:cubicBezTo>
                  <a:pt x="207484" y="1460892"/>
                  <a:pt x="7685" y="1460892"/>
                  <a:pt x="0" y="1396946"/>
                </a:cubicBezTo>
                <a:lnTo>
                  <a:pt x="0" y="275"/>
                </a:lnTo>
                <a:close/>
              </a:path>
            </a:pathLst>
          </a:custGeom>
          <a:solidFill>
            <a:schemeClr val="accent5"/>
          </a:solidFill>
          <a:ln w="27438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Shape8"/>
          <p:cNvSpPr/>
          <p:nvPr>
            <p:custDataLst>
              <p:tags r:id="rId31"/>
            </p:custDataLst>
          </p:nvPr>
        </p:nvSpPr>
        <p:spPr>
          <a:xfrm>
            <a:off x="3831908" y="5672058"/>
            <a:ext cx="3729030" cy="18161"/>
          </a:xfrm>
          <a:custGeom>
            <a:avLst/>
            <a:gdLst>
              <a:gd name="connsiteX0" fmla="*/ 0 w 5635265"/>
              <a:gd name="connsiteY0" fmla="*/ 0 h 27444"/>
              <a:gd name="connsiteX1" fmla="*/ 5635266 w 5635265"/>
              <a:gd name="connsiteY1" fmla="*/ 0 h 2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35265" h="27443">
                <a:moveTo>
                  <a:pt x="0" y="0"/>
                </a:moveTo>
                <a:lnTo>
                  <a:pt x="5635266" y="0"/>
                </a:lnTo>
              </a:path>
            </a:pathLst>
          </a:custGeom>
          <a:ln w="2743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Text23"/>
          <p:cNvSpPr/>
          <p:nvPr>
            <p:custDataLst>
              <p:tags r:id="rId32"/>
            </p:custDataLst>
          </p:nvPr>
        </p:nvSpPr>
        <p:spPr>
          <a:xfrm>
            <a:off x="691805" y="5806819"/>
            <a:ext cx="794177" cy="7941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Text24"/>
          <p:cNvSpPr txBox="1"/>
          <p:nvPr>
            <p:custDataLst>
              <p:tags r:id="rId33"/>
            </p:custDataLst>
          </p:nvPr>
        </p:nvSpPr>
        <p:spPr>
          <a:xfrm>
            <a:off x="1833015" y="5814433"/>
            <a:ext cx="955699" cy="800219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Roboto" panose="02000000000000000000" pitchFamily="2" charset="0"/>
              </a:rPr>
              <a:t>10</a:t>
            </a:r>
            <a:endParaRPr lang="en-US" altLang="zh-CN" sz="4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Roboto" panose="02000000000000000000" pitchFamily="2" charset="0"/>
            </a:endParaRPr>
          </a:p>
        </p:txBody>
      </p:sp>
      <p:sp>
        <p:nvSpPr>
          <p:cNvPr id="13" name="Text25"/>
          <p:cNvSpPr txBox="1"/>
          <p:nvPr>
            <p:custDataLst>
              <p:tags r:id="rId34"/>
            </p:custDataLst>
          </p:nvPr>
        </p:nvSpPr>
        <p:spPr>
          <a:xfrm>
            <a:off x="3832225" y="5756910"/>
            <a:ext cx="3638550" cy="662940"/>
          </a:xfrm>
          <a:prstGeom prst="rect">
            <a:avLst/>
          </a:prstGeom>
          <a:noFill/>
          <a:ln w="9525">
            <a:noFill/>
          </a:ln>
        </p:spPr>
        <p:txBody>
          <a:bodyPr wrap="square" lIns="36000" tIns="36000" rIns="36000" bIns="3600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00000"/>
              </a:lnSpc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Shape9"/>
          <p:cNvSpPr>
            <a:spLocks noChangeAspect="1"/>
          </p:cNvSpPr>
          <p:nvPr>
            <p:custDataLst>
              <p:tags r:id="rId35"/>
            </p:custDataLst>
          </p:nvPr>
        </p:nvSpPr>
        <p:spPr>
          <a:xfrm>
            <a:off x="861839" y="5981426"/>
            <a:ext cx="454110" cy="444961"/>
          </a:xfrm>
          <a:custGeom>
            <a:avLst/>
            <a:gdLst>
              <a:gd name="connsiteX0" fmla="*/ 1376243 w 1512887"/>
              <a:gd name="connsiteY0" fmla="*/ 993974 h 1482407"/>
              <a:gd name="connsiteX1" fmla="*/ 1495901 w 1512887"/>
              <a:gd name="connsiteY1" fmla="*/ 1060490 h 1482407"/>
              <a:gd name="connsiteX2" fmla="*/ 756444 w 1512887"/>
              <a:gd name="connsiteY2" fmla="*/ 1482408 h 1482407"/>
              <a:gd name="connsiteX3" fmla="*/ 4167 w 1512887"/>
              <a:gd name="connsiteY3" fmla="*/ 1060490 h 1482407"/>
              <a:gd name="connsiteX4" fmla="*/ 124698 w 1512887"/>
              <a:gd name="connsiteY4" fmla="*/ 993974 h 1482407"/>
              <a:gd name="connsiteX5" fmla="*/ 756404 w 1512887"/>
              <a:gd name="connsiteY5" fmla="*/ 1344970 h 1482407"/>
              <a:gd name="connsiteX6" fmla="*/ 1376243 w 1512887"/>
              <a:gd name="connsiteY6" fmla="*/ 993974 h 1482407"/>
              <a:gd name="connsiteX7" fmla="*/ 1376243 w 1512887"/>
              <a:gd name="connsiteY7" fmla="*/ 676473 h 1482407"/>
              <a:gd name="connsiteX8" fmla="*/ 1495901 w 1512887"/>
              <a:gd name="connsiteY8" fmla="*/ 742990 h 1482407"/>
              <a:gd name="connsiteX9" fmla="*/ 756444 w 1512887"/>
              <a:gd name="connsiteY9" fmla="*/ 1164908 h 1482407"/>
              <a:gd name="connsiteX10" fmla="*/ 4167 w 1512887"/>
              <a:gd name="connsiteY10" fmla="*/ 742990 h 1482407"/>
              <a:gd name="connsiteX11" fmla="*/ 124698 w 1512887"/>
              <a:gd name="connsiteY11" fmla="*/ 676473 h 1482407"/>
              <a:gd name="connsiteX12" fmla="*/ 756404 w 1512887"/>
              <a:gd name="connsiteY12" fmla="*/ 1027470 h 1482407"/>
              <a:gd name="connsiteX13" fmla="*/ 1376243 w 1512887"/>
              <a:gd name="connsiteY13" fmla="*/ 676473 h 1482407"/>
              <a:gd name="connsiteX14" fmla="*/ 756444 w 1512887"/>
              <a:gd name="connsiteY14" fmla="*/ 40 h 1482407"/>
              <a:gd name="connsiteX15" fmla="*/ 1512888 w 1512887"/>
              <a:gd name="connsiteY15" fmla="*/ 425490 h 1482407"/>
              <a:gd name="connsiteX16" fmla="*/ 756444 w 1512887"/>
              <a:gd name="connsiteY16" fmla="*/ 850979 h 1482407"/>
              <a:gd name="connsiteX17" fmla="*/ 0 w 1512887"/>
              <a:gd name="connsiteY17" fmla="*/ 425490 h 1482407"/>
              <a:gd name="connsiteX18" fmla="*/ 756444 w 1512887"/>
              <a:gd name="connsiteY18" fmla="*/ 0 h 1482407"/>
              <a:gd name="connsiteX19" fmla="*/ 756444 w 1512887"/>
              <a:gd name="connsiteY19" fmla="*/ 136644 h 1482407"/>
              <a:gd name="connsiteX20" fmla="*/ 242848 w 1512887"/>
              <a:gd name="connsiteY20" fmla="*/ 425490 h 1482407"/>
              <a:gd name="connsiteX21" fmla="*/ 756444 w 1512887"/>
              <a:gd name="connsiteY21" fmla="*/ 714335 h 1482407"/>
              <a:gd name="connsiteX22" fmla="*/ 1270000 w 1512887"/>
              <a:gd name="connsiteY22" fmla="*/ 425490 h 1482407"/>
              <a:gd name="connsiteX23" fmla="*/ 756444 w 1512887"/>
              <a:gd name="connsiteY23" fmla="*/ 136604 h 148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512887" h="1482407">
                <a:moveTo>
                  <a:pt x="1376243" y="993974"/>
                </a:moveTo>
                <a:lnTo>
                  <a:pt x="1495901" y="1060490"/>
                </a:lnTo>
                <a:lnTo>
                  <a:pt x="756444" y="1482408"/>
                </a:lnTo>
                <a:lnTo>
                  <a:pt x="4167" y="1060490"/>
                </a:lnTo>
                <a:lnTo>
                  <a:pt x="124698" y="993974"/>
                </a:lnTo>
                <a:lnTo>
                  <a:pt x="756404" y="1344970"/>
                </a:lnTo>
                <a:lnTo>
                  <a:pt x="1376243" y="993974"/>
                </a:lnTo>
                <a:close/>
                <a:moveTo>
                  <a:pt x="1376243" y="676473"/>
                </a:moveTo>
                <a:lnTo>
                  <a:pt x="1495901" y="742990"/>
                </a:lnTo>
                <a:lnTo>
                  <a:pt x="756444" y="1164908"/>
                </a:lnTo>
                <a:lnTo>
                  <a:pt x="4167" y="742990"/>
                </a:lnTo>
                <a:lnTo>
                  <a:pt x="124698" y="676473"/>
                </a:lnTo>
                <a:lnTo>
                  <a:pt x="756404" y="1027470"/>
                </a:lnTo>
                <a:lnTo>
                  <a:pt x="1376243" y="676473"/>
                </a:lnTo>
                <a:close/>
                <a:moveTo>
                  <a:pt x="756444" y="40"/>
                </a:moveTo>
                <a:lnTo>
                  <a:pt x="1512888" y="425490"/>
                </a:lnTo>
                <a:lnTo>
                  <a:pt x="756444" y="850979"/>
                </a:lnTo>
                <a:lnTo>
                  <a:pt x="0" y="425490"/>
                </a:lnTo>
                <a:lnTo>
                  <a:pt x="756444" y="0"/>
                </a:lnTo>
                <a:close/>
                <a:moveTo>
                  <a:pt x="756444" y="136644"/>
                </a:moveTo>
                <a:lnTo>
                  <a:pt x="242848" y="425490"/>
                </a:lnTo>
                <a:lnTo>
                  <a:pt x="756444" y="714335"/>
                </a:lnTo>
                <a:lnTo>
                  <a:pt x="1270000" y="425490"/>
                </a:lnTo>
                <a:lnTo>
                  <a:pt x="756444" y="136604"/>
                </a:lnTo>
                <a:close/>
              </a:path>
            </a:pathLst>
          </a:custGeom>
          <a:solidFill>
            <a:schemeClr val="accent5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6"/>
    </p:custData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2"/>
          <p:cNvSpPr/>
          <p:nvPr>
            <p:custDataLst>
              <p:tags r:id="rId1"/>
            </p:custDataLst>
          </p:nvPr>
        </p:nvSpPr>
        <p:spPr>
          <a:xfrm>
            <a:off x="9039228" y="1077696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2"/>
            <a:stretch>
              <a:fillRect t="-35406" b="-354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Shape3"/>
          <p:cNvSpPr/>
          <p:nvPr>
            <p:custDataLst>
              <p:tags r:id="rId3"/>
            </p:custDataLst>
          </p:nvPr>
        </p:nvSpPr>
        <p:spPr>
          <a:xfrm>
            <a:off x="9039228" y="3836118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4"/>
            <a:stretch>
              <a:fillRect l="-16371" r="-163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Text1"/>
          <p:cNvSpPr txBox="1"/>
          <p:nvPr>
            <p:custDataLst>
              <p:tags r:id="rId5"/>
            </p:custDataLst>
          </p:nvPr>
        </p:nvSpPr>
        <p:spPr>
          <a:xfrm>
            <a:off x="386715" y="381000"/>
            <a:ext cx="8538845" cy="131699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coroutine_post-transform.0.mir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10" name="Text2"/>
          <p:cNvSpPr txBox="1"/>
          <p:nvPr>
            <p:custDataLst>
              <p:tags r:id="rId6"/>
            </p:custDataLst>
          </p:nvPr>
        </p:nvSpPr>
        <p:spPr>
          <a:xfrm>
            <a:off x="386715" y="1884680"/>
            <a:ext cx="7899400" cy="4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代表了异步协程（Async Coroutine）在完成‌ 核心状态机转换Coroutine Lowering之后、但在进行大规模优化之前的 MIR 状态。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这是你看到的‌</a:t>
            </a:r>
            <a:r>
              <a:rPr kumimoji="0" sz="2000" b="1" i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最终形态的异步状态机代码</a:t>
            </a: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。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在此之前，代码还是一个包含 `yield` 的普通函数；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在此之后，它变成了一个真正的、基于枚举的状态机结构。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2"/>
          <p:cNvSpPr/>
          <p:nvPr>
            <p:custDataLst>
              <p:tags r:id="rId1"/>
            </p:custDataLst>
          </p:nvPr>
        </p:nvSpPr>
        <p:spPr>
          <a:xfrm>
            <a:off x="9039228" y="1077696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2"/>
            <a:stretch>
              <a:fillRect t="-35406" b="-354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Shape3"/>
          <p:cNvSpPr/>
          <p:nvPr>
            <p:custDataLst>
              <p:tags r:id="rId3"/>
            </p:custDataLst>
          </p:nvPr>
        </p:nvSpPr>
        <p:spPr>
          <a:xfrm>
            <a:off x="9039228" y="3836118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4"/>
            <a:stretch>
              <a:fillRect l="-16371" r="-163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Text1"/>
          <p:cNvSpPr txBox="1"/>
          <p:nvPr>
            <p:custDataLst>
              <p:tags r:id="rId5"/>
            </p:custDataLst>
          </p:nvPr>
        </p:nvSpPr>
        <p:spPr>
          <a:xfrm>
            <a:off x="386715" y="381000"/>
            <a:ext cx="8538845" cy="131699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coroutine_post-transform.0.mir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10" name="Text2"/>
          <p:cNvSpPr txBox="1"/>
          <p:nvPr>
            <p:custDataLst>
              <p:tags r:id="rId6"/>
            </p:custDataLst>
          </p:nvPr>
        </p:nvSpPr>
        <p:spPr>
          <a:xfrm>
            <a:off x="386715" y="2503170"/>
            <a:ext cx="7899400" cy="385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400" b="1" i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CoroutineLayout::field_tys</a:t>
            </a:r>
            <a:r>
              <a:rPr kumimoji="0" lang="en-US" sz="24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  </a:t>
            </a:r>
            <a:r>
              <a:rPr kumimoji="0" sz="24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 包含所有跨.await生存的变量，即状态机中存储的变量。</a:t>
            </a:r>
            <a:endParaRPr kumimoji="0" sz="2400" b="1" i="0" u="none" strike="noStrike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2"/>
          <p:cNvSpPr/>
          <p:nvPr>
            <p:custDataLst>
              <p:tags r:id="rId1"/>
            </p:custDataLst>
          </p:nvPr>
        </p:nvSpPr>
        <p:spPr>
          <a:xfrm>
            <a:off x="9039228" y="1077696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2"/>
            <a:stretch>
              <a:fillRect t="-35406" b="-354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Shape3"/>
          <p:cNvSpPr/>
          <p:nvPr>
            <p:custDataLst>
              <p:tags r:id="rId3"/>
            </p:custDataLst>
          </p:nvPr>
        </p:nvSpPr>
        <p:spPr>
          <a:xfrm>
            <a:off x="9039228" y="3836118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4"/>
            <a:stretch>
              <a:fillRect l="-16371" r="-163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Text1"/>
          <p:cNvSpPr txBox="1"/>
          <p:nvPr>
            <p:custDataLst>
              <p:tags r:id="rId5"/>
            </p:custDataLst>
          </p:nvPr>
        </p:nvSpPr>
        <p:spPr>
          <a:xfrm>
            <a:off x="386715" y="381000"/>
            <a:ext cx="8538845" cy="131699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coroutine_post-transform.0.mir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10" name="Text2"/>
          <p:cNvSpPr txBox="1"/>
          <p:nvPr>
            <p:custDataLst>
              <p:tags r:id="rId6"/>
            </p:custDataLst>
          </p:nvPr>
        </p:nvSpPr>
        <p:spPr>
          <a:xfrm>
            <a:off x="386715" y="1884680"/>
            <a:ext cx="7899400" cy="4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 fontScale="4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4800" b="1" i="0" u="none" strike="noStrike" cap="none" spc="0" normalizeH="0" baseline="0" noProof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CoroutineLayout::variant_fields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 是状态机转换的各个阶段需要存储field_tys中的哪些变量</a:t>
            </a:r>
            <a:r>
              <a:rPr kumimoji="0" lang="zh-CN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。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例如:</a:t>
            </a:r>
            <a:endParaRPr kumimoji="0" sz="4800" b="1" i="0" u="none" strike="noStrike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 `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Unresumed(0): []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,`  -  初始状态，尚未开始执行</a:t>
            </a:r>
            <a:endParaRPr kumimoji="0" sz="4800" b="1" i="0" u="none" strike="noStrike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  `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Returned (1): []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,` -  协程已正常完成</a:t>
            </a:r>
            <a:endParaRPr kumimoji="0" sz="4800" b="1" i="0" u="none" strike="noStrike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 `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Panicked (2): []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,`  -  协程因 panic 终止</a:t>
            </a:r>
            <a:endParaRPr kumimoji="0" sz="4800" b="1" i="0" u="none" strike="noStrike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 `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Suspend0 (3): [_s0, _s1, _s2, _s3]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,`  -  第一个挂起点，存储s0, s1, s2, s3。</a:t>
            </a:r>
            <a:endParaRPr kumimoji="0" sz="4800" b="1" i="0" u="none" strike="noStrike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- `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Suspend1 (4): [_s0, _s1, _s5, _s8]</a:t>
            </a:r>
            <a:r>
              <a:rPr kumimoji="0" sz="4800" b="1" i="0" u="none" strike="noStrike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,`  -  第二个挂起点，存储s0, s1, s5, s8。</a:t>
            </a:r>
            <a:endParaRPr kumimoji="0" sz="3430" b="1" i="0" u="none" strike="noStrike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    </a:t>
            </a:r>
            <a:endParaRPr kumimoji="0" sz="2000" b="1" i="0" u="none" strike="noStrike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2"/>
          <p:cNvSpPr/>
          <p:nvPr>
            <p:custDataLst>
              <p:tags r:id="rId1"/>
            </p:custDataLst>
          </p:nvPr>
        </p:nvSpPr>
        <p:spPr>
          <a:xfrm>
            <a:off x="9039228" y="1077696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2"/>
            <a:stretch>
              <a:fillRect t="-35406" b="-354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Shape3"/>
          <p:cNvSpPr/>
          <p:nvPr>
            <p:custDataLst>
              <p:tags r:id="rId3"/>
            </p:custDataLst>
          </p:nvPr>
        </p:nvSpPr>
        <p:spPr>
          <a:xfrm>
            <a:off x="9039228" y="3836118"/>
            <a:ext cx="2766196" cy="2429766"/>
          </a:xfrm>
          <a:prstGeom prst="roundRect">
            <a:avLst>
              <a:gd name="adj" fmla="val 3913"/>
            </a:avLst>
          </a:prstGeom>
          <a:blipFill>
            <a:blip r:embed="rId4"/>
            <a:stretch>
              <a:fillRect l="-16371" r="-163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Text1"/>
          <p:cNvSpPr txBox="1"/>
          <p:nvPr>
            <p:custDataLst>
              <p:tags r:id="rId5"/>
            </p:custDataLst>
          </p:nvPr>
        </p:nvSpPr>
        <p:spPr>
          <a:xfrm>
            <a:off x="386715" y="381000"/>
            <a:ext cx="8538845" cy="131699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" panose="020B0500000000000000" pitchFamily="34" charset="-122"/>
              </a:rPr>
              <a:t>coroutine_post-transform.0.mir</a:t>
            </a:r>
            <a:endParaRPr lang="zh-CN" altLang="en-US" sz="3200" b="1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10" name="Text2"/>
          <p:cNvSpPr txBox="1"/>
          <p:nvPr>
            <p:custDataLst>
              <p:tags r:id="rId6"/>
            </p:custDataLst>
          </p:nvPr>
        </p:nvSpPr>
        <p:spPr>
          <a:xfrm>
            <a:off x="386715" y="2503170"/>
            <a:ext cx="7899400" cy="385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800" b="1" i="0" baseline="0" noProof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可以直接将</a:t>
            </a:r>
            <a:r>
              <a:rPr kumimoji="0" lang="en-US" altLang="zh-CN" sz="2800" b="1" i="0" baseline="0" noProof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.mir</a:t>
            </a:r>
            <a:r>
              <a:rPr kumimoji="0" lang="zh-CN" altLang="en-US" sz="2800" b="1" i="0" baseline="0" noProof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文件传给大模型，让</a:t>
            </a:r>
            <a:r>
              <a:rPr kumimoji="0" lang="en-US" altLang="zh-CN" sz="2800" b="1" i="0" baseline="0" noProof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AI</a:t>
            </a:r>
            <a:r>
              <a:rPr kumimoji="0" lang="zh-CN" altLang="en-US" sz="2800" b="1" i="0" baseline="0" noProof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" panose="020B0500000000000000" pitchFamily="34" charset="-122"/>
              </a:rPr>
              <a:t>帮助梳理状态机状态和执行流。</a:t>
            </a:r>
            <a:endParaRPr kumimoji="0" lang="zh-CN" altLang="en-US" sz="2800" b="1" i="0" u="none" strike="noStrike" cap="none" spc="0" normalizeH="0" baseline="0" noProof="0">
              <a:ln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思源黑体 CN" panose="020B05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 flipH="1">
            <a:off x="1066065" y="2963436"/>
            <a:ext cx="5154861" cy="932252"/>
            <a:chOff x="5971074" y="2963436"/>
            <a:chExt cx="5154861" cy="932252"/>
          </a:xfrm>
          <a:noFill/>
        </p:grpSpPr>
        <p:sp>
          <p:nvSpPr>
            <p:cNvPr id="11" name="任意多边形: 形状 10"/>
            <p:cNvSpPr/>
            <p:nvPr/>
          </p:nvSpPr>
          <p:spPr>
            <a:xfrm>
              <a:off x="8439045" y="3750748"/>
              <a:ext cx="608671" cy="144940"/>
            </a:xfrm>
            <a:custGeom>
              <a:avLst/>
              <a:gdLst>
                <a:gd name="connsiteX0" fmla="*/ 568531 w 608671"/>
                <a:gd name="connsiteY0" fmla="*/ 144941 h 144940"/>
                <a:gd name="connsiteX1" fmla="*/ 0 w 608671"/>
                <a:gd name="connsiteY1" fmla="*/ 144941 h 144940"/>
                <a:gd name="connsiteX2" fmla="*/ 40140 w 608671"/>
                <a:gd name="connsiteY2" fmla="*/ 0 h 144940"/>
                <a:gd name="connsiteX3" fmla="*/ 608671 w 608671"/>
                <a:gd name="connsiteY3" fmla="*/ 0 h 144940"/>
                <a:gd name="connsiteX4" fmla="*/ 568531 w 608671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1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71074" y="3086047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517402" y="2963436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2 w 608533"/>
                <a:gd name="connsiteY2" fmla="*/ 0 h 144941"/>
                <a:gd name="connsiteX3" fmla="*/ 608533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533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solidFill>
                <a:schemeClr val="accent2">
                  <a:alpha val="18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6" name="组合 155"/>
          <p:cNvGrpSpPr/>
          <p:nvPr/>
        </p:nvGrpSpPr>
        <p:grpSpPr>
          <a:xfrm flipH="1">
            <a:off x="7180306" y="2263059"/>
            <a:ext cx="4682775" cy="2948276"/>
            <a:chOff x="328919" y="-2038535"/>
            <a:chExt cx="4682775" cy="2948276"/>
          </a:xfrm>
        </p:grpSpPr>
        <p:sp>
          <p:nvSpPr>
            <p:cNvPr id="15" name="任意多边形: 形状 14"/>
            <p:cNvSpPr/>
            <p:nvPr/>
          </p:nvSpPr>
          <p:spPr>
            <a:xfrm>
              <a:off x="4403161" y="-2038535"/>
              <a:ext cx="608533" cy="144941"/>
            </a:xfrm>
            <a:custGeom>
              <a:avLst/>
              <a:gdLst>
                <a:gd name="connsiteX0" fmla="*/ 568531 w 608533"/>
                <a:gd name="connsiteY0" fmla="*/ 144941 h 144941"/>
                <a:gd name="connsiteX1" fmla="*/ 0 w 608533"/>
                <a:gd name="connsiteY1" fmla="*/ 144941 h 144941"/>
                <a:gd name="connsiteX2" fmla="*/ 40003 w 608533"/>
                <a:gd name="connsiteY2" fmla="*/ 0 h 144941"/>
                <a:gd name="connsiteX3" fmla="*/ 608534 w 608533"/>
                <a:gd name="connsiteY3" fmla="*/ 0 h 144941"/>
                <a:gd name="connsiteX4" fmla="*/ 568531 w 608533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533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534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3408986" y="593557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140 w 608670"/>
                <a:gd name="connsiteY2" fmla="*/ 0 h 144940"/>
                <a:gd name="connsiteX3" fmla="*/ 608671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140" y="0"/>
                  </a:lnTo>
                  <a:lnTo>
                    <a:pt x="608671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328919" y="764801"/>
              <a:ext cx="608670" cy="144940"/>
            </a:xfrm>
            <a:custGeom>
              <a:avLst/>
              <a:gdLst>
                <a:gd name="connsiteX0" fmla="*/ 568531 w 608670"/>
                <a:gd name="connsiteY0" fmla="*/ 144941 h 144940"/>
                <a:gd name="connsiteX1" fmla="*/ 0 w 608670"/>
                <a:gd name="connsiteY1" fmla="*/ 144941 h 144940"/>
                <a:gd name="connsiteX2" fmla="*/ 40003 w 608670"/>
                <a:gd name="connsiteY2" fmla="*/ 0 h 144940"/>
                <a:gd name="connsiteX3" fmla="*/ 608670 w 608670"/>
                <a:gd name="connsiteY3" fmla="*/ 0 h 144940"/>
                <a:gd name="connsiteX4" fmla="*/ 568531 w 608670"/>
                <a:gd name="connsiteY4" fmla="*/ 144941 h 14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0">
                  <a:moveTo>
                    <a:pt x="568531" y="144941"/>
                  </a:moveTo>
                  <a:lnTo>
                    <a:pt x="0" y="144941"/>
                  </a:lnTo>
                  <a:lnTo>
                    <a:pt x="40003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noFill/>
            <a:ln w="14380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4" name="组合 153"/>
          <p:cNvGrpSpPr/>
          <p:nvPr/>
        </p:nvGrpSpPr>
        <p:grpSpPr>
          <a:xfrm flipH="1">
            <a:off x="363278" y="523486"/>
            <a:ext cx="11531312" cy="5270062"/>
            <a:chOff x="297410" y="-4076466"/>
            <a:chExt cx="11531312" cy="5270062"/>
          </a:xfrm>
          <a:gradFill>
            <a:gsLst>
              <a:gs pos="100000">
                <a:schemeClr val="accent2">
                  <a:alpha val="0"/>
                </a:schemeClr>
              </a:gs>
              <a:gs pos="18000">
                <a:schemeClr val="accent3">
                  <a:alpha val="9000"/>
                </a:schemeClr>
              </a:gs>
            </a:gsLst>
            <a:lin ang="3256497" scaled="1"/>
          </a:gradFill>
        </p:grpSpPr>
        <p:sp>
          <p:nvSpPr>
            <p:cNvPr id="6" name="任意多边形: 形状 5"/>
            <p:cNvSpPr/>
            <p:nvPr/>
          </p:nvSpPr>
          <p:spPr>
            <a:xfrm>
              <a:off x="4015465" y="-1365827"/>
              <a:ext cx="864166" cy="75210"/>
            </a:xfrm>
            <a:custGeom>
              <a:avLst/>
              <a:gdLst>
                <a:gd name="connsiteX0" fmla="*/ 820739 w 864166"/>
                <a:gd name="connsiteY0" fmla="*/ 75211 h 75210"/>
                <a:gd name="connsiteX1" fmla="*/ 0 w 864166"/>
                <a:gd name="connsiteY1" fmla="*/ 75211 h 75210"/>
                <a:gd name="connsiteX2" fmla="*/ 43427 w 864166"/>
                <a:gd name="connsiteY2" fmla="*/ 0 h 75210"/>
                <a:gd name="connsiteX3" fmla="*/ 864167 w 864166"/>
                <a:gd name="connsiteY3" fmla="*/ 0 h 75210"/>
                <a:gd name="connsiteX4" fmla="*/ 820739 w 864166"/>
                <a:gd name="connsiteY4" fmla="*/ 75211 h 7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6" h="75210">
                  <a:moveTo>
                    <a:pt x="820739" y="75211"/>
                  </a:moveTo>
                  <a:lnTo>
                    <a:pt x="0" y="75211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21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847711" y="243671"/>
              <a:ext cx="1101031" cy="117816"/>
            </a:xfrm>
            <a:custGeom>
              <a:avLst/>
              <a:gdLst>
                <a:gd name="connsiteX0" fmla="*/ 964995 w 1101031"/>
                <a:gd name="connsiteY0" fmla="*/ 117816 h 117816"/>
                <a:gd name="connsiteX1" fmla="*/ 0 w 1101031"/>
                <a:gd name="connsiteY1" fmla="*/ 117816 h 117816"/>
                <a:gd name="connsiteX2" fmla="*/ 136036 w 1101031"/>
                <a:gd name="connsiteY2" fmla="*/ 0 h 117816"/>
                <a:gd name="connsiteX3" fmla="*/ 1101032 w 1101031"/>
                <a:gd name="connsiteY3" fmla="*/ 0 h 117816"/>
                <a:gd name="connsiteX4" fmla="*/ 964995 w 1101031"/>
                <a:gd name="connsiteY4" fmla="*/ 117816 h 11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1031" h="117816">
                  <a:moveTo>
                    <a:pt x="964995" y="117816"/>
                  </a:moveTo>
                  <a:lnTo>
                    <a:pt x="0" y="117816"/>
                  </a:lnTo>
                  <a:lnTo>
                    <a:pt x="136036" y="0"/>
                  </a:lnTo>
                  <a:lnTo>
                    <a:pt x="1101032" y="0"/>
                  </a:lnTo>
                  <a:lnTo>
                    <a:pt x="964995" y="117816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7769685" y="-3301189"/>
              <a:ext cx="1881631" cy="132885"/>
            </a:xfrm>
            <a:custGeom>
              <a:avLst/>
              <a:gdLst>
                <a:gd name="connsiteX0" fmla="*/ 1804914 w 1881631"/>
                <a:gd name="connsiteY0" fmla="*/ 132886 h 132885"/>
                <a:gd name="connsiteX1" fmla="*/ 0 w 1881631"/>
                <a:gd name="connsiteY1" fmla="*/ 132886 h 132885"/>
                <a:gd name="connsiteX2" fmla="*/ 76718 w 1881631"/>
                <a:gd name="connsiteY2" fmla="*/ 0 h 132885"/>
                <a:gd name="connsiteX3" fmla="*/ 1881632 w 1881631"/>
                <a:gd name="connsiteY3" fmla="*/ 0 h 132885"/>
                <a:gd name="connsiteX4" fmla="*/ 1804914 w 1881631"/>
                <a:gd name="connsiteY4" fmla="*/ 132886 h 13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631" h="132885">
                  <a:moveTo>
                    <a:pt x="1804914" y="132886"/>
                  </a:moveTo>
                  <a:lnTo>
                    <a:pt x="0" y="132886"/>
                  </a:lnTo>
                  <a:lnTo>
                    <a:pt x="76718" y="0"/>
                  </a:lnTo>
                  <a:lnTo>
                    <a:pt x="1881632" y="0"/>
                  </a:lnTo>
                  <a:lnTo>
                    <a:pt x="1804914" y="132886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297410" y="-2906232"/>
              <a:ext cx="2016023" cy="129460"/>
            </a:xfrm>
            <a:custGeom>
              <a:avLst/>
              <a:gdLst>
                <a:gd name="connsiteX0" fmla="*/ 1941224 w 2016023"/>
                <a:gd name="connsiteY0" fmla="*/ 129461 h 129460"/>
                <a:gd name="connsiteX1" fmla="*/ 0 w 2016023"/>
                <a:gd name="connsiteY1" fmla="*/ 129461 h 129460"/>
                <a:gd name="connsiteX2" fmla="*/ 74800 w 2016023"/>
                <a:gd name="connsiteY2" fmla="*/ 0 h 129460"/>
                <a:gd name="connsiteX3" fmla="*/ 2016024 w 2016023"/>
                <a:gd name="connsiteY3" fmla="*/ 0 h 129460"/>
                <a:gd name="connsiteX4" fmla="*/ 1941224 w 2016023"/>
                <a:gd name="connsiteY4" fmla="*/ 129461 h 129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6023" h="129460">
                  <a:moveTo>
                    <a:pt x="1941224" y="129461"/>
                  </a:moveTo>
                  <a:lnTo>
                    <a:pt x="0" y="129461"/>
                  </a:lnTo>
                  <a:lnTo>
                    <a:pt x="74800" y="0"/>
                  </a:lnTo>
                  <a:lnTo>
                    <a:pt x="2016024" y="0"/>
                  </a:lnTo>
                  <a:lnTo>
                    <a:pt x="1941224" y="12946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9109911" y="81742"/>
              <a:ext cx="864167" cy="75347"/>
            </a:xfrm>
            <a:custGeom>
              <a:avLst/>
              <a:gdLst>
                <a:gd name="connsiteX0" fmla="*/ 820603 w 864167"/>
                <a:gd name="connsiteY0" fmla="*/ 75347 h 75347"/>
                <a:gd name="connsiteX1" fmla="*/ 0 w 864167"/>
                <a:gd name="connsiteY1" fmla="*/ 75347 h 75347"/>
                <a:gd name="connsiteX2" fmla="*/ 43427 w 864167"/>
                <a:gd name="connsiteY2" fmla="*/ 0 h 75347"/>
                <a:gd name="connsiteX3" fmla="*/ 864167 w 864167"/>
                <a:gd name="connsiteY3" fmla="*/ 0 h 75347"/>
                <a:gd name="connsiteX4" fmla="*/ 820603 w 864167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7" h="75347">
                  <a:moveTo>
                    <a:pt x="820603" y="75347"/>
                  </a:moveTo>
                  <a:lnTo>
                    <a:pt x="0" y="75347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603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712630" y="-2003739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3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3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254446" y="837271"/>
              <a:ext cx="644837" cy="131652"/>
            </a:xfrm>
            <a:custGeom>
              <a:avLst/>
              <a:gdLst>
                <a:gd name="connsiteX0" fmla="*/ 568805 w 644837"/>
                <a:gd name="connsiteY0" fmla="*/ 131653 h 131652"/>
                <a:gd name="connsiteX1" fmla="*/ 0 w 644837"/>
                <a:gd name="connsiteY1" fmla="*/ 131653 h 131652"/>
                <a:gd name="connsiteX2" fmla="*/ 76032 w 644837"/>
                <a:gd name="connsiteY2" fmla="*/ 0 h 131652"/>
                <a:gd name="connsiteX3" fmla="*/ 644837 w 644837"/>
                <a:gd name="connsiteY3" fmla="*/ 0 h 131652"/>
                <a:gd name="connsiteX4" fmla="*/ 568805 w 644837"/>
                <a:gd name="connsiteY4" fmla="*/ 131653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837" h="131652">
                  <a:moveTo>
                    <a:pt x="568805" y="131653"/>
                  </a:moveTo>
                  <a:lnTo>
                    <a:pt x="0" y="131653"/>
                  </a:lnTo>
                  <a:lnTo>
                    <a:pt x="76032" y="0"/>
                  </a:lnTo>
                  <a:lnTo>
                    <a:pt x="644837" y="0"/>
                  </a:lnTo>
                  <a:lnTo>
                    <a:pt x="568805" y="131653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10803037" y="-4076466"/>
              <a:ext cx="644974" cy="131652"/>
            </a:xfrm>
            <a:custGeom>
              <a:avLst/>
              <a:gdLst>
                <a:gd name="connsiteX0" fmla="*/ 568942 w 644974"/>
                <a:gd name="connsiteY0" fmla="*/ 131653 h 131652"/>
                <a:gd name="connsiteX1" fmla="*/ 0 w 644974"/>
                <a:gd name="connsiteY1" fmla="*/ 131653 h 131652"/>
                <a:gd name="connsiteX2" fmla="*/ 76033 w 644974"/>
                <a:gd name="connsiteY2" fmla="*/ 0 h 131652"/>
                <a:gd name="connsiteX3" fmla="*/ 644974 w 644974"/>
                <a:gd name="connsiteY3" fmla="*/ 0 h 131652"/>
                <a:gd name="connsiteX4" fmla="*/ 568942 w 644974"/>
                <a:gd name="connsiteY4" fmla="*/ 131653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974" h="131652">
                  <a:moveTo>
                    <a:pt x="568942" y="131653"/>
                  </a:moveTo>
                  <a:lnTo>
                    <a:pt x="0" y="131653"/>
                  </a:lnTo>
                  <a:lnTo>
                    <a:pt x="76033" y="0"/>
                  </a:lnTo>
                  <a:lnTo>
                    <a:pt x="644974" y="0"/>
                  </a:lnTo>
                  <a:lnTo>
                    <a:pt x="568942" y="131653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2078487" y="1061944"/>
              <a:ext cx="644974" cy="131652"/>
            </a:xfrm>
            <a:custGeom>
              <a:avLst/>
              <a:gdLst>
                <a:gd name="connsiteX0" fmla="*/ 568942 w 644974"/>
                <a:gd name="connsiteY0" fmla="*/ 131652 h 131652"/>
                <a:gd name="connsiteX1" fmla="*/ 0 w 644974"/>
                <a:gd name="connsiteY1" fmla="*/ 131652 h 131652"/>
                <a:gd name="connsiteX2" fmla="*/ 76033 w 644974"/>
                <a:gd name="connsiteY2" fmla="*/ 0 h 131652"/>
                <a:gd name="connsiteX3" fmla="*/ 644974 w 644974"/>
                <a:gd name="connsiteY3" fmla="*/ 0 h 131652"/>
                <a:gd name="connsiteX4" fmla="*/ 568942 w 644974"/>
                <a:gd name="connsiteY4" fmla="*/ 131652 h 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974" h="131652">
                  <a:moveTo>
                    <a:pt x="568942" y="131652"/>
                  </a:moveTo>
                  <a:lnTo>
                    <a:pt x="0" y="131652"/>
                  </a:lnTo>
                  <a:lnTo>
                    <a:pt x="76033" y="0"/>
                  </a:lnTo>
                  <a:lnTo>
                    <a:pt x="644974" y="0"/>
                  </a:lnTo>
                  <a:lnTo>
                    <a:pt x="568942" y="131652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644552" y="-28265"/>
              <a:ext cx="864166" cy="75210"/>
            </a:xfrm>
            <a:custGeom>
              <a:avLst/>
              <a:gdLst>
                <a:gd name="connsiteX0" fmla="*/ 820739 w 864166"/>
                <a:gd name="connsiteY0" fmla="*/ 75211 h 75210"/>
                <a:gd name="connsiteX1" fmla="*/ 0 w 864166"/>
                <a:gd name="connsiteY1" fmla="*/ 75211 h 75210"/>
                <a:gd name="connsiteX2" fmla="*/ 43427 w 864166"/>
                <a:gd name="connsiteY2" fmla="*/ 0 h 75210"/>
                <a:gd name="connsiteX3" fmla="*/ 864167 w 864166"/>
                <a:gd name="connsiteY3" fmla="*/ 0 h 75210"/>
                <a:gd name="connsiteX4" fmla="*/ 820739 w 864166"/>
                <a:gd name="connsiteY4" fmla="*/ 75211 h 7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6" h="75210">
                  <a:moveTo>
                    <a:pt x="820739" y="75211"/>
                  </a:moveTo>
                  <a:lnTo>
                    <a:pt x="0" y="75211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21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10964555" y="-2121418"/>
              <a:ext cx="864167" cy="75347"/>
            </a:xfrm>
            <a:custGeom>
              <a:avLst/>
              <a:gdLst>
                <a:gd name="connsiteX0" fmla="*/ 820739 w 864167"/>
                <a:gd name="connsiteY0" fmla="*/ 75347 h 75347"/>
                <a:gd name="connsiteX1" fmla="*/ 0 w 864167"/>
                <a:gd name="connsiteY1" fmla="*/ 75347 h 75347"/>
                <a:gd name="connsiteX2" fmla="*/ 43427 w 864167"/>
                <a:gd name="connsiteY2" fmla="*/ 0 h 75347"/>
                <a:gd name="connsiteX3" fmla="*/ 864167 w 864167"/>
                <a:gd name="connsiteY3" fmla="*/ 0 h 75347"/>
                <a:gd name="connsiteX4" fmla="*/ 820739 w 864167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167" h="75347">
                  <a:moveTo>
                    <a:pt x="820739" y="75347"/>
                  </a:moveTo>
                  <a:lnTo>
                    <a:pt x="0" y="75347"/>
                  </a:lnTo>
                  <a:lnTo>
                    <a:pt x="43427" y="0"/>
                  </a:lnTo>
                  <a:lnTo>
                    <a:pt x="864167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 flipH="1">
            <a:off x="1370331" y="1738838"/>
            <a:ext cx="10715094" cy="2904438"/>
            <a:chOff x="106575" y="-2601860"/>
            <a:chExt cx="10715094" cy="2904438"/>
          </a:xfrm>
          <a:gradFill>
            <a:gsLst>
              <a:gs pos="100000">
                <a:schemeClr val="accent1">
                  <a:alpha val="26000"/>
                </a:schemeClr>
              </a:gs>
              <a:gs pos="18000">
                <a:schemeClr val="accent1">
                  <a:alpha val="0"/>
                </a:schemeClr>
              </a:gs>
            </a:gsLst>
            <a:lin ang="3256497" scaled="1"/>
          </a:gradFill>
        </p:grpSpPr>
        <p:sp>
          <p:nvSpPr>
            <p:cNvPr id="5" name="任意多边形: 形状 4"/>
            <p:cNvSpPr/>
            <p:nvPr/>
          </p:nvSpPr>
          <p:spPr>
            <a:xfrm>
              <a:off x="7319107" y="-1575019"/>
              <a:ext cx="907731" cy="150557"/>
            </a:xfrm>
            <a:custGeom>
              <a:avLst/>
              <a:gdLst>
                <a:gd name="connsiteX0" fmla="*/ 820740 w 907731"/>
                <a:gd name="connsiteY0" fmla="*/ 150558 h 150557"/>
                <a:gd name="connsiteX1" fmla="*/ 0 w 907731"/>
                <a:gd name="connsiteY1" fmla="*/ 150558 h 150557"/>
                <a:gd name="connsiteX2" fmla="*/ 86993 w 907731"/>
                <a:gd name="connsiteY2" fmla="*/ 0 h 150557"/>
                <a:gd name="connsiteX3" fmla="*/ 907731 w 907731"/>
                <a:gd name="connsiteY3" fmla="*/ 0 h 150557"/>
                <a:gd name="connsiteX4" fmla="*/ 820740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40" y="150558"/>
                  </a:moveTo>
                  <a:lnTo>
                    <a:pt x="0" y="150558"/>
                  </a:lnTo>
                  <a:lnTo>
                    <a:pt x="86993" y="0"/>
                  </a:lnTo>
                  <a:lnTo>
                    <a:pt x="907731" y="0"/>
                  </a:lnTo>
                  <a:lnTo>
                    <a:pt x="820740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4858260" y="-544814"/>
              <a:ext cx="907731" cy="150557"/>
            </a:xfrm>
            <a:custGeom>
              <a:avLst/>
              <a:gdLst>
                <a:gd name="connsiteX0" fmla="*/ 820739 w 907731"/>
                <a:gd name="connsiteY0" fmla="*/ 150558 h 150557"/>
                <a:gd name="connsiteX1" fmla="*/ 0 w 907731"/>
                <a:gd name="connsiteY1" fmla="*/ 150558 h 150557"/>
                <a:gd name="connsiteX2" fmla="*/ 86992 w 907731"/>
                <a:gd name="connsiteY2" fmla="*/ 0 h 150557"/>
                <a:gd name="connsiteX3" fmla="*/ 907731 w 907731"/>
                <a:gd name="connsiteY3" fmla="*/ 0 h 150557"/>
                <a:gd name="connsiteX4" fmla="*/ 820739 w 907731"/>
                <a:gd name="connsiteY4" fmla="*/ 150558 h 150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731" h="150557">
                  <a:moveTo>
                    <a:pt x="820739" y="150558"/>
                  </a:moveTo>
                  <a:lnTo>
                    <a:pt x="0" y="150558"/>
                  </a:lnTo>
                  <a:lnTo>
                    <a:pt x="86992" y="0"/>
                  </a:lnTo>
                  <a:lnTo>
                    <a:pt x="907731" y="0"/>
                  </a:lnTo>
                  <a:lnTo>
                    <a:pt x="820739" y="150558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7351302" y="-193756"/>
              <a:ext cx="984037" cy="165490"/>
            </a:xfrm>
            <a:custGeom>
              <a:avLst/>
              <a:gdLst>
                <a:gd name="connsiteX0" fmla="*/ 888415 w 984037"/>
                <a:gd name="connsiteY0" fmla="*/ 165490 h 165490"/>
                <a:gd name="connsiteX1" fmla="*/ 0 w 984037"/>
                <a:gd name="connsiteY1" fmla="*/ 165490 h 165490"/>
                <a:gd name="connsiteX2" fmla="*/ 95623 w 984037"/>
                <a:gd name="connsiteY2" fmla="*/ 0 h 165490"/>
                <a:gd name="connsiteX3" fmla="*/ 984038 w 984037"/>
                <a:gd name="connsiteY3" fmla="*/ 0 h 165490"/>
                <a:gd name="connsiteX4" fmla="*/ 888415 w 984037"/>
                <a:gd name="connsiteY4" fmla="*/ 165490 h 16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037" h="165490">
                  <a:moveTo>
                    <a:pt x="888415" y="165490"/>
                  </a:moveTo>
                  <a:lnTo>
                    <a:pt x="0" y="165490"/>
                  </a:lnTo>
                  <a:lnTo>
                    <a:pt x="95623" y="0"/>
                  </a:lnTo>
                  <a:lnTo>
                    <a:pt x="984038" y="0"/>
                  </a:lnTo>
                  <a:lnTo>
                    <a:pt x="888415" y="165490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340073" y="-1711801"/>
              <a:ext cx="608670" cy="144941"/>
            </a:xfrm>
            <a:custGeom>
              <a:avLst/>
              <a:gdLst>
                <a:gd name="connsiteX0" fmla="*/ 568531 w 608670"/>
                <a:gd name="connsiteY0" fmla="*/ 144941 h 144941"/>
                <a:gd name="connsiteX1" fmla="*/ 0 w 608670"/>
                <a:gd name="connsiteY1" fmla="*/ 144941 h 144941"/>
                <a:gd name="connsiteX2" fmla="*/ 40002 w 608670"/>
                <a:gd name="connsiteY2" fmla="*/ 0 h 144941"/>
                <a:gd name="connsiteX3" fmla="*/ 608670 w 608670"/>
                <a:gd name="connsiteY3" fmla="*/ 0 h 144941"/>
                <a:gd name="connsiteX4" fmla="*/ 568531 w 608670"/>
                <a:gd name="connsiteY4" fmla="*/ 144941 h 144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670" h="144941">
                  <a:moveTo>
                    <a:pt x="568531" y="144941"/>
                  </a:moveTo>
                  <a:lnTo>
                    <a:pt x="0" y="144941"/>
                  </a:lnTo>
                  <a:lnTo>
                    <a:pt x="40002" y="0"/>
                  </a:lnTo>
                  <a:lnTo>
                    <a:pt x="608670" y="0"/>
                  </a:lnTo>
                  <a:lnTo>
                    <a:pt x="568531" y="144941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20825" y="-461993"/>
              <a:ext cx="1005272" cy="196177"/>
            </a:xfrm>
            <a:custGeom>
              <a:avLst/>
              <a:gdLst>
                <a:gd name="connsiteX0" fmla="*/ 891977 w 1005272"/>
                <a:gd name="connsiteY0" fmla="*/ 196177 h 196177"/>
                <a:gd name="connsiteX1" fmla="*/ 0 w 1005272"/>
                <a:gd name="connsiteY1" fmla="*/ 196177 h 196177"/>
                <a:gd name="connsiteX2" fmla="*/ 113295 w 1005272"/>
                <a:gd name="connsiteY2" fmla="*/ 0 h 196177"/>
                <a:gd name="connsiteX3" fmla="*/ 1005272 w 1005272"/>
                <a:gd name="connsiteY3" fmla="*/ 0 h 196177"/>
                <a:gd name="connsiteX4" fmla="*/ 891977 w 1005272"/>
                <a:gd name="connsiteY4" fmla="*/ 196177 h 19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272" h="196177">
                  <a:moveTo>
                    <a:pt x="891977" y="196177"/>
                  </a:moveTo>
                  <a:lnTo>
                    <a:pt x="0" y="196177"/>
                  </a:lnTo>
                  <a:lnTo>
                    <a:pt x="113295" y="0"/>
                  </a:lnTo>
                  <a:lnTo>
                    <a:pt x="1005272" y="0"/>
                  </a:lnTo>
                  <a:lnTo>
                    <a:pt x="891977" y="19617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47475" y="-1636317"/>
              <a:ext cx="1274194" cy="166997"/>
            </a:xfrm>
            <a:custGeom>
              <a:avLst/>
              <a:gdLst>
                <a:gd name="connsiteX0" fmla="*/ 1177886 w 1274194"/>
                <a:gd name="connsiteY0" fmla="*/ 166997 h 166997"/>
                <a:gd name="connsiteX1" fmla="*/ 0 w 1274194"/>
                <a:gd name="connsiteY1" fmla="*/ 166997 h 166997"/>
                <a:gd name="connsiteX2" fmla="*/ 96307 w 1274194"/>
                <a:gd name="connsiteY2" fmla="*/ 0 h 166997"/>
                <a:gd name="connsiteX3" fmla="*/ 1274194 w 1274194"/>
                <a:gd name="connsiteY3" fmla="*/ 0 h 166997"/>
                <a:gd name="connsiteX4" fmla="*/ 1177886 w 1274194"/>
                <a:gd name="connsiteY4" fmla="*/ 166997 h 166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4194" h="166997">
                  <a:moveTo>
                    <a:pt x="1177886" y="166997"/>
                  </a:moveTo>
                  <a:lnTo>
                    <a:pt x="0" y="166997"/>
                  </a:lnTo>
                  <a:lnTo>
                    <a:pt x="96307" y="0"/>
                  </a:lnTo>
                  <a:lnTo>
                    <a:pt x="1274194" y="0"/>
                  </a:lnTo>
                  <a:lnTo>
                    <a:pt x="1177886" y="16699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6575" y="211564"/>
              <a:ext cx="820739" cy="91014"/>
            </a:xfrm>
            <a:custGeom>
              <a:avLst/>
              <a:gdLst>
                <a:gd name="connsiteX0" fmla="*/ 1080757 w 1164734"/>
                <a:gd name="connsiteY0" fmla="*/ 145489 h 145489"/>
                <a:gd name="connsiteX1" fmla="*/ 0 w 1164734"/>
                <a:gd name="connsiteY1" fmla="*/ 145489 h 145489"/>
                <a:gd name="connsiteX2" fmla="*/ 83978 w 1164734"/>
                <a:gd name="connsiteY2" fmla="*/ 0 h 145489"/>
                <a:gd name="connsiteX3" fmla="*/ 1164735 w 1164734"/>
                <a:gd name="connsiteY3" fmla="*/ 0 h 145489"/>
                <a:gd name="connsiteX4" fmla="*/ 1080757 w 1164734"/>
                <a:gd name="connsiteY4" fmla="*/ 145489 h 14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734" h="145489">
                  <a:moveTo>
                    <a:pt x="1080757" y="145489"/>
                  </a:moveTo>
                  <a:lnTo>
                    <a:pt x="0" y="145489"/>
                  </a:lnTo>
                  <a:lnTo>
                    <a:pt x="83978" y="0"/>
                  </a:lnTo>
                  <a:lnTo>
                    <a:pt x="1164735" y="0"/>
                  </a:lnTo>
                  <a:lnTo>
                    <a:pt x="1080757" y="145489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22885" y="-1097651"/>
              <a:ext cx="820739" cy="75347"/>
            </a:xfrm>
            <a:custGeom>
              <a:avLst/>
              <a:gdLst>
                <a:gd name="connsiteX0" fmla="*/ 0 w 820739"/>
                <a:gd name="connsiteY0" fmla="*/ 0 h 75347"/>
                <a:gd name="connsiteX1" fmla="*/ 820739 w 820739"/>
                <a:gd name="connsiteY1" fmla="*/ 0 h 75347"/>
                <a:gd name="connsiteX2" fmla="*/ 820739 w 820739"/>
                <a:gd name="connsiteY2" fmla="*/ 75347 h 75347"/>
                <a:gd name="connsiteX3" fmla="*/ 0 w 820739"/>
                <a:gd name="connsiteY3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738" h="75347">
                  <a:moveTo>
                    <a:pt x="0" y="0"/>
                  </a:moveTo>
                  <a:lnTo>
                    <a:pt x="820739" y="0"/>
                  </a:lnTo>
                  <a:lnTo>
                    <a:pt x="820739" y="75347"/>
                  </a:lnTo>
                  <a:lnTo>
                    <a:pt x="0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3281169" y="-2601860"/>
              <a:ext cx="864303" cy="75347"/>
            </a:xfrm>
            <a:custGeom>
              <a:avLst/>
              <a:gdLst>
                <a:gd name="connsiteX0" fmla="*/ 820739 w 864303"/>
                <a:gd name="connsiteY0" fmla="*/ 75347 h 75347"/>
                <a:gd name="connsiteX1" fmla="*/ 0 w 864303"/>
                <a:gd name="connsiteY1" fmla="*/ 75347 h 75347"/>
                <a:gd name="connsiteX2" fmla="*/ 43564 w 864303"/>
                <a:gd name="connsiteY2" fmla="*/ 0 h 75347"/>
                <a:gd name="connsiteX3" fmla="*/ 864304 w 864303"/>
                <a:gd name="connsiteY3" fmla="*/ 0 h 75347"/>
                <a:gd name="connsiteX4" fmla="*/ 820739 w 864303"/>
                <a:gd name="connsiteY4" fmla="*/ 75347 h 7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303" h="75347">
                  <a:moveTo>
                    <a:pt x="820739" y="75347"/>
                  </a:moveTo>
                  <a:lnTo>
                    <a:pt x="0" y="75347"/>
                  </a:lnTo>
                  <a:lnTo>
                    <a:pt x="43564" y="0"/>
                  </a:lnTo>
                  <a:lnTo>
                    <a:pt x="864304" y="0"/>
                  </a:lnTo>
                  <a:lnTo>
                    <a:pt x="820739" y="75347"/>
                  </a:lnTo>
                  <a:close/>
                </a:path>
              </a:pathLst>
            </a:custGeom>
            <a:grpFill/>
            <a:ln w="1369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59" name="任意多边形: 形状 158"/>
          <p:cNvSpPr/>
          <p:nvPr/>
        </p:nvSpPr>
        <p:spPr>
          <a:xfrm flipH="1">
            <a:off x="330450" y="2077860"/>
            <a:ext cx="11861549" cy="3345776"/>
          </a:xfrm>
          <a:custGeom>
            <a:avLst/>
            <a:gdLst>
              <a:gd name="connsiteX0" fmla="*/ 7263937 w 11861549"/>
              <a:gd name="connsiteY0" fmla="*/ 2681044 h 3345776"/>
              <a:gd name="connsiteX1" fmla="*/ 7213765 w 11861549"/>
              <a:gd name="connsiteY1" fmla="*/ 2807677 h 3345776"/>
              <a:gd name="connsiteX2" fmla="*/ 7125491 w 11861549"/>
              <a:gd name="connsiteY2" fmla="*/ 2920904 h 3345776"/>
              <a:gd name="connsiteX3" fmla="*/ 7014902 w 11861549"/>
              <a:gd name="connsiteY3" fmla="*/ 2989736 h 3345776"/>
              <a:gd name="connsiteX4" fmla="*/ 6498989 w 11861549"/>
              <a:gd name="connsiteY4" fmla="*/ 2867653 h 3345776"/>
              <a:gd name="connsiteX5" fmla="*/ 6439675 w 11861549"/>
              <a:gd name="connsiteY5" fmla="*/ 2809169 h 3345776"/>
              <a:gd name="connsiteX6" fmla="*/ 6512780 w 11861549"/>
              <a:gd name="connsiteY6" fmla="*/ 2886424 h 3345776"/>
              <a:gd name="connsiteX7" fmla="*/ 7117062 w 11861549"/>
              <a:gd name="connsiteY7" fmla="*/ 2965854 h 3345776"/>
              <a:gd name="connsiteX8" fmla="*/ 7224122 w 11861549"/>
              <a:gd name="connsiteY8" fmla="*/ 2821258 h 3345776"/>
              <a:gd name="connsiteX9" fmla="*/ 6339956 w 11861549"/>
              <a:gd name="connsiteY9" fmla="*/ 2678993 h 3345776"/>
              <a:gd name="connsiteX10" fmla="*/ 6350775 w 11861549"/>
              <a:gd name="connsiteY10" fmla="*/ 2695941 h 3345776"/>
              <a:gd name="connsiteX11" fmla="*/ 6427318 w 11861549"/>
              <a:gd name="connsiteY11" fmla="*/ 2796110 h 3345776"/>
              <a:gd name="connsiteX12" fmla="*/ 6433922 w 11861549"/>
              <a:gd name="connsiteY12" fmla="*/ 2803089 h 3345776"/>
              <a:gd name="connsiteX13" fmla="*/ 7277482 w 11861549"/>
              <a:gd name="connsiteY13" fmla="*/ 2617686 h 3345776"/>
              <a:gd name="connsiteX14" fmla="*/ 7268439 w 11861549"/>
              <a:gd name="connsiteY14" fmla="*/ 2665189 h 3345776"/>
              <a:gd name="connsiteX15" fmla="*/ 7275907 w 11861549"/>
              <a:gd name="connsiteY15" fmla="*/ 2638892 h 3345776"/>
              <a:gd name="connsiteX16" fmla="*/ 7281492 w 11861549"/>
              <a:gd name="connsiteY16" fmla="*/ 2515472 h 3345776"/>
              <a:gd name="connsiteX17" fmla="*/ 7270699 w 11861549"/>
              <a:gd name="connsiteY17" fmla="*/ 2570625 h 3345776"/>
              <a:gd name="connsiteX18" fmla="*/ 7257052 w 11861549"/>
              <a:gd name="connsiteY18" fmla="*/ 2628907 h 3345776"/>
              <a:gd name="connsiteX19" fmla="*/ 7208975 w 11861549"/>
              <a:gd name="connsiteY19" fmla="*/ 2751538 h 3345776"/>
              <a:gd name="connsiteX20" fmla="*/ 7123575 w 11861549"/>
              <a:gd name="connsiteY20" fmla="*/ 2865737 h 3345776"/>
              <a:gd name="connsiteX21" fmla="*/ 7014774 w 11861549"/>
              <a:gd name="connsiteY21" fmla="*/ 2939293 h 3345776"/>
              <a:gd name="connsiteX22" fmla="*/ 6492731 w 11861549"/>
              <a:gd name="connsiteY22" fmla="*/ 2839048 h 3345776"/>
              <a:gd name="connsiteX23" fmla="*/ 6439135 w 11861549"/>
              <a:gd name="connsiteY23" fmla="*/ 2787741 h 3345776"/>
              <a:gd name="connsiteX24" fmla="*/ 6445098 w 11861549"/>
              <a:gd name="connsiteY24" fmla="*/ 2795630 h 3345776"/>
              <a:gd name="connsiteX25" fmla="*/ 6507800 w 11861549"/>
              <a:gd name="connsiteY25" fmla="*/ 2857565 h 3345776"/>
              <a:gd name="connsiteX26" fmla="*/ 7009794 w 11861549"/>
              <a:gd name="connsiteY26" fmla="*/ 2977220 h 3345776"/>
              <a:gd name="connsiteX27" fmla="*/ 7116297 w 11861549"/>
              <a:gd name="connsiteY27" fmla="*/ 2910944 h 3345776"/>
              <a:gd name="connsiteX28" fmla="*/ 7231908 w 11861549"/>
              <a:gd name="connsiteY28" fmla="*/ 2736305 h 3345776"/>
              <a:gd name="connsiteX29" fmla="*/ 7257052 w 11861549"/>
              <a:gd name="connsiteY29" fmla="*/ 2628907 h 3345776"/>
              <a:gd name="connsiteX30" fmla="*/ 7261525 w 11861549"/>
              <a:gd name="connsiteY30" fmla="*/ 2617502 h 3345776"/>
              <a:gd name="connsiteX31" fmla="*/ 7270699 w 11861549"/>
              <a:gd name="connsiteY31" fmla="*/ 2570625 h 3345776"/>
              <a:gd name="connsiteX32" fmla="*/ 7280488 w 11861549"/>
              <a:gd name="connsiteY32" fmla="*/ 2528816 h 3345776"/>
              <a:gd name="connsiteX33" fmla="*/ 7277962 w 11861549"/>
              <a:gd name="connsiteY33" fmla="*/ 2457910 h 3345776"/>
              <a:gd name="connsiteX34" fmla="*/ 7267593 w 11861549"/>
              <a:gd name="connsiteY34" fmla="*/ 2509671 h 3345776"/>
              <a:gd name="connsiteX35" fmla="*/ 7253573 w 11861549"/>
              <a:gd name="connsiteY35" fmla="*/ 2568616 h 3345776"/>
              <a:gd name="connsiteX36" fmla="*/ 7205702 w 11861549"/>
              <a:gd name="connsiteY36" fmla="*/ 2693436 h 3345776"/>
              <a:gd name="connsiteX37" fmla="*/ 7122170 w 11861549"/>
              <a:gd name="connsiteY37" fmla="*/ 2810698 h 3345776"/>
              <a:gd name="connsiteX38" fmla="*/ 7015156 w 11861549"/>
              <a:gd name="connsiteY38" fmla="*/ 2888724 h 3345776"/>
              <a:gd name="connsiteX39" fmla="*/ 6822966 w 11861549"/>
              <a:gd name="connsiteY39" fmla="*/ 2932908 h 3345776"/>
              <a:gd name="connsiteX40" fmla="*/ 6487750 w 11861549"/>
              <a:gd name="connsiteY40" fmla="*/ 2810442 h 3345776"/>
              <a:gd name="connsiteX41" fmla="*/ 6426189 w 11861549"/>
              <a:gd name="connsiteY41" fmla="*/ 2753179 h 3345776"/>
              <a:gd name="connsiteX42" fmla="*/ 6436670 w 11861549"/>
              <a:gd name="connsiteY42" fmla="*/ 2767279 h 3345776"/>
              <a:gd name="connsiteX43" fmla="*/ 6501160 w 11861549"/>
              <a:gd name="connsiteY43" fmla="*/ 2829087 h 3345776"/>
              <a:gd name="connsiteX44" fmla="*/ 7009028 w 11861549"/>
              <a:gd name="connsiteY44" fmla="*/ 2927289 h 3345776"/>
              <a:gd name="connsiteX45" fmla="*/ 7113997 w 11861549"/>
              <a:gd name="connsiteY45" fmla="*/ 2856416 h 3345776"/>
              <a:gd name="connsiteX46" fmla="*/ 7226911 w 11861549"/>
              <a:gd name="connsiteY46" fmla="*/ 2680709 h 3345776"/>
              <a:gd name="connsiteX47" fmla="*/ 7253573 w 11861549"/>
              <a:gd name="connsiteY47" fmla="*/ 2568616 h 3345776"/>
              <a:gd name="connsiteX48" fmla="*/ 7258204 w 11861549"/>
              <a:gd name="connsiteY48" fmla="*/ 2556541 h 3345776"/>
              <a:gd name="connsiteX49" fmla="*/ 7267593 w 11861549"/>
              <a:gd name="connsiteY49" fmla="*/ 2509671 h 3345776"/>
              <a:gd name="connsiteX50" fmla="*/ 7276860 w 11861549"/>
              <a:gd name="connsiteY50" fmla="*/ 2470713 h 3345776"/>
              <a:gd name="connsiteX51" fmla="*/ 7275225 w 11861549"/>
              <a:gd name="connsiteY51" fmla="*/ 2399563 h 3345776"/>
              <a:gd name="connsiteX52" fmla="*/ 7268330 w 11861549"/>
              <a:gd name="connsiteY52" fmla="*/ 2433201 h 3345776"/>
              <a:gd name="connsiteX53" fmla="*/ 7248157 w 11861549"/>
              <a:gd name="connsiteY53" fmla="*/ 2517513 h 3345776"/>
              <a:gd name="connsiteX54" fmla="*/ 7202395 w 11861549"/>
              <a:gd name="connsiteY54" fmla="*/ 2638008 h 3345776"/>
              <a:gd name="connsiteX55" fmla="*/ 7121403 w 11861549"/>
              <a:gd name="connsiteY55" fmla="*/ 2755658 h 3345776"/>
              <a:gd name="connsiteX56" fmla="*/ 6802150 w 11861549"/>
              <a:gd name="connsiteY56" fmla="*/ 2891916 h 3345776"/>
              <a:gd name="connsiteX57" fmla="*/ 6801639 w 11861549"/>
              <a:gd name="connsiteY57" fmla="*/ 2891788 h 3345776"/>
              <a:gd name="connsiteX58" fmla="*/ 6482386 w 11861549"/>
              <a:gd name="connsiteY58" fmla="*/ 2781837 h 3345776"/>
              <a:gd name="connsiteX59" fmla="*/ 6412662 w 11861549"/>
              <a:gd name="connsiteY59" fmla="*/ 2718753 h 3345776"/>
              <a:gd name="connsiteX60" fmla="*/ 6397026 w 11861549"/>
              <a:gd name="connsiteY60" fmla="*/ 2699770 h 3345776"/>
              <a:gd name="connsiteX61" fmla="*/ 6429135 w 11861549"/>
              <a:gd name="connsiteY61" fmla="*/ 2739056 h 3345776"/>
              <a:gd name="connsiteX62" fmla="*/ 6495540 w 11861549"/>
              <a:gd name="connsiteY62" fmla="*/ 2800736 h 3345776"/>
              <a:gd name="connsiteX63" fmla="*/ 7009155 w 11861549"/>
              <a:gd name="connsiteY63" fmla="*/ 2877357 h 3345776"/>
              <a:gd name="connsiteX64" fmla="*/ 7112592 w 11861549"/>
              <a:gd name="connsiteY64" fmla="*/ 2801887 h 3345776"/>
              <a:gd name="connsiteX65" fmla="*/ 7223196 w 11861549"/>
              <a:gd name="connsiteY65" fmla="*/ 2621835 h 3345776"/>
              <a:gd name="connsiteX66" fmla="*/ 7248157 w 11861549"/>
              <a:gd name="connsiteY66" fmla="*/ 2517513 h 3345776"/>
              <a:gd name="connsiteX67" fmla="*/ 7254438 w 11861549"/>
              <a:gd name="connsiteY67" fmla="*/ 2500974 h 3345776"/>
              <a:gd name="connsiteX68" fmla="*/ 7268330 w 11861549"/>
              <a:gd name="connsiteY68" fmla="*/ 2433201 h 3345776"/>
              <a:gd name="connsiteX69" fmla="*/ 7274429 w 11861549"/>
              <a:gd name="connsiteY69" fmla="*/ 2407709 h 3345776"/>
              <a:gd name="connsiteX70" fmla="*/ 7247646 w 11861549"/>
              <a:gd name="connsiteY70" fmla="*/ 2381192 h 3345776"/>
              <a:gd name="connsiteX71" fmla="*/ 7198158 w 11861549"/>
              <a:gd name="connsiteY71" fmla="*/ 2519193 h 3345776"/>
              <a:gd name="connsiteX72" fmla="*/ 7119105 w 11861549"/>
              <a:gd name="connsiteY72" fmla="*/ 2645070 h 3345776"/>
              <a:gd name="connsiteX73" fmla="*/ 7017710 w 11861549"/>
              <a:gd name="connsiteY73" fmla="*/ 2736887 h 3345776"/>
              <a:gd name="connsiteX74" fmla="*/ 6756817 w 11861549"/>
              <a:gd name="connsiteY74" fmla="*/ 2814786 h 3345776"/>
              <a:gd name="connsiteX75" fmla="*/ 6471021 w 11861549"/>
              <a:gd name="connsiteY75" fmla="*/ 2724500 h 3345776"/>
              <a:gd name="connsiteX76" fmla="*/ 6401486 w 11861549"/>
              <a:gd name="connsiteY76" fmla="*/ 2665089 h 3345776"/>
              <a:gd name="connsiteX77" fmla="*/ 6413939 w 11861549"/>
              <a:gd name="connsiteY77" fmla="*/ 2680188 h 3345776"/>
              <a:gd name="connsiteX78" fmla="*/ 6484047 w 11861549"/>
              <a:gd name="connsiteY78" fmla="*/ 2741739 h 3345776"/>
              <a:gd name="connsiteX79" fmla="*/ 7009284 w 11861549"/>
              <a:gd name="connsiteY79" fmla="*/ 2775452 h 3345776"/>
              <a:gd name="connsiteX80" fmla="*/ 7109529 w 11861549"/>
              <a:gd name="connsiteY80" fmla="*/ 2690787 h 3345776"/>
              <a:gd name="connsiteX81" fmla="*/ 7240374 w 11861549"/>
              <a:gd name="connsiteY81" fmla="*/ 2427323 h 3345776"/>
              <a:gd name="connsiteX82" fmla="*/ 7286737 w 11861549"/>
              <a:gd name="connsiteY82" fmla="*/ 2219445 h 3345776"/>
              <a:gd name="connsiteX83" fmla="*/ 7254087 w 11861549"/>
              <a:gd name="connsiteY83" fmla="*/ 2425640 h 3345776"/>
              <a:gd name="connsiteX84" fmla="*/ 7251680 w 11861549"/>
              <a:gd name="connsiteY84" fmla="*/ 2435567 h 3345776"/>
              <a:gd name="connsiteX85" fmla="*/ 7201358 w 11861549"/>
              <a:gd name="connsiteY85" fmla="*/ 2574163 h 3345776"/>
              <a:gd name="connsiteX86" fmla="*/ 7119745 w 11861549"/>
              <a:gd name="connsiteY86" fmla="*/ 2699215 h 3345776"/>
              <a:gd name="connsiteX87" fmla="*/ 7016561 w 11861549"/>
              <a:gd name="connsiteY87" fmla="*/ 2786435 h 3345776"/>
              <a:gd name="connsiteX88" fmla="*/ 6779038 w 11861549"/>
              <a:gd name="connsiteY88" fmla="*/ 2852713 h 3345776"/>
              <a:gd name="connsiteX89" fmla="*/ 6476512 w 11861549"/>
              <a:gd name="connsiteY89" fmla="*/ 2753233 h 3345776"/>
              <a:gd name="connsiteX90" fmla="*/ 6410840 w 11861549"/>
              <a:gd name="connsiteY90" fmla="*/ 2695505 h 3345776"/>
              <a:gd name="connsiteX91" fmla="*/ 6422494 w 11861549"/>
              <a:gd name="connsiteY91" fmla="*/ 2709686 h 3345776"/>
              <a:gd name="connsiteX92" fmla="*/ 6490688 w 11861549"/>
              <a:gd name="connsiteY92" fmla="*/ 2771238 h 3345776"/>
              <a:gd name="connsiteX93" fmla="*/ 7010175 w 11861549"/>
              <a:gd name="connsiteY93" fmla="*/ 2826533 h 3345776"/>
              <a:gd name="connsiteX94" fmla="*/ 7112336 w 11861549"/>
              <a:gd name="connsiteY94" fmla="*/ 2746464 h 3345776"/>
              <a:gd name="connsiteX95" fmla="*/ 7220181 w 11861549"/>
              <a:gd name="connsiteY95" fmla="*/ 2565480 h 3345776"/>
              <a:gd name="connsiteX96" fmla="*/ 7251680 w 11861549"/>
              <a:gd name="connsiteY96" fmla="*/ 2435567 h 3345776"/>
              <a:gd name="connsiteX97" fmla="*/ 7253162 w 11861549"/>
              <a:gd name="connsiteY97" fmla="*/ 2431489 h 3345776"/>
              <a:gd name="connsiteX98" fmla="*/ 7254087 w 11861549"/>
              <a:gd name="connsiteY98" fmla="*/ 2425640 h 3345776"/>
              <a:gd name="connsiteX99" fmla="*/ 7272792 w 11861549"/>
              <a:gd name="connsiteY99" fmla="*/ 2348497 h 3345776"/>
              <a:gd name="connsiteX100" fmla="*/ 7272680 w 11861549"/>
              <a:gd name="connsiteY100" fmla="*/ 2179430 h 3345776"/>
              <a:gd name="connsiteX101" fmla="*/ 7243344 w 11861549"/>
              <a:gd name="connsiteY101" fmla="*/ 2319256 h 3345776"/>
              <a:gd name="connsiteX102" fmla="*/ 7116169 w 11861549"/>
              <a:gd name="connsiteY102" fmla="*/ 2589392 h 3345776"/>
              <a:gd name="connsiteX103" fmla="*/ 7016561 w 11861549"/>
              <a:gd name="connsiteY103" fmla="*/ 2685807 h 3345776"/>
              <a:gd name="connsiteX104" fmla="*/ 6735491 w 11861549"/>
              <a:gd name="connsiteY104" fmla="*/ 2777879 h 3345776"/>
              <a:gd name="connsiteX105" fmla="*/ 6465531 w 11861549"/>
              <a:gd name="connsiteY105" fmla="*/ 2695895 h 3345776"/>
              <a:gd name="connsiteX106" fmla="*/ 6392370 w 11861549"/>
              <a:gd name="connsiteY106" fmla="*/ 2634969 h 3345776"/>
              <a:gd name="connsiteX107" fmla="*/ 6406659 w 11861549"/>
              <a:gd name="connsiteY107" fmla="*/ 2652349 h 3345776"/>
              <a:gd name="connsiteX108" fmla="*/ 6478556 w 11861549"/>
              <a:gd name="connsiteY108" fmla="*/ 2713901 h 3345776"/>
              <a:gd name="connsiteX109" fmla="*/ 7009793 w 11861549"/>
              <a:gd name="connsiteY109" fmla="*/ 2726671 h 3345776"/>
              <a:gd name="connsiteX110" fmla="*/ 7108379 w 11861549"/>
              <a:gd name="connsiteY110" fmla="*/ 2637280 h 3345776"/>
              <a:gd name="connsiteX111" fmla="*/ 7267541 w 11861549"/>
              <a:gd name="connsiteY111" fmla="*/ 2220240 h 3345776"/>
              <a:gd name="connsiteX112" fmla="*/ 7264179 w 11861549"/>
              <a:gd name="connsiteY112" fmla="*/ 2152149 h 3345776"/>
              <a:gd name="connsiteX113" fmla="*/ 7256977 w 11861549"/>
              <a:gd name="connsiteY113" fmla="*/ 2185807 h 3345776"/>
              <a:gd name="connsiteX114" fmla="*/ 7233293 w 11861549"/>
              <a:gd name="connsiteY114" fmla="*/ 2284371 h 3345776"/>
              <a:gd name="connsiteX115" fmla="*/ 7189818 w 11861549"/>
              <a:gd name="connsiteY115" fmla="*/ 2409072 h 3345776"/>
              <a:gd name="connsiteX116" fmla="*/ 7116042 w 11861549"/>
              <a:gd name="connsiteY116" fmla="*/ 2536141 h 3345776"/>
              <a:gd name="connsiteX117" fmla="*/ 7018349 w 11861549"/>
              <a:gd name="connsiteY117" fmla="*/ 2637024 h 3345776"/>
              <a:gd name="connsiteX118" fmla="*/ 6715058 w 11861549"/>
              <a:gd name="connsiteY118" fmla="*/ 2741866 h 3345776"/>
              <a:gd name="connsiteX119" fmla="*/ 6459656 w 11861549"/>
              <a:gd name="connsiteY119" fmla="*/ 2667289 h 3345776"/>
              <a:gd name="connsiteX120" fmla="*/ 6384436 w 11861549"/>
              <a:gd name="connsiteY120" fmla="*/ 2606274 h 3345776"/>
              <a:gd name="connsiteX121" fmla="*/ 6398488 w 11861549"/>
              <a:gd name="connsiteY121" fmla="*/ 2623361 h 3345776"/>
              <a:gd name="connsiteX122" fmla="*/ 6472299 w 11861549"/>
              <a:gd name="connsiteY122" fmla="*/ 2684785 h 3345776"/>
              <a:gd name="connsiteX123" fmla="*/ 7008644 w 11861549"/>
              <a:gd name="connsiteY123" fmla="*/ 2675590 h 3345776"/>
              <a:gd name="connsiteX124" fmla="*/ 7105697 w 11861549"/>
              <a:gd name="connsiteY124" fmla="*/ 2581730 h 3345776"/>
              <a:gd name="connsiteX125" fmla="*/ 7208435 w 11861549"/>
              <a:gd name="connsiteY125" fmla="*/ 2387817 h 3345776"/>
              <a:gd name="connsiteX126" fmla="*/ 7233293 w 11861549"/>
              <a:gd name="connsiteY126" fmla="*/ 2284371 h 3345776"/>
              <a:gd name="connsiteX127" fmla="*/ 7240008 w 11861549"/>
              <a:gd name="connsiteY127" fmla="*/ 2265111 h 3345776"/>
              <a:gd name="connsiteX128" fmla="*/ 7256977 w 11861549"/>
              <a:gd name="connsiteY128" fmla="*/ 2185807 h 3345776"/>
              <a:gd name="connsiteX129" fmla="*/ 7263009 w 11861549"/>
              <a:gd name="connsiteY129" fmla="*/ 2160705 h 3345776"/>
              <a:gd name="connsiteX130" fmla="*/ 4036141 w 11861549"/>
              <a:gd name="connsiteY130" fmla="*/ 2093597 h 3345776"/>
              <a:gd name="connsiteX131" fmla="*/ 4045685 w 11861549"/>
              <a:gd name="connsiteY131" fmla="*/ 2104845 h 3345776"/>
              <a:gd name="connsiteX132" fmla="*/ 4060276 w 11861549"/>
              <a:gd name="connsiteY132" fmla="*/ 2115642 h 3345776"/>
              <a:gd name="connsiteX133" fmla="*/ 7264415 w 11861549"/>
              <a:gd name="connsiteY133" fmla="*/ 2079097 h 3345776"/>
              <a:gd name="connsiteX134" fmla="*/ 7251078 w 11861549"/>
              <a:gd name="connsiteY134" fmla="*/ 2143181 h 3345776"/>
              <a:gd name="connsiteX135" fmla="*/ 7236552 w 11861549"/>
              <a:gd name="connsiteY135" fmla="*/ 2203004 h 3345776"/>
              <a:gd name="connsiteX136" fmla="*/ 7191676 w 11861549"/>
              <a:gd name="connsiteY136" fmla="*/ 2339527 h 3345776"/>
              <a:gd name="connsiteX137" fmla="*/ 7116169 w 11861549"/>
              <a:gd name="connsiteY137" fmla="*/ 2478035 h 3345776"/>
              <a:gd name="connsiteX138" fmla="*/ 7020138 w 11861549"/>
              <a:gd name="connsiteY138" fmla="*/ 2583517 h 3345776"/>
              <a:gd name="connsiteX139" fmla="*/ 6694371 w 11861549"/>
              <a:gd name="connsiteY139" fmla="*/ 2705216 h 3345776"/>
              <a:gd name="connsiteX140" fmla="*/ 6454676 w 11861549"/>
              <a:gd name="connsiteY140" fmla="*/ 2638684 h 3345776"/>
              <a:gd name="connsiteX141" fmla="*/ 6377856 w 11861549"/>
              <a:gd name="connsiteY141" fmla="*/ 2577868 h 3345776"/>
              <a:gd name="connsiteX142" fmla="*/ 6391720 w 11861549"/>
              <a:gd name="connsiteY142" fmla="*/ 2594755 h 3345776"/>
              <a:gd name="connsiteX143" fmla="*/ 6467190 w 11861549"/>
              <a:gd name="connsiteY143" fmla="*/ 2656051 h 3345776"/>
              <a:gd name="connsiteX144" fmla="*/ 7010177 w 11861549"/>
              <a:gd name="connsiteY144" fmla="*/ 2625403 h 3345776"/>
              <a:gd name="connsiteX145" fmla="*/ 7105570 w 11861549"/>
              <a:gd name="connsiteY145" fmla="*/ 2526817 h 3345776"/>
              <a:gd name="connsiteX146" fmla="*/ 7205116 w 11861549"/>
              <a:gd name="connsiteY146" fmla="*/ 2332471 h 3345776"/>
              <a:gd name="connsiteX147" fmla="*/ 7236552 w 11861549"/>
              <a:gd name="connsiteY147" fmla="*/ 2203004 h 3345776"/>
              <a:gd name="connsiteX148" fmla="*/ 7242211 w 11861549"/>
              <a:gd name="connsiteY148" fmla="*/ 2185791 h 3345776"/>
              <a:gd name="connsiteX149" fmla="*/ 7251078 w 11861549"/>
              <a:gd name="connsiteY149" fmla="*/ 2143181 h 3345776"/>
              <a:gd name="connsiteX150" fmla="*/ 7261050 w 11861549"/>
              <a:gd name="connsiteY150" fmla="*/ 2102112 h 3345776"/>
              <a:gd name="connsiteX151" fmla="*/ 4033273 w 11861549"/>
              <a:gd name="connsiteY151" fmla="*/ 2076022 h 3345776"/>
              <a:gd name="connsiteX152" fmla="*/ 4035309 w 11861549"/>
              <a:gd name="connsiteY152" fmla="*/ 2078522 h 3345776"/>
              <a:gd name="connsiteX153" fmla="*/ 4041286 w 11861549"/>
              <a:gd name="connsiteY153" fmla="*/ 2083019 h 3345776"/>
              <a:gd name="connsiteX154" fmla="*/ 3978487 w 11861549"/>
              <a:gd name="connsiteY154" fmla="*/ 2045172 h 3345776"/>
              <a:gd name="connsiteX155" fmla="*/ 4015568 w 11861549"/>
              <a:gd name="connsiteY155" fmla="*/ 2093149 h 3345776"/>
              <a:gd name="connsiteX156" fmla="*/ 4035480 w 11861549"/>
              <a:gd name="connsiteY156" fmla="*/ 2112218 h 3345776"/>
              <a:gd name="connsiteX157" fmla="*/ 3381665 w 11861549"/>
              <a:gd name="connsiteY157" fmla="*/ 1958660 h 3345776"/>
              <a:gd name="connsiteX158" fmla="*/ 3391865 w 11861549"/>
              <a:gd name="connsiteY158" fmla="*/ 1979450 h 3345776"/>
              <a:gd name="connsiteX159" fmla="*/ 3393124 w 11861549"/>
              <a:gd name="connsiteY159" fmla="*/ 1981757 h 3345776"/>
              <a:gd name="connsiteX160" fmla="*/ 3386395 w 11861549"/>
              <a:gd name="connsiteY160" fmla="*/ 1965570 h 3345776"/>
              <a:gd name="connsiteX161" fmla="*/ 3902656 w 11861549"/>
              <a:gd name="connsiteY161" fmla="*/ 1931181 h 3345776"/>
              <a:gd name="connsiteX162" fmla="*/ 3956837 w 11861549"/>
              <a:gd name="connsiteY162" fmla="*/ 2017161 h 3345776"/>
              <a:gd name="connsiteX163" fmla="*/ 3959142 w 11861549"/>
              <a:gd name="connsiteY163" fmla="*/ 2020143 h 3345776"/>
              <a:gd name="connsiteX164" fmla="*/ 3909971 w 11861549"/>
              <a:gd name="connsiteY164" fmla="*/ 1942073 h 3345776"/>
              <a:gd name="connsiteX165" fmla="*/ 3906070 w 11861549"/>
              <a:gd name="connsiteY165" fmla="*/ 1934576 h 3345776"/>
              <a:gd name="connsiteX166" fmla="*/ 5545187 w 11861549"/>
              <a:gd name="connsiteY166" fmla="*/ 1889843 h 3345776"/>
              <a:gd name="connsiteX167" fmla="*/ 5042171 w 11861549"/>
              <a:gd name="connsiteY167" fmla="*/ 2174107 h 3345776"/>
              <a:gd name="connsiteX168" fmla="*/ 4795070 w 11861549"/>
              <a:gd name="connsiteY168" fmla="*/ 2495658 h 3345776"/>
              <a:gd name="connsiteX169" fmla="*/ 4766976 w 11861549"/>
              <a:gd name="connsiteY169" fmla="*/ 2534736 h 3345776"/>
              <a:gd name="connsiteX170" fmla="*/ 4710404 w 11861549"/>
              <a:gd name="connsiteY170" fmla="*/ 2609186 h 3345776"/>
              <a:gd name="connsiteX171" fmla="*/ 4345816 w 11861549"/>
              <a:gd name="connsiteY171" fmla="*/ 2937761 h 3345776"/>
              <a:gd name="connsiteX172" fmla="*/ 3961308 w 11861549"/>
              <a:gd name="connsiteY172" fmla="*/ 2967644 h 3345776"/>
              <a:gd name="connsiteX173" fmla="*/ 3851485 w 11861549"/>
              <a:gd name="connsiteY173" fmla="*/ 2900600 h 3345776"/>
              <a:gd name="connsiteX174" fmla="*/ 3631087 w 11861549"/>
              <a:gd name="connsiteY174" fmla="*/ 2609734 h 3345776"/>
              <a:gd name="connsiteX175" fmla="*/ 3580283 w 11861549"/>
              <a:gd name="connsiteY175" fmla="*/ 2498601 h 3345776"/>
              <a:gd name="connsiteX176" fmla="*/ 3606169 w 11861549"/>
              <a:gd name="connsiteY176" fmla="*/ 2586965 h 3345776"/>
              <a:gd name="connsiteX177" fmla="*/ 3984165 w 11861549"/>
              <a:gd name="connsiteY177" fmla="*/ 3069803 h 3345776"/>
              <a:gd name="connsiteX178" fmla="*/ 4788683 w 11861549"/>
              <a:gd name="connsiteY178" fmla="*/ 2552868 h 3345776"/>
              <a:gd name="connsiteX179" fmla="*/ 5561533 w 11861549"/>
              <a:gd name="connsiteY179" fmla="*/ 1905678 h 3345776"/>
              <a:gd name="connsiteX180" fmla="*/ 6103879 w 11861549"/>
              <a:gd name="connsiteY180" fmla="*/ 2306149 h 3345776"/>
              <a:gd name="connsiteX181" fmla="*/ 6213958 w 11861549"/>
              <a:gd name="connsiteY181" fmla="*/ 2481610 h 3345776"/>
              <a:gd name="connsiteX182" fmla="*/ 6232821 w 11861549"/>
              <a:gd name="connsiteY182" fmla="*/ 2511158 h 3345776"/>
              <a:gd name="connsiteX183" fmla="*/ 6199657 w 11861549"/>
              <a:gd name="connsiteY183" fmla="*/ 2455815 h 3345776"/>
              <a:gd name="connsiteX184" fmla="*/ 6089196 w 11861549"/>
              <a:gd name="connsiteY184" fmla="*/ 2271671 h 3345776"/>
              <a:gd name="connsiteX185" fmla="*/ 6001719 w 11861549"/>
              <a:gd name="connsiteY185" fmla="*/ 2151759 h 3345776"/>
              <a:gd name="connsiteX186" fmla="*/ 5545187 w 11861549"/>
              <a:gd name="connsiteY186" fmla="*/ 1889843 h 3345776"/>
              <a:gd name="connsiteX187" fmla="*/ 7282735 w 11861549"/>
              <a:gd name="connsiteY187" fmla="*/ 1888637 h 3345776"/>
              <a:gd name="connsiteX188" fmla="*/ 7237435 w 11861549"/>
              <a:gd name="connsiteY188" fmla="*/ 2129447 h 3345776"/>
              <a:gd name="connsiteX189" fmla="*/ 7234942 w 11861549"/>
              <a:gd name="connsiteY189" fmla="*/ 2140100 h 3345776"/>
              <a:gd name="connsiteX190" fmla="*/ 7186534 w 11861549"/>
              <a:gd name="connsiteY190" fmla="*/ 2288367 h 3345776"/>
              <a:gd name="connsiteX191" fmla="*/ 7114381 w 11861549"/>
              <a:gd name="connsiteY191" fmla="*/ 2425805 h 3345776"/>
              <a:gd name="connsiteX192" fmla="*/ 7020138 w 11861549"/>
              <a:gd name="connsiteY192" fmla="*/ 2535885 h 3345776"/>
              <a:gd name="connsiteX193" fmla="*/ 6675599 w 11861549"/>
              <a:gd name="connsiteY193" fmla="*/ 2670737 h 3345776"/>
              <a:gd name="connsiteX194" fmla="*/ 6434039 w 11861549"/>
              <a:gd name="connsiteY194" fmla="*/ 2600493 h 3345776"/>
              <a:gd name="connsiteX195" fmla="*/ 6374921 w 11861549"/>
              <a:gd name="connsiteY195" fmla="*/ 2552879 h 3345776"/>
              <a:gd name="connsiteX196" fmla="*/ 6384696 w 11861549"/>
              <a:gd name="connsiteY196" fmla="*/ 2564744 h 3345776"/>
              <a:gd name="connsiteX197" fmla="*/ 6462082 w 11861549"/>
              <a:gd name="connsiteY197" fmla="*/ 2625914 h 3345776"/>
              <a:gd name="connsiteX198" fmla="*/ 7011198 w 11861549"/>
              <a:gd name="connsiteY198" fmla="*/ 2573811 h 3345776"/>
              <a:gd name="connsiteX199" fmla="*/ 7105059 w 11861549"/>
              <a:gd name="connsiteY199" fmla="*/ 2470756 h 3345776"/>
              <a:gd name="connsiteX200" fmla="*/ 7207020 w 11861549"/>
              <a:gd name="connsiteY200" fmla="*/ 2259383 h 3345776"/>
              <a:gd name="connsiteX201" fmla="*/ 7234942 w 11861549"/>
              <a:gd name="connsiteY201" fmla="*/ 2140100 h 3345776"/>
              <a:gd name="connsiteX202" fmla="*/ 7236096 w 11861549"/>
              <a:gd name="connsiteY202" fmla="*/ 2136562 h 3345776"/>
              <a:gd name="connsiteX203" fmla="*/ 7237435 w 11861549"/>
              <a:gd name="connsiteY203" fmla="*/ 2129447 h 3345776"/>
              <a:gd name="connsiteX204" fmla="*/ 7262407 w 11861549"/>
              <a:gd name="connsiteY204" fmla="*/ 2022759 h 3345776"/>
              <a:gd name="connsiteX205" fmla="*/ 7272763 w 11861549"/>
              <a:gd name="connsiteY205" fmla="*/ 1872023 h 3345776"/>
              <a:gd name="connsiteX206" fmla="*/ 7230814 w 11861549"/>
              <a:gd name="connsiteY206" fmla="*/ 2085403 h 3345776"/>
              <a:gd name="connsiteX207" fmla="*/ 7113359 w 11861549"/>
              <a:gd name="connsiteY207" fmla="*/ 2369745 h 3345776"/>
              <a:gd name="connsiteX208" fmla="*/ 7020903 w 11861549"/>
              <a:gd name="connsiteY208" fmla="*/ 2484677 h 3345776"/>
              <a:gd name="connsiteX209" fmla="*/ 6657977 w 11861549"/>
              <a:gd name="connsiteY209" fmla="*/ 2636769 h 3345776"/>
              <a:gd name="connsiteX210" fmla="*/ 6424574 w 11861549"/>
              <a:gd name="connsiteY210" fmla="*/ 2569698 h 3345776"/>
              <a:gd name="connsiteX211" fmla="*/ 6361393 w 11861549"/>
              <a:gd name="connsiteY211" fmla="*/ 2519332 h 3345776"/>
              <a:gd name="connsiteX212" fmla="*/ 6377416 w 11861549"/>
              <a:gd name="connsiteY212" fmla="*/ 2538822 h 3345776"/>
              <a:gd name="connsiteX213" fmla="*/ 6456591 w 11861549"/>
              <a:gd name="connsiteY213" fmla="*/ 2599991 h 3345776"/>
              <a:gd name="connsiteX214" fmla="*/ 7011326 w 11861549"/>
              <a:gd name="connsiteY214" fmla="*/ 2526434 h 3345776"/>
              <a:gd name="connsiteX215" fmla="*/ 7103527 w 11861549"/>
              <a:gd name="connsiteY215" fmla="*/ 2418654 h 3345776"/>
              <a:gd name="connsiteX216" fmla="*/ 7223741 w 11861549"/>
              <a:gd name="connsiteY216" fmla="*/ 2132986 h 3345776"/>
              <a:gd name="connsiteX217" fmla="*/ 5528330 w 11861549"/>
              <a:gd name="connsiteY217" fmla="*/ 1860983 h 3345776"/>
              <a:gd name="connsiteX218" fmla="*/ 5022889 w 11861549"/>
              <a:gd name="connsiteY218" fmla="*/ 2157889 h 3345776"/>
              <a:gd name="connsiteX219" fmla="*/ 4826100 w 11861549"/>
              <a:gd name="connsiteY219" fmla="*/ 2394264 h 3345776"/>
              <a:gd name="connsiteX220" fmla="*/ 4732496 w 11861549"/>
              <a:gd name="connsiteY220" fmla="*/ 2509195 h 3345776"/>
              <a:gd name="connsiteX221" fmla="*/ 4672221 w 11861549"/>
              <a:gd name="connsiteY221" fmla="*/ 2577387 h 3345776"/>
              <a:gd name="connsiteX222" fmla="*/ 4309165 w 11861549"/>
              <a:gd name="connsiteY222" fmla="*/ 2855138 h 3345776"/>
              <a:gd name="connsiteX223" fmla="*/ 3941898 w 11861549"/>
              <a:gd name="connsiteY223" fmla="*/ 2852711 h 3345776"/>
              <a:gd name="connsiteX224" fmla="*/ 3835905 w 11861549"/>
              <a:gd name="connsiteY224" fmla="*/ 2780177 h 3345776"/>
              <a:gd name="connsiteX225" fmla="*/ 3542192 w 11861549"/>
              <a:gd name="connsiteY225" fmla="*/ 2353783 h 3345776"/>
              <a:gd name="connsiteX226" fmla="*/ 3529547 w 11861549"/>
              <a:gd name="connsiteY226" fmla="*/ 2325376 h 3345776"/>
              <a:gd name="connsiteX227" fmla="*/ 3533018 w 11861549"/>
              <a:gd name="connsiteY227" fmla="*/ 2337235 h 3345776"/>
              <a:gd name="connsiteX228" fmla="*/ 3580119 w 11861549"/>
              <a:gd name="connsiteY228" fmla="*/ 2467182 h 3345776"/>
              <a:gd name="connsiteX229" fmla="*/ 3859275 w 11861549"/>
              <a:gd name="connsiteY229" fmla="*/ 2889873 h 3345776"/>
              <a:gd name="connsiteX230" fmla="*/ 3965904 w 11861549"/>
              <a:gd name="connsiteY230" fmla="*/ 2955001 h 3345776"/>
              <a:gd name="connsiteX231" fmla="*/ 4338794 w 11861549"/>
              <a:gd name="connsiteY231" fmla="*/ 2925629 h 3345776"/>
              <a:gd name="connsiteX232" fmla="*/ 4699166 w 11861549"/>
              <a:gd name="connsiteY232" fmla="*/ 2600629 h 3345776"/>
              <a:gd name="connsiteX233" fmla="*/ 4755482 w 11861549"/>
              <a:gd name="connsiteY233" fmla="*/ 2526563 h 3345776"/>
              <a:gd name="connsiteX234" fmla="*/ 4783449 w 11861549"/>
              <a:gd name="connsiteY234" fmla="*/ 2487614 h 3345776"/>
              <a:gd name="connsiteX235" fmla="*/ 5031956 w 11861549"/>
              <a:gd name="connsiteY235" fmla="*/ 2165296 h 3345776"/>
              <a:gd name="connsiteX236" fmla="*/ 5545443 w 11861549"/>
              <a:gd name="connsiteY236" fmla="*/ 1876435 h 3345776"/>
              <a:gd name="connsiteX237" fmla="*/ 6012063 w 11861549"/>
              <a:gd name="connsiteY237" fmla="*/ 2143203 h 3345776"/>
              <a:gd name="connsiteX238" fmla="*/ 6100561 w 11861549"/>
              <a:gd name="connsiteY238" fmla="*/ 2264392 h 3345776"/>
              <a:gd name="connsiteX239" fmla="*/ 6187524 w 11861549"/>
              <a:gd name="connsiteY239" fmla="*/ 2409429 h 3345776"/>
              <a:gd name="connsiteX240" fmla="*/ 6084343 w 11861549"/>
              <a:gd name="connsiteY240" fmla="*/ 2230296 h 3345776"/>
              <a:gd name="connsiteX241" fmla="*/ 5995973 w 11861549"/>
              <a:gd name="connsiteY241" fmla="*/ 2108084 h 3345776"/>
              <a:gd name="connsiteX242" fmla="*/ 5528330 w 11861549"/>
              <a:gd name="connsiteY242" fmla="*/ 1860983 h 3345776"/>
              <a:gd name="connsiteX243" fmla="*/ 5512495 w 11861549"/>
              <a:gd name="connsiteY243" fmla="*/ 1831357 h 3345776"/>
              <a:gd name="connsiteX244" fmla="*/ 5004499 w 11861549"/>
              <a:gd name="connsiteY244" fmla="*/ 2140905 h 3345776"/>
              <a:gd name="connsiteX245" fmla="*/ 4869135 w 11861549"/>
              <a:gd name="connsiteY245" fmla="*/ 2294146 h 3345776"/>
              <a:gd name="connsiteX246" fmla="*/ 4698910 w 11861549"/>
              <a:gd name="connsiteY246" fmla="*/ 2484037 h 3345776"/>
              <a:gd name="connsiteX247" fmla="*/ 4635059 w 11861549"/>
              <a:gd name="connsiteY247" fmla="*/ 2545973 h 3345776"/>
              <a:gd name="connsiteX248" fmla="*/ 4273409 w 11861549"/>
              <a:gd name="connsiteY248" fmla="*/ 2772771 h 3345776"/>
              <a:gd name="connsiteX249" fmla="*/ 3923508 w 11861549"/>
              <a:gd name="connsiteY249" fmla="*/ 2738036 h 3345776"/>
              <a:gd name="connsiteX250" fmla="*/ 3821346 w 11861549"/>
              <a:gd name="connsiteY250" fmla="*/ 2660265 h 3345776"/>
              <a:gd name="connsiteX251" fmla="*/ 3517161 w 11861549"/>
              <a:gd name="connsiteY251" fmla="*/ 2235402 h 3345776"/>
              <a:gd name="connsiteX252" fmla="*/ 3487195 w 11861549"/>
              <a:gd name="connsiteY252" fmla="*/ 2180695 h 3345776"/>
              <a:gd name="connsiteX253" fmla="*/ 3500689 w 11861549"/>
              <a:gd name="connsiteY253" fmla="*/ 2226795 h 3345776"/>
              <a:gd name="connsiteX254" fmla="*/ 3554579 w 11861549"/>
              <a:gd name="connsiteY254" fmla="*/ 2347908 h 3345776"/>
              <a:gd name="connsiteX255" fmla="*/ 3845227 w 11861549"/>
              <a:gd name="connsiteY255" fmla="*/ 2770217 h 3345776"/>
              <a:gd name="connsiteX256" fmla="*/ 3948282 w 11861549"/>
              <a:gd name="connsiteY256" fmla="*/ 2840835 h 3345776"/>
              <a:gd name="connsiteX257" fmla="*/ 4304186 w 11861549"/>
              <a:gd name="connsiteY257" fmla="*/ 2842879 h 3345776"/>
              <a:gd name="connsiteX258" fmla="*/ 4662771 w 11861549"/>
              <a:gd name="connsiteY258" fmla="*/ 2568449 h 3345776"/>
              <a:gd name="connsiteX259" fmla="*/ 4722536 w 11861549"/>
              <a:gd name="connsiteY259" fmla="*/ 2500766 h 3345776"/>
              <a:gd name="connsiteX260" fmla="*/ 4815884 w 11861549"/>
              <a:gd name="connsiteY260" fmla="*/ 2385835 h 3345776"/>
              <a:gd name="connsiteX261" fmla="*/ 5013184 w 11861549"/>
              <a:gd name="connsiteY261" fmla="*/ 2148950 h 3345776"/>
              <a:gd name="connsiteX262" fmla="*/ 5528459 w 11861549"/>
              <a:gd name="connsiteY262" fmla="*/ 1847574 h 3345776"/>
              <a:gd name="connsiteX263" fmla="*/ 6006700 w 11861549"/>
              <a:gd name="connsiteY263" fmla="*/ 2099401 h 3345776"/>
              <a:gd name="connsiteX264" fmla="*/ 6096091 w 11861549"/>
              <a:gd name="connsiteY264" fmla="*/ 2223016 h 3345776"/>
              <a:gd name="connsiteX265" fmla="*/ 6184824 w 11861549"/>
              <a:gd name="connsiteY265" fmla="*/ 2377454 h 3345776"/>
              <a:gd name="connsiteX266" fmla="*/ 6080638 w 11861549"/>
              <a:gd name="connsiteY266" fmla="*/ 2188026 h 3345776"/>
              <a:gd name="connsiteX267" fmla="*/ 5991247 w 11861549"/>
              <a:gd name="connsiteY267" fmla="*/ 2063517 h 3345776"/>
              <a:gd name="connsiteX268" fmla="*/ 5512495 w 11861549"/>
              <a:gd name="connsiteY268" fmla="*/ 1831357 h 3345776"/>
              <a:gd name="connsiteX269" fmla="*/ 3846720 w 11861549"/>
              <a:gd name="connsiteY269" fmla="*/ 1822981 h 3345776"/>
              <a:gd name="connsiteX270" fmla="*/ 3847973 w 11861549"/>
              <a:gd name="connsiteY270" fmla="*/ 1825930 h 3345776"/>
              <a:gd name="connsiteX271" fmla="*/ 3848490 w 11861549"/>
              <a:gd name="connsiteY271" fmla="*/ 1826655 h 3345776"/>
              <a:gd name="connsiteX272" fmla="*/ 5562802 w 11861549"/>
              <a:gd name="connsiteY272" fmla="*/ 1799831 h 3345776"/>
              <a:gd name="connsiteX273" fmla="*/ 5496404 w 11861549"/>
              <a:gd name="connsiteY273" fmla="*/ 1802241 h 3345776"/>
              <a:gd name="connsiteX274" fmla="*/ 4985599 w 11861549"/>
              <a:gd name="connsiteY274" fmla="*/ 2124430 h 3345776"/>
              <a:gd name="connsiteX275" fmla="*/ 4917024 w 11861549"/>
              <a:gd name="connsiteY275" fmla="*/ 2198115 h 3345776"/>
              <a:gd name="connsiteX276" fmla="*/ 4664302 w 11861549"/>
              <a:gd name="connsiteY276" fmla="*/ 2458626 h 3345776"/>
              <a:gd name="connsiteX277" fmla="*/ 4596876 w 11861549"/>
              <a:gd name="connsiteY277" fmla="*/ 2514175 h 3345776"/>
              <a:gd name="connsiteX278" fmla="*/ 4236502 w 11861549"/>
              <a:gd name="connsiteY278" fmla="*/ 2690148 h 3345776"/>
              <a:gd name="connsiteX279" fmla="*/ 3904479 w 11861549"/>
              <a:gd name="connsiteY279" fmla="*/ 2623105 h 3345776"/>
              <a:gd name="connsiteX280" fmla="*/ 3806277 w 11861549"/>
              <a:gd name="connsiteY280" fmla="*/ 2539844 h 3345776"/>
              <a:gd name="connsiteX281" fmla="*/ 3549853 w 11861549"/>
              <a:gd name="connsiteY281" fmla="*/ 2202073 h 3345776"/>
              <a:gd name="connsiteX282" fmla="*/ 3491494 w 11861549"/>
              <a:gd name="connsiteY282" fmla="*/ 2116641 h 3345776"/>
              <a:gd name="connsiteX283" fmla="*/ 3417000 w 11861549"/>
              <a:gd name="connsiteY283" fmla="*/ 2006606 h 3345776"/>
              <a:gd name="connsiteX284" fmla="*/ 3450291 w 11861549"/>
              <a:gd name="connsiteY284" fmla="*/ 2086494 h 3345776"/>
              <a:gd name="connsiteX285" fmla="*/ 3528016 w 11861549"/>
              <a:gd name="connsiteY285" fmla="*/ 2228634 h 3345776"/>
              <a:gd name="connsiteX286" fmla="*/ 3830030 w 11861549"/>
              <a:gd name="connsiteY286" fmla="*/ 2650688 h 3345776"/>
              <a:gd name="connsiteX287" fmla="*/ 3929637 w 11861549"/>
              <a:gd name="connsiteY287" fmla="*/ 2726542 h 3345776"/>
              <a:gd name="connsiteX288" fmla="*/ 4268683 w 11861549"/>
              <a:gd name="connsiteY288" fmla="*/ 2760128 h 3345776"/>
              <a:gd name="connsiteX289" fmla="*/ 4625354 w 11861549"/>
              <a:gd name="connsiteY289" fmla="*/ 2536267 h 3345776"/>
              <a:gd name="connsiteX290" fmla="*/ 4688565 w 11861549"/>
              <a:gd name="connsiteY290" fmla="*/ 2474971 h 3345776"/>
              <a:gd name="connsiteX291" fmla="*/ 4858281 w 11861549"/>
              <a:gd name="connsiteY291" fmla="*/ 2285463 h 3345776"/>
              <a:gd name="connsiteX292" fmla="*/ 4994027 w 11861549"/>
              <a:gd name="connsiteY292" fmla="*/ 2132221 h 3345776"/>
              <a:gd name="connsiteX293" fmla="*/ 5511090 w 11861549"/>
              <a:gd name="connsiteY293" fmla="*/ 1818330 h 3345776"/>
              <a:gd name="connsiteX294" fmla="*/ 6000953 w 11861549"/>
              <a:gd name="connsiteY294" fmla="*/ 2055217 h 3345776"/>
              <a:gd name="connsiteX295" fmla="*/ 6091365 w 11861549"/>
              <a:gd name="connsiteY295" fmla="*/ 2181258 h 3345776"/>
              <a:gd name="connsiteX296" fmla="*/ 6177457 w 11861549"/>
              <a:gd name="connsiteY296" fmla="*/ 2337861 h 3345776"/>
              <a:gd name="connsiteX297" fmla="*/ 6076552 w 11861549"/>
              <a:gd name="connsiteY297" fmla="*/ 2146140 h 3345776"/>
              <a:gd name="connsiteX298" fmla="*/ 5986394 w 11861549"/>
              <a:gd name="connsiteY298" fmla="*/ 2019333 h 3345776"/>
              <a:gd name="connsiteX299" fmla="*/ 5562802 w 11861549"/>
              <a:gd name="connsiteY299" fmla="*/ 1799831 h 3345776"/>
              <a:gd name="connsiteX300" fmla="*/ 7273405 w 11861549"/>
              <a:gd name="connsiteY300" fmla="*/ 1796984 h 3345776"/>
              <a:gd name="connsiteX301" fmla="*/ 7224810 w 11861549"/>
              <a:gd name="connsiteY301" fmla="*/ 2034896 h 3345776"/>
              <a:gd name="connsiteX302" fmla="*/ 7111827 w 11861549"/>
              <a:gd name="connsiteY302" fmla="*/ 2315599 h 3345776"/>
              <a:gd name="connsiteX303" fmla="*/ 7021158 w 11861549"/>
              <a:gd name="connsiteY303" fmla="*/ 2434872 h 3345776"/>
              <a:gd name="connsiteX304" fmla="*/ 6638565 w 11861549"/>
              <a:gd name="connsiteY304" fmla="*/ 2602161 h 3345776"/>
              <a:gd name="connsiteX305" fmla="*/ 6438202 w 11861549"/>
              <a:gd name="connsiteY305" fmla="*/ 2552741 h 3345776"/>
              <a:gd name="connsiteX306" fmla="*/ 6354525 w 11861549"/>
              <a:gd name="connsiteY306" fmla="*/ 2491136 h 3345776"/>
              <a:gd name="connsiteX307" fmla="*/ 6369372 w 11861549"/>
              <a:gd name="connsiteY307" fmla="*/ 2509195 h 3345776"/>
              <a:gd name="connsiteX308" fmla="*/ 6450463 w 11861549"/>
              <a:gd name="connsiteY308" fmla="*/ 2570365 h 3345776"/>
              <a:gd name="connsiteX309" fmla="*/ 7011071 w 11861549"/>
              <a:gd name="connsiteY309" fmla="*/ 2475355 h 3345776"/>
              <a:gd name="connsiteX310" fmla="*/ 7101612 w 11861549"/>
              <a:gd name="connsiteY310" fmla="*/ 2362850 h 3345776"/>
              <a:gd name="connsiteX311" fmla="*/ 7217628 w 11861549"/>
              <a:gd name="connsiteY311" fmla="*/ 2080997 h 3345776"/>
              <a:gd name="connsiteX312" fmla="*/ 3785864 w 11861549"/>
              <a:gd name="connsiteY312" fmla="*/ 1711293 h 3345776"/>
              <a:gd name="connsiteX313" fmla="*/ 3800564 w 11861549"/>
              <a:gd name="connsiteY313" fmla="*/ 1751831 h 3345776"/>
              <a:gd name="connsiteX314" fmla="*/ 3808749 w 11861549"/>
              <a:gd name="connsiteY314" fmla="*/ 1764990 h 3345776"/>
              <a:gd name="connsiteX315" fmla="*/ 8855255 w 11861549"/>
              <a:gd name="connsiteY315" fmla="*/ 1679877 h 3345776"/>
              <a:gd name="connsiteX316" fmla="*/ 8894664 w 11861549"/>
              <a:gd name="connsiteY316" fmla="*/ 1689735 h 3345776"/>
              <a:gd name="connsiteX317" fmla="*/ 8898248 w 11861549"/>
              <a:gd name="connsiteY317" fmla="*/ 1690285 h 3345776"/>
              <a:gd name="connsiteX318" fmla="*/ 7269908 w 11861549"/>
              <a:gd name="connsiteY318" fmla="*/ 1671357 h 3345776"/>
              <a:gd name="connsiteX319" fmla="*/ 7213397 w 11861549"/>
              <a:gd name="connsiteY319" fmla="*/ 1931760 h 3345776"/>
              <a:gd name="connsiteX320" fmla="*/ 7109271 w 11861549"/>
              <a:gd name="connsiteY320" fmla="*/ 2204499 h 3345776"/>
              <a:gd name="connsiteX321" fmla="*/ 7022180 w 11861549"/>
              <a:gd name="connsiteY321" fmla="*/ 2332201 h 3345776"/>
              <a:gd name="connsiteX322" fmla="*/ 6607533 w 11861549"/>
              <a:gd name="connsiteY322" fmla="*/ 2537161 h 3345776"/>
              <a:gd name="connsiteX323" fmla="*/ 6427219 w 11861549"/>
              <a:gd name="connsiteY323" fmla="*/ 2495402 h 3345776"/>
              <a:gd name="connsiteX324" fmla="*/ 6337965 w 11861549"/>
              <a:gd name="connsiteY324" fmla="*/ 2432415 h 3345776"/>
              <a:gd name="connsiteX325" fmla="*/ 6353408 w 11861549"/>
              <a:gd name="connsiteY325" fmla="*/ 2451218 h 3345776"/>
              <a:gd name="connsiteX326" fmla="*/ 6438075 w 11861549"/>
              <a:gd name="connsiteY326" fmla="*/ 2512133 h 3345776"/>
              <a:gd name="connsiteX327" fmla="*/ 7010687 w 11861549"/>
              <a:gd name="connsiteY327" fmla="*/ 2374215 h 3345776"/>
              <a:gd name="connsiteX328" fmla="*/ 7098035 w 11861549"/>
              <a:gd name="connsiteY328" fmla="*/ 2252515 h 3345776"/>
              <a:gd name="connsiteX329" fmla="*/ 7268388 w 11861549"/>
              <a:gd name="connsiteY329" fmla="*/ 1679647 h 3345776"/>
              <a:gd name="connsiteX330" fmla="*/ 3099006 w 11861549"/>
              <a:gd name="connsiteY330" fmla="*/ 1654709 h 3345776"/>
              <a:gd name="connsiteX331" fmla="*/ 3161458 w 11861549"/>
              <a:gd name="connsiteY331" fmla="*/ 1688375 h 3345776"/>
              <a:gd name="connsiteX332" fmla="*/ 3226898 w 11861549"/>
              <a:gd name="connsiteY332" fmla="*/ 1737623 h 3345776"/>
              <a:gd name="connsiteX333" fmla="*/ 3318203 w 11861549"/>
              <a:gd name="connsiteY333" fmla="*/ 1838890 h 3345776"/>
              <a:gd name="connsiteX334" fmla="*/ 3416278 w 11861549"/>
              <a:gd name="connsiteY334" fmla="*/ 1981277 h 3345776"/>
              <a:gd name="connsiteX335" fmla="*/ 3502475 w 11861549"/>
              <a:gd name="connsiteY335" fmla="*/ 2108979 h 3345776"/>
              <a:gd name="connsiteX336" fmla="*/ 3560963 w 11861549"/>
              <a:gd name="connsiteY336" fmla="*/ 2194667 h 3345776"/>
              <a:gd name="connsiteX337" fmla="*/ 3816366 w 11861549"/>
              <a:gd name="connsiteY337" fmla="*/ 2530649 h 3345776"/>
              <a:gd name="connsiteX338" fmla="*/ 3912524 w 11861549"/>
              <a:gd name="connsiteY338" fmla="*/ 2611995 h 3345776"/>
              <a:gd name="connsiteX339" fmla="*/ 4234843 w 11861549"/>
              <a:gd name="connsiteY339" fmla="*/ 2676994 h 3345776"/>
              <a:gd name="connsiteX340" fmla="*/ 4589598 w 11861549"/>
              <a:gd name="connsiteY340" fmla="*/ 2503704 h 3345776"/>
              <a:gd name="connsiteX341" fmla="*/ 4656257 w 11861549"/>
              <a:gd name="connsiteY341" fmla="*/ 2448664 h 3345776"/>
              <a:gd name="connsiteX342" fmla="*/ 4908084 w 11861549"/>
              <a:gd name="connsiteY342" fmla="*/ 2189175 h 3345776"/>
              <a:gd name="connsiteX343" fmla="*/ 4976277 w 11861549"/>
              <a:gd name="connsiteY343" fmla="*/ 2115237 h 3345776"/>
              <a:gd name="connsiteX344" fmla="*/ 5495128 w 11861549"/>
              <a:gd name="connsiteY344" fmla="*/ 1788960 h 3345776"/>
              <a:gd name="connsiteX345" fmla="*/ 5996737 w 11861549"/>
              <a:gd name="connsiteY345" fmla="*/ 2010777 h 3345776"/>
              <a:gd name="connsiteX346" fmla="*/ 6088173 w 11861549"/>
              <a:gd name="connsiteY346" fmla="*/ 2139244 h 3345776"/>
              <a:gd name="connsiteX347" fmla="*/ 6122054 w 11861549"/>
              <a:gd name="connsiteY347" fmla="*/ 2203558 h 3345776"/>
              <a:gd name="connsiteX348" fmla="*/ 6071955 w 11861549"/>
              <a:gd name="connsiteY348" fmla="*/ 2104254 h 3345776"/>
              <a:gd name="connsiteX349" fmla="*/ 5980904 w 11861549"/>
              <a:gd name="connsiteY349" fmla="*/ 1975276 h 3345776"/>
              <a:gd name="connsiteX350" fmla="*/ 5479804 w 11861549"/>
              <a:gd name="connsiteY350" fmla="*/ 1772997 h 3345776"/>
              <a:gd name="connsiteX351" fmla="*/ 4966955 w 11861549"/>
              <a:gd name="connsiteY351" fmla="*/ 2107575 h 3345776"/>
              <a:gd name="connsiteX352" fmla="*/ 4964785 w 11861549"/>
              <a:gd name="connsiteY352" fmla="*/ 2109873 h 3345776"/>
              <a:gd name="connsiteX353" fmla="*/ 4630719 w 11861549"/>
              <a:gd name="connsiteY353" fmla="*/ 2433213 h 3345776"/>
              <a:gd name="connsiteX354" fmla="*/ 4559461 w 11861549"/>
              <a:gd name="connsiteY354" fmla="*/ 2482506 h 3345776"/>
              <a:gd name="connsiteX355" fmla="*/ 4200364 w 11861549"/>
              <a:gd name="connsiteY355" fmla="*/ 2607526 h 3345776"/>
              <a:gd name="connsiteX356" fmla="*/ 3885708 w 11861549"/>
              <a:gd name="connsiteY356" fmla="*/ 2508174 h 3345776"/>
              <a:gd name="connsiteX357" fmla="*/ 3791209 w 11861549"/>
              <a:gd name="connsiteY357" fmla="*/ 2419550 h 3345776"/>
              <a:gd name="connsiteX358" fmla="*/ 3594549 w 11861549"/>
              <a:gd name="connsiteY358" fmla="*/ 2167467 h 3345776"/>
              <a:gd name="connsiteX359" fmla="*/ 3465955 w 11861549"/>
              <a:gd name="connsiteY359" fmla="*/ 1998007 h 3345776"/>
              <a:gd name="connsiteX360" fmla="*/ 3456121 w 11861549"/>
              <a:gd name="connsiteY360" fmla="*/ 1986003 h 3345776"/>
              <a:gd name="connsiteX361" fmla="*/ 3268017 w 11861549"/>
              <a:gd name="connsiteY361" fmla="*/ 1768911 h 3345776"/>
              <a:gd name="connsiteX362" fmla="*/ 3163672 w 11861549"/>
              <a:gd name="connsiteY362" fmla="*/ 1684170 h 3345776"/>
              <a:gd name="connsiteX363" fmla="*/ 2941014 w 11861549"/>
              <a:gd name="connsiteY363" fmla="*/ 1643000 h 3345776"/>
              <a:gd name="connsiteX364" fmla="*/ 2849796 w 11861549"/>
              <a:gd name="connsiteY364" fmla="*/ 1648361 h 3345776"/>
              <a:gd name="connsiteX365" fmla="*/ 2527990 w 11861549"/>
              <a:gd name="connsiteY365" fmla="*/ 2020993 h 3345776"/>
              <a:gd name="connsiteX366" fmla="*/ 2485209 w 11861549"/>
              <a:gd name="connsiteY366" fmla="*/ 2304362 h 3345776"/>
              <a:gd name="connsiteX367" fmla="*/ 2446898 w 11861549"/>
              <a:gd name="connsiteY367" fmla="*/ 2573173 h 3345776"/>
              <a:gd name="connsiteX368" fmla="*/ 2192517 w 11861549"/>
              <a:gd name="connsiteY368" fmla="*/ 3054097 h 3345776"/>
              <a:gd name="connsiteX369" fmla="*/ 1889737 w 11861549"/>
              <a:gd name="connsiteY369" fmla="*/ 3177201 h 3345776"/>
              <a:gd name="connsiteX370" fmla="*/ 1717851 w 11861549"/>
              <a:gd name="connsiteY370" fmla="*/ 3132250 h 3345776"/>
              <a:gd name="connsiteX371" fmla="*/ 1621803 w 11861549"/>
              <a:gd name="connsiteY371" fmla="*/ 3052227 h 3345776"/>
              <a:gd name="connsiteX372" fmla="*/ 1551837 w 11861549"/>
              <a:gd name="connsiteY372" fmla="*/ 2950558 h 3345776"/>
              <a:gd name="connsiteX373" fmla="*/ 1556134 w 11861549"/>
              <a:gd name="connsiteY373" fmla="*/ 2962644 h 3345776"/>
              <a:gd name="connsiteX374" fmla="*/ 1781956 w 11861549"/>
              <a:gd name="connsiteY374" fmla="*/ 3284469 h 3345776"/>
              <a:gd name="connsiteX375" fmla="*/ 2258154 w 11861549"/>
              <a:gd name="connsiteY375" fmla="*/ 3208615 h 3345776"/>
              <a:gd name="connsiteX376" fmla="*/ 2491720 w 11861549"/>
              <a:gd name="connsiteY376" fmla="*/ 2711602 h 3345776"/>
              <a:gd name="connsiteX377" fmla="*/ 2517261 w 11861549"/>
              <a:gd name="connsiteY377" fmla="*/ 2440875 h 3345776"/>
              <a:gd name="connsiteX378" fmla="*/ 2554804 w 11861549"/>
              <a:gd name="connsiteY378" fmla="*/ 2105020 h 3345776"/>
              <a:gd name="connsiteX379" fmla="*/ 2895639 w 11861549"/>
              <a:gd name="connsiteY379" fmla="*/ 1656789 h 3345776"/>
              <a:gd name="connsiteX380" fmla="*/ 2967470 w 11861549"/>
              <a:gd name="connsiteY380" fmla="*/ 1647980 h 3345776"/>
              <a:gd name="connsiteX381" fmla="*/ 9151626 w 11861549"/>
              <a:gd name="connsiteY381" fmla="*/ 1631097 h 3345776"/>
              <a:gd name="connsiteX382" fmla="*/ 9200126 w 11861549"/>
              <a:gd name="connsiteY382" fmla="*/ 1648999 h 3345776"/>
              <a:gd name="connsiteX383" fmla="*/ 9214108 w 11861549"/>
              <a:gd name="connsiteY383" fmla="*/ 1651442 h 3345776"/>
              <a:gd name="connsiteX384" fmla="*/ 7307461 w 11861549"/>
              <a:gd name="connsiteY384" fmla="*/ 1628102 h 3345776"/>
              <a:gd name="connsiteX385" fmla="*/ 7297122 w 11861549"/>
              <a:gd name="connsiteY385" fmla="*/ 1672878 h 3345776"/>
              <a:gd name="connsiteX386" fmla="*/ 7293724 w 11861549"/>
              <a:gd name="connsiteY386" fmla="*/ 1692427 h 3345776"/>
              <a:gd name="connsiteX387" fmla="*/ 3755422 w 11861549"/>
              <a:gd name="connsiteY387" fmla="*/ 1627342 h 3345776"/>
              <a:gd name="connsiteX388" fmla="*/ 3766606 w 11861549"/>
              <a:gd name="connsiteY388" fmla="*/ 1658186 h 3345776"/>
              <a:gd name="connsiteX389" fmla="*/ 3762301 w 11861549"/>
              <a:gd name="connsiteY389" fmla="*/ 1641856 h 3345776"/>
              <a:gd name="connsiteX390" fmla="*/ 2893031 w 11861549"/>
              <a:gd name="connsiteY390" fmla="*/ 1624796 h 3345776"/>
              <a:gd name="connsiteX391" fmla="*/ 2799610 w 11861549"/>
              <a:gd name="connsiteY391" fmla="*/ 1626778 h 3345776"/>
              <a:gd name="connsiteX392" fmla="*/ 2486997 w 11861549"/>
              <a:gd name="connsiteY392" fmla="*/ 1934156 h 3345776"/>
              <a:gd name="connsiteX393" fmla="*/ 2439619 w 11861549"/>
              <a:gd name="connsiteY393" fmla="*/ 2170915 h 3345776"/>
              <a:gd name="connsiteX394" fmla="*/ 2387135 w 11861549"/>
              <a:gd name="connsiteY394" fmla="*/ 2432829 h 3345776"/>
              <a:gd name="connsiteX395" fmla="*/ 2116152 w 11861549"/>
              <a:gd name="connsiteY395" fmla="*/ 2889745 h 3345776"/>
              <a:gd name="connsiteX396" fmla="*/ 1660641 w 11861549"/>
              <a:gd name="connsiteY396" fmla="*/ 2968664 h 3345776"/>
              <a:gd name="connsiteX397" fmla="*/ 1497757 w 11861549"/>
              <a:gd name="connsiteY397" fmla="*/ 2796842 h 3345776"/>
              <a:gd name="connsiteX398" fmla="*/ 1496173 w 11861549"/>
              <a:gd name="connsiteY398" fmla="*/ 2793589 h 3345776"/>
              <a:gd name="connsiteX399" fmla="*/ 1505891 w 11861549"/>
              <a:gd name="connsiteY399" fmla="*/ 2821237 h 3345776"/>
              <a:gd name="connsiteX400" fmla="*/ 1545698 w 11861549"/>
              <a:gd name="connsiteY400" fmla="*/ 2910918 h 3345776"/>
              <a:gd name="connsiteX401" fmla="*/ 1724619 w 11861549"/>
              <a:gd name="connsiteY401" fmla="*/ 3121013 h 3345776"/>
              <a:gd name="connsiteX402" fmla="*/ 2182812 w 11861549"/>
              <a:gd name="connsiteY402" fmla="*/ 3044392 h 3345776"/>
              <a:gd name="connsiteX403" fmla="*/ 2433106 w 11861549"/>
              <a:gd name="connsiteY403" fmla="*/ 2570492 h 3345776"/>
              <a:gd name="connsiteX404" fmla="*/ 2471417 w 11861549"/>
              <a:gd name="connsiteY404" fmla="*/ 2303085 h 3345776"/>
              <a:gd name="connsiteX405" fmla="*/ 2514579 w 11861549"/>
              <a:gd name="connsiteY405" fmla="*/ 2017928 h 3345776"/>
              <a:gd name="connsiteX406" fmla="*/ 2846603 w 11861549"/>
              <a:gd name="connsiteY406" fmla="*/ 1634824 h 3345776"/>
              <a:gd name="connsiteX407" fmla="*/ 2923872 w 11861549"/>
              <a:gd name="connsiteY407" fmla="*/ 1630231 h 3345776"/>
              <a:gd name="connsiteX408" fmla="*/ 2965640 w 11861549"/>
              <a:gd name="connsiteY408" fmla="*/ 1610093 h 3345776"/>
              <a:gd name="connsiteX409" fmla="*/ 3083486 w 11861549"/>
              <a:gd name="connsiteY409" fmla="*/ 1647638 h 3345776"/>
              <a:gd name="connsiteX410" fmla="*/ 3041348 w 11861549"/>
              <a:gd name="connsiteY410" fmla="*/ 1628440 h 3345776"/>
              <a:gd name="connsiteX411" fmla="*/ 2750060 w 11861549"/>
              <a:gd name="connsiteY411" fmla="*/ 1605325 h 3345776"/>
              <a:gd name="connsiteX412" fmla="*/ 2446642 w 11861549"/>
              <a:gd name="connsiteY412" fmla="*/ 1847957 h 3345776"/>
              <a:gd name="connsiteX413" fmla="*/ 2395562 w 11861549"/>
              <a:gd name="connsiteY413" fmla="*/ 2044106 h 3345776"/>
              <a:gd name="connsiteX414" fmla="*/ 2328646 w 11861549"/>
              <a:gd name="connsiteY414" fmla="*/ 2292614 h 3345776"/>
              <a:gd name="connsiteX415" fmla="*/ 2041063 w 11861549"/>
              <a:gd name="connsiteY415" fmla="*/ 2725648 h 3345776"/>
              <a:gd name="connsiteX416" fmla="*/ 1603813 w 11861549"/>
              <a:gd name="connsiteY416" fmla="*/ 2805334 h 3345776"/>
              <a:gd name="connsiteX417" fmla="*/ 1445734 w 11861549"/>
              <a:gd name="connsiteY417" fmla="*/ 2645932 h 3345776"/>
              <a:gd name="connsiteX418" fmla="*/ 1431347 w 11861549"/>
              <a:gd name="connsiteY418" fmla="*/ 2617892 h 3345776"/>
              <a:gd name="connsiteX419" fmla="*/ 1454890 w 11861549"/>
              <a:gd name="connsiteY419" fmla="*/ 2677823 h 3345776"/>
              <a:gd name="connsiteX420" fmla="*/ 1667153 w 11861549"/>
              <a:gd name="connsiteY420" fmla="*/ 2956405 h 3345776"/>
              <a:gd name="connsiteX421" fmla="*/ 2107213 w 11861549"/>
              <a:gd name="connsiteY421" fmla="*/ 2879784 h 3345776"/>
              <a:gd name="connsiteX422" fmla="*/ 2374236 w 11861549"/>
              <a:gd name="connsiteY422" fmla="*/ 2429126 h 3345776"/>
              <a:gd name="connsiteX423" fmla="*/ 2426848 w 11861549"/>
              <a:gd name="connsiteY423" fmla="*/ 2168872 h 3345776"/>
              <a:gd name="connsiteX424" fmla="*/ 2474483 w 11861549"/>
              <a:gd name="connsiteY424" fmla="*/ 1930580 h 3345776"/>
              <a:gd name="connsiteX425" fmla="*/ 2798203 w 11861549"/>
              <a:gd name="connsiteY425" fmla="*/ 1613498 h 3345776"/>
              <a:gd name="connsiteX426" fmla="*/ 2877515 w 11861549"/>
              <a:gd name="connsiteY426" fmla="*/ 1611815 h 3345776"/>
              <a:gd name="connsiteX427" fmla="*/ 2848409 w 11861549"/>
              <a:gd name="connsiteY427" fmla="*/ 1607078 h 3345776"/>
              <a:gd name="connsiteX428" fmla="*/ 2750060 w 11861549"/>
              <a:gd name="connsiteY428" fmla="*/ 1605325 h 3345776"/>
              <a:gd name="connsiteX429" fmla="*/ 2700768 w 11861549"/>
              <a:gd name="connsiteY429" fmla="*/ 1584127 h 3345776"/>
              <a:gd name="connsiteX430" fmla="*/ 2406417 w 11861549"/>
              <a:gd name="connsiteY430" fmla="*/ 1761376 h 3345776"/>
              <a:gd name="connsiteX431" fmla="*/ 2350994 w 11861549"/>
              <a:gd name="connsiteY431" fmla="*/ 1923046 h 3345776"/>
              <a:gd name="connsiteX432" fmla="*/ 2269649 w 11861549"/>
              <a:gd name="connsiteY432" fmla="*/ 2152270 h 3345776"/>
              <a:gd name="connsiteX433" fmla="*/ 1965592 w 11861549"/>
              <a:gd name="connsiteY433" fmla="*/ 2560914 h 3345776"/>
              <a:gd name="connsiteX434" fmla="*/ 1546732 w 11861549"/>
              <a:gd name="connsiteY434" fmla="*/ 2641238 h 3345776"/>
              <a:gd name="connsiteX435" fmla="*/ 1394272 w 11861549"/>
              <a:gd name="connsiteY435" fmla="*/ 2495084 h 3345776"/>
              <a:gd name="connsiteX436" fmla="*/ 1367525 w 11861549"/>
              <a:gd name="connsiteY436" fmla="*/ 2445918 h 3345776"/>
              <a:gd name="connsiteX437" fmla="*/ 1404332 w 11861549"/>
              <a:gd name="connsiteY437" fmla="*/ 2534518 h 3345776"/>
              <a:gd name="connsiteX438" fmla="*/ 1610454 w 11861549"/>
              <a:gd name="connsiteY438" fmla="*/ 2793203 h 3345776"/>
              <a:gd name="connsiteX439" fmla="*/ 2032506 w 11861549"/>
              <a:gd name="connsiteY439" fmla="*/ 2715305 h 3345776"/>
              <a:gd name="connsiteX440" fmla="*/ 2316387 w 11861549"/>
              <a:gd name="connsiteY440" fmla="*/ 2287888 h 3345776"/>
              <a:gd name="connsiteX441" fmla="*/ 2382791 w 11861549"/>
              <a:gd name="connsiteY441" fmla="*/ 2040914 h 3345776"/>
              <a:gd name="connsiteX442" fmla="*/ 2434639 w 11861549"/>
              <a:gd name="connsiteY442" fmla="*/ 1843233 h 3345776"/>
              <a:gd name="connsiteX443" fmla="*/ 2749806 w 11861549"/>
              <a:gd name="connsiteY443" fmla="*/ 1591916 h 3345776"/>
              <a:gd name="connsiteX444" fmla="*/ 2830514 w 11861549"/>
              <a:gd name="connsiteY444" fmla="*/ 1593348 h 3345776"/>
              <a:gd name="connsiteX445" fmla="*/ 2799175 w 11861549"/>
              <a:gd name="connsiteY445" fmla="*/ 1588648 h 3345776"/>
              <a:gd name="connsiteX446" fmla="*/ 2700768 w 11861549"/>
              <a:gd name="connsiteY446" fmla="*/ 1584127 h 3345776"/>
              <a:gd name="connsiteX447" fmla="*/ 2894149 w 11861549"/>
              <a:gd name="connsiteY447" fmla="*/ 1578983 h 3345776"/>
              <a:gd name="connsiteX448" fmla="*/ 3045691 w 11861549"/>
              <a:gd name="connsiteY448" fmla="*/ 1615669 h 3345776"/>
              <a:gd name="connsiteX449" fmla="*/ 3184630 w 11861549"/>
              <a:gd name="connsiteY449" fmla="*/ 1681691 h 3345776"/>
              <a:gd name="connsiteX450" fmla="*/ 3277722 w 11861549"/>
              <a:gd name="connsiteY450" fmla="*/ 1759717 h 3345776"/>
              <a:gd name="connsiteX451" fmla="*/ 3466593 w 11861549"/>
              <a:gd name="connsiteY451" fmla="*/ 1976809 h 3345776"/>
              <a:gd name="connsiteX452" fmla="*/ 3476426 w 11861549"/>
              <a:gd name="connsiteY452" fmla="*/ 1988812 h 3345776"/>
              <a:gd name="connsiteX453" fmla="*/ 3605532 w 11861549"/>
              <a:gd name="connsiteY453" fmla="*/ 2158910 h 3345776"/>
              <a:gd name="connsiteX454" fmla="*/ 3801425 w 11861549"/>
              <a:gd name="connsiteY454" fmla="*/ 2409972 h 3345776"/>
              <a:gd name="connsiteX455" fmla="*/ 3894009 w 11861549"/>
              <a:gd name="connsiteY455" fmla="*/ 2496809 h 3345776"/>
              <a:gd name="connsiteX456" fmla="*/ 4199599 w 11861549"/>
              <a:gd name="connsiteY456" fmla="*/ 2593478 h 3345776"/>
              <a:gd name="connsiteX457" fmla="*/ 4552437 w 11861549"/>
              <a:gd name="connsiteY457" fmla="*/ 2470501 h 3345776"/>
              <a:gd name="connsiteX458" fmla="*/ 4622545 w 11861549"/>
              <a:gd name="connsiteY458" fmla="*/ 2421975 h 3345776"/>
              <a:gd name="connsiteX459" fmla="*/ 4954569 w 11861549"/>
              <a:gd name="connsiteY459" fmla="*/ 2100040 h 3345776"/>
              <a:gd name="connsiteX460" fmla="*/ 4956739 w 11861549"/>
              <a:gd name="connsiteY460" fmla="*/ 2097741 h 3345776"/>
              <a:gd name="connsiteX461" fmla="*/ 5477379 w 11861549"/>
              <a:gd name="connsiteY461" fmla="*/ 1758950 h 3345776"/>
              <a:gd name="connsiteX462" fmla="*/ 5990609 w 11861549"/>
              <a:gd name="connsiteY462" fmla="*/ 1965826 h 3345776"/>
              <a:gd name="connsiteX463" fmla="*/ 6083065 w 11861549"/>
              <a:gd name="connsiteY463" fmla="*/ 2096848 h 3345776"/>
              <a:gd name="connsiteX464" fmla="*/ 6115207 w 11861549"/>
              <a:gd name="connsiteY464" fmla="*/ 2160559 h 3345776"/>
              <a:gd name="connsiteX465" fmla="*/ 6067741 w 11861549"/>
              <a:gd name="connsiteY465" fmla="*/ 2062368 h 3345776"/>
              <a:gd name="connsiteX466" fmla="*/ 5975923 w 11861549"/>
              <a:gd name="connsiteY466" fmla="*/ 1931091 h 3345776"/>
              <a:gd name="connsiteX467" fmla="*/ 5463585 w 11861549"/>
              <a:gd name="connsiteY467" fmla="*/ 1743626 h 3345776"/>
              <a:gd name="connsiteX468" fmla="*/ 4948310 w 11861549"/>
              <a:gd name="connsiteY468" fmla="*/ 2090973 h 3345776"/>
              <a:gd name="connsiteX469" fmla="*/ 4596749 w 11861549"/>
              <a:gd name="connsiteY469" fmla="*/ 2407801 h 3345776"/>
              <a:gd name="connsiteX470" fmla="*/ 4521916 w 11861549"/>
              <a:gd name="connsiteY470" fmla="*/ 2450836 h 3345776"/>
              <a:gd name="connsiteX471" fmla="*/ 4164351 w 11861549"/>
              <a:gd name="connsiteY471" fmla="*/ 2524776 h 3345776"/>
              <a:gd name="connsiteX472" fmla="*/ 3867446 w 11861549"/>
              <a:gd name="connsiteY472" fmla="*/ 2393242 h 3345776"/>
              <a:gd name="connsiteX473" fmla="*/ 3776779 w 11861549"/>
              <a:gd name="connsiteY473" fmla="*/ 2299382 h 3345776"/>
              <a:gd name="connsiteX474" fmla="*/ 3640776 w 11861549"/>
              <a:gd name="connsiteY474" fmla="*/ 2124559 h 3345776"/>
              <a:gd name="connsiteX475" fmla="*/ 3441180 w 11861549"/>
              <a:gd name="connsiteY475" fmla="*/ 1879245 h 3345776"/>
              <a:gd name="connsiteX476" fmla="*/ 3229579 w 11861549"/>
              <a:gd name="connsiteY476" fmla="*/ 1692034 h 3345776"/>
              <a:gd name="connsiteX477" fmla="*/ 3136358 w 11861549"/>
              <a:gd name="connsiteY477" fmla="*/ 1638528 h 3345776"/>
              <a:gd name="connsiteX478" fmla="*/ 2998695 w 11861549"/>
              <a:gd name="connsiteY478" fmla="*/ 1596259 h 3345776"/>
              <a:gd name="connsiteX479" fmla="*/ 2650964 w 11861549"/>
              <a:gd name="connsiteY479" fmla="*/ 1562035 h 3345776"/>
              <a:gd name="connsiteX480" fmla="*/ 2365681 w 11861549"/>
              <a:gd name="connsiteY480" fmla="*/ 1674539 h 3345776"/>
              <a:gd name="connsiteX481" fmla="*/ 2303617 w 11861549"/>
              <a:gd name="connsiteY481" fmla="*/ 1810286 h 3345776"/>
              <a:gd name="connsiteX482" fmla="*/ 2210524 w 11861549"/>
              <a:gd name="connsiteY482" fmla="*/ 2011544 h 3345776"/>
              <a:gd name="connsiteX483" fmla="*/ 1890504 w 11861549"/>
              <a:gd name="connsiteY483" fmla="*/ 2396691 h 3345776"/>
              <a:gd name="connsiteX484" fmla="*/ 1489522 w 11861549"/>
              <a:gd name="connsiteY484" fmla="*/ 2477398 h 3345776"/>
              <a:gd name="connsiteX485" fmla="*/ 1342202 w 11861549"/>
              <a:gd name="connsiteY485" fmla="*/ 2344286 h 3345776"/>
              <a:gd name="connsiteX486" fmla="*/ 1299215 w 11861549"/>
              <a:gd name="connsiteY486" fmla="*/ 2269999 h 3345776"/>
              <a:gd name="connsiteX487" fmla="*/ 1309079 w 11861549"/>
              <a:gd name="connsiteY487" fmla="*/ 2291081 h 3345776"/>
              <a:gd name="connsiteX488" fmla="*/ 1553116 w 11861549"/>
              <a:gd name="connsiteY488" fmla="*/ 2629362 h 3345776"/>
              <a:gd name="connsiteX489" fmla="*/ 1957163 w 11861549"/>
              <a:gd name="connsiteY489" fmla="*/ 2550954 h 3345776"/>
              <a:gd name="connsiteX490" fmla="*/ 2257773 w 11861549"/>
              <a:gd name="connsiteY490" fmla="*/ 2146524 h 3345776"/>
              <a:gd name="connsiteX491" fmla="*/ 2337458 w 11861549"/>
              <a:gd name="connsiteY491" fmla="*/ 1918832 h 3345776"/>
              <a:gd name="connsiteX492" fmla="*/ 2393517 w 11861549"/>
              <a:gd name="connsiteY492" fmla="*/ 1755757 h 3345776"/>
              <a:gd name="connsiteX493" fmla="*/ 2700001 w 11861549"/>
              <a:gd name="connsiteY493" fmla="*/ 1570335 h 3345776"/>
              <a:gd name="connsiteX494" fmla="*/ 2708430 w 11861549"/>
              <a:gd name="connsiteY494" fmla="*/ 1570335 h 3345776"/>
              <a:gd name="connsiteX495" fmla="*/ 2747842 w 11861549"/>
              <a:gd name="connsiteY495" fmla="*/ 1572510 h 3345776"/>
              <a:gd name="connsiteX496" fmla="*/ 3754013 w 11861549"/>
              <a:gd name="connsiteY496" fmla="*/ 1561082 h 3345776"/>
              <a:gd name="connsiteX497" fmla="*/ 3773803 w 11861549"/>
              <a:gd name="connsiteY497" fmla="*/ 1636745 h 3345776"/>
              <a:gd name="connsiteX498" fmla="*/ 3781088 w 11861549"/>
              <a:gd name="connsiteY498" fmla="*/ 1652096 h 3345776"/>
              <a:gd name="connsiteX499" fmla="*/ 3767713 w 11861549"/>
              <a:gd name="connsiteY499" fmla="*/ 1609029 h 3345776"/>
              <a:gd name="connsiteX500" fmla="*/ 3761547 w 11861549"/>
              <a:gd name="connsiteY500" fmla="*/ 1579937 h 3345776"/>
              <a:gd name="connsiteX501" fmla="*/ 7352073 w 11861549"/>
              <a:gd name="connsiteY501" fmla="*/ 1529467 h 3345776"/>
              <a:gd name="connsiteX502" fmla="*/ 7352033 w 11861549"/>
              <a:gd name="connsiteY502" fmla="*/ 1529598 h 3345776"/>
              <a:gd name="connsiteX503" fmla="*/ 7352019 w 11861549"/>
              <a:gd name="connsiteY503" fmla="*/ 1529662 h 3345776"/>
              <a:gd name="connsiteX504" fmla="*/ 2707954 w 11861549"/>
              <a:gd name="connsiteY504" fmla="*/ 1523172 h 3345776"/>
              <a:gd name="connsiteX505" fmla="*/ 2845582 w 11861549"/>
              <a:gd name="connsiteY505" fmla="*/ 1538665 h 3345776"/>
              <a:gd name="connsiteX506" fmla="*/ 2957193 w 11861549"/>
              <a:gd name="connsiteY506" fmla="*/ 1549265 h 3345776"/>
              <a:gd name="connsiteX507" fmla="*/ 3097664 w 11861549"/>
              <a:gd name="connsiteY507" fmla="*/ 1570846 h 3345776"/>
              <a:gd name="connsiteX508" fmla="*/ 3195357 w 11861549"/>
              <a:gd name="connsiteY508" fmla="*/ 1602134 h 3345776"/>
              <a:gd name="connsiteX509" fmla="*/ 3423813 w 11861549"/>
              <a:gd name="connsiteY509" fmla="*/ 1750395 h 3345776"/>
              <a:gd name="connsiteX510" fmla="*/ 3697348 w 11861549"/>
              <a:gd name="connsiteY510" fmla="*/ 2072713 h 3345776"/>
              <a:gd name="connsiteX511" fmla="*/ 3771798 w 11861549"/>
              <a:gd name="connsiteY511" fmla="*/ 2170787 h 3345776"/>
              <a:gd name="connsiteX512" fmla="*/ 3857359 w 11861549"/>
              <a:gd name="connsiteY512" fmla="*/ 2268606 h 3345776"/>
              <a:gd name="connsiteX513" fmla="*/ 4130129 w 11861549"/>
              <a:gd name="connsiteY513" fmla="*/ 2428744 h 3345776"/>
              <a:gd name="connsiteX514" fmla="*/ 4478753 w 11861549"/>
              <a:gd name="connsiteY514" fmla="*/ 2406523 h 3345776"/>
              <a:gd name="connsiteX515" fmla="*/ 4555374 w 11861549"/>
              <a:gd name="connsiteY515" fmla="*/ 2370512 h 3345776"/>
              <a:gd name="connsiteX516" fmla="*/ 4919323 w 11861549"/>
              <a:gd name="connsiteY516" fmla="*/ 2064923 h 3345776"/>
              <a:gd name="connsiteX517" fmla="*/ 5443664 w 11861549"/>
              <a:gd name="connsiteY517" fmla="*/ 1701229 h 3345776"/>
              <a:gd name="connsiteX518" fmla="*/ 5980010 w 11861549"/>
              <a:gd name="connsiteY518" fmla="*/ 1878096 h 3345776"/>
              <a:gd name="connsiteX519" fmla="*/ 6074381 w 11861549"/>
              <a:gd name="connsiteY519" fmla="*/ 2013970 h 3345776"/>
              <a:gd name="connsiteX520" fmla="*/ 6077451 w 11861549"/>
              <a:gd name="connsiteY520" fmla="*/ 2020589 h 3345776"/>
              <a:gd name="connsiteX521" fmla="*/ 6058802 w 11861549"/>
              <a:gd name="connsiteY521" fmla="*/ 1978596 h 3345776"/>
              <a:gd name="connsiteX522" fmla="*/ 5965196 w 11861549"/>
              <a:gd name="connsiteY522" fmla="*/ 1842849 h 3345776"/>
              <a:gd name="connsiteX523" fmla="*/ 5431150 w 11861549"/>
              <a:gd name="connsiteY523" fmla="*/ 1685650 h 3345776"/>
              <a:gd name="connsiteX524" fmla="*/ 4911023 w 11861549"/>
              <a:gd name="connsiteY524" fmla="*/ 2058282 h 3345776"/>
              <a:gd name="connsiteX525" fmla="*/ 4528684 w 11861549"/>
              <a:gd name="connsiteY525" fmla="*/ 2357359 h 3345776"/>
              <a:gd name="connsiteX526" fmla="*/ 4446318 w 11861549"/>
              <a:gd name="connsiteY526" fmla="*/ 2387624 h 3345776"/>
              <a:gd name="connsiteX527" fmla="*/ 4090797 w 11861549"/>
              <a:gd name="connsiteY527" fmla="*/ 2359146 h 3345776"/>
              <a:gd name="connsiteX528" fmla="*/ 3829775 w 11861549"/>
              <a:gd name="connsiteY528" fmla="*/ 2163764 h 3345776"/>
              <a:gd name="connsiteX529" fmla="*/ 3746769 w 11861549"/>
              <a:gd name="connsiteY529" fmla="*/ 2059303 h 3345776"/>
              <a:gd name="connsiteX530" fmla="*/ 3736425 w 11861549"/>
              <a:gd name="connsiteY530" fmla="*/ 2045001 h 3345776"/>
              <a:gd name="connsiteX531" fmla="*/ 3390356 w 11861549"/>
              <a:gd name="connsiteY531" fmla="*/ 1642486 h 3345776"/>
              <a:gd name="connsiteX532" fmla="*/ 3152196 w 11861549"/>
              <a:gd name="connsiteY532" fmla="*/ 1537260 h 3345776"/>
              <a:gd name="connsiteX533" fmla="*/ 3054374 w 11861549"/>
              <a:gd name="connsiteY533" fmla="*/ 1529471 h 3345776"/>
              <a:gd name="connsiteX534" fmla="*/ 2957577 w 11861549"/>
              <a:gd name="connsiteY534" fmla="*/ 1529471 h 3345776"/>
              <a:gd name="connsiteX535" fmla="*/ 2913266 w 11861549"/>
              <a:gd name="connsiteY535" fmla="*/ 1529471 h 3345776"/>
              <a:gd name="connsiteX536" fmla="*/ 2518149 w 11861549"/>
              <a:gd name="connsiteY536" fmla="*/ 1499719 h 3345776"/>
              <a:gd name="connsiteX537" fmla="*/ 2554041 w 11861549"/>
              <a:gd name="connsiteY537" fmla="*/ 1505846 h 3345776"/>
              <a:gd name="connsiteX538" fmla="*/ 2598735 w 11861549"/>
              <a:gd name="connsiteY538" fmla="*/ 1510878 h 3345776"/>
              <a:gd name="connsiteX539" fmla="*/ 5642767 w 11861549"/>
              <a:gd name="connsiteY539" fmla="*/ 1482923 h 3345776"/>
              <a:gd name="connsiteX540" fmla="*/ 5349803 w 11861549"/>
              <a:gd name="connsiteY540" fmla="*/ 1538282 h 3345776"/>
              <a:gd name="connsiteX541" fmla="*/ 4932221 w 11861549"/>
              <a:gd name="connsiteY541" fmla="*/ 1864686 h 3345776"/>
              <a:gd name="connsiteX542" fmla="*/ 4817290 w 11861549"/>
              <a:gd name="connsiteY542" fmla="*/ 1974126 h 3345776"/>
              <a:gd name="connsiteX543" fmla="*/ 4357565 w 11861549"/>
              <a:gd name="connsiteY543" fmla="*/ 2228380 h 3345776"/>
              <a:gd name="connsiteX544" fmla="*/ 4256680 w 11861549"/>
              <a:gd name="connsiteY544" fmla="*/ 2226720 h 3345776"/>
              <a:gd name="connsiteX545" fmla="*/ 4134249 w 11861549"/>
              <a:gd name="connsiteY545" fmla="*/ 2186357 h 3345776"/>
              <a:gd name="connsiteX546" fmla="*/ 4040853 w 11861549"/>
              <a:gd name="connsiteY546" fmla="*/ 2117363 h 3345776"/>
              <a:gd name="connsiteX547" fmla="*/ 4089551 w 11861549"/>
              <a:gd name="connsiteY547" fmla="*/ 2164002 h 3345776"/>
              <a:gd name="connsiteX548" fmla="*/ 4296396 w 11861549"/>
              <a:gd name="connsiteY548" fmla="*/ 2245236 h 3345776"/>
              <a:gd name="connsiteX549" fmla="*/ 4390257 w 11861549"/>
              <a:gd name="connsiteY549" fmla="*/ 2240639 h 3345776"/>
              <a:gd name="connsiteX550" fmla="*/ 4827249 w 11861549"/>
              <a:gd name="connsiteY550" fmla="*/ 1980894 h 3345776"/>
              <a:gd name="connsiteX551" fmla="*/ 4919450 w 11861549"/>
              <a:gd name="connsiteY551" fmla="*/ 1892270 h 3345776"/>
              <a:gd name="connsiteX552" fmla="*/ 5360914 w 11861549"/>
              <a:gd name="connsiteY552" fmla="*/ 1555138 h 3345776"/>
              <a:gd name="connsiteX553" fmla="*/ 5955364 w 11861549"/>
              <a:gd name="connsiteY553" fmla="*/ 1657299 h 3345776"/>
              <a:gd name="connsiteX554" fmla="*/ 6050235 w 11861549"/>
              <a:gd name="connsiteY554" fmla="*/ 1798633 h 3345776"/>
              <a:gd name="connsiteX555" fmla="*/ 6038369 w 11861549"/>
              <a:gd name="connsiteY555" fmla="*/ 1769293 h 3345776"/>
              <a:gd name="connsiteX556" fmla="*/ 5940423 w 11861549"/>
              <a:gd name="connsiteY556" fmla="*/ 1621799 h 3345776"/>
              <a:gd name="connsiteX557" fmla="*/ 5642767 w 11861549"/>
              <a:gd name="connsiteY557" fmla="*/ 1482923 h 3345776"/>
              <a:gd name="connsiteX558" fmla="*/ 7676284 w 11861549"/>
              <a:gd name="connsiteY558" fmla="*/ 1482607 h 3345776"/>
              <a:gd name="connsiteX559" fmla="*/ 7617269 w 11861549"/>
              <a:gd name="connsiteY559" fmla="*/ 1491544 h 3345776"/>
              <a:gd name="connsiteX560" fmla="*/ 7422677 w 11861549"/>
              <a:gd name="connsiteY560" fmla="*/ 1642301 h 3345776"/>
              <a:gd name="connsiteX561" fmla="*/ 7420706 w 11861549"/>
              <a:gd name="connsiteY561" fmla="*/ 1646189 h 3345776"/>
              <a:gd name="connsiteX562" fmla="*/ 7484035 w 11861549"/>
              <a:gd name="connsiteY562" fmla="*/ 1579359 h 3345776"/>
              <a:gd name="connsiteX563" fmla="*/ 7578830 w 11861549"/>
              <a:gd name="connsiteY563" fmla="*/ 1530109 h 3345776"/>
              <a:gd name="connsiteX564" fmla="*/ 7834233 w 11861549"/>
              <a:gd name="connsiteY564" fmla="*/ 1533812 h 3345776"/>
              <a:gd name="connsiteX565" fmla="*/ 8703048 w 11861549"/>
              <a:gd name="connsiteY565" fmla="*/ 1685992 h 3345776"/>
              <a:gd name="connsiteX566" fmla="*/ 8497451 w 11861549"/>
              <a:gd name="connsiteY566" fmla="*/ 1644737 h 3345776"/>
              <a:gd name="connsiteX567" fmla="*/ 8176473 w 11861549"/>
              <a:gd name="connsiteY567" fmla="*/ 1573911 h 3345776"/>
              <a:gd name="connsiteX568" fmla="*/ 8032937 w 11861549"/>
              <a:gd name="connsiteY568" fmla="*/ 1541985 h 3345776"/>
              <a:gd name="connsiteX569" fmla="*/ 7866926 w 11861549"/>
              <a:gd name="connsiteY569" fmla="*/ 1505718 h 3345776"/>
              <a:gd name="connsiteX570" fmla="*/ 7676284 w 11861549"/>
              <a:gd name="connsiteY570" fmla="*/ 1482607 h 3345776"/>
              <a:gd name="connsiteX571" fmla="*/ 3733863 w 11861549"/>
              <a:gd name="connsiteY571" fmla="*/ 1460330 h 3345776"/>
              <a:gd name="connsiteX572" fmla="*/ 3738225 w 11861549"/>
              <a:gd name="connsiteY572" fmla="*/ 1486873 h 3345776"/>
              <a:gd name="connsiteX573" fmla="*/ 3745888 w 11861549"/>
              <a:gd name="connsiteY573" fmla="*/ 1506057 h 3345776"/>
              <a:gd name="connsiteX574" fmla="*/ 3740308 w 11861549"/>
              <a:gd name="connsiteY574" fmla="*/ 1479730 h 3345776"/>
              <a:gd name="connsiteX575" fmla="*/ 3164848 w 11861549"/>
              <a:gd name="connsiteY575" fmla="*/ 1457595 h 3345776"/>
              <a:gd name="connsiteX576" fmla="*/ 3114395 w 11861549"/>
              <a:gd name="connsiteY576" fmla="*/ 1458596 h 3345776"/>
              <a:gd name="connsiteX577" fmla="*/ 3026536 w 11861549"/>
              <a:gd name="connsiteY577" fmla="*/ 1471366 h 3345776"/>
              <a:gd name="connsiteX578" fmla="*/ 3010189 w 11861549"/>
              <a:gd name="connsiteY578" fmla="*/ 1474431 h 3345776"/>
              <a:gd name="connsiteX579" fmla="*/ 2870997 w 11861549"/>
              <a:gd name="connsiteY579" fmla="*/ 1496012 h 3345776"/>
              <a:gd name="connsiteX580" fmla="*/ 2702877 w 11861549"/>
              <a:gd name="connsiteY580" fmla="*/ 1505207 h 3345776"/>
              <a:gd name="connsiteX581" fmla="*/ 2625432 w 11861549"/>
              <a:gd name="connsiteY581" fmla="*/ 1501174 h 3345776"/>
              <a:gd name="connsiteX582" fmla="*/ 2682987 w 11861549"/>
              <a:gd name="connsiteY582" fmla="*/ 1509151 h 3345776"/>
              <a:gd name="connsiteX583" fmla="*/ 2913010 w 11861549"/>
              <a:gd name="connsiteY583" fmla="*/ 1516062 h 3345776"/>
              <a:gd name="connsiteX584" fmla="*/ 2957321 w 11861549"/>
              <a:gd name="connsiteY584" fmla="*/ 1516062 h 3345776"/>
              <a:gd name="connsiteX585" fmla="*/ 3054503 w 11861549"/>
              <a:gd name="connsiteY585" fmla="*/ 1516062 h 3345776"/>
              <a:gd name="connsiteX586" fmla="*/ 3154366 w 11861549"/>
              <a:gd name="connsiteY586" fmla="*/ 1523979 h 3345776"/>
              <a:gd name="connsiteX587" fmla="*/ 3398018 w 11861549"/>
              <a:gd name="connsiteY587" fmla="*/ 1631504 h 3345776"/>
              <a:gd name="connsiteX588" fmla="*/ 3747152 w 11861549"/>
              <a:gd name="connsiteY588" fmla="*/ 2037084 h 3345776"/>
              <a:gd name="connsiteX589" fmla="*/ 3757497 w 11861549"/>
              <a:gd name="connsiteY589" fmla="*/ 2051514 h 3345776"/>
              <a:gd name="connsiteX590" fmla="*/ 3839608 w 11861549"/>
              <a:gd name="connsiteY590" fmla="*/ 2154824 h 3345776"/>
              <a:gd name="connsiteX591" fmla="*/ 4096032 w 11861549"/>
              <a:gd name="connsiteY591" fmla="*/ 2346376 h 3345776"/>
              <a:gd name="connsiteX592" fmla="*/ 4442614 w 11861549"/>
              <a:gd name="connsiteY592" fmla="*/ 2374215 h 3345776"/>
              <a:gd name="connsiteX593" fmla="*/ 4522811 w 11861549"/>
              <a:gd name="connsiteY593" fmla="*/ 2344589 h 3345776"/>
              <a:gd name="connsiteX594" fmla="*/ 4901445 w 11861549"/>
              <a:gd name="connsiteY594" fmla="*/ 2048194 h 3345776"/>
              <a:gd name="connsiteX595" fmla="*/ 5427574 w 11861549"/>
              <a:gd name="connsiteY595" fmla="*/ 1672113 h 3345776"/>
              <a:gd name="connsiteX596" fmla="*/ 5975668 w 11861549"/>
              <a:gd name="connsiteY596" fmla="*/ 1833911 h 3345776"/>
              <a:gd name="connsiteX597" fmla="*/ 6068840 w 11861549"/>
              <a:gd name="connsiteY597" fmla="*/ 1968990 h 3345776"/>
              <a:gd name="connsiteX598" fmla="*/ 6055099 w 11861549"/>
              <a:gd name="connsiteY598" fmla="*/ 1936710 h 3345776"/>
              <a:gd name="connsiteX599" fmla="*/ 5960728 w 11861549"/>
              <a:gd name="connsiteY599" fmla="*/ 1798665 h 3345776"/>
              <a:gd name="connsiteX600" fmla="*/ 5414932 w 11861549"/>
              <a:gd name="connsiteY600" fmla="*/ 1655894 h 3345776"/>
              <a:gd name="connsiteX601" fmla="*/ 4911534 w 11861549"/>
              <a:gd name="connsiteY601" fmla="*/ 2022269 h 3345776"/>
              <a:gd name="connsiteX602" fmla="*/ 4892378 w 11861549"/>
              <a:gd name="connsiteY602" fmla="*/ 2041042 h 3345776"/>
              <a:gd name="connsiteX603" fmla="*/ 4494716 w 11861549"/>
              <a:gd name="connsiteY603" fmla="*/ 2331306 h 3345776"/>
              <a:gd name="connsiteX604" fmla="*/ 4408645 w 11861549"/>
              <a:gd name="connsiteY604" fmla="*/ 2355187 h 3345776"/>
              <a:gd name="connsiteX605" fmla="*/ 4054274 w 11861549"/>
              <a:gd name="connsiteY605" fmla="*/ 2275374 h 3345776"/>
              <a:gd name="connsiteX606" fmla="*/ 3811641 w 11861549"/>
              <a:gd name="connsiteY606" fmla="*/ 2048320 h 3345776"/>
              <a:gd name="connsiteX607" fmla="*/ 3732466 w 11861549"/>
              <a:gd name="connsiteY607" fmla="*/ 1938626 h 3345776"/>
              <a:gd name="connsiteX608" fmla="*/ 3365581 w 11861549"/>
              <a:gd name="connsiteY608" fmla="*/ 1523212 h 3345776"/>
              <a:gd name="connsiteX609" fmla="*/ 3164848 w 11861549"/>
              <a:gd name="connsiteY609" fmla="*/ 1457595 h 3345776"/>
              <a:gd name="connsiteX610" fmla="*/ 3711789 w 11861549"/>
              <a:gd name="connsiteY610" fmla="*/ 1456683 h 3345776"/>
              <a:gd name="connsiteX611" fmla="*/ 3721800 w 11861549"/>
              <a:gd name="connsiteY611" fmla="*/ 1509636 h 3345776"/>
              <a:gd name="connsiteX612" fmla="*/ 3731201 w 11861549"/>
              <a:gd name="connsiteY612" fmla="*/ 1547991 h 3345776"/>
              <a:gd name="connsiteX613" fmla="*/ 3744925 w 11861549"/>
              <a:gd name="connsiteY613" fmla="*/ 1575953 h 3345776"/>
              <a:gd name="connsiteX614" fmla="*/ 3731828 w 11861549"/>
              <a:gd name="connsiteY614" fmla="*/ 1526279 h 3345776"/>
              <a:gd name="connsiteX615" fmla="*/ 3726047 w 11861549"/>
              <a:gd name="connsiteY615" fmla="*/ 1491091 h 3345776"/>
              <a:gd name="connsiteX616" fmla="*/ 3718675 w 11861549"/>
              <a:gd name="connsiteY616" fmla="*/ 1472643 h 3345776"/>
              <a:gd name="connsiteX617" fmla="*/ 5632454 w 11861549"/>
              <a:gd name="connsiteY617" fmla="*/ 1442410 h 3345776"/>
              <a:gd name="connsiteX618" fmla="*/ 5333712 w 11861549"/>
              <a:gd name="connsiteY618" fmla="*/ 1508782 h 3345776"/>
              <a:gd name="connsiteX619" fmla="*/ 4934646 w 11861549"/>
              <a:gd name="connsiteY619" fmla="*/ 1828036 h 3345776"/>
              <a:gd name="connsiteX620" fmla="*/ 4799410 w 11861549"/>
              <a:gd name="connsiteY620" fmla="*/ 1957270 h 3345776"/>
              <a:gd name="connsiteX621" fmla="*/ 4325000 w 11861549"/>
              <a:gd name="connsiteY621" fmla="*/ 2202456 h 3345776"/>
              <a:gd name="connsiteX622" fmla="*/ 4220413 w 11861549"/>
              <a:gd name="connsiteY622" fmla="*/ 2194283 h 3345776"/>
              <a:gd name="connsiteX623" fmla="*/ 4142662 w 11861549"/>
              <a:gd name="connsiteY623" fmla="*/ 2168346 h 3345776"/>
              <a:gd name="connsiteX624" fmla="*/ 4084426 w 11861549"/>
              <a:gd name="connsiteY624" fmla="*/ 2133513 h 3345776"/>
              <a:gd name="connsiteX625" fmla="*/ 4139483 w 11861549"/>
              <a:gd name="connsiteY625" fmla="*/ 2174256 h 3345776"/>
              <a:gd name="connsiteX626" fmla="*/ 4258850 w 11861549"/>
              <a:gd name="connsiteY626" fmla="*/ 2213821 h 3345776"/>
              <a:gd name="connsiteX627" fmla="*/ 4356160 w 11861549"/>
              <a:gd name="connsiteY627" fmla="*/ 2215355 h 3345776"/>
              <a:gd name="connsiteX628" fmla="*/ 4807839 w 11861549"/>
              <a:gd name="connsiteY628" fmla="*/ 1964677 h 3345776"/>
              <a:gd name="connsiteX629" fmla="*/ 4921876 w 11861549"/>
              <a:gd name="connsiteY629" fmla="*/ 1855492 h 3345776"/>
              <a:gd name="connsiteX630" fmla="*/ 5343290 w 11861549"/>
              <a:gd name="connsiteY630" fmla="*/ 1526406 h 3345776"/>
              <a:gd name="connsiteX631" fmla="*/ 5949361 w 11861549"/>
              <a:gd name="connsiteY631" fmla="*/ 1612987 h 3345776"/>
              <a:gd name="connsiteX632" fmla="*/ 6047459 w 11861549"/>
              <a:gd name="connsiteY632" fmla="*/ 1760197 h 3345776"/>
              <a:gd name="connsiteX633" fmla="*/ 6034410 w 11861549"/>
              <a:gd name="connsiteY633" fmla="*/ 1726769 h 3345776"/>
              <a:gd name="connsiteX634" fmla="*/ 5935697 w 11861549"/>
              <a:gd name="connsiteY634" fmla="*/ 1577358 h 3345776"/>
              <a:gd name="connsiteX635" fmla="*/ 5632454 w 11861549"/>
              <a:gd name="connsiteY635" fmla="*/ 1442410 h 3345776"/>
              <a:gd name="connsiteX636" fmla="*/ 7323413 w 11861549"/>
              <a:gd name="connsiteY636" fmla="*/ 1438157 h 3345776"/>
              <a:gd name="connsiteX637" fmla="*/ 7295971 w 11861549"/>
              <a:gd name="connsiteY637" fmla="*/ 1540836 h 3345776"/>
              <a:gd name="connsiteX638" fmla="*/ 7289187 w 11861549"/>
              <a:gd name="connsiteY638" fmla="*/ 1575861 h 3345776"/>
              <a:gd name="connsiteX639" fmla="*/ 7710753 w 11861549"/>
              <a:gd name="connsiteY639" fmla="*/ 1433615 h 3345776"/>
              <a:gd name="connsiteX640" fmla="*/ 7649961 w 11861549"/>
              <a:gd name="connsiteY640" fmla="*/ 1439824 h 3345776"/>
              <a:gd name="connsiteX641" fmla="*/ 7447736 w 11861549"/>
              <a:gd name="connsiteY641" fmla="*/ 1578783 h 3345776"/>
              <a:gd name="connsiteX642" fmla="*/ 7425515 w 11861549"/>
              <a:gd name="connsiteY642" fmla="*/ 1616908 h 3345776"/>
              <a:gd name="connsiteX643" fmla="*/ 7468992 w 11861549"/>
              <a:gd name="connsiteY643" fmla="*/ 1562003 h 3345776"/>
              <a:gd name="connsiteX644" fmla="*/ 7613821 w 11861549"/>
              <a:gd name="connsiteY644" fmla="*/ 1478518 h 3345776"/>
              <a:gd name="connsiteX645" fmla="*/ 7869224 w 11861549"/>
              <a:gd name="connsiteY645" fmla="*/ 1492565 h 3345776"/>
              <a:gd name="connsiteX646" fmla="*/ 8035235 w 11861549"/>
              <a:gd name="connsiteY646" fmla="*/ 1528833 h 3345776"/>
              <a:gd name="connsiteX647" fmla="*/ 8179666 w 11861549"/>
              <a:gd name="connsiteY647" fmla="*/ 1561268 h 3345776"/>
              <a:gd name="connsiteX648" fmla="*/ 8500627 w 11861549"/>
              <a:gd name="connsiteY648" fmla="*/ 1632334 h 3345776"/>
              <a:gd name="connsiteX649" fmla="*/ 8761705 w 11861549"/>
              <a:gd name="connsiteY649" fmla="*/ 1684546 h 3345776"/>
              <a:gd name="connsiteX650" fmla="*/ 8529440 w 11861549"/>
              <a:gd name="connsiteY650" fmla="*/ 1632206 h 3345776"/>
              <a:gd name="connsiteX651" fmla="*/ 8209292 w 11861549"/>
              <a:gd name="connsiteY651" fmla="*/ 1546582 h 3345776"/>
              <a:gd name="connsiteX652" fmla="*/ 8066778 w 11861549"/>
              <a:gd name="connsiteY652" fmla="*/ 1507633 h 3345776"/>
              <a:gd name="connsiteX653" fmla="*/ 7900766 w 11861549"/>
              <a:gd name="connsiteY653" fmla="*/ 1464215 h 3345776"/>
              <a:gd name="connsiteX654" fmla="*/ 7710753 w 11861549"/>
              <a:gd name="connsiteY654" fmla="*/ 1433615 h 3345776"/>
              <a:gd name="connsiteX655" fmla="*/ 7340533 w 11861549"/>
              <a:gd name="connsiteY655" fmla="*/ 1426304 h 3345776"/>
              <a:gd name="connsiteX656" fmla="*/ 7296227 w 11861549"/>
              <a:gd name="connsiteY656" fmla="*/ 1604814 h 3345776"/>
              <a:gd name="connsiteX657" fmla="*/ 7282180 w 11861549"/>
              <a:gd name="connsiteY657" fmla="*/ 1680796 h 3345776"/>
              <a:gd name="connsiteX658" fmla="*/ 7110166 w 11861549"/>
              <a:gd name="connsiteY658" fmla="*/ 2257879 h 3345776"/>
              <a:gd name="connsiteX659" fmla="*/ 7020775 w 11861549"/>
              <a:gd name="connsiteY659" fmla="*/ 2381749 h 3345776"/>
              <a:gd name="connsiteX660" fmla="*/ 6622603 w 11861549"/>
              <a:gd name="connsiteY660" fmla="*/ 2569470 h 3345776"/>
              <a:gd name="connsiteX661" fmla="*/ 6432710 w 11861549"/>
              <a:gd name="connsiteY661" fmla="*/ 2524009 h 3345776"/>
              <a:gd name="connsiteX662" fmla="*/ 6347531 w 11861549"/>
              <a:gd name="connsiteY662" fmla="*/ 2462668 h 3345776"/>
              <a:gd name="connsiteX663" fmla="*/ 6361837 w 11861549"/>
              <a:gd name="connsiteY663" fmla="*/ 2480078 h 3345776"/>
              <a:gd name="connsiteX664" fmla="*/ 6444715 w 11861549"/>
              <a:gd name="connsiteY664" fmla="*/ 2540993 h 3345776"/>
              <a:gd name="connsiteX665" fmla="*/ 7011326 w 11861549"/>
              <a:gd name="connsiteY665" fmla="*/ 2424529 h 3345776"/>
              <a:gd name="connsiteX666" fmla="*/ 7100716 w 11861549"/>
              <a:gd name="connsiteY666" fmla="*/ 2307555 h 3345776"/>
              <a:gd name="connsiteX667" fmla="*/ 7274901 w 11861549"/>
              <a:gd name="connsiteY667" fmla="*/ 1723065 h 3345776"/>
              <a:gd name="connsiteX668" fmla="*/ 7284352 w 11861549"/>
              <a:gd name="connsiteY668" fmla="*/ 1669431 h 3345776"/>
              <a:gd name="connsiteX669" fmla="*/ 5631034 w 11861549"/>
              <a:gd name="connsiteY669" fmla="*/ 1404293 h 3345776"/>
              <a:gd name="connsiteX670" fmla="*/ 5317366 w 11861549"/>
              <a:gd name="connsiteY670" fmla="*/ 1480179 h 3345776"/>
              <a:gd name="connsiteX671" fmla="*/ 4935667 w 11861549"/>
              <a:gd name="connsiteY671" fmla="*/ 1793046 h 3345776"/>
              <a:gd name="connsiteX672" fmla="*/ 4780766 w 11861549"/>
              <a:gd name="connsiteY672" fmla="*/ 1941307 h 3345776"/>
              <a:gd name="connsiteX673" fmla="*/ 4290904 w 11861549"/>
              <a:gd name="connsiteY673" fmla="*/ 2177555 h 3345776"/>
              <a:gd name="connsiteX674" fmla="*/ 4182740 w 11861549"/>
              <a:gd name="connsiteY674" fmla="*/ 2162997 h 3345776"/>
              <a:gd name="connsiteX675" fmla="*/ 4092820 w 11861549"/>
              <a:gd name="connsiteY675" fmla="*/ 2121794 h 3345776"/>
              <a:gd name="connsiteX676" fmla="*/ 4124098 w 11861549"/>
              <a:gd name="connsiteY676" fmla="*/ 2145330 h 3345776"/>
              <a:gd name="connsiteX677" fmla="*/ 4223351 w 11861549"/>
              <a:gd name="connsiteY677" fmla="*/ 2182662 h 3345776"/>
              <a:gd name="connsiteX678" fmla="*/ 4324107 w 11861549"/>
              <a:gd name="connsiteY678" fmla="*/ 2190580 h 3345776"/>
              <a:gd name="connsiteX679" fmla="*/ 4790471 w 11861549"/>
              <a:gd name="connsiteY679" fmla="*/ 1948841 h 3345776"/>
              <a:gd name="connsiteX680" fmla="*/ 4925197 w 11861549"/>
              <a:gd name="connsiteY680" fmla="*/ 1819863 h 3345776"/>
              <a:gd name="connsiteX681" fmla="*/ 5327711 w 11861549"/>
              <a:gd name="connsiteY681" fmla="*/ 1498183 h 3345776"/>
              <a:gd name="connsiteX682" fmla="*/ 5945402 w 11861549"/>
              <a:gd name="connsiteY682" fmla="*/ 1569696 h 3345776"/>
              <a:gd name="connsiteX683" fmla="*/ 6040639 w 11861549"/>
              <a:gd name="connsiteY683" fmla="*/ 1713811 h 3345776"/>
              <a:gd name="connsiteX684" fmla="*/ 6030069 w 11861549"/>
              <a:gd name="connsiteY684" fmla="*/ 1685777 h 3345776"/>
              <a:gd name="connsiteX685" fmla="*/ 5930334 w 11861549"/>
              <a:gd name="connsiteY685" fmla="*/ 1533941 h 3345776"/>
              <a:gd name="connsiteX686" fmla="*/ 5631034 w 11861549"/>
              <a:gd name="connsiteY686" fmla="*/ 1404293 h 3345776"/>
              <a:gd name="connsiteX687" fmla="*/ 7747045 w 11861549"/>
              <a:gd name="connsiteY687" fmla="*/ 1384856 h 3345776"/>
              <a:gd name="connsiteX688" fmla="*/ 7684440 w 11861549"/>
              <a:gd name="connsiteY688" fmla="*/ 1388232 h 3345776"/>
              <a:gd name="connsiteX689" fmla="*/ 7419970 w 11861549"/>
              <a:gd name="connsiteY689" fmla="*/ 1596258 h 3345776"/>
              <a:gd name="connsiteX690" fmla="*/ 7412839 w 11861549"/>
              <a:gd name="connsiteY690" fmla="*/ 1612615 h 3345776"/>
              <a:gd name="connsiteX691" fmla="*/ 7437246 w 11861549"/>
              <a:gd name="connsiteY691" fmla="*/ 1570664 h 3345776"/>
              <a:gd name="connsiteX692" fmla="*/ 7647534 w 11861549"/>
              <a:gd name="connsiteY692" fmla="*/ 1427054 h 3345776"/>
              <a:gd name="connsiteX693" fmla="*/ 7904342 w 11861549"/>
              <a:gd name="connsiteY693" fmla="*/ 1451572 h 3345776"/>
              <a:gd name="connsiteX694" fmla="*/ 8070354 w 11861549"/>
              <a:gd name="connsiteY694" fmla="*/ 1494991 h 3345776"/>
              <a:gd name="connsiteX695" fmla="*/ 8212868 w 11861549"/>
              <a:gd name="connsiteY695" fmla="*/ 1533939 h 3345776"/>
              <a:gd name="connsiteX696" fmla="*/ 8532600 w 11861549"/>
              <a:gd name="connsiteY696" fmla="*/ 1619548 h 3345776"/>
              <a:gd name="connsiteX697" fmla="*/ 8811595 w 11861549"/>
              <a:gd name="connsiteY697" fmla="*/ 1682440 h 3345776"/>
              <a:gd name="connsiteX698" fmla="*/ 8561060 w 11861549"/>
              <a:gd name="connsiteY698" fmla="*/ 1619803 h 3345776"/>
              <a:gd name="connsiteX699" fmla="*/ 8241727 w 11861549"/>
              <a:gd name="connsiteY699" fmla="*/ 1519255 h 3345776"/>
              <a:gd name="connsiteX700" fmla="*/ 8101255 w 11861549"/>
              <a:gd name="connsiteY700" fmla="*/ 1473793 h 3345776"/>
              <a:gd name="connsiteX701" fmla="*/ 7936394 w 11861549"/>
              <a:gd name="connsiteY701" fmla="*/ 1422712 h 3345776"/>
              <a:gd name="connsiteX702" fmla="*/ 7747045 w 11861549"/>
              <a:gd name="connsiteY702" fmla="*/ 1384856 h 3345776"/>
              <a:gd name="connsiteX703" fmla="*/ 5620834 w 11861549"/>
              <a:gd name="connsiteY703" fmla="*/ 1363665 h 3345776"/>
              <a:gd name="connsiteX704" fmla="*/ 5301533 w 11861549"/>
              <a:gd name="connsiteY704" fmla="*/ 1451445 h 3345776"/>
              <a:gd name="connsiteX705" fmla="*/ 4934520 w 11861549"/>
              <a:gd name="connsiteY705" fmla="*/ 1759971 h 3345776"/>
              <a:gd name="connsiteX706" fmla="*/ 4762633 w 11861549"/>
              <a:gd name="connsiteY706" fmla="*/ 1925216 h 3345776"/>
              <a:gd name="connsiteX707" fmla="*/ 4257447 w 11861549"/>
              <a:gd name="connsiteY707" fmla="*/ 2152270 h 3345776"/>
              <a:gd name="connsiteX708" fmla="*/ 4145835 w 11861549"/>
              <a:gd name="connsiteY708" fmla="*/ 2131327 h 3345776"/>
              <a:gd name="connsiteX709" fmla="*/ 4068413 w 11861549"/>
              <a:gd name="connsiteY709" fmla="*/ 2090162 h 3345776"/>
              <a:gd name="connsiteX710" fmla="*/ 4083511 w 11861549"/>
              <a:gd name="connsiteY710" fmla="*/ 2103338 h 3345776"/>
              <a:gd name="connsiteX711" fmla="*/ 4186189 w 11861549"/>
              <a:gd name="connsiteY711" fmla="*/ 2149972 h 3345776"/>
              <a:gd name="connsiteX712" fmla="*/ 4290520 w 11861549"/>
              <a:gd name="connsiteY712" fmla="*/ 2164018 h 3345776"/>
              <a:gd name="connsiteX713" fmla="*/ 4771445 w 11861549"/>
              <a:gd name="connsiteY713" fmla="*/ 1931347 h 3345776"/>
              <a:gd name="connsiteX714" fmla="*/ 4925962 w 11861549"/>
              <a:gd name="connsiteY714" fmla="*/ 1783468 h 3345776"/>
              <a:gd name="connsiteX715" fmla="*/ 5310855 w 11861549"/>
              <a:gd name="connsiteY715" fmla="*/ 1468558 h 3345776"/>
              <a:gd name="connsiteX716" fmla="*/ 5940038 w 11861549"/>
              <a:gd name="connsiteY716" fmla="*/ 1525001 h 3345776"/>
              <a:gd name="connsiteX717" fmla="*/ 5997671 w 11861549"/>
              <a:gd name="connsiteY717" fmla="*/ 1598403 h 3345776"/>
              <a:gd name="connsiteX718" fmla="*/ 6032821 w 11861549"/>
              <a:gd name="connsiteY718" fmla="*/ 1663141 h 3345776"/>
              <a:gd name="connsiteX719" fmla="*/ 6025855 w 11861549"/>
              <a:gd name="connsiteY719" fmla="*/ 1644018 h 3345776"/>
              <a:gd name="connsiteX720" fmla="*/ 5925864 w 11861549"/>
              <a:gd name="connsiteY720" fmla="*/ 1489755 h 3345776"/>
              <a:gd name="connsiteX721" fmla="*/ 5620834 w 11861549"/>
              <a:gd name="connsiteY721" fmla="*/ 1363665 h 3345776"/>
              <a:gd name="connsiteX722" fmla="*/ 3187440 w 11861549"/>
              <a:gd name="connsiteY722" fmla="*/ 1363443 h 3345776"/>
              <a:gd name="connsiteX723" fmla="*/ 3075701 w 11861549"/>
              <a:gd name="connsiteY723" fmla="*/ 1379676 h 3345776"/>
              <a:gd name="connsiteX724" fmla="*/ 3005081 w 11861549"/>
              <a:gd name="connsiteY724" fmla="*/ 1405216 h 3345776"/>
              <a:gd name="connsiteX725" fmla="*/ 2972900 w 11861549"/>
              <a:gd name="connsiteY725" fmla="*/ 1417986 h 3345776"/>
              <a:gd name="connsiteX726" fmla="*/ 2827960 w 11861549"/>
              <a:gd name="connsiteY726" fmla="*/ 1462427 h 3345776"/>
              <a:gd name="connsiteX727" fmla="*/ 2624996 w 11861549"/>
              <a:gd name="connsiteY727" fmla="*/ 1484870 h 3345776"/>
              <a:gd name="connsiteX728" fmla="*/ 2557090 w 11861549"/>
              <a:gd name="connsiteY728" fmla="*/ 1480778 h 3345776"/>
              <a:gd name="connsiteX729" fmla="*/ 2581320 w 11861549"/>
              <a:gd name="connsiteY729" fmla="*/ 1485204 h 3345776"/>
              <a:gd name="connsiteX730" fmla="*/ 2868953 w 11861549"/>
              <a:gd name="connsiteY730" fmla="*/ 1482348 h 3345776"/>
              <a:gd name="connsiteX731" fmla="*/ 3007382 w 11861549"/>
              <a:gd name="connsiteY731" fmla="*/ 1460767 h 3345776"/>
              <a:gd name="connsiteX732" fmla="*/ 3023600 w 11861549"/>
              <a:gd name="connsiteY732" fmla="*/ 1457829 h 3345776"/>
              <a:gd name="connsiteX733" fmla="*/ 3112990 w 11861549"/>
              <a:gd name="connsiteY733" fmla="*/ 1445059 h 3345776"/>
              <a:gd name="connsiteX734" fmla="*/ 3371967 w 11861549"/>
              <a:gd name="connsiteY734" fmla="*/ 1511464 h 3345776"/>
              <a:gd name="connsiteX735" fmla="*/ 3743066 w 11861549"/>
              <a:gd name="connsiteY735" fmla="*/ 1930962 h 3345776"/>
              <a:gd name="connsiteX736" fmla="*/ 3821730 w 11861549"/>
              <a:gd name="connsiteY736" fmla="*/ 2039765 h 3345776"/>
              <a:gd name="connsiteX737" fmla="*/ 4061554 w 11861549"/>
              <a:gd name="connsiteY737" fmla="*/ 2264009 h 3345776"/>
              <a:gd name="connsiteX738" fmla="*/ 4406347 w 11861549"/>
              <a:gd name="connsiteY738" fmla="*/ 2341906 h 3345776"/>
              <a:gd name="connsiteX739" fmla="*/ 4489991 w 11861549"/>
              <a:gd name="connsiteY739" fmla="*/ 2318536 h 3345776"/>
              <a:gd name="connsiteX740" fmla="*/ 4883056 w 11861549"/>
              <a:gd name="connsiteY740" fmla="*/ 2031336 h 3345776"/>
              <a:gd name="connsiteX741" fmla="*/ 4902211 w 11861549"/>
              <a:gd name="connsiteY741" fmla="*/ 2012564 h 3345776"/>
              <a:gd name="connsiteX742" fmla="*/ 5411101 w 11861549"/>
              <a:gd name="connsiteY742" fmla="*/ 1642230 h 3345776"/>
              <a:gd name="connsiteX743" fmla="*/ 5970815 w 11861549"/>
              <a:gd name="connsiteY743" fmla="*/ 1788960 h 3345776"/>
              <a:gd name="connsiteX744" fmla="*/ 6062310 w 11861549"/>
              <a:gd name="connsiteY744" fmla="*/ 1922438 h 3345776"/>
              <a:gd name="connsiteX745" fmla="*/ 6050884 w 11861549"/>
              <a:gd name="connsiteY745" fmla="*/ 1894440 h 3345776"/>
              <a:gd name="connsiteX746" fmla="*/ 5955491 w 11861549"/>
              <a:gd name="connsiteY746" fmla="*/ 1753969 h 3345776"/>
              <a:gd name="connsiteX747" fmla="*/ 5398458 w 11861549"/>
              <a:gd name="connsiteY747" fmla="*/ 1626268 h 3345776"/>
              <a:gd name="connsiteX748" fmla="*/ 4918429 w 11861549"/>
              <a:gd name="connsiteY748" fmla="*/ 1980639 h 3345776"/>
              <a:gd name="connsiteX749" fmla="*/ 4873605 w 11861549"/>
              <a:gd name="connsiteY749" fmla="*/ 2024185 h 3345776"/>
              <a:gd name="connsiteX750" fmla="*/ 4460491 w 11861549"/>
              <a:gd name="connsiteY750" fmla="*/ 2305128 h 3345776"/>
              <a:gd name="connsiteX751" fmla="*/ 4371100 w 11861549"/>
              <a:gd name="connsiteY751" fmla="*/ 2322751 h 3345776"/>
              <a:gd name="connsiteX752" fmla="*/ 4018262 w 11861549"/>
              <a:gd name="connsiteY752" fmla="*/ 2191602 h 3345776"/>
              <a:gd name="connsiteX753" fmla="*/ 3792741 w 11861549"/>
              <a:gd name="connsiteY753" fmla="*/ 1932751 h 3345776"/>
              <a:gd name="connsiteX754" fmla="*/ 3717398 w 11861549"/>
              <a:gd name="connsiteY754" fmla="*/ 1817820 h 3345776"/>
              <a:gd name="connsiteX755" fmla="*/ 3340168 w 11861549"/>
              <a:gd name="connsiteY755" fmla="*/ 1403813 h 3345776"/>
              <a:gd name="connsiteX756" fmla="*/ 3187440 w 11861549"/>
              <a:gd name="connsiteY756" fmla="*/ 1363443 h 3345776"/>
              <a:gd name="connsiteX757" fmla="*/ 3698032 w 11861549"/>
              <a:gd name="connsiteY757" fmla="*/ 1353295 h 3345776"/>
              <a:gd name="connsiteX758" fmla="*/ 3704782 w 11861549"/>
              <a:gd name="connsiteY758" fmla="*/ 1408120 h 3345776"/>
              <a:gd name="connsiteX759" fmla="*/ 3717095 w 11861549"/>
              <a:gd name="connsiteY759" fmla="*/ 1436618 h 3345776"/>
              <a:gd name="connsiteX760" fmla="*/ 3708391 w 11861549"/>
              <a:gd name="connsiteY760" fmla="*/ 1383650 h 3345776"/>
              <a:gd name="connsiteX761" fmla="*/ 3700030 w 11861549"/>
              <a:gd name="connsiteY761" fmla="*/ 1358478 h 3345776"/>
              <a:gd name="connsiteX762" fmla="*/ 7782881 w 11861549"/>
              <a:gd name="connsiteY762" fmla="*/ 1336260 h 3345776"/>
              <a:gd name="connsiteX763" fmla="*/ 7718407 w 11861549"/>
              <a:gd name="connsiteY763" fmla="*/ 1336768 h 3345776"/>
              <a:gd name="connsiteX764" fmla="*/ 7442189 w 11861549"/>
              <a:gd name="connsiteY764" fmla="*/ 1529215 h 3345776"/>
              <a:gd name="connsiteX765" fmla="*/ 7422320 w 11861549"/>
              <a:gd name="connsiteY765" fmla="*/ 1569339 h 3345776"/>
              <a:gd name="connsiteX766" fmla="*/ 7463536 w 11861549"/>
              <a:gd name="connsiteY766" fmla="*/ 1506881 h 3345776"/>
              <a:gd name="connsiteX767" fmla="*/ 7682013 w 11861549"/>
              <a:gd name="connsiteY767" fmla="*/ 1375590 h 3345776"/>
              <a:gd name="connsiteX768" fmla="*/ 7939842 w 11861549"/>
              <a:gd name="connsiteY768" fmla="*/ 1410324 h 3345776"/>
              <a:gd name="connsiteX769" fmla="*/ 8104960 w 11861549"/>
              <a:gd name="connsiteY769" fmla="*/ 1461405 h 3345776"/>
              <a:gd name="connsiteX770" fmla="*/ 8245431 w 11861549"/>
              <a:gd name="connsiteY770" fmla="*/ 1506867 h 3345776"/>
              <a:gd name="connsiteX771" fmla="*/ 8564157 w 11861549"/>
              <a:gd name="connsiteY771" fmla="*/ 1607065 h 3345776"/>
              <a:gd name="connsiteX772" fmla="*/ 8746425 w 11861549"/>
              <a:gd name="connsiteY772" fmla="*/ 1652655 h 3345776"/>
              <a:gd name="connsiteX773" fmla="*/ 8597664 w 11861549"/>
              <a:gd name="connsiteY773" fmla="*/ 1607128 h 3345776"/>
              <a:gd name="connsiteX774" fmla="*/ 8283741 w 11861549"/>
              <a:gd name="connsiteY774" fmla="*/ 1494096 h 3345776"/>
              <a:gd name="connsiteX775" fmla="*/ 8135608 w 11861549"/>
              <a:gd name="connsiteY775" fmla="*/ 1438802 h 3345776"/>
              <a:gd name="connsiteX776" fmla="*/ 7971512 w 11861549"/>
              <a:gd name="connsiteY776" fmla="*/ 1381208 h 3345776"/>
              <a:gd name="connsiteX777" fmla="*/ 7782881 w 11861549"/>
              <a:gd name="connsiteY777" fmla="*/ 1336260 h 3345776"/>
              <a:gd name="connsiteX778" fmla="*/ 2225520 w 11861549"/>
              <a:gd name="connsiteY778" fmla="*/ 1328528 h 3345776"/>
              <a:gd name="connsiteX779" fmla="*/ 2223541 w 11861549"/>
              <a:gd name="connsiteY779" fmla="*/ 1328772 h 3345776"/>
              <a:gd name="connsiteX780" fmla="*/ 2228155 w 11861549"/>
              <a:gd name="connsiteY780" fmla="*/ 1331883 h 3345776"/>
              <a:gd name="connsiteX781" fmla="*/ 5609693 w 11861549"/>
              <a:gd name="connsiteY781" fmla="*/ 1322835 h 3345776"/>
              <a:gd name="connsiteX782" fmla="*/ 5284804 w 11861549"/>
              <a:gd name="connsiteY782" fmla="*/ 1421435 h 3345776"/>
              <a:gd name="connsiteX783" fmla="*/ 4933626 w 11861549"/>
              <a:gd name="connsiteY783" fmla="*/ 1724598 h 3345776"/>
              <a:gd name="connsiteX784" fmla="*/ 4743606 w 11861549"/>
              <a:gd name="connsiteY784" fmla="*/ 1907977 h 3345776"/>
              <a:gd name="connsiteX785" fmla="*/ 4223223 w 11861549"/>
              <a:gd name="connsiteY785" fmla="*/ 2125964 h 3345776"/>
              <a:gd name="connsiteX786" fmla="*/ 4117924 w 11861549"/>
              <a:gd name="connsiteY786" fmla="*/ 2100808 h 3345776"/>
              <a:gd name="connsiteX787" fmla="*/ 4149283 w 11861549"/>
              <a:gd name="connsiteY787" fmla="*/ 2117535 h 3345776"/>
              <a:gd name="connsiteX788" fmla="*/ 4257063 w 11861549"/>
              <a:gd name="connsiteY788" fmla="*/ 2137838 h 3345776"/>
              <a:gd name="connsiteX789" fmla="*/ 4752801 w 11861549"/>
              <a:gd name="connsiteY789" fmla="*/ 1914106 h 3345776"/>
              <a:gd name="connsiteX790" fmla="*/ 4924048 w 11861549"/>
              <a:gd name="connsiteY790" fmla="*/ 1749499 h 3345776"/>
              <a:gd name="connsiteX791" fmla="*/ 5294382 w 11861549"/>
              <a:gd name="connsiteY791" fmla="*/ 1438675 h 3345776"/>
              <a:gd name="connsiteX792" fmla="*/ 5935187 w 11861549"/>
              <a:gd name="connsiteY792" fmla="*/ 1480050 h 3345776"/>
              <a:gd name="connsiteX793" fmla="*/ 5993608 w 11861549"/>
              <a:gd name="connsiteY793" fmla="*/ 1554506 h 3345776"/>
              <a:gd name="connsiteX794" fmla="*/ 6027375 w 11861549"/>
              <a:gd name="connsiteY794" fmla="*/ 1617407 h 3345776"/>
              <a:gd name="connsiteX795" fmla="*/ 6021897 w 11861549"/>
              <a:gd name="connsiteY795" fmla="*/ 1601878 h 3345776"/>
              <a:gd name="connsiteX796" fmla="*/ 5920501 w 11861549"/>
              <a:gd name="connsiteY796" fmla="*/ 1445571 h 3345776"/>
              <a:gd name="connsiteX797" fmla="*/ 5609693 w 11861549"/>
              <a:gd name="connsiteY797" fmla="*/ 1322835 h 3345776"/>
              <a:gd name="connsiteX798" fmla="*/ 2176220 w 11861549"/>
              <a:gd name="connsiteY798" fmla="*/ 1311298 h 3345776"/>
              <a:gd name="connsiteX799" fmla="*/ 2172388 w 11861549"/>
              <a:gd name="connsiteY799" fmla="*/ 1312003 h 3345776"/>
              <a:gd name="connsiteX800" fmla="*/ 2176753 w 11861549"/>
              <a:gd name="connsiteY800" fmla="*/ 1317889 h 3345776"/>
              <a:gd name="connsiteX801" fmla="*/ 2182046 w 11861549"/>
              <a:gd name="connsiteY801" fmla="*/ 1317885 h 3345776"/>
              <a:gd name="connsiteX802" fmla="*/ 2196907 w 11861549"/>
              <a:gd name="connsiteY802" fmla="*/ 1307492 h 3345776"/>
              <a:gd name="connsiteX803" fmla="*/ 2192513 w 11861549"/>
              <a:gd name="connsiteY803" fmla="*/ 1308300 h 3345776"/>
              <a:gd name="connsiteX804" fmla="*/ 2200044 w 11861549"/>
              <a:gd name="connsiteY804" fmla="*/ 1316847 h 3345776"/>
              <a:gd name="connsiteX805" fmla="*/ 2200308 w 11861549"/>
              <a:gd name="connsiteY805" fmla="*/ 1316847 h 3345776"/>
              <a:gd name="connsiteX806" fmla="*/ 2201842 w 11861549"/>
              <a:gd name="connsiteY806" fmla="*/ 1316847 h 3345776"/>
              <a:gd name="connsiteX807" fmla="*/ 2202204 w 11861549"/>
              <a:gd name="connsiteY807" fmla="*/ 1317129 h 3345776"/>
              <a:gd name="connsiteX808" fmla="*/ 7751993 w 11861549"/>
              <a:gd name="connsiteY808" fmla="*/ 1283773 h 3345776"/>
              <a:gd name="connsiteX809" fmla="*/ 7463644 w 11861549"/>
              <a:gd name="connsiteY809" fmla="*/ 1460257 h 3345776"/>
              <a:gd name="connsiteX810" fmla="*/ 7407606 w 11861549"/>
              <a:gd name="connsiteY810" fmla="*/ 1560961 h 3345776"/>
              <a:gd name="connsiteX811" fmla="*/ 7393681 w 11861549"/>
              <a:gd name="connsiteY811" fmla="*/ 1598739 h 3345776"/>
              <a:gd name="connsiteX812" fmla="*/ 7431590 w 11861549"/>
              <a:gd name="connsiteY812" fmla="*/ 1522191 h 3345776"/>
              <a:gd name="connsiteX813" fmla="*/ 7717897 w 11861549"/>
              <a:gd name="connsiteY813" fmla="*/ 1323360 h 3345776"/>
              <a:gd name="connsiteX814" fmla="*/ 7976620 w 11861549"/>
              <a:gd name="connsiteY814" fmla="*/ 1368567 h 3345776"/>
              <a:gd name="connsiteX815" fmla="*/ 8141098 w 11861549"/>
              <a:gd name="connsiteY815" fmla="*/ 1426159 h 3345776"/>
              <a:gd name="connsiteX816" fmla="*/ 8289360 w 11861549"/>
              <a:gd name="connsiteY816" fmla="*/ 1481455 h 3345776"/>
              <a:gd name="connsiteX817" fmla="*/ 8929781 w 11861549"/>
              <a:gd name="connsiteY817" fmla="*/ 1684499 h 3345776"/>
              <a:gd name="connsiteX818" fmla="*/ 8932894 w 11861549"/>
              <a:gd name="connsiteY818" fmla="*/ 1684953 h 3345776"/>
              <a:gd name="connsiteX819" fmla="*/ 8791273 w 11861549"/>
              <a:gd name="connsiteY819" fmla="*/ 1648168 h 3345776"/>
              <a:gd name="connsiteX820" fmla="*/ 8314902 w 11861549"/>
              <a:gd name="connsiteY820" fmla="*/ 1464726 h 3345776"/>
              <a:gd name="connsiteX821" fmla="*/ 8169577 w 11861549"/>
              <a:gd name="connsiteY821" fmla="*/ 1403047 h 3345776"/>
              <a:gd name="connsiteX822" fmla="*/ 8006120 w 11861549"/>
              <a:gd name="connsiteY822" fmla="*/ 1338430 h 3345776"/>
              <a:gd name="connsiteX823" fmla="*/ 7751993 w 11861549"/>
              <a:gd name="connsiteY823" fmla="*/ 1283773 h 3345776"/>
              <a:gd name="connsiteX824" fmla="*/ 5596491 w 11861549"/>
              <a:gd name="connsiteY824" fmla="*/ 1283486 h 3345776"/>
              <a:gd name="connsiteX825" fmla="*/ 5268330 w 11861549"/>
              <a:gd name="connsiteY825" fmla="*/ 1392191 h 3345776"/>
              <a:gd name="connsiteX826" fmla="*/ 4931837 w 11861549"/>
              <a:gd name="connsiteY826" fmla="*/ 1690374 h 3345776"/>
              <a:gd name="connsiteX827" fmla="*/ 4724834 w 11861549"/>
              <a:gd name="connsiteY827" fmla="*/ 1891248 h 3345776"/>
              <a:gd name="connsiteX828" fmla="*/ 4189126 w 11861549"/>
              <a:gd name="connsiteY828" fmla="*/ 2100168 h 3345776"/>
              <a:gd name="connsiteX829" fmla="*/ 4081258 w 11861549"/>
              <a:gd name="connsiteY829" fmla="*/ 2069431 h 3345776"/>
              <a:gd name="connsiteX830" fmla="*/ 4112123 w 11861549"/>
              <a:gd name="connsiteY830" fmla="*/ 2085738 h 3345776"/>
              <a:gd name="connsiteX831" fmla="*/ 4223351 w 11861549"/>
              <a:gd name="connsiteY831" fmla="*/ 2112300 h 3345776"/>
              <a:gd name="connsiteX832" fmla="*/ 4734157 w 11861549"/>
              <a:gd name="connsiteY832" fmla="*/ 1897505 h 3345776"/>
              <a:gd name="connsiteX833" fmla="*/ 4923537 w 11861549"/>
              <a:gd name="connsiteY833" fmla="*/ 1714893 h 3345776"/>
              <a:gd name="connsiteX834" fmla="*/ 5277270 w 11861549"/>
              <a:gd name="connsiteY834" fmla="*/ 1409686 h 3345776"/>
              <a:gd name="connsiteX835" fmla="*/ 5929569 w 11861549"/>
              <a:gd name="connsiteY835" fmla="*/ 1435993 h 3345776"/>
              <a:gd name="connsiteX836" fmla="*/ 5988991 w 11861549"/>
              <a:gd name="connsiteY836" fmla="*/ 1511437 h 3345776"/>
              <a:gd name="connsiteX837" fmla="*/ 6022201 w 11861549"/>
              <a:gd name="connsiteY837" fmla="*/ 1573985 h 3345776"/>
              <a:gd name="connsiteX838" fmla="*/ 6017427 w 11861549"/>
              <a:gd name="connsiteY838" fmla="*/ 1559992 h 3345776"/>
              <a:gd name="connsiteX839" fmla="*/ 5915266 w 11861549"/>
              <a:gd name="connsiteY839" fmla="*/ 1401386 h 3345776"/>
              <a:gd name="connsiteX840" fmla="*/ 5596491 w 11861549"/>
              <a:gd name="connsiteY840" fmla="*/ 1283486 h 3345776"/>
              <a:gd name="connsiteX841" fmla="*/ 2080509 w 11861549"/>
              <a:gd name="connsiteY841" fmla="*/ 1280058 h 3345776"/>
              <a:gd name="connsiteX842" fmla="*/ 2101581 w 11861549"/>
              <a:gd name="connsiteY842" fmla="*/ 1300253 h 3345776"/>
              <a:gd name="connsiteX843" fmla="*/ 2103892 w 11861549"/>
              <a:gd name="connsiteY843" fmla="*/ 1300233 h 3345776"/>
              <a:gd name="connsiteX844" fmla="*/ 3170829 w 11861549"/>
              <a:gd name="connsiteY844" fmla="*/ 1261184 h 3345776"/>
              <a:gd name="connsiteX845" fmla="*/ 3036754 w 11861549"/>
              <a:gd name="connsiteY845" fmla="*/ 1301524 h 3345776"/>
              <a:gd name="connsiteX846" fmla="*/ 2972903 w 11861549"/>
              <a:gd name="connsiteY846" fmla="*/ 1338173 h 3345776"/>
              <a:gd name="connsiteX847" fmla="*/ 2931398 w 11861549"/>
              <a:gd name="connsiteY847" fmla="*/ 1362821 h 3345776"/>
              <a:gd name="connsiteX848" fmla="*/ 2784415 w 11861549"/>
              <a:gd name="connsiteY848" fmla="*/ 1429480 h 3345776"/>
              <a:gd name="connsiteX849" fmla="*/ 2582345 w 11861549"/>
              <a:gd name="connsiteY849" fmla="*/ 1465301 h 3345776"/>
              <a:gd name="connsiteX850" fmla="*/ 2495725 w 11861549"/>
              <a:gd name="connsiteY850" fmla="*/ 1461721 h 3345776"/>
              <a:gd name="connsiteX851" fmla="*/ 2514418 w 11861549"/>
              <a:gd name="connsiteY851" fmla="*/ 1465883 h 3345776"/>
              <a:gd name="connsiteX852" fmla="*/ 2824768 w 11861549"/>
              <a:gd name="connsiteY852" fmla="*/ 1450296 h 3345776"/>
              <a:gd name="connsiteX853" fmla="*/ 2967921 w 11861549"/>
              <a:gd name="connsiteY853" fmla="*/ 1406494 h 3345776"/>
              <a:gd name="connsiteX854" fmla="*/ 2999847 w 11861549"/>
              <a:gd name="connsiteY854" fmla="*/ 1393724 h 3345776"/>
              <a:gd name="connsiteX855" fmla="*/ 3071614 w 11861549"/>
              <a:gd name="connsiteY855" fmla="*/ 1368184 h 3345776"/>
              <a:gd name="connsiteX856" fmla="*/ 3345786 w 11861549"/>
              <a:gd name="connsiteY856" fmla="*/ 1393724 h 3345776"/>
              <a:gd name="connsiteX857" fmla="*/ 3728891 w 11861549"/>
              <a:gd name="connsiteY857" fmla="*/ 1812712 h 3345776"/>
              <a:gd name="connsiteX858" fmla="*/ 3803979 w 11861549"/>
              <a:gd name="connsiteY858" fmla="*/ 1927643 h 3345776"/>
              <a:gd name="connsiteX859" fmla="*/ 4027201 w 11861549"/>
              <a:gd name="connsiteY859" fmla="*/ 2183940 h 3345776"/>
              <a:gd name="connsiteX860" fmla="*/ 4370080 w 11861549"/>
              <a:gd name="connsiteY860" fmla="*/ 2311641 h 3345776"/>
              <a:gd name="connsiteX861" fmla="*/ 4457045 w 11861549"/>
              <a:gd name="connsiteY861" fmla="*/ 2294657 h 3345776"/>
              <a:gd name="connsiteX862" fmla="*/ 4864795 w 11861549"/>
              <a:gd name="connsiteY862" fmla="*/ 2016523 h 3345776"/>
              <a:gd name="connsiteX863" fmla="*/ 4909490 w 11861549"/>
              <a:gd name="connsiteY863" fmla="*/ 1972977 h 3345776"/>
              <a:gd name="connsiteX864" fmla="*/ 5394754 w 11861549"/>
              <a:gd name="connsiteY864" fmla="*/ 1615413 h 3345776"/>
              <a:gd name="connsiteX865" fmla="*/ 5966090 w 11861549"/>
              <a:gd name="connsiteY865" fmla="*/ 1747074 h 3345776"/>
              <a:gd name="connsiteX866" fmla="*/ 6058531 w 11861549"/>
              <a:gd name="connsiteY866" fmla="*/ 1883067 h 3345776"/>
              <a:gd name="connsiteX867" fmla="*/ 6046798 w 11861549"/>
              <a:gd name="connsiteY867" fmla="*/ 1853065 h 3345776"/>
              <a:gd name="connsiteX868" fmla="*/ 5950639 w 11861549"/>
              <a:gd name="connsiteY868" fmla="*/ 1710423 h 3345776"/>
              <a:gd name="connsiteX869" fmla="*/ 5382369 w 11861549"/>
              <a:gd name="connsiteY869" fmla="*/ 1597280 h 3345776"/>
              <a:gd name="connsiteX870" fmla="*/ 4924176 w 11861549"/>
              <a:gd name="connsiteY870" fmla="*/ 1941052 h 3345776"/>
              <a:gd name="connsiteX871" fmla="*/ 4855089 w 11861549"/>
              <a:gd name="connsiteY871" fmla="*/ 2007841 h 3345776"/>
              <a:gd name="connsiteX872" fmla="*/ 4426652 w 11861549"/>
              <a:gd name="connsiteY872" fmla="*/ 2280098 h 3345776"/>
              <a:gd name="connsiteX873" fmla="*/ 4332919 w 11861549"/>
              <a:gd name="connsiteY873" fmla="*/ 2291209 h 3345776"/>
              <a:gd name="connsiteX874" fmla="*/ 3981868 w 11861549"/>
              <a:gd name="connsiteY874" fmla="*/ 2108724 h 3345776"/>
              <a:gd name="connsiteX875" fmla="*/ 3773970 w 11861549"/>
              <a:gd name="connsiteY875" fmla="*/ 1818332 h 3345776"/>
              <a:gd name="connsiteX876" fmla="*/ 3702330 w 11861549"/>
              <a:gd name="connsiteY876" fmla="*/ 1698036 h 3345776"/>
              <a:gd name="connsiteX877" fmla="*/ 3314756 w 11861549"/>
              <a:gd name="connsiteY877" fmla="*/ 1285433 h 3345776"/>
              <a:gd name="connsiteX878" fmla="*/ 3227934 w 11861549"/>
              <a:gd name="connsiteY878" fmla="*/ 1262842 h 3345776"/>
              <a:gd name="connsiteX879" fmla="*/ 3170829 w 11861549"/>
              <a:gd name="connsiteY879" fmla="*/ 1261184 h 3345776"/>
              <a:gd name="connsiteX880" fmla="*/ 3686682 w 11861549"/>
              <a:gd name="connsiteY880" fmla="*/ 1261110 h 3345776"/>
              <a:gd name="connsiteX881" fmla="*/ 3691121 w 11861549"/>
              <a:gd name="connsiteY881" fmla="*/ 1297166 h 3345776"/>
              <a:gd name="connsiteX882" fmla="*/ 3696463 w 11861549"/>
              <a:gd name="connsiteY882" fmla="*/ 1311061 h 3345776"/>
              <a:gd name="connsiteX883" fmla="*/ 3694539 w 11861549"/>
              <a:gd name="connsiteY883" fmla="*/ 1299352 h 3345776"/>
              <a:gd name="connsiteX884" fmla="*/ 3689949 w 11861549"/>
              <a:gd name="connsiteY884" fmla="*/ 1273076 h 3345776"/>
              <a:gd name="connsiteX885" fmla="*/ 2017159 w 11861549"/>
              <a:gd name="connsiteY885" fmla="*/ 1259770 h 3345776"/>
              <a:gd name="connsiteX886" fmla="*/ 2009980 w 11861549"/>
              <a:gd name="connsiteY886" fmla="*/ 1262489 h 3345776"/>
              <a:gd name="connsiteX887" fmla="*/ 2016421 w 11861549"/>
              <a:gd name="connsiteY887" fmla="*/ 1270109 h 3345776"/>
              <a:gd name="connsiteX888" fmla="*/ 2039973 w 11861549"/>
              <a:gd name="connsiteY888" fmla="*/ 1283493 h 3345776"/>
              <a:gd name="connsiteX889" fmla="*/ 2033410 w 11861549"/>
              <a:gd name="connsiteY889" fmla="*/ 1253614 h 3345776"/>
              <a:gd name="connsiteX890" fmla="*/ 2027213 w 11861549"/>
              <a:gd name="connsiteY890" fmla="*/ 1255961 h 3345776"/>
              <a:gd name="connsiteX891" fmla="*/ 2065073 w 11861549"/>
              <a:gd name="connsiteY891" fmla="*/ 1291563 h 3345776"/>
              <a:gd name="connsiteX892" fmla="*/ 2079258 w 11861549"/>
              <a:gd name="connsiteY892" fmla="*/ 1299118 h 3345776"/>
              <a:gd name="connsiteX893" fmla="*/ 2082149 w 11861549"/>
              <a:gd name="connsiteY893" fmla="*/ 1299964 h 3345776"/>
              <a:gd name="connsiteX894" fmla="*/ 2158679 w 11861549"/>
              <a:gd name="connsiteY894" fmla="*/ 1245829 h 3345776"/>
              <a:gd name="connsiteX895" fmla="*/ 2176811 w 11861549"/>
              <a:gd name="connsiteY895" fmla="*/ 1290477 h 3345776"/>
              <a:gd name="connsiteX896" fmla="*/ 2183349 w 11861549"/>
              <a:gd name="connsiteY896" fmla="*/ 1297898 h 3345776"/>
              <a:gd name="connsiteX897" fmla="*/ 2190552 w 11861549"/>
              <a:gd name="connsiteY897" fmla="*/ 1295936 h 3345776"/>
              <a:gd name="connsiteX898" fmla="*/ 2171726 w 11861549"/>
              <a:gd name="connsiteY898" fmla="*/ 1261695 h 3345776"/>
              <a:gd name="connsiteX899" fmla="*/ 2056995 w 11861549"/>
              <a:gd name="connsiteY899" fmla="*/ 1244681 h 3345776"/>
              <a:gd name="connsiteX900" fmla="*/ 2047389 w 11861549"/>
              <a:gd name="connsiteY900" fmla="*/ 1248320 h 3345776"/>
              <a:gd name="connsiteX901" fmla="*/ 2072080 w 11861549"/>
              <a:gd name="connsiteY901" fmla="*/ 1271979 h 3345776"/>
              <a:gd name="connsiteX902" fmla="*/ 5585684 w 11861549"/>
              <a:gd name="connsiteY902" fmla="*/ 1243054 h 3345776"/>
              <a:gd name="connsiteX903" fmla="*/ 5251857 w 11861549"/>
              <a:gd name="connsiteY903" fmla="*/ 1363077 h 3345776"/>
              <a:gd name="connsiteX904" fmla="*/ 4929410 w 11861549"/>
              <a:gd name="connsiteY904" fmla="*/ 1656790 h 3345776"/>
              <a:gd name="connsiteX905" fmla="*/ 4706061 w 11861549"/>
              <a:gd name="connsiteY905" fmla="*/ 1874775 h 3345776"/>
              <a:gd name="connsiteX906" fmla="*/ 4106683 w 11861549"/>
              <a:gd name="connsiteY906" fmla="*/ 2063446 h 3345776"/>
              <a:gd name="connsiteX907" fmla="*/ 4057085 w 11861549"/>
              <a:gd name="connsiteY907" fmla="*/ 2043857 h 3345776"/>
              <a:gd name="connsiteX908" fmla="*/ 4075344 w 11861549"/>
              <a:gd name="connsiteY908" fmla="*/ 2054579 h 3345776"/>
              <a:gd name="connsiteX909" fmla="*/ 4190275 w 11861549"/>
              <a:gd name="connsiteY909" fmla="*/ 2087270 h 3345776"/>
              <a:gd name="connsiteX910" fmla="*/ 4715512 w 11861549"/>
              <a:gd name="connsiteY910" fmla="*/ 1881672 h 3345776"/>
              <a:gd name="connsiteX911" fmla="*/ 4921621 w 11861549"/>
              <a:gd name="connsiteY911" fmla="*/ 1681563 h 3345776"/>
              <a:gd name="connsiteX912" fmla="*/ 5260541 w 11861549"/>
              <a:gd name="connsiteY912" fmla="*/ 1381337 h 3345776"/>
              <a:gd name="connsiteX913" fmla="*/ 5924588 w 11861549"/>
              <a:gd name="connsiteY913" fmla="*/ 1392575 h 3345776"/>
              <a:gd name="connsiteX914" fmla="*/ 5984587 w 11861549"/>
              <a:gd name="connsiteY914" fmla="*/ 1469070 h 3345776"/>
              <a:gd name="connsiteX915" fmla="*/ 6010127 w 11861549"/>
              <a:gd name="connsiteY915" fmla="*/ 1518023 h 3345776"/>
              <a:gd name="connsiteX916" fmla="*/ 5981211 w 11861549"/>
              <a:gd name="connsiteY916" fmla="*/ 1453280 h 3345776"/>
              <a:gd name="connsiteX917" fmla="*/ 5910029 w 11861549"/>
              <a:gd name="connsiteY917" fmla="*/ 1357585 h 3345776"/>
              <a:gd name="connsiteX918" fmla="*/ 5585684 w 11861549"/>
              <a:gd name="connsiteY918" fmla="*/ 1243054 h 3345776"/>
              <a:gd name="connsiteX919" fmla="*/ 2081651 w 11861549"/>
              <a:gd name="connsiteY919" fmla="*/ 1238184 h 3345776"/>
              <a:gd name="connsiteX920" fmla="*/ 2071748 w 11861549"/>
              <a:gd name="connsiteY920" fmla="*/ 1239738 h 3345776"/>
              <a:gd name="connsiteX921" fmla="*/ 2083455 w 11861549"/>
              <a:gd name="connsiteY921" fmla="*/ 1265072 h 3345776"/>
              <a:gd name="connsiteX922" fmla="*/ 2117850 w 11861549"/>
              <a:gd name="connsiteY922" fmla="*/ 1294975 h 3345776"/>
              <a:gd name="connsiteX923" fmla="*/ 2109320 w 11861549"/>
              <a:gd name="connsiteY923" fmla="*/ 1233845 h 3345776"/>
              <a:gd name="connsiteX924" fmla="*/ 2100909 w 11861549"/>
              <a:gd name="connsiteY924" fmla="*/ 1235164 h 3345776"/>
              <a:gd name="connsiteX925" fmla="*/ 2131647 w 11861549"/>
              <a:gd name="connsiteY925" fmla="*/ 1292222 h 3345776"/>
              <a:gd name="connsiteX926" fmla="*/ 2141475 w 11861549"/>
              <a:gd name="connsiteY926" fmla="*/ 1299903 h 3345776"/>
              <a:gd name="connsiteX927" fmla="*/ 2147066 w 11861549"/>
              <a:gd name="connsiteY927" fmla="*/ 1299854 h 3345776"/>
              <a:gd name="connsiteX928" fmla="*/ 2117415 w 11861549"/>
              <a:gd name="connsiteY928" fmla="*/ 1259670 h 3345776"/>
              <a:gd name="connsiteX929" fmla="*/ 7785834 w 11861549"/>
              <a:gd name="connsiteY929" fmla="*/ 1233076 h 3345776"/>
              <a:gd name="connsiteX930" fmla="*/ 7485480 w 11861549"/>
              <a:gd name="connsiteY930" fmla="*/ 1393596 h 3345776"/>
              <a:gd name="connsiteX931" fmla="*/ 7424206 w 11861549"/>
              <a:gd name="connsiteY931" fmla="*/ 1492292 h 3345776"/>
              <a:gd name="connsiteX932" fmla="*/ 7406102 w 11861549"/>
              <a:gd name="connsiteY932" fmla="*/ 1536121 h 3345776"/>
              <a:gd name="connsiteX933" fmla="*/ 7452407 w 11861549"/>
              <a:gd name="connsiteY933" fmla="*/ 1453105 h 3345776"/>
              <a:gd name="connsiteX934" fmla="*/ 7751100 w 11861549"/>
              <a:gd name="connsiteY934" fmla="*/ 1270876 h 3345776"/>
              <a:gd name="connsiteX935" fmla="*/ 8010717 w 11861549"/>
              <a:gd name="connsiteY935" fmla="*/ 1326426 h 3345776"/>
              <a:gd name="connsiteX936" fmla="*/ 8174685 w 11861549"/>
              <a:gd name="connsiteY936" fmla="*/ 1391170 h 3345776"/>
              <a:gd name="connsiteX937" fmla="*/ 8320137 w 11861549"/>
              <a:gd name="connsiteY937" fmla="*/ 1452977 h 3345776"/>
              <a:gd name="connsiteX938" fmla="*/ 8794839 w 11861549"/>
              <a:gd name="connsiteY938" fmla="*/ 1635772 h 3345776"/>
              <a:gd name="connsiteX939" fmla="*/ 8922635 w 11861549"/>
              <a:gd name="connsiteY939" fmla="*/ 1668953 h 3345776"/>
              <a:gd name="connsiteX940" fmla="*/ 8823177 w 11861549"/>
              <a:gd name="connsiteY940" fmla="*/ 1641530 h 3345776"/>
              <a:gd name="connsiteX941" fmla="*/ 8346698 w 11861549"/>
              <a:gd name="connsiteY941" fmla="*/ 1437653 h 3345776"/>
              <a:gd name="connsiteX942" fmla="*/ 8203928 w 11861549"/>
              <a:gd name="connsiteY942" fmla="*/ 1369589 h 3345776"/>
              <a:gd name="connsiteX943" fmla="*/ 8041236 w 11861549"/>
              <a:gd name="connsiteY943" fmla="*/ 1297949 h 3345776"/>
              <a:gd name="connsiteX944" fmla="*/ 7785834 w 11861549"/>
              <a:gd name="connsiteY944" fmla="*/ 1233076 h 3345776"/>
              <a:gd name="connsiteX945" fmla="*/ 2122787 w 11861549"/>
              <a:gd name="connsiteY945" fmla="*/ 1232929 h 3345776"/>
              <a:gd name="connsiteX946" fmla="*/ 2129322 w 11861549"/>
              <a:gd name="connsiteY946" fmla="*/ 1253923 h 3345776"/>
              <a:gd name="connsiteX947" fmla="*/ 2163275 w 11861549"/>
              <a:gd name="connsiteY947" fmla="*/ 1299712 h 3345776"/>
              <a:gd name="connsiteX948" fmla="*/ 2165951 w 11861549"/>
              <a:gd name="connsiteY948" fmla="*/ 1299687 h 3345776"/>
              <a:gd name="connsiteX949" fmla="*/ 2165908 w 11861549"/>
              <a:gd name="connsiteY949" fmla="*/ 1299639 h 3345776"/>
              <a:gd name="connsiteX950" fmla="*/ 2140851 w 11861549"/>
              <a:gd name="connsiteY950" fmla="*/ 1237774 h 3345776"/>
              <a:gd name="connsiteX951" fmla="*/ 2146290 w 11861549"/>
              <a:gd name="connsiteY951" fmla="*/ 1215315 h 3345776"/>
              <a:gd name="connsiteX952" fmla="*/ 2151514 w 11861549"/>
              <a:gd name="connsiteY952" fmla="*/ 1228186 h 3345776"/>
              <a:gd name="connsiteX953" fmla="*/ 2153665 w 11861549"/>
              <a:gd name="connsiteY953" fmla="*/ 1228824 h 3345776"/>
              <a:gd name="connsiteX954" fmla="*/ 7818527 w 11861549"/>
              <a:gd name="connsiteY954" fmla="*/ 1181485 h 3345776"/>
              <a:gd name="connsiteX955" fmla="*/ 7505912 w 11861549"/>
              <a:gd name="connsiteY955" fmla="*/ 1325915 h 3345776"/>
              <a:gd name="connsiteX956" fmla="*/ 7390407 w 11861549"/>
              <a:gd name="connsiteY956" fmla="*/ 1529232 h 3345776"/>
              <a:gd name="connsiteX957" fmla="*/ 7376850 w 11861549"/>
              <a:gd name="connsiteY957" fmla="*/ 1572232 h 3345776"/>
              <a:gd name="connsiteX958" fmla="*/ 7412286 w 11861549"/>
              <a:gd name="connsiteY958" fmla="*/ 1486598 h 3345776"/>
              <a:gd name="connsiteX959" fmla="*/ 7474626 w 11861549"/>
              <a:gd name="connsiteY959" fmla="*/ 1386190 h 3345776"/>
              <a:gd name="connsiteX960" fmla="*/ 7785579 w 11861549"/>
              <a:gd name="connsiteY960" fmla="*/ 1220179 h 3345776"/>
              <a:gd name="connsiteX961" fmla="*/ 8046344 w 11861549"/>
              <a:gd name="connsiteY961" fmla="*/ 1286073 h 3345776"/>
              <a:gd name="connsiteX962" fmla="*/ 8209547 w 11861549"/>
              <a:gd name="connsiteY962" fmla="*/ 1357967 h 3345776"/>
              <a:gd name="connsiteX963" fmla="*/ 8352445 w 11861549"/>
              <a:gd name="connsiteY963" fmla="*/ 1426033 h 3345776"/>
              <a:gd name="connsiteX964" fmla="*/ 8996187 w 11861549"/>
              <a:gd name="connsiteY964" fmla="*/ 1675817 h 3345776"/>
              <a:gd name="connsiteX965" fmla="*/ 9000396 w 11861549"/>
              <a:gd name="connsiteY965" fmla="*/ 1676546 h 3345776"/>
              <a:gd name="connsiteX966" fmla="*/ 8854187 w 11861549"/>
              <a:gd name="connsiteY966" fmla="*/ 1633851 h 3345776"/>
              <a:gd name="connsiteX967" fmla="*/ 8377475 w 11861549"/>
              <a:gd name="connsiteY967" fmla="*/ 1409304 h 3345776"/>
              <a:gd name="connsiteX968" fmla="*/ 8237003 w 11861549"/>
              <a:gd name="connsiteY968" fmla="*/ 1335110 h 3345776"/>
              <a:gd name="connsiteX969" fmla="*/ 8075078 w 11861549"/>
              <a:gd name="connsiteY969" fmla="*/ 1256446 h 3345776"/>
              <a:gd name="connsiteX970" fmla="*/ 7818527 w 11861549"/>
              <a:gd name="connsiteY970" fmla="*/ 1181485 h 3345776"/>
              <a:gd name="connsiteX971" fmla="*/ 3196022 w 11861549"/>
              <a:gd name="connsiteY971" fmla="*/ 1152927 h 3345776"/>
              <a:gd name="connsiteX972" fmla="*/ 2997675 w 11861549"/>
              <a:gd name="connsiteY972" fmla="*/ 1223753 h 3345776"/>
              <a:gd name="connsiteX973" fmla="*/ 2936634 w 11861549"/>
              <a:gd name="connsiteY973" fmla="*/ 1271258 h 3345776"/>
              <a:gd name="connsiteX974" fmla="*/ 2890151 w 11861549"/>
              <a:gd name="connsiteY974" fmla="*/ 1308163 h 3345776"/>
              <a:gd name="connsiteX975" fmla="*/ 2742018 w 11861549"/>
              <a:gd name="connsiteY975" fmla="*/ 1396916 h 3345776"/>
              <a:gd name="connsiteX976" fmla="*/ 2531326 w 11861549"/>
              <a:gd name="connsiteY976" fmla="*/ 1446337 h 3345776"/>
              <a:gd name="connsiteX977" fmla="*/ 2456028 w 11861549"/>
              <a:gd name="connsiteY977" fmla="*/ 1443755 h 3345776"/>
              <a:gd name="connsiteX978" fmla="*/ 2463045 w 11861549"/>
              <a:gd name="connsiteY978" fmla="*/ 1445503 h 3345776"/>
              <a:gd name="connsiteX979" fmla="*/ 2779179 w 11861549"/>
              <a:gd name="connsiteY979" fmla="*/ 1415945 h 3345776"/>
              <a:gd name="connsiteX980" fmla="*/ 2924886 w 11861549"/>
              <a:gd name="connsiteY980" fmla="*/ 1351200 h 3345776"/>
              <a:gd name="connsiteX981" fmla="*/ 2966006 w 11861549"/>
              <a:gd name="connsiteY981" fmla="*/ 1326681 h 3345776"/>
              <a:gd name="connsiteX982" fmla="*/ 3030623 w 11861549"/>
              <a:gd name="connsiteY982" fmla="*/ 1289520 h 3345776"/>
              <a:gd name="connsiteX983" fmla="*/ 3319608 w 11861549"/>
              <a:gd name="connsiteY983" fmla="*/ 1272919 h 3345776"/>
              <a:gd name="connsiteX984" fmla="*/ 3713950 w 11861549"/>
              <a:gd name="connsiteY984" fmla="*/ 1691269 h 3345776"/>
              <a:gd name="connsiteX985" fmla="*/ 3785335 w 11861549"/>
              <a:gd name="connsiteY985" fmla="*/ 1811179 h 3345776"/>
              <a:gd name="connsiteX986" fmla="*/ 3991957 w 11861549"/>
              <a:gd name="connsiteY986" fmla="*/ 2099785 h 3345776"/>
              <a:gd name="connsiteX987" fmla="*/ 4333302 w 11861549"/>
              <a:gd name="connsiteY987" fmla="*/ 2277800 h 3345776"/>
              <a:gd name="connsiteX988" fmla="*/ 4423458 w 11861549"/>
              <a:gd name="connsiteY988" fmla="*/ 2266946 h 3345776"/>
              <a:gd name="connsiteX989" fmla="*/ 4845894 w 11861549"/>
              <a:gd name="connsiteY989" fmla="*/ 1998773 h 3345776"/>
              <a:gd name="connsiteX990" fmla="*/ 4914853 w 11861549"/>
              <a:gd name="connsiteY990" fmla="*/ 1932113 h 3345776"/>
              <a:gd name="connsiteX991" fmla="*/ 5377515 w 11861549"/>
              <a:gd name="connsiteY991" fmla="*/ 1585403 h 3345776"/>
              <a:gd name="connsiteX992" fmla="*/ 5960472 w 11861549"/>
              <a:gd name="connsiteY992" fmla="*/ 1701996 h 3345776"/>
              <a:gd name="connsiteX993" fmla="*/ 6055914 w 11861549"/>
              <a:gd name="connsiteY993" fmla="*/ 1843300 h 3345776"/>
              <a:gd name="connsiteX994" fmla="*/ 6042584 w 11861549"/>
              <a:gd name="connsiteY994" fmla="*/ 1811435 h 3345776"/>
              <a:gd name="connsiteX995" fmla="*/ 5945531 w 11861549"/>
              <a:gd name="connsiteY995" fmla="*/ 1666494 h 3345776"/>
              <a:gd name="connsiteX996" fmla="*/ 5366022 w 11861549"/>
              <a:gd name="connsiteY996" fmla="*/ 1568292 h 3345776"/>
              <a:gd name="connsiteX997" fmla="*/ 4928900 w 11861549"/>
              <a:gd name="connsiteY997" fmla="*/ 1902741 h 3345776"/>
              <a:gd name="connsiteX998" fmla="*/ 4836444 w 11861549"/>
              <a:gd name="connsiteY998" fmla="*/ 1991366 h 3345776"/>
              <a:gd name="connsiteX999" fmla="*/ 4392681 w 11861549"/>
              <a:gd name="connsiteY999" fmla="*/ 2254686 h 3345776"/>
              <a:gd name="connsiteX1000" fmla="*/ 4295501 w 11861549"/>
              <a:gd name="connsiteY1000" fmla="*/ 2259410 h 3345776"/>
              <a:gd name="connsiteX1001" fmla="*/ 3945856 w 11861549"/>
              <a:gd name="connsiteY1001" fmla="*/ 2025590 h 3345776"/>
              <a:gd name="connsiteX1002" fmla="*/ 3755453 w 11861549"/>
              <a:gd name="connsiteY1002" fmla="*/ 1703527 h 3345776"/>
              <a:gd name="connsiteX1003" fmla="*/ 3720462 w 11861549"/>
              <a:gd name="connsiteY1003" fmla="*/ 1639676 h 3345776"/>
              <a:gd name="connsiteX1004" fmla="*/ 3687515 w 11861549"/>
              <a:gd name="connsiteY1004" fmla="*/ 1578763 h 3345776"/>
              <a:gd name="connsiteX1005" fmla="*/ 3289471 w 11861549"/>
              <a:gd name="connsiteY1005" fmla="*/ 1167437 h 3345776"/>
              <a:gd name="connsiteX1006" fmla="*/ 3196022 w 11861549"/>
              <a:gd name="connsiteY1006" fmla="*/ 1152927 h 3345776"/>
              <a:gd name="connsiteX1007" fmla="*/ 1911040 w 11861549"/>
              <a:gd name="connsiteY1007" fmla="*/ 1150186 h 3345776"/>
              <a:gd name="connsiteX1008" fmla="*/ 1893881 w 11861549"/>
              <a:gd name="connsiteY1008" fmla="*/ 1156106 h 3345776"/>
              <a:gd name="connsiteX1009" fmla="*/ 1906490 w 11861549"/>
              <a:gd name="connsiteY1009" fmla="*/ 1182090 h 3345776"/>
              <a:gd name="connsiteX1010" fmla="*/ 1967893 w 11861549"/>
              <a:gd name="connsiteY1010" fmla="*/ 1249039 h 3345776"/>
              <a:gd name="connsiteX1011" fmla="*/ 1985488 w 11861549"/>
              <a:gd name="connsiteY1011" fmla="*/ 1259690 h 3345776"/>
              <a:gd name="connsiteX1012" fmla="*/ 1988444 w 11861549"/>
              <a:gd name="connsiteY1012" fmla="*/ 1258193 h 3345776"/>
              <a:gd name="connsiteX1013" fmla="*/ 1928065 w 11861549"/>
              <a:gd name="connsiteY1013" fmla="*/ 1190026 h 3345776"/>
              <a:gd name="connsiteX1014" fmla="*/ 2094871 w 11861549"/>
              <a:gd name="connsiteY1014" fmla="*/ 1143259 h 3345776"/>
              <a:gd name="connsiteX1015" fmla="*/ 2118925 w 11861549"/>
              <a:gd name="connsiteY1015" fmla="*/ 1220526 h 3345776"/>
              <a:gd name="connsiteX1016" fmla="*/ 2123652 w 11861549"/>
              <a:gd name="connsiteY1016" fmla="*/ 1219903 h 3345776"/>
              <a:gd name="connsiteX1017" fmla="*/ 2134977 w 11861549"/>
              <a:gd name="connsiteY1017" fmla="*/ 1223269 h 3345776"/>
              <a:gd name="connsiteX1018" fmla="*/ 2113088 w 11861549"/>
              <a:gd name="connsiteY1018" fmla="*/ 1169224 h 3345776"/>
              <a:gd name="connsiteX1019" fmla="*/ 2105334 w 11861549"/>
              <a:gd name="connsiteY1019" fmla="*/ 1149532 h 3345776"/>
              <a:gd name="connsiteX1020" fmla="*/ 1939801 w 11861549"/>
              <a:gd name="connsiteY1020" fmla="*/ 1140265 h 3345776"/>
              <a:gd name="connsiteX1021" fmla="*/ 1924155 w 11861549"/>
              <a:gd name="connsiteY1021" fmla="*/ 1145663 h 3345776"/>
              <a:gd name="connsiteX1022" fmla="*/ 1932411 w 11861549"/>
              <a:gd name="connsiteY1022" fmla="*/ 1170724 h 3345776"/>
              <a:gd name="connsiteX1023" fmla="*/ 2001233 w 11861549"/>
              <a:gd name="connsiteY1023" fmla="*/ 1252144 h 3345776"/>
              <a:gd name="connsiteX1024" fmla="*/ 2007581 w 11861549"/>
              <a:gd name="connsiteY1024" fmla="*/ 1249808 h 3345776"/>
              <a:gd name="connsiteX1025" fmla="*/ 1976498 w 11861549"/>
              <a:gd name="connsiteY1025" fmla="*/ 1217480 h 3345776"/>
              <a:gd name="connsiteX1026" fmla="*/ 1939844 w 11861549"/>
              <a:gd name="connsiteY1026" fmla="*/ 1140430 h 3345776"/>
              <a:gd name="connsiteX1027" fmla="*/ 1975811 w 11861549"/>
              <a:gd name="connsiteY1027" fmla="*/ 1133198 h 3345776"/>
              <a:gd name="connsiteX1028" fmla="*/ 1955568 w 11861549"/>
              <a:gd name="connsiteY1028" fmla="*/ 1136763 h 3345776"/>
              <a:gd name="connsiteX1029" fmla="*/ 1961504 w 11861549"/>
              <a:gd name="connsiteY1029" fmla="*/ 1162544 h 3345776"/>
              <a:gd name="connsiteX1030" fmla="*/ 2002685 w 11861549"/>
              <a:gd name="connsiteY1030" fmla="*/ 1232895 h 3345776"/>
              <a:gd name="connsiteX1031" fmla="*/ 2016992 w 11861549"/>
              <a:gd name="connsiteY1031" fmla="*/ 1246349 h 3345776"/>
              <a:gd name="connsiteX1032" fmla="*/ 2024435 w 11861549"/>
              <a:gd name="connsiteY1032" fmla="*/ 1243611 h 3345776"/>
              <a:gd name="connsiteX1033" fmla="*/ 1988195 w 11861549"/>
              <a:gd name="connsiteY1033" fmla="*/ 1175645 h 3345776"/>
              <a:gd name="connsiteX1034" fmla="*/ 7853645 w 11861549"/>
              <a:gd name="connsiteY1034" fmla="*/ 1129894 h 3345776"/>
              <a:gd name="connsiteX1035" fmla="*/ 7528900 w 11861549"/>
              <a:gd name="connsiteY1035" fmla="*/ 1258360 h 3345776"/>
              <a:gd name="connsiteX1036" fmla="*/ 7403881 w 11861549"/>
              <a:gd name="connsiteY1036" fmla="*/ 1459426 h 3345776"/>
              <a:gd name="connsiteX1037" fmla="*/ 7390232 w 11861549"/>
              <a:gd name="connsiteY1037" fmla="*/ 1498345 h 3345776"/>
              <a:gd name="connsiteX1038" fmla="*/ 7428136 w 11861549"/>
              <a:gd name="connsiteY1038" fmla="*/ 1415777 h 3345776"/>
              <a:gd name="connsiteX1039" fmla="*/ 7495825 w 11861549"/>
              <a:gd name="connsiteY1039" fmla="*/ 1317359 h 3345776"/>
              <a:gd name="connsiteX1040" fmla="*/ 7819165 w 11861549"/>
              <a:gd name="connsiteY1040" fmla="*/ 1168077 h 3345776"/>
              <a:gd name="connsiteX1041" fmla="*/ 8080824 w 11861549"/>
              <a:gd name="connsiteY1041" fmla="*/ 1244698 h 3345776"/>
              <a:gd name="connsiteX1042" fmla="*/ 8243388 w 11861549"/>
              <a:gd name="connsiteY1042" fmla="*/ 1323745 h 3345776"/>
              <a:gd name="connsiteX1043" fmla="*/ 8383859 w 11861549"/>
              <a:gd name="connsiteY1043" fmla="*/ 1397939 h 3345776"/>
              <a:gd name="connsiteX1044" fmla="*/ 9029262 w 11861549"/>
              <a:gd name="connsiteY1044" fmla="*/ 1671475 h 3345776"/>
              <a:gd name="connsiteX1045" fmla="*/ 9040890 w 11861549"/>
              <a:gd name="connsiteY1045" fmla="*/ 1673467 h 3345776"/>
              <a:gd name="connsiteX1046" fmla="*/ 8887419 w 11861549"/>
              <a:gd name="connsiteY1046" fmla="*/ 1626368 h 3345776"/>
              <a:gd name="connsiteX1047" fmla="*/ 8410166 w 11861549"/>
              <a:gd name="connsiteY1047" fmla="*/ 1380954 h 3345776"/>
              <a:gd name="connsiteX1048" fmla="*/ 8272505 w 11861549"/>
              <a:gd name="connsiteY1048" fmla="*/ 1300757 h 3345776"/>
              <a:gd name="connsiteX1049" fmla="*/ 8111345 w 11861549"/>
              <a:gd name="connsiteY1049" fmla="*/ 1214942 h 3345776"/>
              <a:gd name="connsiteX1050" fmla="*/ 7853645 w 11861549"/>
              <a:gd name="connsiteY1050" fmla="*/ 1129894 h 3345776"/>
              <a:gd name="connsiteX1051" fmla="*/ 2058934 w 11861549"/>
              <a:gd name="connsiteY1051" fmla="*/ 1129521 h 3345776"/>
              <a:gd name="connsiteX1052" fmla="*/ 2068123 w 11861549"/>
              <a:gd name="connsiteY1052" fmla="*/ 1174299 h 3345776"/>
              <a:gd name="connsiteX1053" fmla="*/ 2094741 w 11861549"/>
              <a:gd name="connsiteY1053" fmla="*/ 1223713 h 3345776"/>
              <a:gd name="connsiteX1054" fmla="*/ 2105691 w 11861549"/>
              <a:gd name="connsiteY1054" fmla="*/ 1222270 h 3345776"/>
              <a:gd name="connsiteX1055" fmla="*/ 2077694 w 11861549"/>
              <a:gd name="connsiteY1055" fmla="*/ 1132962 h 3345776"/>
              <a:gd name="connsiteX1056" fmla="*/ 2074244 w 11861549"/>
              <a:gd name="connsiteY1056" fmla="*/ 1130893 h 3345776"/>
              <a:gd name="connsiteX1057" fmla="*/ 2013113 w 11861549"/>
              <a:gd name="connsiteY1057" fmla="*/ 1126630 h 3345776"/>
              <a:gd name="connsiteX1058" fmla="*/ 1988331 w 11861549"/>
              <a:gd name="connsiteY1058" fmla="*/ 1130993 h 3345776"/>
              <a:gd name="connsiteX1059" fmla="*/ 1998942 w 11861549"/>
              <a:gd name="connsiteY1059" fmla="*/ 1167760 h 3345776"/>
              <a:gd name="connsiteX1060" fmla="*/ 2035317 w 11861549"/>
              <a:gd name="connsiteY1060" fmla="*/ 1236749 h 3345776"/>
              <a:gd name="connsiteX1061" fmla="*/ 2037473 w 11861549"/>
              <a:gd name="connsiteY1061" fmla="*/ 1238817 h 3345776"/>
              <a:gd name="connsiteX1062" fmla="*/ 2051007 w 11861549"/>
              <a:gd name="connsiteY1062" fmla="*/ 1233841 h 3345776"/>
              <a:gd name="connsiteX1063" fmla="*/ 2024510 w 11861549"/>
              <a:gd name="connsiteY1063" fmla="*/ 1185891 h 3345776"/>
              <a:gd name="connsiteX1064" fmla="*/ 2021416 w 11861549"/>
              <a:gd name="connsiteY1064" fmla="*/ 1126156 h 3345776"/>
              <a:gd name="connsiteX1065" fmla="*/ 2022534 w 11861549"/>
              <a:gd name="connsiteY1065" fmla="*/ 1133231 h 3345776"/>
              <a:gd name="connsiteX1066" fmla="*/ 2066408 w 11861549"/>
              <a:gd name="connsiteY1066" fmla="*/ 1228177 h 3345776"/>
              <a:gd name="connsiteX1067" fmla="*/ 2069495 w 11861549"/>
              <a:gd name="connsiteY1067" fmla="*/ 1227042 h 3345776"/>
              <a:gd name="connsiteX1068" fmla="*/ 2074157 w 11861549"/>
              <a:gd name="connsiteY1068" fmla="*/ 1226427 h 3345776"/>
              <a:gd name="connsiteX1069" fmla="*/ 2072240 w 11861549"/>
              <a:gd name="connsiteY1069" fmla="*/ 1223418 h 3345776"/>
              <a:gd name="connsiteX1070" fmla="*/ 2048947 w 11861549"/>
              <a:gd name="connsiteY1070" fmla="*/ 1128625 h 3345776"/>
              <a:gd name="connsiteX1071" fmla="*/ 7794948 w 11861549"/>
              <a:gd name="connsiteY1071" fmla="*/ 1074121 h 3345776"/>
              <a:gd name="connsiteX1072" fmla="*/ 7551886 w 11861549"/>
              <a:gd name="connsiteY1072" fmla="*/ 1188891 h 3345776"/>
              <a:gd name="connsiteX1073" fmla="*/ 7443813 w 11861549"/>
              <a:gd name="connsiteY1073" fmla="*/ 1333253 h 3345776"/>
              <a:gd name="connsiteX1074" fmla="*/ 7397958 w 11861549"/>
              <a:gd name="connsiteY1074" fmla="*/ 1441741 h 3345776"/>
              <a:gd name="connsiteX1075" fmla="*/ 7391909 w 11861549"/>
              <a:gd name="connsiteY1075" fmla="*/ 1453680 h 3345776"/>
              <a:gd name="connsiteX1076" fmla="*/ 7386920 w 11861549"/>
              <a:gd name="connsiteY1076" fmla="*/ 1467854 h 3345776"/>
              <a:gd name="connsiteX1077" fmla="*/ 7375377 w 11861549"/>
              <a:gd name="connsiteY1077" fmla="*/ 1495165 h 3345776"/>
              <a:gd name="connsiteX1078" fmla="*/ 7368340 w 11861549"/>
              <a:gd name="connsiteY1078" fmla="*/ 1520649 h 3345776"/>
              <a:gd name="connsiteX1079" fmla="*/ 7386920 w 11861549"/>
              <a:gd name="connsiteY1079" fmla="*/ 1467854 h 3345776"/>
              <a:gd name="connsiteX1080" fmla="*/ 7397958 w 11861549"/>
              <a:gd name="connsiteY1080" fmla="*/ 1441741 h 3345776"/>
              <a:gd name="connsiteX1081" fmla="*/ 7446537 w 11861549"/>
              <a:gd name="connsiteY1081" fmla="*/ 1345853 h 3345776"/>
              <a:gd name="connsiteX1082" fmla="*/ 7519962 w 11861549"/>
              <a:gd name="connsiteY1082" fmla="*/ 1249422 h 3345776"/>
              <a:gd name="connsiteX1083" fmla="*/ 7855432 w 11861549"/>
              <a:gd name="connsiteY1083" fmla="*/ 1116867 h 3345776"/>
              <a:gd name="connsiteX1084" fmla="*/ 8118113 w 11861549"/>
              <a:gd name="connsiteY1084" fmla="*/ 1203321 h 3345776"/>
              <a:gd name="connsiteX1085" fmla="*/ 8280038 w 11861549"/>
              <a:gd name="connsiteY1085" fmla="*/ 1289520 h 3345776"/>
              <a:gd name="connsiteX1086" fmla="*/ 8417701 w 11861549"/>
              <a:gd name="connsiteY1086" fmla="*/ 1369716 h 3345776"/>
              <a:gd name="connsiteX1087" fmla="*/ 9064763 w 11861549"/>
              <a:gd name="connsiteY1087" fmla="*/ 1667005 h 3345776"/>
              <a:gd name="connsiteX1088" fmla="*/ 9088119 w 11861549"/>
              <a:gd name="connsiteY1088" fmla="*/ 1671000 h 3345776"/>
              <a:gd name="connsiteX1089" fmla="*/ 8919934 w 11861549"/>
              <a:gd name="connsiteY1089" fmla="*/ 1616717 h 3345776"/>
              <a:gd name="connsiteX1090" fmla="*/ 8443114 w 11861549"/>
              <a:gd name="connsiteY1090" fmla="*/ 1350560 h 3345776"/>
              <a:gd name="connsiteX1091" fmla="*/ 8308133 w 11861549"/>
              <a:gd name="connsiteY1091" fmla="*/ 1264490 h 3345776"/>
              <a:gd name="connsiteX1092" fmla="*/ 8147613 w 11861549"/>
              <a:gd name="connsiteY1092" fmla="*/ 1171651 h 3345776"/>
              <a:gd name="connsiteX1093" fmla="*/ 7888763 w 11861549"/>
              <a:gd name="connsiteY1093" fmla="*/ 1076385 h 3345776"/>
              <a:gd name="connsiteX1094" fmla="*/ 7794948 w 11861549"/>
              <a:gd name="connsiteY1094" fmla="*/ 1074121 h 3345776"/>
              <a:gd name="connsiteX1095" fmla="*/ 2071005 w 11861549"/>
              <a:gd name="connsiteY1095" fmla="*/ 1065366 h 3345776"/>
              <a:gd name="connsiteX1096" fmla="*/ 2082441 w 11861549"/>
              <a:gd name="connsiteY1096" fmla="*/ 1103330 h 3345776"/>
              <a:gd name="connsiteX1097" fmla="*/ 2088848 w 11861549"/>
              <a:gd name="connsiteY1097" fmla="*/ 1123912 h 3345776"/>
              <a:gd name="connsiteX1098" fmla="*/ 2097265 w 11861549"/>
              <a:gd name="connsiteY1098" fmla="*/ 1129037 h 3345776"/>
              <a:gd name="connsiteX1099" fmla="*/ 2072863 w 11861549"/>
              <a:gd name="connsiteY1099" fmla="*/ 1067063 h 3345776"/>
              <a:gd name="connsiteX1100" fmla="*/ 3185071 w 11861549"/>
              <a:gd name="connsiteY1100" fmla="*/ 1039875 h 3345776"/>
              <a:gd name="connsiteX1101" fmla="*/ 2957577 w 11861549"/>
              <a:gd name="connsiteY1101" fmla="*/ 1144067 h 3345776"/>
              <a:gd name="connsiteX1102" fmla="*/ 2896792 w 11861549"/>
              <a:gd name="connsiteY1102" fmla="*/ 1203193 h 3345776"/>
              <a:gd name="connsiteX1103" fmla="*/ 2847754 w 11861549"/>
              <a:gd name="connsiteY1103" fmla="*/ 1251720 h 3345776"/>
              <a:gd name="connsiteX1104" fmla="*/ 2698216 w 11861549"/>
              <a:gd name="connsiteY1104" fmla="*/ 1362565 h 3345776"/>
              <a:gd name="connsiteX1105" fmla="*/ 2486278 w 11861549"/>
              <a:gd name="connsiteY1105" fmla="*/ 1425139 h 3345776"/>
              <a:gd name="connsiteX1106" fmla="*/ 2400952 w 11861549"/>
              <a:gd name="connsiteY1106" fmla="*/ 1423691 h 3345776"/>
              <a:gd name="connsiteX1107" fmla="*/ 2417629 w 11861549"/>
              <a:gd name="connsiteY1107" fmla="*/ 1428296 h 3345776"/>
              <a:gd name="connsiteX1108" fmla="*/ 2736653 w 11861549"/>
              <a:gd name="connsiteY1108" fmla="*/ 1383635 h 3345776"/>
              <a:gd name="connsiteX1109" fmla="*/ 2881978 w 11861549"/>
              <a:gd name="connsiteY1109" fmla="*/ 1296543 h 3345776"/>
              <a:gd name="connsiteX1110" fmla="*/ 2928077 w 11861549"/>
              <a:gd name="connsiteY1110" fmla="*/ 1259893 h 3345776"/>
              <a:gd name="connsiteX1111" fmla="*/ 2989885 w 11861549"/>
              <a:gd name="connsiteY1111" fmla="*/ 1211877 h 3345776"/>
              <a:gd name="connsiteX1112" fmla="*/ 3293429 w 11861549"/>
              <a:gd name="connsiteY1112" fmla="*/ 1153773 h 3345776"/>
              <a:gd name="connsiteX1113" fmla="*/ 3699264 w 11861549"/>
              <a:gd name="connsiteY1113" fmla="*/ 1571357 h 3345776"/>
              <a:gd name="connsiteX1114" fmla="*/ 3732339 w 11861549"/>
              <a:gd name="connsiteY1114" fmla="*/ 1632525 h 3345776"/>
              <a:gd name="connsiteX1115" fmla="*/ 3764663 w 11861549"/>
              <a:gd name="connsiteY1115" fmla="*/ 1691727 h 3345776"/>
              <a:gd name="connsiteX1116" fmla="*/ 3718011 w 11861549"/>
              <a:gd name="connsiteY1116" fmla="*/ 1551224 h 3345776"/>
              <a:gd name="connsiteX1117" fmla="*/ 3717547 w 11861549"/>
              <a:gd name="connsiteY1117" fmla="*/ 1548943 h 3345776"/>
              <a:gd name="connsiteX1118" fmla="*/ 3672702 w 11861549"/>
              <a:gd name="connsiteY1118" fmla="*/ 1457575 h 3345776"/>
              <a:gd name="connsiteX1119" fmla="*/ 3264062 w 11861549"/>
              <a:gd name="connsiteY1119" fmla="*/ 1047653 h 3345776"/>
              <a:gd name="connsiteX1120" fmla="*/ 3185071 w 11861549"/>
              <a:gd name="connsiteY1120" fmla="*/ 1039875 h 3345776"/>
              <a:gd name="connsiteX1121" fmla="*/ 2039691 w 11861549"/>
              <a:gd name="connsiteY1121" fmla="*/ 1036722 h 3345776"/>
              <a:gd name="connsiteX1122" fmla="*/ 2041193 w 11861549"/>
              <a:gd name="connsiteY1122" fmla="*/ 1043055 h 3345776"/>
              <a:gd name="connsiteX1123" fmla="*/ 2056167 w 11861549"/>
              <a:gd name="connsiteY1123" fmla="*/ 1116030 h 3345776"/>
              <a:gd name="connsiteX1124" fmla="*/ 2072947 w 11861549"/>
              <a:gd name="connsiteY1124" fmla="*/ 1117814 h 3345776"/>
              <a:gd name="connsiteX1125" fmla="*/ 2069288 w 11861549"/>
              <a:gd name="connsiteY1125" fmla="*/ 1106141 h 3345776"/>
              <a:gd name="connsiteX1126" fmla="*/ 2051779 w 11861549"/>
              <a:gd name="connsiteY1126" fmla="*/ 1047777 h 3345776"/>
              <a:gd name="connsiteX1127" fmla="*/ 2004789 w 11861549"/>
              <a:gd name="connsiteY1127" fmla="*/ 1021052 h 3345776"/>
              <a:gd name="connsiteX1128" fmla="*/ 2019221 w 11861549"/>
              <a:gd name="connsiteY1128" fmla="*/ 1112289 h 3345776"/>
              <a:gd name="connsiteX1129" fmla="*/ 2019916 w 11861549"/>
              <a:gd name="connsiteY1129" fmla="*/ 1112175 h 3345776"/>
              <a:gd name="connsiteX1130" fmla="*/ 2045578 w 11861549"/>
              <a:gd name="connsiteY1130" fmla="*/ 1114903 h 3345776"/>
              <a:gd name="connsiteX1131" fmla="*/ 2028551 w 11861549"/>
              <a:gd name="connsiteY1131" fmla="*/ 1045609 h 3345776"/>
              <a:gd name="connsiteX1132" fmla="*/ 2024167 w 11861549"/>
              <a:gd name="connsiteY1132" fmla="*/ 1027050 h 3345776"/>
              <a:gd name="connsiteX1133" fmla="*/ 7825646 w 11861549"/>
              <a:gd name="connsiteY1133" fmla="*/ 1020268 h 3345776"/>
              <a:gd name="connsiteX1134" fmla="*/ 7573084 w 11861549"/>
              <a:gd name="connsiteY1134" fmla="*/ 1123508 h 3345776"/>
              <a:gd name="connsiteX1135" fmla="*/ 7383016 w 11861549"/>
              <a:gd name="connsiteY1135" fmla="*/ 1427735 h 3345776"/>
              <a:gd name="connsiteX1136" fmla="*/ 7367703 w 11861549"/>
              <a:gd name="connsiteY1136" fmla="*/ 1478079 h 3345776"/>
              <a:gd name="connsiteX1137" fmla="*/ 7405014 w 11861549"/>
              <a:gd name="connsiteY1137" fmla="*/ 1381225 h 3345776"/>
              <a:gd name="connsiteX1138" fmla="*/ 7542563 w 11861549"/>
              <a:gd name="connsiteY1138" fmla="*/ 1179568 h 3345776"/>
              <a:gd name="connsiteX1139" fmla="*/ 7890423 w 11861549"/>
              <a:gd name="connsiteY1139" fmla="*/ 1063488 h 3345776"/>
              <a:gd name="connsiteX1140" fmla="*/ 8153997 w 11861549"/>
              <a:gd name="connsiteY1140" fmla="*/ 1160286 h 3345776"/>
              <a:gd name="connsiteX1141" fmla="*/ 8315156 w 11861549"/>
              <a:gd name="connsiteY1141" fmla="*/ 1253636 h 3345776"/>
              <a:gd name="connsiteX1142" fmla="*/ 8450393 w 11861549"/>
              <a:gd name="connsiteY1142" fmla="*/ 1339706 h 3345776"/>
              <a:gd name="connsiteX1143" fmla="*/ 8924645 w 11861549"/>
              <a:gd name="connsiteY1143" fmla="*/ 1604605 h 3345776"/>
              <a:gd name="connsiteX1144" fmla="*/ 9079691 w 11861549"/>
              <a:gd name="connsiteY1144" fmla="*/ 1654761 h 3345776"/>
              <a:gd name="connsiteX1145" fmla="*/ 8951403 w 11861549"/>
              <a:gd name="connsiteY1145" fmla="*/ 1611386 h 3345776"/>
              <a:gd name="connsiteX1146" fmla="*/ 8474528 w 11861549"/>
              <a:gd name="connsiteY1146" fmla="*/ 1324254 h 3345776"/>
              <a:gd name="connsiteX1147" fmla="*/ 8341973 w 11861549"/>
              <a:gd name="connsiteY1147" fmla="*/ 1232437 h 3345776"/>
              <a:gd name="connsiteX1148" fmla="*/ 8182220 w 11861549"/>
              <a:gd name="connsiteY1148" fmla="*/ 1132575 h 3345776"/>
              <a:gd name="connsiteX1149" fmla="*/ 7922220 w 11861549"/>
              <a:gd name="connsiteY1149" fmla="*/ 1026966 h 3345776"/>
              <a:gd name="connsiteX1150" fmla="*/ 7825646 w 11861549"/>
              <a:gd name="connsiteY1150" fmla="*/ 1020268 h 3345776"/>
              <a:gd name="connsiteX1151" fmla="*/ 1872644 w 11861549"/>
              <a:gd name="connsiteY1151" fmla="*/ 1014443 h 3345776"/>
              <a:gd name="connsiteX1152" fmla="*/ 1847427 w 11861549"/>
              <a:gd name="connsiteY1152" fmla="*/ 1019564 h 3345776"/>
              <a:gd name="connsiteX1153" fmla="*/ 1867142 w 11861549"/>
              <a:gd name="connsiteY1153" fmla="*/ 1101008 h 3345776"/>
              <a:gd name="connsiteX1154" fmla="*/ 1887817 w 11861549"/>
              <a:gd name="connsiteY1154" fmla="*/ 1143610 h 3345776"/>
              <a:gd name="connsiteX1155" fmla="*/ 1905635 w 11861549"/>
              <a:gd name="connsiteY1155" fmla="*/ 1137538 h 3345776"/>
              <a:gd name="connsiteX1156" fmla="*/ 1892596 w 11861549"/>
              <a:gd name="connsiteY1156" fmla="*/ 1107028 h 3345776"/>
              <a:gd name="connsiteX1157" fmla="*/ 1872688 w 11861549"/>
              <a:gd name="connsiteY1157" fmla="*/ 1015064 h 3345776"/>
              <a:gd name="connsiteX1158" fmla="*/ 1914293 w 11861549"/>
              <a:gd name="connsiteY1158" fmla="*/ 1010580 h 3345776"/>
              <a:gd name="connsiteX1159" fmla="*/ 1891469 w 11861549"/>
              <a:gd name="connsiteY1159" fmla="*/ 1010622 h 3345776"/>
              <a:gd name="connsiteX1160" fmla="*/ 1886724 w 11861549"/>
              <a:gd name="connsiteY1160" fmla="*/ 1011585 h 3345776"/>
              <a:gd name="connsiteX1161" fmla="*/ 1891040 w 11861549"/>
              <a:gd name="connsiteY1161" fmla="*/ 1045144 h 3345776"/>
              <a:gd name="connsiteX1162" fmla="*/ 1919881 w 11861549"/>
              <a:gd name="connsiteY1162" fmla="*/ 1132684 h 3345776"/>
              <a:gd name="connsiteX1163" fmla="*/ 1936483 w 11861549"/>
              <a:gd name="connsiteY1163" fmla="*/ 1127026 h 3345776"/>
              <a:gd name="connsiteX1164" fmla="*/ 1918483 w 11861549"/>
              <a:gd name="connsiteY1164" fmla="*/ 1055230 h 3345776"/>
              <a:gd name="connsiteX1165" fmla="*/ 1954668 w 11861549"/>
              <a:gd name="connsiteY1165" fmla="*/ 1010506 h 3345776"/>
              <a:gd name="connsiteX1166" fmla="*/ 1926505 w 11861549"/>
              <a:gd name="connsiteY1166" fmla="*/ 1010557 h 3345776"/>
              <a:gd name="connsiteX1167" fmla="*/ 1952476 w 11861549"/>
              <a:gd name="connsiteY1167" fmla="*/ 1123330 h 3345776"/>
              <a:gd name="connsiteX1168" fmla="*/ 1971990 w 11861549"/>
              <a:gd name="connsiteY1168" fmla="*/ 1120101 h 3345776"/>
              <a:gd name="connsiteX1169" fmla="*/ 1965360 w 11861549"/>
              <a:gd name="connsiteY1169" fmla="*/ 1097375 h 3345776"/>
              <a:gd name="connsiteX1170" fmla="*/ 1970621 w 11861549"/>
              <a:gd name="connsiteY1170" fmla="*/ 1010476 h 3345776"/>
              <a:gd name="connsiteX1171" fmla="*/ 1967009 w 11861549"/>
              <a:gd name="connsiteY1171" fmla="*/ 1010483 h 3345776"/>
              <a:gd name="connsiteX1172" fmla="*/ 1976921 w 11861549"/>
              <a:gd name="connsiteY1172" fmla="*/ 1091444 h 3345776"/>
              <a:gd name="connsiteX1173" fmla="*/ 1984588 w 11861549"/>
              <a:gd name="connsiteY1173" fmla="*/ 1118018 h 3345776"/>
              <a:gd name="connsiteX1174" fmla="*/ 2010629 w 11861549"/>
              <a:gd name="connsiteY1174" fmla="*/ 1113711 h 3345776"/>
              <a:gd name="connsiteX1175" fmla="*/ 1992048 w 11861549"/>
              <a:gd name="connsiteY1175" fmla="*/ 1017107 h 3345776"/>
              <a:gd name="connsiteX1176" fmla="*/ 2023845 w 11861549"/>
              <a:gd name="connsiteY1176" fmla="*/ 969879 h 3345776"/>
              <a:gd name="connsiteX1177" fmla="*/ 2034814 w 11861549"/>
              <a:gd name="connsiteY1177" fmla="*/ 1016149 h 3345776"/>
              <a:gd name="connsiteX1178" fmla="*/ 2039574 w 11861549"/>
              <a:gd name="connsiteY1178" fmla="*/ 1017694 h 3345776"/>
              <a:gd name="connsiteX1179" fmla="*/ 2043984 w 11861549"/>
              <a:gd name="connsiteY1179" fmla="*/ 1021793 h 3345776"/>
              <a:gd name="connsiteX1180" fmla="*/ 2030977 w 11861549"/>
              <a:gd name="connsiteY1180" fmla="*/ 978439 h 3345776"/>
              <a:gd name="connsiteX1181" fmla="*/ 7857023 w 11861549"/>
              <a:gd name="connsiteY1181" fmla="*/ 964099 h 3345776"/>
              <a:gd name="connsiteX1182" fmla="*/ 7595176 w 11861549"/>
              <a:gd name="connsiteY1182" fmla="*/ 1055954 h 3345776"/>
              <a:gd name="connsiteX1183" fmla="*/ 7357269 w 11861549"/>
              <a:gd name="connsiteY1183" fmla="*/ 1460895 h 3345776"/>
              <a:gd name="connsiteX1184" fmla="*/ 7351959 w 11861549"/>
              <a:gd name="connsiteY1184" fmla="*/ 1485787 h 3345776"/>
              <a:gd name="connsiteX1185" fmla="*/ 7370873 w 11861549"/>
              <a:gd name="connsiteY1185" fmla="*/ 1423692 h 3345776"/>
              <a:gd name="connsiteX1186" fmla="*/ 7564784 w 11861549"/>
              <a:gd name="connsiteY1186" fmla="*/ 1114186 h 3345776"/>
              <a:gd name="connsiteX1187" fmla="*/ 7924774 w 11861549"/>
              <a:gd name="connsiteY1187" fmla="*/ 1014706 h 3345776"/>
              <a:gd name="connsiteX1188" fmla="*/ 8189242 w 11861549"/>
              <a:gd name="connsiteY1188" fmla="*/ 1121719 h 3345776"/>
              <a:gd name="connsiteX1189" fmla="*/ 8349891 w 11861549"/>
              <a:gd name="connsiteY1189" fmla="*/ 1222221 h 3345776"/>
              <a:gd name="connsiteX1190" fmla="*/ 8482701 w 11861549"/>
              <a:gd name="connsiteY1190" fmla="*/ 1314038 h 3345776"/>
              <a:gd name="connsiteX1191" fmla="*/ 9132828 w 11861549"/>
              <a:gd name="connsiteY1191" fmla="*/ 1658832 h 3345776"/>
              <a:gd name="connsiteX1192" fmla="*/ 9146714 w 11861549"/>
              <a:gd name="connsiteY1192" fmla="*/ 1661281 h 3345776"/>
              <a:gd name="connsiteX1193" fmla="*/ 8983566 w 11861549"/>
              <a:gd name="connsiteY1193" fmla="*/ 1603446 h 3345776"/>
              <a:gd name="connsiteX1194" fmla="*/ 8506708 w 11861549"/>
              <a:gd name="connsiteY1194" fmla="*/ 1295395 h 3345776"/>
              <a:gd name="connsiteX1195" fmla="*/ 8376709 w 11861549"/>
              <a:gd name="connsiteY1195" fmla="*/ 1198085 h 3345776"/>
              <a:gd name="connsiteX1196" fmla="*/ 8217593 w 11861549"/>
              <a:gd name="connsiteY1196" fmla="*/ 1091072 h 3345776"/>
              <a:gd name="connsiteX1197" fmla="*/ 7956444 w 11861549"/>
              <a:gd name="connsiteY1197" fmla="*/ 975374 h 3345776"/>
              <a:gd name="connsiteX1198" fmla="*/ 7857023 w 11861549"/>
              <a:gd name="connsiteY1198" fmla="*/ 964099 h 3345776"/>
              <a:gd name="connsiteX1199" fmla="*/ 1992001 w 11861549"/>
              <a:gd name="connsiteY1199" fmla="*/ 931652 h 3345776"/>
              <a:gd name="connsiteX1200" fmla="*/ 1999178 w 11861549"/>
              <a:gd name="connsiteY1200" fmla="*/ 985591 h 3345776"/>
              <a:gd name="connsiteX1201" fmla="*/ 2002346 w 11861549"/>
              <a:gd name="connsiteY1201" fmla="*/ 1005617 h 3345776"/>
              <a:gd name="connsiteX1202" fmla="*/ 2020495 w 11861549"/>
              <a:gd name="connsiteY1202" fmla="*/ 1011503 h 3345776"/>
              <a:gd name="connsiteX1203" fmla="*/ 2005448 w 11861549"/>
              <a:gd name="connsiteY1203" fmla="*/ 947795 h 3345776"/>
              <a:gd name="connsiteX1204" fmla="*/ 3155701 w 11861549"/>
              <a:gd name="connsiteY1204" fmla="*/ 926365 h 3345776"/>
              <a:gd name="connsiteX1205" fmla="*/ 2919267 w 11861549"/>
              <a:gd name="connsiteY1205" fmla="*/ 1064893 h 3345776"/>
              <a:gd name="connsiteX1206" fmla="*/ 2857458 w 11861549"/>
              <a:gd name="connsiteY1206" fmla="*/ 1136533 h 3345776"/>
              <a:gd name="connsiteX1207" fmla="*/ 2807146 w 11861549"/>
              <a:gd name="connsiteY1207" fmla="*/ 1195531 h 3345776"/>
              <a:gd name="connsiteX1208" fmla="*/ 2656713 w 11861549"/>
              <a:gd name="connsiteY1208" fmla="*/ 1329106 h 3345776"/>
              <a:gd name="connsiteX1209" fmla="*/ 2472614 w 11861549"/>
              <a:gd name="connsiteY1209" fmla="*/ 1400738 h 3345776"/>
              <a:gd name="connsiteX1210" fmla="*/ 2367072 w 11861549"/>
              <a:gd name="connsiteY1210" fmla="*/ 1409082 h 3345776"/>
              <a:gd name="connsiteX1211" fmla="*/ 2369915 w 11861549"/>
              <a:gd name="connsiteY1211" fmla="*/ 1409932 h 3345776"/>
              <a:gd name="connsiteX1212" fmla="*/ 2691831 w 11861549"/>
              <a:gd name="connsiteY1212" fmla="*/ 1350689 h 3345776"/>
              <a:gd name="connsiteX1213" fmla="*/ 2838432 w 11861549"/>
              <a:gd name="connsiteY1213" fmla="*/ 1242015 h 3345776"/>
              <a:gd name="connsiteX1214" fmla="*/ 2887213 w 11861549"/>
              <a:gd name="connsiteY1214" fmla="*/ 1193743 h 3345776"/>
              <a:gd name="connsiteX1215" fmla="*/ 2948510 w 11861549"/>
              <a:gd name="connsiteY1215" fmla="*/ 1134107 h 3345776"/>
              <a:gd name="connsiteX1216" fmla="*/ 3266356 w 11861549"/>
              <a:gd name="connsiteY1216" fmla="*/ 1034500 h 3345776"/>
              <a:gd name="connsiteX1217" fmla="*/ 3683812 w 11861549"/>
              <a:gd name="connsiteY1217" fmla="*/ 1451445 h 3345776"/>
              <a:gd name="connsiteX1218" fmla="*/ 3707548 w 11861549"/>
              <a:gd name="connsiteY1218" fmla="*/ 1499804 h 3345776"/>
              <a:gd name="connsiteX1219" fmla="*/ 3696072 w 11861549"/>
              <a:gd name="connsiteY1219" fmla="*/ 1443401 h 3345776"/>
              <a:gd name="connsiteX1220" fmla="*/ 3692083 w 11861549"/>
              <a:gd name="connsiteY1220" fmla="*/ 1411015 h 3345776"/>
              <a:gd name="connsiteX1221" fmla="*/ 3691378 w 11861549"/>
              <a:gd name="connsiteY1221" fmla="*/ 1409382 h 3345776"/>
              <a:gd name="connsiteX1222" fmla="*/ 3658144 w 11861549"/>
              <a:gd name="connsiteY1222" fmla="*/ 1336641 h 3345776"/>
              <a:gd name="connsiteX1223" fmla="*/ 3239287 w 11861549"/>
              <a:gd name="connsiteY1223" fmla="*/ 927997 h 3345776"/>
              <a:gd name="connsiteX1224" fmla="*/ 3155701 w 11861549"/>
              <a:gd name="connsiteY1224" fmla="*/ 926365 h 3345776"/>
              <a:gd name="connsiteX1225" fmla="*/ 1955130 w 11861549"/>
              <a:gd name="connsiteY1225" fmla="*/ 910009 h 3345776"/>
              <a:gd name="connsiteX1226" fmla="*/ 1956911 w 11861549"/>
              <a:gd name="connsiteY1226" fmla="*/ 927997 h 3345776"/>
              <a:gd name="connsiteX1227" fmla="*/ 1965320 w 11861549"/>
              <a:gd name="connsiteY1227" fmla="*/ 996682 h 3345776"/>
              <a:gd name="connsiteX1228" fmla="*/ 1975010 w 11861549"/>
              <a:gd name="connsiteY1228" fmla="*/ 996748 h 3345776"/>
              <a:gd name="connsiteX1229" fmla="*/ 1989005 w 11861549"/>
              <a:gd name="connsiteY1229" fmla="*/ 1001289 h 3345776"/>
              <a:gd name="connsiteX1230" fmla="*/ 1986280 w 11861549"/>
              <a:gd name="connsiteY1230" fmla="*/ 987123 h 3345776"/>
              <a:gd name="connsiteX1231" fmla="*/ 1973401 w 11861549"/>
              <a:gd name="connsiteY1231" fmla="*/ 919171 h 3345776"/>
              <a:gd name="connsiteX1232" fmla="*/ 7888083 w 11861549"/>
              <a:gd name="connsiteY1232" fmla="*/ 906954 h 3345776"/>
              <a:gd name="connsiteX1233" fmla="*/ 7616630 w 11861549"/>
              <a:gd name="connsiteY1233" fmla="*/ 986867 h 3345776"/>
              <a:gd name="connsiteX1234" fmla="*/ 7361994 w 11861549"/>
              <a:gd name="connsiteY1234" fmla="*/ 1391935 h 3345776"/>
              <a:gd name="connsiteX1235" fmla="*/ 7352963 w 11861549"/>
              <a:gd name="connsiteY1235" fmla="*/ 1431048 h 3345776"/>
              <a:gd name="connsiteX1236" fmla="*/ 7389316 w 11861549"/>
              <a:gd name="connsiteY1236" fmla="*/ 1325659 h 3345776"/>
              <a:gd name="connsiteX1237" fmla="*/ 7586621 w 11861549"/>
              <a:gd name="connsiteY1237" fmla="*/ 1045227 h 3345776"/>
              <a:gd name="connsiteX1238" fmla="*/ 7958871 w 11861549"/>
              <a:gd name="connsiteY1238" fmla="*/ 962093 h 3345776"/>
              <a:gd name="connsiteX1239" fmla="*/ 8224360 w 11861549"/>
              <a:gd name="connsiteY1239" fmla="*/ 1079579 h 3345776"/>
              <a:gd name="connsiteX1240" fmla="*/ 8384371 w 11861549"/>
              <a:gd name="connsiteY1240" fmla="*/ 1187104 h 3345776"/>
              <a:gd name="connsiteX1241" fmla="*/ 8514625 w 11861549"/>
              <a:gd name="connsiteY1241" fmla="*/ 1284540 h 3345776"/>
              <a:gd name="connsiteX1242" fmla="*/ 9165902 w 11861549"/>
              <a:gd name="connsiteY1242" fmla="*/ 1653980 h 3345776"/>
              <a:gd name="connsiteX1243" fmla="*/ 9185059 w 11861549"/>
              <a:gd name="connsiteY1243" fmla="*/ 1657318 h 3345776"/>
              <a:gd name="connsiteX1244" fmla="*/ 9015255 w 11861549"/>
              <a:gd name="connsiteY1244" fmla="*/ 1594830 h 3345776"/>
              <a:gd name="connsiteX1245" fmla="*/ 8538506 w 11861549"/>
              <a:gd name="connsiteY1245" fmla="*/ 1265766 h 3345776"/>
              <a:gd name="connsiteX1246" fmla="*/ 8410804 w 11861549"/>
              <a:gd name="connsiteY1246" fmla="*/ 1162967 h 3345776"/>
              <a:gd name="connsiteX1247" fmla="*/ 8252455 w 11861549"/>
              <a:gd name="connsiteY1247" fmla="*/ 1048930 h 3345776"/>
              <a:gd name="connsiteX1248" fmla="*/ 7990156 w 11861549"/>
              <a:gd name="connsiteY1248" fmla="*/ 923016 h 3345776"/>
              <a:gd name="connsiteX1249" fmla="*/ 7888083 w 11861549"/>
              <a:gd name="connsiteY1249" fmla="*/ 906954 h 3345776"/>
              <a:gd name="connsiteX1250" fmla="*/ 1915693 w 11861549"/>
              <a:gd name="connsiteY1250" fmla="*/ 892437 h 3345776"/>
              <a:gd name="connsiteX1251" fmla="*/ 1923097 w 11861549"/>
              <a:gd name="connsiteY1251" fmla="*/ 995760 h 3345776"/>
              <a:gd name="connsiteX1252" fmla="*/ 1923244 w 11861549"/>
              <a:gd name="connsiteY1252" fmla="*/ 996394 h 3345776"/>
              <a:gd name="connsiteX1253" fmla="*/ 1952957 w 11861549"/>
              <a:gd name="connsiteY1253" fmla="*/ 996598 h 3345776"/>
              <a:gd name="connsiteX1254" fmla="*/ 1944781 w 11861549"/>
              <a:gd name="connsiteY1254" fmla="*/ 930167 h 3345776"/>
              <a:gd name="connsiteX1255" fmla="*/ 1942143 w 11861549"/>
              <a:gd name="connsiteY1255" fmla="*/ 903494 h 3345776"/>
              <a:gd name="connsiteX1256" fmla="*/ 1921967 w 11861549"/>
              <a:gd name="connsiteY1256" fmla="*/ 893375 h 3345776"/>
              <a:gd name="connsiteX1257" fmla="*/ 1875702 w 11861549"/>
              <a:gd name="connsiteY1257" fmla="*/ 886471 h 3345776"/>
              <a:gd name="connsiteX1258" fmla="*/ 1878934 w 11861549"/>
              <a:gd name="connsiteY1258" fmla="*/ 950996 h 3345776"/>
              <a:gd name="connsiteX1259" fmla="*/ 1884922 w 11861549"/>
              <a:gd name="connsiteY1259" fmla="*/ 997563 h 3345776"/>
              <a:gd name="connsiteX1260" fmla="*/ 1891818 w 11861549"/>
              <a:gd name="connsiteY1260" fmla="*/ 996179 h 3345776"/>
              <a:gd name="connsiteX1261" fmla="*/ 1912954 w 11861549"/>
              <a:gd name="connsiteY1261" fmla="*/ 996324 h 3345776"/>
              <a:gd name="connsiteX1262" fmla="*/ 1903026 w 11861549"/>
              <a:gd name="connsiteY1262" fmla="*/ 890549 h 3345776"/>
              <a:gd name="connsiteX1263" fmla="*/ 1819715 w 11861549"/>
              <a:gd name="connsiteY1263" fmla="*/ 882109 h 3345776"/>
              <a:gd name="connsiteX1264" fmla="*/ 1735093 w 11861549"/>
              <a:gd name="connsiteY1264" fmla="*/ 889048 h 3345776"/>
              <a:gd name="connsiteX1265" fmla="*/ 1286095 w 11861549"/>
              <a:gd name="connsiteY1265" fmla="*/ 1082005 h 3345776"/>
              <a:gd name="connsiteX1266" fmla="*/ 1034141 w 11861549"/>
              <a:gd name="connsiteY1266" fmla="*/ 1168715 h 3345776"/>
              <a:gd name="connsiteX1267" fmla="*/ 851654 w 11861549"/>
              <a:gd name="connsiteY1267" fmla="*/ 1100649 h 3345776"/>
              <a:gd name="connsiteX1268" fmla="*/ 794955 w 11861549"/>
              <a:gd name="connsiteY1268" fmla="*/ 1067957 h 3345776"/>
              <a:gd name="connsiteX1269" fmla="*/ 300368 w 11861549"/>
              <a:gd name="connsiteY1269" fmla="*/ 1141386 h 3345776"/>
              <a:gd name="connsiteX1270" fmla="*/ 16990 w 11861549"/>
              <a:gd name="connsiteY1270" fmla="*/ 1569415 h 3345776"/>
              <a:gd name="connsiteX1271" fmla="*/ 8776 w 11861549"/>
              <a:gd name="connsiteY1271" fmla="*/ 1613636 h 3345776"/>
              <a:gd name="connsiteX1272" fmla="*/ 57974 w 11861549"/>
              <a:gd name="connsiteY1272" fmla="*/ 1489212 h 3345776"/>
              <a:gd name="connsiteX1273" fmla="*/ 296409 w 11861549"/>
              <a:gd name="connsiteY1273" fmla="*/ 1207535 h 3345776"/>
              <a:gd name="connsiteX1274" fmla="*/ 849358 w 11861549"/>
              <a:gd name="connsiteY1274" fmla="*/ 1175483 h 3345776"/>
              <a:gd name="connsiteX1275" fmla="*/ 908355 w 11861549"/>
              <a:gd name="connsiteY1275" fmla="*/ 1221966 h 3345776"/>
              <a:gd name="connsiteX1276" fmla="*/ 1092881 w 11861549"/>
              <a:gd name="connsiteY1276" fmla="*/ 1319146 h 3345776"/>
              <a:gd name="connsiteX1277" fmla="*/ 1353776 w 11861549"/>
              <a:gd name="connsiteY1277" fmla="*/ 1235374 h 3345776"/>
              <a:gd name="connsiteX1278" fmla="*/ 1791791 w 11861549"/>
              <a:gd name="connsiteY1278" fmla="*/ 1016239 h 3345776"/>
              <a:gd name="connsiteX1279" fmla="*/ 1830961 w 11861549"/>
              <a:gd name="connsiteY1279" fmla="*/ 1008384 h 3345776"/>
              <a:gd name="connsiteX1280" fmla="*/ 1820590 w 11861549"/>
              <a:gd name="connsiteY1280" fmla="*/ 910289 h 3345776"/>
              <a:gd name="connsiteX1281" fmla="*/ 1836975 w 11861549"/>
              <a:gd name="connsiteY1281" fmla="*/ 880694 h 3345776"/>
              <a:gd name="connsiteX1282" fmla="*/ 1833426 w 11861549"/>
              <a:gd name="connsiteY1282" fmla="*/ 880985 h 3345776"/>
              <a:gd name="connsiteX1283" fmla="*/ 1834232 w 11861549"/>
              <a:gd name="connsiteY1283" fmla="*/ 907388 h 3345776"/>
              <a:gd name="connsiteX1284" fmla="*/ 1844459 w 11861549"/>
              <a:gd name="connsiteY1284" fmla="*/ 1005677 h 3345776"/>
              <a:gd name="connsiteX1285" fmla="*/ 1871645 w 11861549"/>
              <a:gd name="connsiteY1285" fmla="*/ 1000224 h 3345776"/>
              <a:gd name="connsiteX1286" fmla="*/ 1863525 w 11861549"/>
              <a:gd name="connsiteY1286" fmla="*/ 884655 h 3345776"/>
              <a:gd name="connsiteX1287" fmla="*/ 1983571 w 11861549"/>
              <a:gd name="connsiteY1287" fmla="*/ 878497 h 3345776"/>
              <a:gd name="connsiteX1288" fmla="*/ 1986456 w 11861549"/>
              <a:gd name="connsiteY1288" fmla="*/ 889991 h 3345776"/>
              <a:gd name="connsiteX1289" fmla="*/ 1989497 w 11861549"/>
              <a:gd name="connsiteY1289" fmla="*/ 912840 h 3345776"/>
              <a:gd name="connsiteX1290" fmla="*/ 1996940 w 11861549"/>
              <a:gd name="connsiteY1290" fmla="*/ 916651 h 3345776"/>
              <a:gd name="connsiteX1291" fmla="*/ 1998554 w 11861549"/>
              <a:gd name="connsiteY1291" fmla="*/ 918601 h 3345776"/>
              <a:gd name="connsiteX1292" fmla="*/ 1992027 w 11861549"/>
              <a:gd name="connsiteY1292" fmla="*/ 890963 h 3345776"/>
              <a:gd name="connsiteX1293" fmla="*/ 7843937 w 11861549"/>
              <a:gd name="connsiteY1293" fmla="*/ 847760 h 3345776"/>
              <a:gd name="connsiteX1294" fmla="*/ 7637956 w 11861549"/>
              <a:gd name="connsiteY1294" fmla="*/ 918291 h 3345776"/>
              <a:gd name="connsiteX1295" fmla="*/ 7366591 w 11861549"/>
              <a:gd name="connsiteY1295" fmla="*/ 1321317 h 3345776"/>
              <a:gd name="connsiteX1296" fmla="*/ 7351472 w 11861549"/>
              <a:gd name="connsiteY1296" fmla="*/ 1382234 h 3345776"/>
              <a:gd name="connsiteX1297" fmla="*/ 7398915 w 11861549"/>
              <a:gd name="connsiteY1297" fmla="*/ 1254639 h 3345776"/>
              <a:gd name="connsiteX1298" fmla="*/ 7609095 w 11861549"/>
              <a:gd name="connsiteY1298" fmla="*/ 976523 h 3345776"/>
              <a:gd name="connsiteX1299" fmla="*/ 7993731 w 11861549"/>
              <a:gd name="connsiteY1299" fmla="*/ 909991 h 3345776"/>
              <a:gd name="connsiteX1300" fmla="*/ 8260117 w 11861549"/>
              <a:gd name="connsiteY1300" fmla="*/ 1037693 h 3345776"/>
              <a:gd name="connsiteX1301" fmla="*/ 8419361 w 11861549"/>
              <a:gd name="connsiteY1301" fmla="*/ 1152624 h 3345776"/>
              <a:gd name="connsiteX1302" fmla="*/ 8547062 w 11861549"/>
              <a:gd name="connsiteY1302" fmla="*/ 1255679 h 3345776"/>
              <a:gd name="connsiteX1303" fmla="*/ 9020398 w 11861549"/>
              <a:gd name="connsiteY1303" fmla="*/ 1582657 h 3345776"/>
              <a:gd name="connsiteX1304" fmla="*/ 9127176 w 11861549"/>
              <a:gd name="connsiteY1304" fmla="*/ 1622071 h 3345776"/>
              <a:gd name="connsiteX1305" fmla="*/ 9046725 w 11861549"/>
              <a:gd name="connsiteY1305" fmla="*/ 1586488 h 3345776"/>
              <a:gd name="connsiteX1306" fmla="*/ 8570047 w 11861549"/>
              <a:gd name="connsiteY1306" fmla="*/ 1235247 h 3345776"/>
              <a:gd name="connsiteX1307" fmla="*/ 8444772 w 11861549"/>
              <a:gd name="connsiteY1307" fmla="*/ 1127083 h 3345776"/>
              <a:gd name="connsiteX1308" fmla="*/ 8287062 w 11861549"/>
              <a:gd name="connsiteY1308" fmla="*/ 1005895 h 3345776"/>
              <a:gd name="connsiteX1309" fmla="*/ 8023614 w 11861549"/>
              <a:gd name="connsiteY1309" fmla="*/ 869892 h 3345776"/>
              <a:gd name="connsiteX1310" fmla="*/ 7918604 w 11861549"/>
              <a:gd name="connsiteY1310" fmla="*/ 849028 h 3345776"/>
              <a:gd name="connsiteX1311" fmla="*/ 7843937 w 11861549"/>
              <a:gd name="connsiteY1311" fmla="*/ 847760 h 3345776"/>
              <a:gd name="connsiteX1312" fmla="*/ 1946629 w 11861549"/>
              <a:gd name="connsiteY1312" fmla="*/ 824042 h 3345776"/>
              <a:gd name="connsiteX1313" fmla="*/ 1953594 w 11861549"/>
              <a:gd name="connsiteY1313" fmla="*/ 894462 h 3345776"/>
              <a:gd name="connsiteX1314" fmla="*/ 1970342 w 11861549"/>
              <a:gd name="connsiteY1314" fmla="*/ 903036 h 3345776"/>
              <a:gd name="connsiteX1315" fmla="*/ 1958757 w 11861549"/>
              <a:gd name="connsiteY1315" fmla="*/ 841921 h 3345776"/>
              <a:gd name="connsiteX1316" fmla="*/ 3213872 w 11861549"/>
              <a:gd name="connsiteY1316" fmla="*/ 809746 h 3345776"/>
              <a:gd name="connsiteX1317" fmla="*/ 2879552 w 11861549"/>
              <a:gd name="connsiteY1317" fmla="*/ 987123 h 3345776"/>
              <a:gd name="connsiteX1318" fmla="*/ 2816722 w 11861549"/>
              <a:gd name="connsiteY1318" fmla="*/ 1071151 h 3345776"/>
              <a:gd name="connsiteX1319" fmla="*/ 2765643 w 11861549"/>
              <a:gd name="connsiteY1319" fmla="*/ 1140875 h 3345776"/>
              <a:gd name="connsiteX1320" fmla="*/ 2613423 w 11861549"/>
              <a:gd name="connsiteY1320" fmla="*/ 1295778 h 3345776"/>
              <a:gd name="connsiteX1321" fmla="*/ 2423368 w 11861549"/>
              <a:gd name="connsiteY1321" fmla="*/ 1380082 h 3345776"/>
              <a:gd name="connsiteX1322" fmla="*/ 2317215 w 11861549"/>
              <a:gd name="connsiteY1322" fmla="*/ 1390070 h 3345776"/>
              <a:gd name="connsiteX1323" fmla="*/ 2323900 w 11861549"/>
              <a:gd name="connsiteY1323" fmla="*/ 1391607 h 3345776"/>
              <a:gd name="connsiteX1324" fmla="*/ 2648795 w 11861549"/>
              <a:gd name="connsiteY1324" fmla="*/ 1316847 h 3345776"/>
              <a:gd name="connsiteX1325" fmla="*/ 2797186 w 11861549"/>
              <a:gd name="connsiteY1325" fmla="*/ 1187613 h 3345776"/>
              <a:gd name="connsiteX1326" fmla="*/ 2847245 w 11861549"/>
              <a:gd name="connsiteY1326" fmla="*/ 1128998 h 3345776"/>
              <a:gd name="connsiteX1327" fmla="*/ 2909433 w 11861549"/>
              <a:gd name="connsiteY1327" fmla="*/ 1056720 h 3345776"/>
              <a:gd name="connsiteX1328" fmla="*/ 3241458 w 11861549"/>
              <a:gd name="connsiteY1328" fmla="*/ 916248 h 3345776"/>
              <a:gd name="connsiteX1329" fmla="*/ 3670275 w 11861549"/>
              <a:gd name="connsiteY1329" fmla="*/ 1332427 h 3345776"/>
              <a:gd name="connsiteX1330" fmla="*/ 3686880 w 11861549"/>
              <a:gd name="connsiteY1330" fmla="*/ 1368782 h 3345776"/>
              <a:gd name="connsiteX1331" fmla="*/ 3678839 w 11861549"/>
              <a:gd name="connsiteY1331" fmla="*/ 1303508 h 3345776"/>
              <a:gd name="connsiteX1332" fmla="*/ 3671089 w 11861549"/>
              <a:gd name="connsiteY1332" fmla="*/ 1283406 h 3345776"/>
              <a:gd name="connsiteX1333" fmla="*/ 3643203 w 11861549"/>
              <a:gd name="connsiteY1333" fmla="*/ 1217241 h 3345776"/>
              <a:gd name="connsiteX1334" fmla="*/ 3213872 w 11861549"/>
              <a:gd name="connsiteY1334" fmla="*/ 809746 h 3345776"/>
              <a:gd name="connsiteX1335" fmla="*/ 1908867 w 11861549"/>
              <a:gd name="connsiteY1335" fmla="*/ 798382 h 3345776"/>
              <a:gd name="connsiteX1336" fmla="*/ 1914258 w 11861549"/>
              <a:gd name="connsiteY1336" fmla="*/ 872448 h 3345776"/>
              <a:gd name="connsiteX1337" fmla="*/ 1914750 w 11861549"/>
              <a:gd name="connsiteY1337" fmla="*/ 879295 h 3345776"/>
              <a:gd name="connsiteX1338" fmla="*/ 1928079 w 11861549"/>
              <a:gd name="connsiteY1338" fmla="*/ 881402 h 3345776"/>
              <a:gd name="connsiteX1339" fmla="*/ 1940592 w 11861549"/>
              <a:gd name="connsiteY1339" fmla="*/ 887807 h 3345776"/>
              <a:gd name="connsiteX1340" fmla="*/ 1933973 w 11861549"/>
              <a:gd name="connsiteY1340" fmla="*/ 820840 h 3345776"/>
              <a:gd name="connsiteX1341" fmla="*/ 1932623 w 11861549"/>
              <a:gd name="connsiteY1341" fmla="*/ 814479 h 3345776"/>
              <a:gd name="connsiteX1342" fmla="*/ 7849111 w 11861549"/>
              <a:gd name="connsiteY1342" fmla="*/ 791436 h 3345776"/>
              <a:gd name="connsiteX1343" fmla="*/ 7660686 w 11861549"/>
              <a:gd name="connsiteY1343" fmla="*/ 852141 h 3345776"/>
              <a:gd name="connsiteX1344" fmla="*/ 7372592 w 11861549"/>
              <a:gd name="connsiteY1344" fmla="*/ 1254145 h 3345776"/>
              <a:gd name="connsiteX1345" fmla="*/ 7360093 w 11861549"/>
              <a:gd name="connsiteY1345" fmla="*/ 1300916 h 3345776"/>
              <a:gd name="connsiteX1346" fmla="*/ 7406968 w 11861549"/>
              <a:gd name="connsiteY1346" fmla="*/ 1183745 h 3345776"/>
              <a:gd name="connsiteX1347" fmla="*/ 7630167 w 11861549"/>
              <a:gd name="connsiteY1347" fmla="*/ 907821 h 3345776"/>
              <a:gd name="connsiteX1348" fmla="*/ 8026934 w 11861549"/>
              <a:gd name="connsiteY1348" fmla="*/ 857762 h 3345776"/>
              <a:gd name="connsiteX1349" fmla="*/ 8294213 w 11861549"/>
              <a:gd name="connsiteY1349" fmla="*/ 995679 h 3345776"/>
              <a:gd name="connsiteX1350" fmla="*/ 8452945 w 11861549"/>
              <a:gd name="connsiteY1350" fmla="*/ 1117506 h 3345776"/>
              <a:gd name="connsiteX1351" fmla="*/ 8578476 w 11861549"/>
              <a:gd name="connsiteY1351" fmla="*/ 1225796 h 3345776"/>
              <a:gd name="connsiteX1352" fmla="*/ 9233072 w 11861549"/>
              <a:gd name="connsiteY1352" fmla="*/ 1644018 h 3345776"/>
              <a:gd name="connsiteX1353" fmla="*/ 9241551 w 11861549"/>
              <a:gd name="connsiteY1353" fmla="*/ 1645476 h 3345776"/>
              <a:gd name="connsiteX1354" fmla="*/ 9168827 w 11861549"/>
              <a:gd name="connsiteY1354" fmla="*/ 1621080 h 3345776"/>
              <a:gd name="connsiteX1355" fmla="*/ 8600184 w 11861549"/>
              <a:gd name="connsiteY1355" fmla="*/ 1204726 h 3345776"/>
              <a:gd name="connsiteX1356" fmla="*/ 8480018 w 11861549"/>
              <a:gd name="connsiteY1356" fmla="*/ 1093753 h 3345776"/>
              <a:gd name="connsiteX1357" fmla="*/ 8323072 w 11861549"/>
              <a:gd name="connsiteY1357" fmla="*/ 966051 h 3345776"/>
              <a:gd name="connsiteX1358" fmla="*/ 8058604 w 11861549"/>
              <a:gd name="connsiteY1358" fmla="*/ 819706 h 3345776"/>
              <a:gd name="connsiteX1359" fmla="*/ 7849111 w 11861549"/>
              <a:gd name="connsiteY1359" fmla="*/ 791436 h 3345776"/>
              <a:gd name="connsiteX1360" fmla="*/ 1938117 w 11861549"/>
              <a:gd name="connsiteY1360" fmla="*/ 780658 h 3345776"/>
              <a:gd name="connsiteX1361" fmla="*/ 1943481 w 11861549"/>
              <a:gd name="connsiteY1361" fmla="*/ 805767 h 3345776"/>
              <a:gd name="connsiteX1362" fmla="*/ 1953165 w 11861549"/>
              <a:gd name="connsiteY1362" fmla="*/ 812414 h 3345776"/>
              <a:gd name="connsiteX1363" fmla="*/ 1951545 w 11861549"/>
              <a:gd name="connsiteY1363" fmla="*/ 803871 h 3345776"/>
              <a:gd name="connsiteX1364" fmla="*/ 1870006 w 11861549"/>
              <a:gd name="connsiteY1364" fmla="*/ 774817 h 3345776"/>
              <a:gd name="connsiteX1365" fmla="*/ 1872245 w 11861549"/>
              <a:gd name="connsiteY1365" fmla="*/ 817408 h 3345776"/>
              <a:gd name="connsiteX1366" fmla="*/ 1875028 w 11861549"/>
              <a:gd name="connsiteY1366" fmla="*/ 873016 h 3345776"/>
              <a:gd name="connsiteX1367" fmla="*/ 1901776 w 11861549"/>
              <a:gd name="connsiteY1367" fmla="*/ 877245 h 3345776"/>
              <a:gd name="connsiteX1368" fmla="*/ 1901362 w 11861549"/>
              <a:gd name="connsiteY1368" fmla="*/ 872830 h 3345776"/>
              <a:gd name="connsiteX1369" fmla="*/ 1895244 w 11861549"/>
              <a:gd name="connsiteY1369" fmla="*/ 789150 h 3345776"/>
              <a:gd name="connsiteX1370" fmla="*/ 1877063 w 11861549"/>
              <a:gd name="connsiteY1370" fmla="*/ 776831 h 3345776"/>
              <a:gd name="connsiteX1371" fmla="*/ 1829833 w 11861549"/>
              <a:gd name="connsiteY1371" fmla="*/ 763359 h 3345776"/>
              <a:gd name="connsiteX1372" fmla="*/ 1829848 w 11861549"/>
              <a:gd name="connsiteY1372" fmla="*/ 763773 h 3345776"/>
              <a:gd name="connsiteX1373" fmla="*/ 1833024 w 11861549"/>
              <a:gd name="connsiteY1373" fmla="*/ 867802 h 3345776"/>
              <a:gd name="connsiteX1374" fmla="*/ 1839156 w 11861549"/>
              <a:gd name="connsiteY1374" fmla="*/ 867345 h 3345776"/>
              <a:gd name="connsiteX1375" fmla="*/ 1862569 w 11861549"/>
              <a:gd name="connsiteY1375" fmla="*/ 871047 h 3345776"/>
              <a:gd name="connsiteX1376" fmla="*/ 1858835 w 11861549"/>
              <a:gd name="connsiteY1376" fmla="*/ 817919 h 3345776"/>
              <a:gd name="connsiteX1377" fmla="*/ 1856433 w 11861549"/>
              <a:gd name="connsiteY1377" fmla="*/ 770945 h 3345776"/>
              <a:gd name="connsiteX1378" fmla="*/ 1677243 w 11861549"/>
              <a:gd name="connsiteY1378" fmla="*/ 747555 h 3345776"/>
              <a:gd name="connsiteX1379" fmla="*/ 1211261 w 11861549"/>
              <a:gd name="connsiteY1379" fmla="*/ 917525 h 3345776"/>
              <a:gd name="connsiteX1380" fmla="*/ 978207 w 11861549"/>
              <a:gd name="connsiteY1380" fmla="*/ 1004872 h 3345776"/>
              <a:gd name="connsiteX1381" fmla="*/ 971054 w 11861549"/>
              <a:gd name="connsiteY1381" fmla="*/ 1004872 h 3345776"/>
              <a:gd name="connsiteX1382" fmla="*/ 805042 w 11861549"/>
              <a:gd name="connsiteY1382" fmla="*/ 968861 h 3345776"/>
              <a:gd name="connsiteX1383" fmla="*/ 747961 w 11861549"/>
              <a:gd name="connsiteY1383" fmla="*/ 949067 h 3345776"/>
              <a:gd name="connsiteX1384" fmla="*/ 296409 w 11861549"/>
              <a:gd name="connsiteY1384" fmla="*/ 1063998 h 3345776"/>
              <a:gd name="connsiteX1385" fmla="*/ 34383 w 11861549"/>
              <a:gd name="connsiteY1385" fmla="*/ 1465324 h 3345776"/>
              <a:gd name="connsiteX1386" fmla="*/ 21920 w 11861549"/>
              <a:gd name="connsiteY1386" fmla="*/ 1522071 h 3345776"/>
              <a:gd name="connsiteX1387" fmla="*/ 72628 w 11861549"/>
              <a:gd name="connsiteY1387" fmla="*/ 1397491 h 3345776"/>
              <a:gd name="connsiteX1388" fmla="*/ 292322 w 11861549"/>
              <a:gd name="connsiteY1388" fmla="*/ 1130659 h 3345776"/>
              <a:gd name="connsiteX1389" fmla="*/ 800830 w 11861549"/>
              <a:gd name="connsiteY1389" fmla="*/ 1055954 h 3345776"/>
              <a:gd name="connsiteX1390" fmla="*/ 858806 w 11861549"/>
              <a:gd name="connsiteY1390" fmla="*/ 1089157 h 3345776"/>
              <a:gd name="connsiteX1391" fmla="*/ 1034906 w 11861549"/>
              <a:gd name="connsiteY1391" fmla="*/ 1155305 h 3345776"/>
              <a:gd name="connsiteX1392" fmla="*/ 1277539 w 11861549"/>
              <a:gd name="connsiteY1392" fmla="*/ 1070895 h 3345776"/>
              <a:gd name="connsiteX1393" fmla="*/ 1732921 w 11861549"/>
              <a:gd name="connsiteY1393" fmla="*/ 875257 h 3345776"/>
              <a:gd name="connsiteX1394" fmla="*/ 1819303 w 11861549"/>
              <a:gd name="connsiteY1394" fmla="*/ 868824 h 3345776"/>
              <a:gd name="connsiteX1395" fmla="*/ 1816056 w 11861549"/>
              <a:gd name="connsiteY1395" fmla="*/ 764284 h 3345776"/>
              <a:gd name="connsiteX1396" fmla="*/ 1815894 w 11861549"/>
              <a:gd name="connsiteY1396" fmla="*/ 759383 h 3345776"/>
              <a:gd name="connsiteX1397" fmla="*/ 1786373 w 11861549"/>
              <a:gd name="connsiteY1397" fmla="*/ 750963 h 3345776"/>
              <a:gd name="connsiteX1398" fmla="*/ 1677243 w 11861549"/>
              <a:gd name="connsiteY1398" fmla="*/ 747555 h 3345776"/>
              <a:gd name="connsiteX1399" fmla="*/ 7876821 w 11861549"/>
              <a:gd name="connsiteY1399" fmla="*/ 730380 h 3345776"/>
              <a:gd name="connsiteX1400" fmla="*/ 7681886 w 11861549"/>
              <a:gd name="connsiteY1400" fmla="*/ 784333 h 3345776"/>
              <a:gd name="connsiteX1401" fmla="*/ 7377062 w 11861549"/>
              <a:gd name="connsiteY1401" fmla="*/ 1185444 h 3345776"/>
              <a:gd name="connsiteX1402" fmla="*/ 7295333 w 11861549"/>
              <a:gd name="connsiteY1402" fmla="*/ 1475198 h 3345776"/>
              <a:gd name="connsiteX1403" fmla="*/ 7271069 w 11861549"/>
              <a:gd name="connsiteY1403" fmla="*/ 1595492 h 3345776"/>
              <a:gd name="connsiteX1404" fmla="*/ 7108122 w 11861549"/>
              <a:gd name="connsiteY1404" fmla="*/ 2149334 h 3345776"/>
              <a:gd name="connsiteX1405" fmla="*/ 7022691 w 11861549"/>
              <a:gd name="connsiteY1405" fmla="*/ 2282270 h 3345776"/>
              <a:gd name="connsiteX1406" fmla="*/ 6593358 w 11861549"/>
              <a:gd name="connsiteY1406" fmla="*/ 2505109 h 3345776"/>
              <a:gd name="connsiteX1407" fmla="*/ 6421727 w 11861549"/>
              <a:gd name="connsiteY1407" fmla="*/ 2466798 h 3345776"/>
              <a:gd name="connsiteX1408" fmla="*/ 6331814 w 11861549"/>
              <a:gd name="connsiteY1408" fmla="*/ 2404975 h 3345776"/>
              <a:gd name="connsiteX1409" fmla="*/ 6347150 w 11861549"/>
              <a:gd name="connsiteY1409" fmla="*/ 2423635 h 3345776"/>
              <a:gd name="connsiteX1410" fmla="*/ 6433605 w 11861549"/>
              <a:gd name="connsiteY1410" fmla="*/ 2484548 h 3345776"/>
              <a:gd name="connsiteX1411" fmla="*/ 7012091 w 11861549"/>
              <a:gd name="connsiteY1411" fmla="*/ 2325049 h 3345776"/>
              <a:gd name="connsiteX1412" fmla="*/ 7097779 w 11861549"/>
              <a:gd name="connsiteY1412" fmla="*/ 2198753 h 3345776"/>
              <a:gd name="connsiteX1413" fmla="*/ 7263791 w 11861549"/>
              <a:gd name="connsiteY1413" fmla="*/ 1635973 h 3345776"/>
              <a:gd name="connsiteX1414" fmla="*/ 7282690 w 11861549"/>
              <a:gd name="connsiteY1414" fmla="*/ 1538920 h 3345776"/>
              <a:gd name="connsiteX1415" fmla="*/ 7359311 w 11861549"/>
              <a:gd name="connsiteY1415" fmla="*/ 1250442 h 3345776"/>
              <a:gd name="connsiteX1416" fmla="*/ 7653024 w 11861549"/>
              <a:gd name="connsiteY1416" fmla="*/ 841798 h 3345776"/>
              <a:gd name="connsiteX1417" fmla="*/ 8061669 w 11861549"/>
              <a:gd name="connsiteY1417" fmla="*/ 808212 h 3345776"/>
              <a:gd name="connsiteX1418" fmla="*/ 8329841 w 11861549"/>
              <a:gd name="connsiteY1418" fmla="*/ 956475 h 3345776"/>
              <a:gd name="connsiteX1419" fmla="*/ 8487807 w 11861549"/>
              <a:gd name="connsiteY1419" fmla="*/ 1085452 h 3345776"/>
              <a:gd name="connsiteX1420" fmla="*/ 8608103 w 11861549"/>
              <a:gd name="connsiteY1420" fmla="*/ 1196553 h 3345776"/>
              <a:gd name="connsiteX1421" fmla="*/ 9267807 w 11861549"/>
              <a:gd name="connsiteY1421" fmla="*/ 1640187 h 3345776"/>
              <a:gd name="connsiteX1422" fmla="*/ 9279757 w 11861549"/>
              <a:gd name="connsiteY1422" fmla="*/ 1642246 h 3345776"/>
              <a:gd name="connsiteX1423" fmla="*/ 9201751 w 11861549"/>
              <a:gd name="connsiteY1423" fmla="*/ 1615309 h 3345776"/>
              <a:gd name="connsiteX1424" fmla="*/ 8632365 w 11861549"/>
              <a:gd name="connsiteY1424" fmla="*/ 1176121 h 3345776"/>
              <a:gd name="connsiteX1425" fmla="*/ 8513986 w 11861549"/>
              <a:gd name="connsiteY1425" fmla="*/ 1059657 h 3345776"/>
              <a:gd name="connsiteX1426" fmla="*/ 8357808 w 11861549"/>
              <a:gd name="connsiteY1426" fmla="*/ 924550 h 3345776"/>
              <a:gd name="connsiteX1427" fmla="*/ 8092062 w 11861549"/>
              <a:gd name="connsiteY1427" fmla="*/ 767987 h 3345776"/>
              <a:gd name="connsiteX1428" fmla="*/ 7876821 w 11861549"/>
              <a:gd name="connsiteY1428" fmla="*/ 730380 h 3345776"/>
              <a:gd name="connsiteX1429" fmla="*/ 1899995 w 11861549"/>
              <a:gd name="connsiteY1429" fmla="*/ 718561 h 3345776"/>
              <a:gd name="connsiteX1430" fmla="*/ 1905081 w 11861549"/>
              <a:gd name="connsiteY1430" fmla="*/ 746342 h 3345776"/>
              <a:gd name="connsiteX1431" fmla="*/ 1907613 w 11861549"/>
              <a:gd name="connsiteY1431" fmla="*/ 781144 h 3345776"/>
              <a:gd name="connsiteX1432" fmla="*/ 1928604 w 11861549"/>
              <a:gd name="connsiteY1432" fmla="*/ 795553 h 3345776"/>
              <a:gd name="connsiteX1433" fmla="*/ 1918094 w 11861549"/>
              <a:gd name="connsiteY1433" fmla="*/ 746051 h 3345776"/>
              <a:gd name="connsiteX1434" fmla="*/ 1904239 w 11861549"/>
              <a:gd name="connsiteY1434" fmla="*/ 722105 h 3345776"/>
              <a:gd name="connsiteX1435" fmla="*/ 3189102 w 11861549"/>
              <a:gd name="connsiteY1435" fmla="*/ 691238 h 3345776"/>
              <a:gd name="connsiteX1436" fmla="*/ 2840350 w 11861549"/>
              <a:gd name="connsiteY1436" fmla="*/ 909097 h 3345776"/>
              <a:gd name="connsiteX1437" fmla="*/ 2775476 w 11861549"/>
              <a:gd name="connsiteY1437" fmla="*/ 1007044 h 3345776"/>
              <a:gd name="connsiteX1438" fmla="*/ 2724397 w 11861549"/>
              <a:gd name="connsiteY1438" fmla="*/ 1085963 h 3345776"/>
              <a:gd name="connsiteX1439" fmla="*/ 2571154 w 11861549"/>
              <a:gd name="connsiteY1439" fmla="*/ 1262829 h 3345776"/>
              <a:gd name="connsiteX1440" fmla="*/ 2378742 w 11861549"/>
              <a:gd name="connsiteY1440" fmla="*/ 1359873 h 3345776"/>
              <a:gd name="connsiteX1441" fmla="*/ 2285753 w 11861549"/>
              <a:gd name="connsiteY1441" fmla="*/ 1370715 h 3345776"/>
              <a:gd name="connsiteX1442" fmla="*/ 2289858 w 11861549"/>
              <a:gd name="connsiteY1442" fmla="*/ 1373482 h 3345776"/>
              <a:gd name="connsiteX1443" fmla="*/ 2361761 w 11861549"/>
              <a:gd name="connsiteY1443" fmla="*/ 1375700 h 3345776"/>
              <a:gd name="connsiteX1444" fmla="*/ 2604994 w 11861549"/>
              <a:gd name="connsiteY1444" fmla="*/ 1284922 h 3345776"/>
              <a:gd name="connsiteX1445" fmla="*/ 2754404 w 11861549"/>
              <a:gd name="connsiteY1445" fmla="*/ 1132702 h 3345776"/>
              <a:gd name="connsiteX1446" fmla="*/ 2805485 w 11861549"/>
              <a:gd name="connsiteY1446" fmla="*/ 1063233 h 3345776"/>
              <a:gd name="connsiteX1447" fmla="*/ 2869335 w 11861549"/>
              <a:gd name="connsiteY1447" fmla="*/ 978695 h 3345776"/>
              <a:gd name="connsiteX1448" fmla="*/ 3215405 w 11861549"/>
              <a:gd name="connsiteY1448" fmla="*/ 796338 h 3345776"/>
              <a:gd name="connsiteX1449" fmla="*/ 3655717 w 11861549"/>
              <a:gd name="connsiteY1449" fmla="*/ 1211750 h 3345776"/>
              <a:gd name="connsiteX1450" fmla="*/ 3672392 w 11861549"/>
              <a:gd name="connsiteY1450" fmla="*/ 1251174 h 3345776"/>
              <a:gd name="connsiteX1451" fmla="*/ 3666102 w 11861549"/>
              <a:gd name="connsiteY1451" fmla="*/ 1200113 h 3345776"/>
              <a:gd name="connsiteX1452" fmla="*/ 3628902 w 11861549"/>
              <a:gd name="connsiteY1452" fmla="*/ 1097457 h 3345776"/>
              <a:gd name="connsiteX1453" fmla="*/ 3189102 w 11861549"/>
              <a:gd name="connsiteY1453" fmla="*/ 691238 h 3345776"/>
              <a:gd name="connsiteX1454" fmla="*/ 1865541 w 11861549"/>
              <a:gd name="connsiteY1454" fmla="*/ 689799 h 3345776"/>
              <a:gd name="connsiteX1455" fmla="*/ 1869255 w 11861549"/>
              <a:gd name="connsiteY1455" fmla="*/ 760522 h 3345776"/>
              <a:gd name="connsiteX1456" fmla="*/ 1883657 w 11861549"/>
              <a:gd name="connsiteY1456" fmla="*/ 764699 h 3345776"/>
              <a:gd name="connsiteX1457" fmla="*/ 1893975 w 11861549"/>
              <a:gd name="connsiteY1457" fmla="*/ 771781 h 3345776"/>
              <a:gd name="connsiteX1458" fmla="*/ 1892230 w 11861549"/>
              <a:gd name="connsiteY1458" fmla="*/ 747906 h 3345776"/>
              <a:gd name="connsiteX1459" fmla="*/ 1884493 w 11861549"/>
              <a:gd name="connsiteY1459" fmla="*/ 705621 h 3345776"/>
              <a:gd name="connsiteX1460" fmla="*/ 1892999 w 11861549"/>
              <a:gd name="connsiteY1460" fmla="*/ 680357 h 3345776"/>
              <a:gd name="connsiteX1461" fmla="*/ 1896338 w 11861549"/>
              <a:gd name="connsiteY1461" fmla="*/ 698594 h 3345776"/>
              <a:gd name="connsiteX1462" fmla="*/ 1907017 w 11861549"/>
              <a:gd name="connsiteY1462" fmla="*/ 707570 h 3345776"/>
              <a:gd name="connsiteX1463" fmla="*/ 7904996 w 11861549"/>
              <a:gd name="connsiteY1463" fmla="*/ 668301 h 3345776"/>
              <a:gd name="connsiteX1464" fmla="*/ 7703595 w 11861549"/>
              <a:gd name="connsiteY1464" fmla="*/ 715374 h 3345776"/>
              <a:gd name="connsiteX1465" fmla="*/ 7382043 w 11861549"/>
              <a:gd name="connsiteY1465" fmla="*/ 1115590 h 3345776"/>
              <a:gd name="connsiteX1466" fmla="*/ 7294695 w 11861549"/>
              <a:gd name="connsiteY1466" fmla="*/ 1408537 h 3345776"/>
              <a:gd name="connsiteX1467" fmla="*/ 7264558 w 11861549"/>
              <a:gd name="connsiteY1467" fmla="*/ 1552584 h 3345776"/>
              <a:gd name="connsiteX1468" fmla="*/ 7106719 w 11861549"/>
              <a:gd name="connsiteY1468" fmla="*/ 2093144 h 3345776"/>
              <a:gd name="connsiteX1469" fmla="*/ 7023074 w 11861549"/>
              <a:gd name="connsiteY1469" fmla="*/ 2230678 h 3345776"/>
              <a:gd name="connsiteX1470" fmla="*/ 6576248 w 11861549"/>
              <a:gd name="connsiteY1470" fmla="*/ 2472161 h 3345776"/>
              <a:gd name="connsiteX1471" fmla="*/ 6378175 w 11861549"/>
              <a:gd name="connsiteY1471" fmla="*/ 2417581 h 3345776"/>
              <a:gd name="connsiteX1472" fmla="*/ 6325385 w 11861549"/>
              <a:gd name="connsiteY1472" fmla="*/ 2377241 h 3345776"/>
              <a:gd name="connsiteX1473" fmla="*/ 6339360 w 11861549"/>
              <a:gd name="connsiteY1473" fmla="*/ 2394264 h 3345776"/>
              <a:gd name="connsiteX1474" fmla="*/ 6427730 w 11861549"/>
              <a:gd name="connsiteY1474" fmla="*/ 2455050 h 3345776"/>
              <a:gd name="connsiteX1475" fmla="*/ 7012091 w 11861549"/>
              <a:gd name="connsiteY1475" fmla="*/ 2273970 h 3345776"/>
              <a:gd name="connsiteX1476" fmla="*/ 7096119 w 11861549"/>
              <a:gd name="connsiteY1476" fmla="*/ 2143075 h 3345776"/>
              <a:gd name="connsiteX1477" fmla="*/ 7257916 w 11861549"/>
              <a:gd name="connsiteY1477" fmla="*/ 1592938 h 3345776"/>
              <a:gd name="connsiteX1478" fmla="*/ 7282180 w 11861549"/>
              <a:gd name="connsiteY1478" fmla="*/ 1472388 h 3345776"/>
              <a:gd name="connsiteX1479" fmla="*/ 7364419 w 11861549"/>
              <a:gd name="connsiteY1479" fmla="*/ 1180591 h 3345776"/>
              <a:gd name="connsiteX1480" fmla="*/ 7675500 w 11861549"/>
              <a:gd name="connsiteY1480" fmla="*/ 771947 h 3345776"/>
              <a:gd name="connsiteX1481" fmla="*/ 8096914 w 11861549"/>
              <a:gd name="connsiteY1481" fmla="*/ 754835 h 3345776"/>
              <a:gd name="connsiteX1482" fmla="*/ 8366108 w 11861549"/>
              <a:gd name="connsiteY1482" fmla="*/ 913312 h 3345776"/>
              <a:gd name="connsiteX1483" fmla="*/ 8523436 w 11861549"/>
              <a:gd name="connsiteY1483" fmla="*/ 1049441 h 3345776"/>
              <a:gd name="connsiteX1484" fmla="*/ 8642071 w 11861549"/>
              <a:gd name="connsiteY1484" fmla="*/ 1166033 h 3345776"/>
              <a:gd name="connsiteX1485" fmla="*/ 9301904 w 11861549"/>
              <a:gd name="connsiteY1485" fmla="*/ 1635591 h 3345776"/>
              <a:gd name="connsiteX1486" fmla="*/ 9313340 w 11861549"/>
              <a:gd name="connsiteY1486" fmla="*/ 1637595 h 3345776"/>
              <a:gd name="connsiteX1487" fmla="*/ 9234193 w 11861549"/>
              <a:gd name="connsiteY1487" fmla="*/ 1609489 h 3345776"/>
              <a:gd name="connsiteX1488" fmla="*/ 8665185 w 11861549"/>
              <a:gd name="connsiteY1488" fmla="*/ 1146111 h 3345776"/>
              <a:gd name="connsiteX1489" fmla="*/ 8548338 w 11861549"/>
              <a:gd name="connsiteY1489" fmla="*/ 1024283 h 3345776"/>
              <a:gd name="connsiteX1490" fmla="*/ 8392799 w 11861549"/>
              <a:gd name="connsiteY1490" fmla="*/ 882024 h 3345776"/>
              <a:gd name="connsiteX1491" fmla="*/ 8126031 w 11861549"/>
              <a:gd name="connsiteY1491" fmla="*/ 715374 h 3345776"/>
              <a:gd name="connsiteX1492" fmla="*/ 7904996 w 11861549"/>
              <a:gd name="connsiteY1492" fmla="*/ 668301 h 3345776"/>
              <a:gd name="connsiteX1493" fmla="*/ 1826552 w 11861549"/>
              <a:gd name="connsiteY1493" fmla="*/ 659134 h 3345776"/>
              <a:gd name="connsiteX1494" fmla="*/ 1829381 w 11861549"/>
              <a:gd name="connsiteY1494" fmla="*/ 748959 h 3345776"/>
              <a:gd name="connsiteX1495" fmla="*/ 1855698 w 11861549"/>
              <a:gd name="connsiteY1495" fmla="*/ 756590 h 3345776"/>
              <a:gd name="connsiteX1496" fmla="*/ 1851688 w 11861549"/>
              <a:gd name="connsiteY1496" fmla="*/ 678234 h 3345776"/>
              <a:gd name="connsiteX1497" fmla="*/ 1830916 w 11861549"/>
              <a:gd name="connsiteY1497" fmla="*/ 660894 h 3345776"/>
              <a:gd name="connsiteX1498" fmla="*/ 1854962 w 11861549"/>
              <a:gd name="connsiteY1498" fmla="*/ 613361 h 3345776"/>
              <a:gd name="connsiteX1499" fmla="*/ 1864199 w 11861549"/>
              <a:gd name="connsiteY1499" fmla="*/ 671582 h 3345776"/>
              <a:gd name="connsiteX1500" fmla="*/ 1880819 w 11861549"/>
              <a:gd name="connsiteY1500" fmla="*/ 685552 h 3345776"/>
              <a:gd name="connsiteX1501" fmla="*/ 1872635 w 11861549"/>
              <a:gd name="connsiteY1501" fmla="*/ 640830 h 3345776"/>
              <a:gd name="connsiteX1502" fmla="*/ 1862043 w 11861549"/>
              <a:gd name="connsiteY1502" fmla="*/ 620271 h 3345776"/>
              <a:gd name="connsiteX1503" fmla="*/ 7933825 w 11861549"/>
              <a:gd name="connsiteY1503" fmla="*/ 607467 h 3345776"/>
              <a:gd name="connsiteX1504" fmla="*/ 7726454 w 11861549"/>
              <a:gd name="connsiteY1504" fmla="*/ 648204 h 3345776"/>
              <a:gd name="connsiteX1505" fmla="*/ 7388045 w 11861549"/>
              <a:gd name="connsiteY1505" fmla="*/ 1047398 h 3345776"/>
              <a:gd name="connsiteX1506" fmla="*/ 7295079 w 11861549"/>
              <a:gd name="connsiteY1506" fmla="*/ 1343538 h 3345776"/>
              <a:gd name="connsiteX1507" fmla="*/ 7258811 w 11861549"/>
              <a:gd name="connsiteY1507" fmla="*/ 1511720 h 3345776"/>
              <a:gd name="connsiteX1508" fmla="*/ 7106464 w 11861549"/>
              <a:gd name="connsiteY1508" fmla="*/ 2038744 h 3345776"/>
              <a:gd name="connsiteX1509" fmla="*/ 7024097 w 11861549"/>
              <a:gd name="connsiteY1509" fmla="*/ 2180875 h 3345776"/>
              <a:gd name="connsiteX1510" fmla="*/ 6564372 w 11861549"/>
              <a:gd name="connsiteY1510" fmla="*/ 2441769 h 3345776"/>
              <a:gd name="connsiteX1511" fmla="*/ 6411131 w 11861549"/>
              <a:gd name="connsiteY1511" fmla="*/ 2409461 h 3345776"/>
              <a:gd name="connsiteX1512" fmla="*/ 6319225 w 11861549"/>
              <a:gd name="connsiteY1512" fmla="*/ 2348844 h 3345776"/>
              <a:gd name="connsiteX1513" fmla="*/ 6332083 w 11861549"/>
              <a:gd name="connsiteY1513" fmla="*/ 2364509 h 3345776"/>
              <a:gd name="connsiteX1514" fmla="*/ 6422240 w 11861549"/>
              <a:gd name="connsiteY1514" fmla="*/ 2425295 h 3345776"/>
              <a:gd name="connsiteX1515" fmla="*/ 7012731 w 11861549"/>
              <a:gd name="connsiteY1515" fmla="*/ 2222761 h 3345776"/>
              <a:gd name="connsiteX1516" fmla="*/ 7095098 w 11861549"/>
              <a:gd name="connsiteY1516" fmla="*/ 2087141 h 3345776"/>
              <a:gd name="connsiteX1517" fmla="*/ 7251660 w 11861549"/>
              <a:gd name="connsiteY1517" fmla="*/ 1549902 h 3345776"/>
              <a:gd name="connsiteX1518" fmla="*/ 7281925 w 11861549"/>
              <a:gd name="connsiteY1518" fmla="*/ 1405600 h 3345776"/>
              <a:gd name="connsiteX1519" fmla="*/ 7369912 w 11861549"/>
              <a:gd name="connsiteY1519" fmla="*/ 1110609 h 3345776"/>
              <a:gd name="connsiteX1520" fmla="*/ 7698104 w 11861549"/>
              <a:gd name="connsiteY1520" fmla="*/ 703370 h 3345776"/>
              <a:gd name="connsiteX1521" fmla="*/ 8131394 w 11861549"/>
              <a:gd name="connsiteY1521" fmla="*/ 703370 h 3345776"/>
              <a:gd name="connsiteX1522" fmla="*/ 8401739 w 11861549"/>
              <a:gd name="connsiteY1522" fmla="*/ 872192 h 3345776"/>
              <a:gd name="connsiteX1523" fmla="*/ 8558300 w 11861549"/>
              <a:gd name="connsiteY1523" fmla="*/ 1015345 h 3345776"/>
              <a:gd name="connsiteX1524" fmla="*/ 8675274 w 11861549"/>
              <a:gd name="connsiteY1524" fmla="*/ 1137427 h 3345776"/>
              <a:gd name="connsiteX1525" fmla="*/ 9335873 w 11861549"/>
              <a:gd name="connsiteY1525" fmla="*/ 1631248 h 3345776"/>
              <a:gd name="connsiteX1526" fmla="*/ 9350389 w 11861549"/>
              <a:gd name="connsiteY1526" fmla="*/ 1633804 h 3345776"/>
              <a:gd name="connsiteX1527" fmla="*/ 9266285 w 11861549"/>
              <a:gd name="connsiteY1527" fmla="*/ 1603114 h 3345776"/>
              <a:gd name="connsiteX1528" fmla="*/ 8697111 w 11861549"/>
              <a:gd name="connsiteY1528" fmla="*/ 1116740 h 3345776"/>
              <a:gd name="connsiteX1529" fmla="*/ 8582180 w 11861549"/>
              <a:gd name="connsiteY1529" fmla="*/ 989039 h 3345776"/>
              <a:gd name="connsiteX1530" fmla="*/ 8428811 w 11861549"/>
              <a:gd name="connsiteY1530" fmla="*/ 841032 h 3345776"/>
              <a:gd name="connsiteX1531" fmla="*/ 8160639 w 11861549"/>
              <a:gd name="connsiteY1531" fmla="*/ 664039 h 3345776"/>
              <a:gd name="connsiteX1532" fmla="*/ 7933825 w 11861549"/>
              <a:gd name="connsiteY1532" fmla="*/ 607467 h 3345776"/>
              <a:gd name="connsiteX1533" fmla="*/ 1617864 w 11861549"/>
              <a:gd name="connsiteY1533" fmla="*/ 607084 h 3345776"/>
              <a:gd name="connsiteX1534" fmla="*/ 1135536 w 11861549"/>
              <a:gd name="connsiteY1534" fmla="*/ 753430 h 3345776"/>
              <a:gd name="connsiteX1535" fmla="*/ 921507 w 11861549"/>
              <a:gd name="connsiteY1535" fmla="*/ 841416 h 3345776"/>
              <a:gd name="connsiteX1536" fmla="*/ 763413 w 11861549"/>
              <a:gd name="connsiteY1536" fmla="*/ 837075 h 3345776"/>
              <a:gd name="connsiteX1537" fmla="*/ 702627 w 11861549"/>
              <a:gd name="connsiteY1537" fmla="*/ 830689 h 3345776"/>
              <a:gd name="connsiteX1538" fmla="*/ 293982 w 11861549"/>
              <a:gd name="connsiteY1538" fmla="*/ 987123 h 3345776"/>
              <a:gd name="connsiteX1539" fmla="*/ 53400 w 11861549"/>
              <a:gd name="connsiteY1539" fmla="*/ 1363523 h 3345776"/>
              <a:gd name="connsiteX1540" fmla="*/ 37428 w 11861549"/>
              <a:gd name="connsiteY1540" fmla="*/ 1424664 h 3345776"/>
              <a:gd name="connsiteX1541" fmla="*/ 87760 w 11861549"/>
              <a:gd name="connsiteY1541" fmla="*/ 1305115 h 3345776"/>
              <a:gd name="connsiteX1542" fmla="*/ 288491 w 11861549"/>
              <a:gd name="connsiteY1542" fmla="*/ 1053144 h 3345776"/>
              <a:gd name="connsiteX1543" fmla="*/ 752176 w 11861549"/>
              <a:gd name="connsiteY1543" fmla="*/ 935786 h 3345776"/>
              <a:gd name="connsiteX1544" fmla="*/ 810279 w 11861549"/>
              <a:gd name="connsiteY1544" fmla="*/ 955964 h 3345776"/>
              <a:gd name="connsiteX1545" fmla="*/ 977440 w 11861549"/>
              <a:gd name="connsiteY1545" fmla="*/ 990953 h 3345776"/>
              <a:gd name="connsiteX1546" fmla="*/ 1203216 w 11861549"/>
              <a:gd name="connsiteY1546" fmla="*/ 905776 h 3345776"/>
              <a:gd name="connsiteX1547" fmla="*/ 1675712 w 11861549"/>
              <a:gd name="connsiteY1547" fmla="*/ 733635 h 3345776"/>
              <a:gd name="connsiteX1548" fmla="*/ 1789233 w 11861549"/>
              <a:gd name="connsiteY1548" fmla="*/ 737315 h 3345776"/>
              <a:gd name="connsiteX1549" fmla="*/ 1815417 w 11861549"/>
              <a:gd name="connsiteY1549" fmla="*/ 744909 h 3345776"/>
              <a:gd name="connsiteX1550" fmla="*/ 1812393 w 11861549"/>
              <a:gd name="connsiteY1550" fmla="*/ 653418 h 3345776"/>
              <a:gd name="connsiteX1551" fmla="*/ 1734488 w 11861549"/>
              <a:gd name="connsiteY1551" fmla="*/ 621975 h 3345776"/>
              <a:gd name="connsiteX1552" fmla="*/ 1617864 w 11861549"/>
              <a:gd name="connsiteY1552" fmla="*/ 607084 h 3345776"/>
              <a:gd name="connsiteX1553" fmla="*/ 1850521 w 11861549"/>
              <a:gd name="connsiteY1553" fmla="*/ 585375 h 3345776"/>
              <a:gd name="connsiteX1554" fmla="*/ 1851449 w 11861549"/>
              <a:gd name="connsiteY1554" fmla="*/ 591206 h 3345776"/>
              <a:gd name="connsiteX1555" fmla="*/ 1854610 w 11861549"/>
              <a:gd name="connsiteY1555" fmla="*/ 594308 h 3345776"/>
              <a:gd name="connsiteX1556" fmla="*/ 1821388 w 11861549"/>
              <a:gd name="connsiteY1556" fmla="*/ 580601 h 3345776"/>
              <a:gd name="connsiteX1557" fmla="*/ 1824852 w 11861549"/>
              <a:gd name="connsiteY1557" fmla="*/ 605137 h 3345776"/>
              <a:gd name="connsiteX1558" fmla="*/ 1826103 w 11861549"/>
              <a:gd name="connsiteY1558" fmla="*/ 644828 h 3345776"/>
              <a:gd name="connsiteX1559" fmla="*/ 1838242 w 11861549"/>
              <a:gd name="connsiteY1559" fmla="*/ 649769 h 3345776"/>
              <a:gd name="connsiteX1560" fmla="*/ 1848706 w 11861549"/>
              <a:gd name="connsiteY1560" fmla="*/ 658563 h 3345776"/>
              <a:gd name="connsiteX1561" fmla="*/ 1839078 w 11861549"/>
              <a:gd name="connsiteY1561" fmla="*/ 597862 h 3345776"/>
              <a:gd name="connsiteX1562" fmla="*/ 3163689 w 11861549"/>
              <a:gd name="connsiteY1562" fmla="*/ 571073 h 3345776"/>
              <a:gd name="connsiteX1563" fmla="*/ 2800507 w 11861549"/>
              <a:gd name="connsiteY1563" fmla="*/ 829540 h 3345776"/>
              <a:gd name="connsiteX1564" fmla="*/ 2732442 w 11861549"/>
              <a:gd name="connsiteY1564" fmla="*/ 943705 h 3345776"/>
              <a:gd name="connsiteX1565" fmla="*/ 2681362 w 11861549"/>
              <a:gd name="connsiteY1565" fmla="*/ 1029647 h 3345776"/>
              <a:gd name="connsiteX1566" fmla="*/ 2526715 w 11861549"/>
              <a:gd name="connsiteY1566" fmla="*/ 1228350 h 3345776"/>
              <a:gd name="connsiteX1567" fmla="*/ 2305412 w 11861549"/>
              <a:gd name="connsiteY1567" fmla="*/ 1343688 h 3345776"/>
              <a:gd name="connsiteX1568" fmla="*/ 2257235 w 11861549"/>
              <a:gd name="connsiteY1568" fmla="*/ 1348737 h 3345776"/>
              <a:gd name="connsiteX1569" fmla="*/ 2261808 w 11861549"/>
              <a:gd name="connsiteY1569" fmla="*/ 1354571 h 3345776"/>
              <a:gd name="connsiteX1570" fmla="*/ 2262767 w 11861549"/>
              <a:gd name="connsiteY1570" fmla="*/ 1355218 h 3345776"/>
              <a:gd name="connsiteX1571" fmla="*/ 2315311 w 11861549"/>
              <a:gd name="connsiteY1571" fmla="*/ 1356355 h 3345776"/>
              <a:gd name="connsiteX1572" fmla="*/ 2561321 w 11861549"/>
              <a:gd name="connsiteY1572" fmla="*/ 1251464 h 3345776"/>
              <a:gd name="connsiteX1573" fmla="*/ 2712265 w 11861549"/>
              <a:gd name="connsiteY1573" fmla="*/ 1077407 h 3345776"/>
              <a:gd name="connsiteX1574" fmla="*/ 2763345 w 11861549"/>
              <a:gd name="connsiteY1574" fmla="*/ 998743 h 3345776"/>
              <a:gd name="connsiteX1575" fmla="*/ 2828474 w 11861549"/>
              <a:gd name="connsiteY1575" fmla="*/ 900286 h 3345776"/>
              <a:gd name="connsiteX1576" fmla="*/ 3188719 w 11861549"/>
              <a:gd name="connsiteY1576" fmla="*/ 676681 h 3345776"/>
              <a:gd name="connsiteX1577" fmla="*/ 3640521 w 11861549"/>
              <a:gd name="connsiteY1577" fmla="*/ 1091327 h 3345776"/>
              <a:gd name="connsiteX1578" fmla="*/ 3659136 w 11861549"/>
              <a:gd name="connsiteY1578" fmla="*/ 1142681 h 3345776"/>
              <a:gd name="connsiteX1579" fmla="*/ 3653729 w 11861549"/>
              <a:gd name="connsiteY1579" fmla="*/ 1098055 h 3345776"/>
              <a:gd name="connsiteX1580" fmla="*/ 3614088 w 11861549"/>
              <a:gd name="connsiteY1580" fmla="*/ 976268 h 3345776"/>
              <a:gd name="connsiteX1581" fmla="*/ 3163689 w 11861549"/>
              <a:gd name="connsiteY1581" fmla="*/ 571073 h 3345776"/>
              <a:gd name="connsiteX1582" fmla="*/ 7961982 w 11861549"/>
              <a:gd name="connsiteY1582" fmla="*/ 546714 h 3345776"/>
              <a:gd name="connsiteX1583" fmla="*/ 7747269 w 11861549"/>
              <a:gd name="connsiteY1583" fmla="*/ 581033 h 3345776"/>
              <a:gd name="connsiteX1584" fmla="*/ 7392003 w 11861549"/>
              <a:gd name="connsiteY1584" fmla="*/ 979206 h 3345776"/>
              <a:gd name="connsiteX1585" fmla="*/ 7293419 w 11861549"/>
              <a:gd name="connsiteY1585" fmla="*/ 1278538 h 3345776"/>
              <a:gd name="connsiteX1586" fmla="*/ 7250766 w 11861549"/>
              <a:gd name="connsiteY1586" fmla="*/ 1471112 h 3345776"/>
              <a:gd name="connsiteX1587" fmla="*/ 7104165 w 11861549"/>
              <a:gd name="connsiteY1587" fmla="*/ 1984215 h 3345776"/>
              <a:gd name="connsiteX1588" fmla="*/ 7024096 w 11861549"/>
              <a:gd name="connsiteY1588" fmla="*/ 2130305 h 3345776"/>
              <a:gd name="connsiteX1589" fmla="*/ 6552239 w 11861549"/>
              <a:gd name="connsiteY1589" fmla="*/ 2410482 h 3345776"/>
              <a:gd name="connsiteX1590" fmla="*/ 6405383 w 11861549"/>
              <a:gd name="connsiteY1590" fmla="*/ 2380727 h 3345776"/>
              <a:gd name="connsiteX1591" fmla="*/ 6310743 w 11861549"/>
              <a:gd name="connsiteY1591" fmla="*/ 2319658 h 3345776"/>
              <a:gd name="connsiteX1592" fmla="*/ 6324294 w 11861549"/>
              <a:gd name="connsiteY1592" fmla="*/ 2336160 h 3345776"/>
              <a:gd name="connsiteX1593" fmla="*/ 6416366 w 11861549"/>
              <a:gd name="connsiteY1593" fmla="*/ 2396945 h 3345776"/>
              <a:gd name="connsiteX1594" fmla="*/ 7012731 w 11861549"/>
              <a:gd name="connsiteY1594" fmla="*/ 2172829 h 3345776"/>
              <a:gd name="connsiteX1595" fmla="*/ 7093438 w 11861549"/>
              <a:gd name="connsiteY1595" fmla="*/ 2032358 h 3345776"/>
              <a:gd name="connsiteX1596" fmla="*/ 7244765 w 11861549"/>
              <a:gd name="connsiteY1596" fmla="*/ 1508782 h 3345776"/>
              <a:gd name="connsiteX1597" fmla="*/ 7281159 w 11861549"/>
              <a:gd name="connsiteY1597" fmla="*/ 1340473 h 3345776"/>
              <a:gd name="connsiteX1598" fmla="*/ 7374764 w 11861549"/>
              <a:gd name="connsiteY1598" fmla="*/ 1042035 h 3345776"/>
              <a:gd name="connsiteX1599" fmla="*/ 7719558 w 11861549"/>
              <a:gd name="connsiteY1599" fmla="*/ 635816 h 3345776"/>
              <a:gd name="connsiteX1600" fmla="*/ 8165107 w 11861549"/>
              <a:gd name="connsiteY1600" fmla="*/ 651651 h 3345776"/>
              <a:gd name="connsiteX1601" fmla="*/ 8436346 w 11861549"/>
              <a:gd name="connsiteY1601" fmla="*/ 830433 h 3345776"/>
              <a:gd name="connsiteX1602" fmla="*/ 8592269 w 11861549"/>
              <a:gd name="connsiteY1602" fmla="*/ 980738 h 3345776"/>
              <a:gd name="connsiteX1603" fmla="*/ 8707200 w 11861549"/>
              <a:gd name="connsiteY1603" fmla="*/ 1108440 h 3345776"/>
              <a:gd name="connsiteX1604" fmla="*/ 9368566 w 11861549"/>
              <a:gd name="connsiteY1604" fmla="*/ 1626778 h 3345776"/>
              <a:gd name="connsiteX1605" fmla="*/ 9383216 w 11861549"/>
              <a:gd name="connsiteY1605" fmla="*/ 1629300 h 3345776"/>
              <a:gd name="connsiteX1606" fmla="*/ 9299848 w 11861549"/>
              <a:gd name="connsiteY1606" fmla="*/ 1598100 h 3345776"/>
              <a:gd name="connsiteX1607" fmla="*/ 8730825 w 11861549"/>
              <a:gd name="connsiteY1607" fmla="*/ 1088390 h 3345776"/>
              <a:gd name="connsiteX1608" fmla="*/ 8617170 w 11861549"/>
              <a:gd name="connsiteY1608" fmla="*/ 955836 h 3345776"/>
              <a:gd name="connsiteX1609" fmla="*/ 8463290 w 11861549"/>
              <a:gd name="connsiteY1609" fmla="*/ 799402 h 3345776"/>
              <a:gd name="connsiteX1610" fmla="*/ 8194223 w 11861549"/>
              <a:gd name="connsiteY1610" fmla="*/ 612959 h 3345776"/>
              <a:gd name="connsiteX1611" fmla="*/ 7961982 w 11861549"/>
              <a:gd name="connsiteY1611" fmla="*/ 546714 h 3345776"/>
              <a:gd name="connsiteX1612" fmla="*/ 1811252 w 11861549"/>
              <a:gd name="connsiteY1612" fmla="*/ 508844 h 3345776"/>
              <a:gd name="connsiteX1613" fmla="*/ 1818294 w 11861549"/>
              <a:gd name="connsiteY1613" fmla="*/ 558711 h 3345776"/>
              <a:gd name="connsiteX1614" fmla="*/ 1835551 w 11861549"/>
              <a:gd name="connsiteY1614" fmla="*/ 575626 h 3345776"/>
              <a:gd name="connsiteX1615" fmla="*/ 1830231 w 11861549"/>
              <a:gd name="connsiteY1615" fmla="*/ 542084 h 3345776"/>
              <a:gd name="connsiteX1616" fmla="*/ 1825092 w 11861549"/>
              <a:gd name="connsiteY1616" fmla="*/ 529822 h 3345776"/>
              <a:gd name="connsiteX1617" fmla="*/ 1819811 w 11861549"/>
              <a:gd name="connsiteY1617" fmla="*/ 518288 h 3345776"/>
              <a:gd name="connsiteX1618" fmla="*/ 7907649 w 11861549"/>
              <a:gd name="connsiteY1618" fmla="*/ 483339 h 3345776"/>
              <a:gd name="connsiteX1619" fmla="*/ 7768722 w 11861549"/>
              <a:gd name="connsiteY1619" fmla="*/ 512841 h 3345776"/>
              <a:gd name="connsiteX1620" fmla="*/ 7292524 w 11861549"/>
              <a:gd name="connsiteY1620" fmla="*/ 1212771 h 3345776"/>
              <a:gd name="connsiteX1621" fmla="*/ 7243104 w 11861549"/>
              <a:gd name="connsiteY1621" fmla="*/ 1429864 h 3345776"/>
              <a:gd name="connsiteX1622" fmla="*/ 7024224 w 11861549"/>
              <a:gd name="connsiteY1622" fmla="*/ 2079864 h 3345776"/>
              <a:gd name="connsiteX1623" fmla="*/ 6596808 w 11861549"/>
              <a:gd name="connsiteY1623" fmla="*/ 2374599 h 3345776"/>
              <a:gd name="connsiteX1624" fmla="*/ 6537682 w 11861549"/>
              <a:gd name="connsiteY1624" fmla="*/ 2378685 h 3345776"/>
              <a:gd name="connsiteX1625" fmla="*/ 6352513 w 11861549"/>
              <a:gd name="connsiteY1625" fmla="*/ 2328152 h 3345776"/>
              <a:gd name="connsiteX1626" fmla="*/ 6302786 w 11861549"/>
              <a:gd name="connsiteY1626" fmla="*/ 2291155 h 3345776"/>
              <a:gd name="connsiteX1627" fmla="*/ 6316503 w 11861549"/>
              <a:gd name="connsiteY1627" fmla="*/ 2307811 h 3345776"/>
              <a:gd name="connsiteX1628" fmla="*/ 6410364 w 11861549"/>
              <a:gd name="connsiteY1628" fmla="*/ 2368469 h 3345776"/>
              <a:gd name="connsiteX1629" fmla="*/ 7012858 w 11861549"/>
              <a:gd name="connsiteY1629" fmla="*/ 2123026 h 3345776"/>
              <a:gd name="connsiteX1630" fmla="*/ 7091778 w 11861549"/>
              <a:gd name="connsiteY1630" fmla="*/ 1978214 h 3345776"/>
              <a:gd name="connsiteX1631" fmla="*/ 7237485 w 11861549"/>
              <a:gd name="connsiteY1631" fmla="*/ 1467409 h 3345776"/>
              <a:gd name="connsiteX1632" fmla="*/ 7280265 w 11861549"/>
              <a:gd name="connsiteY1632" fmla="*/ 1274579 h 3345776"/>
              <a:gd name="connsiteX1633" fmla="*/ 7379616 w 11861549"/>
              <a:gd name="connsiteY1633" fmla="*/ 972949 h 3345776"/>
              <a:gd name="connsiteX1634" fmla="*/ 7742032 w 11861549"/>
              <a:gd name="connsiteY1634" fmla="*/ 567624 h 3345776"/>
              <a:gd name="connsiteX1635" fmla="*/ 8199842 w 11861549"/>
              <a:gd name="connsiteY1635" fmla="*/ 599932 h 3345776"/>
              <a:gd name="connsiteX1636" fmla="*/ 8471974 w 11861549"/>
              <a:gd name="connsiteY1636" fmla="*/ 789187 h 3345776"/>
              <a:gd name="connsiteX1637" fmla="*/ 8627257 w 11861549"/>
              <a:gd name="connsiteY1637" fmla="*/ 946642 h 3345776"/>
              <a:gd name="connsiteX1638" fmla="*/ 8741041 w 11861549"/>
              <a:gd name="connsiteY1638" fmla="*/ 1079451 h 3345776"/>
              <a:gd name="connsiteX1639" fmla="*/ 9403172 w 11861549"/>
              <a:gd name="connsiteY1639" fmla="*/ 1622181 h 3345776"/>
              <a:gd name="connsiteX1640" fmla="*/ 9420372 w 11861549"/>
              <a:gd name="connsiteY1640" fmla="*/ 1626176 h 3345776"/>
              <a:gd name="connsiteX1641" fmla="*/ 9332431 w 11861549"/>
              <a:gd name="connsiteY1641" fmla="*/ 1592427 h 3345776"/>
              <a:gd name="connsiteX1642" fmla="*/ 8763516 w 11861549"/>
              <a:gd name="connsiteY1642" fmla="*/ 1059275 h 3345776"/>
              <a:gd name="connsiteX1643" fmla="*/ 8651521 w 11861549"/>
              <a:gd name="connsiteY1643" fmla="*/ 921485 h 3345776"/>
              <a:gd name="connsiteX1644" fmla="*/ 7907649 w 11861549"/>
              <a:gd name="connsiteY1644" fmla="*/ 483339 h 3345776"/>
              <a:gd name="connsiteX1645" fmla="*/ 3138020 w 11861549"/>
              <a:gd name="connsiteY1645" fmla="*/ 452437 h 3345776"/>
              <a:gd name="connsiteX1646" fmla="*/ 2760407 w 11861549"/>
              <a:gd name="connsiteY1646" fmla="*/ 751514 h 3345776"/>
              <a:gd name="connsiteX1647" fmla="*/ 2688768 w 11861549"/>
              <a:gd name="connsiteY1647" fmla="*/ 882664 h 3345776"/>
              <a:gd name="connsiteX1648" fmla="*/ 2639476 w 11861549"/>
              <a:gd name="connsiteY1648" fmla="*/ 974736 h 3345776"/>
              <a:gd name="connsiteX1649" fmla="*/ 2483550 w 11861549"/>
              <a:gd name="connsiteY1649" fmla="*/ 1195277 h 3345776"/>
              <a:gd name="connsiteX1650" fmla="*/ 2259745 w 11861549"/>
              <a:gd name="connsiteY1650" fmla="*/ 1324317 h 3345776"/>
              <a:gd name="connsiteX1651" fmla="*/ 2240002 w 11861549"/>
              <a:gd name="connsiteY1651" fmla="*/ 1326747 h 3345776"/>
              <a:gd name="connsiteX1652" fmla="*/ 2247666 w 11861549"/>
              <a:gd name="connsiteY1652" fmla="*/ 1336526 h 3345776"/>
              <a:gd name="connsiteX1653" fmla="*/ 2268927 w 11861549"/>
              <a:gd name="connsiteY1653" fmla="*/ 1336696 h 3345776"/>
              <a:gd name="connsiteX1654" fmla="*/ 2517137 w 11861549"/>
              <a:gd name="connsiteY1654" fmla="*/ 1218901 h 3345776"/>
              <a:gd name="connsiteX1655" fmla="*/ 2669486 w 11861549"/>
              <a:gd name="connsiteY1655" fmla="*/ 1023007 h 3345776"/>
              <a:gd name="connsiteX1656" fmla="*/ 2719927 w 11861549"/>
              <a:gd name="connsiteY1656" fmla="*/ 937320 h 3345776"/>
              <a:gd name="connsiteX1657" fmla="*/ 2788503 w 11861549"/>
              <a:gd name="connsiteY1657" fmla="*/ 822389 h 3345776"/>
              <a:gd name="connsiteX1658" fmla="*/ 3162668 w 11861549"/>
              <a:gd name="connsiteY1658" fmla="*/ 557663 h 3345776"/>
              <a:gd name="connsiteX1659" fmla="*/ 3167521 w 11861549"/>
              <a:gd name="connsiteY1659" fmla="*/ 557663 h 3345776"/>
              <a:gd name="connsiteX1660" fmla="*/ 3625837 w 11861549"/>
              <a:gd name="connsiteY1660" fmla="*/ 971415 h 3345776"/>
              <a:gd name="connsiteX1661" fmla="*/ 3645843 w 11861549"/>
              <a:gd name="connsiteY1661" fmla="*/ 1032971 h 3345776"/>
              <a:gd name="connsiteX1662" fmla="*/ 3642692 w 11861549"/>
              <a:gd name="connsiteY1662" fmla="*/ 1006974 h 3345776"/>
              <a:gd name="connsiteX1663" fmla="*/ 3598891 w 11861549"/>
              <a:gd name="connsiteY1663" fmla="*/ 856485 h 3345776"/>
              <a:gd name="connsiteX1664" fmla="*/ 3138020 w 11861549"/>
              <a:gd name="connsiteY1664" fmla="*/ 452437 h 3345776"/>
              <a:gd name="connsiteX1665" fmla="*/ 3112480 w 11861549"/>
              <a:gd name="connsiteY1665" fmla="*/ 334059 h 3345776"/>
              <a:gd name="connsiteX1666" fmla="*/ 2720565 w 11861549"/>
              <a:gd name="connsiteY1666" fmla="*/ 673872 h 3345776"/>
              <a:gd name="connsiteX1667" fmla="*/ 2645349 w 11861549"/>
              <a:gd name="connsiteY1667" fmla="*/ 822900 h 3345776"/>
              <a:gd name="connsiteX1668" fmla="*/ 2440133 w 11861549"/>
              <a:gd name="connsiteY1668" fmla="*/ 1162585 h 3345776"/>
              <a:gd name="connsiteX1669" fmla="*/ 2225861 w 11861549"/>
              <a:gd name="connsiteY1669" fmla="*/ 1302162 h 3345776"/>
              <a:gd name="connsiteX1670" fmla="*/ 2221381 w 11861549"/>
              <a:gd name="connsiteY1670" fmla="*/ 1302987 h 3345776"/>
              <a:gd name="connsiteX1671" fmla="*/ 2231427 w 11861549"/>
              <a:gd name="connsiteY1671" fmla="*/ 1315807 h 3345776"/>
              <a:gd name="connsiteX1672" fmla="*/ 2292234 w 11861549"/>
              <a:gd name="connsiteY1672" fmla="*/ 1300934 h 3345776"/>
              <a:gd name="connsiteX1673" fmla="*/ 2473846 w 11861549"/>
              <a:gd name="connsiteY1673" fmla="*/ 1185826 h 3345776"/>
              <a:gd name="connsiteX1674" fmla="*/ 2627086 w 11861549"/>
              <a:gd name="connsiteY1674" fmla="*/ 968734 h 3345776"/>
              <a:gd name="connsiteX1675" fmla="*/ 2676251 w 11861549"/>
              <a:gd name="connsiteY1675" fmla="*/ 876916 h 3345776"/>
              <a:gd name="connsiteX1676" fmla="*/ 2748149 w 11861549"/>
              <a:gd name="connsiteY1676" fmla="*/ 745257 h 3345776"/>
              <a:gd name="connsiteX1677" fmla="*/ 3136489 w 11861549"/>
              <a:gd name="connsiteY1677" fmla="*/ 439539 h 3345776"/>
              <a:gd name="connsiteX1678" fmla="*/ 3610895 w 11861549"/>
              <a:gd name="connsiteY1678" fmla="*/ 852398 h 3345776"/>
              <a:gd name="connsiteX1679" fmla="*/ 3612681 w 11861549"/>
              <a:gd name="connsiteY1679" fmla="*/ 858522 h 3345776"/>
              <a:gd name="connsiteX1680" fmla="*/ 3584078 w 11861549"/>
              <a:gd name="connsiteY1680" fmla="*/ 736957 h 3345776"/>
              <a:gd name="connsiteX1681" fmla="*/ 3112480 w 11861549"/>
              <a:gd name="connsiteY1681" fmla="*/ 334059 h 3345776"/>
              <a:gd name="connsiteX1682" fmla="*/ 1147215 w 11861549"/>
              <a:gd name="connsiteY1682" fmla="*/ 407 h 3345776"/>
              <a:gd name="connsiteX1683" fmla="*/ 1472413 w 11861549"/>
              <a:gd name="connsiteY1683" fmla="*/ 63332 h 3345776"/>
              <a:gd name="connsiteX1684" fmla="*/ 1758249 w 11861549"/>
              <a:gd name="connsiteY1684" fmla="*/ 329039 h 3345776"/>
              <a:gd name="connsiteX1685" fmla="*/ 1786700 w 11861549"/>
              <a:gd name="connsiteY1685" fmla="*/ 406996 h 3345776"/>
              <a:gd name="connsiteX1686" fmla="*/ 1789358 w 11861549"/>
              <a:gd name="connsiteY1686" fmla="*/ 410240 h 3345776"/>
              <a:gd name="connsiteX1687" fmla="*/ 1842218 w 11861549"/>
              <a:gd name="connsiteY1687" fmla="*/ 536587 h 3345776"/>
              <a:gd name="connsiteX1688" fmla="*/ 1882973 w 11861549"/>
              <a:gd name="connsiteY1688" fmla="*/ 625600 h 3345776"/>
              <a:gd name="connsiteX1689" fmla="*/ 1884893 w 11861549"/>
              <a:gd name="connsiteY1689" fmla="*/ 636086 h 3345776"/>
              <a:gd name="connsiteX1690" fmla="*/ 1923453 w 11861549"/>
              <a:gd name="connsiteY1690" fmla="*/ 712053 h 3345776"/>
              <a:gd name="connsiteX1691" fmla="*/ 1929377 w 11861549"/>
              <a:gd name="connsiteY1691" fmla="*/ 739773 h 3345776"/>
              <a:gd name="connsiteX1692" fmla="*/ 1963678 w 11861549"/>
              <a:gd name="connsiteY1692" fmla="*/ 799274 h 3345776"/>
              <a:gd name="connsiteX1693" fmla="*/ 1974245 w 11861549"/>
              <a:gd name="connsiteY1693" fmla="*/ 841358 h 3345776"/>
              <a:gd name="connsiteX1694" fmla="*/ 2003775 w 11861549"/>
              <a:gd name="connsiteY1694" fmla="*/ 885217 h 3345776"/>
              <a:gd name="connsiteX1695" fmla="*/ 2016966 w 11861549"/>
              <a:gd name="connsiteY1695" fmla="*/ 940861 h 3345776"/>
              <a:gd name="connsiteX1696" fmla="*/ 2042980 w 11861549"/>
              <a:gd name="connsiteY1696" fmla="*/ 972309 h 3345776"/>
              <a:gd name="connsiteX1697" fmla="*/ 2063295 w 11861549"/>
              <a:gd name="connsiteY1697" fmla="*/ 1039763 h 3345776"/>
              <a:gd name="connsiteX1698" fmla="*/ 2083717 w 11861549"/>
              <a:gd name="connsiteY1698" fmla="*/ 1058763 h 3345776"/>
              <a:gd name="connsiteX1699" fmla="*/ 2116151 w 11861549"/>
              <a:gd name="connsiteY1699" fmla="*/ 1140539 h 3345776"/>
              <a:gd name="connsiteX1700" fmla="*/ 2122156 w 11861549"/>
              <a:gd name="connsiteY1700" fmla="*/ 1144196 h 3345776"/>
              <a:gd name="connsiteX1701" fmla="*/ 2167234 w 11861549"/>
              <a:gd name="connsiteY1701" fmla="*/ 1226052 h 3345776"/>
              <a:gd name="connsiteX1702" fmla="*/ 2178688 w 11861549"/>
              <a:gd name="connsiteY1702" fmla="*/ 1246975 h 3345776"/>
              <a:gd name="connsiteX1703" fmla="*/ 2189549 w 11861549"/>
              <a:gd name="connsiteY1703" fmla="*/ 1257339 h 3345776"/>
              <a:gd name="connsiteX1704" fmla="*/ 2211472 w 11861549"/>
              <a:gd name="connsiteY1704" fmla="*/ 1290240 h 3345776"/>
              <a:gd name="connsiteX1705" fmla="*/ 2247094 w 11861549"/>
              <a:gd name="connsiteY1705" fmla="*/ 1280540 h 3345776"/>
              <a:gd name="connsiteX1706" fmla="*/ 2430555 w 11861549"/>
              <a:gd name="connsiteY1706" fmla="*/ 1153263 h 3345776"/>
              <a:gd name="connsiteX1707" fmla="*/ 2633601 w 11861549"/>
              <a:gd name="connsiteY1707" fmla="*/ 816643 h 3345776"/>
              <a:gd name="connsiteX1708" fmla="*/ 2708689 w 11861549"/>
              <a:gd name="connsiteY1708" fmla="*/ 666721 h 3345776"/>
              <a:gd name="connsiteX1709" fmla="*/ 3110948 w 11861549"/>
              <a:gd name="connsiteY1709" fmla="*/ 319884 h 3345776"/>
              <a:gd name="connsiteX1710" fmla="*/ 3596209 w 11861549"/>
              <a:gd name="connsiteY1710" fmla="*/ 731976 h 3345776"/>
              <a:gd name="connsiteX1711" fmla="*/ 3650178 w 11861549"/>
              <a:gd name="connsiteY1711" fmla="*/ 961136 h 3345776"/>
              <a:gd name="connsiteX1712" fmla="*/ 3655588 w 11861549"/>
              <a:gd name="connsiteY1712" fmla="*/ 1005734 h 3345776"/>
              <a:gd name="connsiteX1713" fmla="*/ 3657123 w 11861549"/>
              <a:gd name="connsiteY1713" fmla="*/ 1011003 h 3345776"/>
              <a:gd name="connsiteX1714" fmla="*/ 3681868 w 11861549"/>
              <a:gd name="connsiteY1714" fmla="*/ 1152846 h 3345776"/>
              <a:gd name="connsiteX1715" fmla="*/ 3730277 w 11861549"/>
              <a:gd name="connsiteY1715" fmla="*/ 1371927 h 3345776"/>
              <a:gd name="connsiteX1716" fmla="*/ 3762222 w 11861549"/>
              <a:gd name="connsiteY1716" fmla="*/ 1489116 h 3345776"/>
              <a:gd name="connsiteX1717" fmla="*/ 3780191 w 11861549"/>
              <a:gd name="connsiteY1717" fmla="*/ 1556250 h 3345776"/>
              <a:gd name="connsiteX1718" fmla="*/ 3787121 w 11861549"/>
              <a:gd name="connsiteY1718" fmla="*/ 1577103 h 3345776"/>
              <a:gd name="connsiteX1719" fmla="*/ 3843492 w 11861549"/>
              <a:gd name="connsiteY1719" fmla="*/ 1748247 h 3345776"/>
              <a:gd name="connsiteX1720" fmla="*/ 3868027 w 11861549"/>
              <a:gd name="connsiteY1720" fmla="*/ 1808305 h 3345776"/>
              <a:gd name="connsiteX1721" fmla="*/ 3900174 w 11861549"/>
              <a:gd name="connsiteY1721" fmla="*/ 1878706 h 3345776"/>
              <a:gd name="connsiteX1722" fmla="*/ 3929799 w 11861549"/>
              <a:gd name="connsiteY1722" fmla="*/ 1932955 h 3345776"/>
              <a:gd name="connsiteX1723" fmla="*/ 3954380 w 11861549"/>
              <a:gd name="connsiteY1723" fmla="*/ 1964143 h 3345776"/>
              <a:gd name="connsiteX1724" fmla="*/ 3961539 w 11861549"/>
              <a:gd name="connsiteY1724" fmla="*/ 1971292 h 3345776"/>
              <a:gd name="connsiteX1725" fmla="*/ 4038439 w 11861549"/>
              <a:gd name="connsiteY1725" fmla="*/ 2022143 h 3345776"/>
              <a:gd name="connsiteX1726" fmla="*/ 4696867 w 11861549"/>
              <a:gd name="connsiteY1726" fmla="*/ 1864432 h 3345776"/>
              <a:gd name="connsiteX1727" fmla="*/ 4919194 w 11861549"/>
              <a:gd name="connsiteY1727" fmla="*/ 1647339 h 3345776"/>
              <a:gd name="connsiteX1728" fmla="*/ 5243812 w 11861549"/>
              <a:gd name="connsiteY1728" fmla="*/ 1351710 h 3345776"/>
              <a:gd name="connsiteX1729" fmla="*/ 5919224 w 11861549"/>
              <a:gd name="connsiteY1729" fmla="*/ 1347880 h 3345776"/>
              <a:gd name="connsiteX1730" fmla="*/ 6108605 w 11861549"/>
              <a:gd name="connsiteY1730" fmla="*/ 1811563 h 3345776"/>
              <a:gd name="connsiteX1731" fmla="*/ 6308713 w 11861549"/>
              <a:gd name="connsiteY1731" fmla="*/ 2279078 h 3345776"/>
              <a:gd name="connsiteX1732" fmla="*/ 6594892 w 11861549"/>
              <a:gd name="connsiteY1732" fmla="*/ 2361189 h 3345776"/>
              <a:gd name="connsiteX1733" fmla="*/ 7012858 w 11861549"/>
              <a:gd name="connsiteY1733" fmla="*/ 2072584 h 3345776"/>
              <a:gd name="connsiteX1734" fmla="*/ 7229950 w 11861549"/>
              <a:gd name="connsiteY1734" fmla="*/ 1426799 h 3345776"/>
              <a:gd name="connsiteX1735" fmla="*/ 7279498 w 11861549"/>
              <a:gd name="connsiteY1735" fmla="*/ 1209707 h 3345776"/>
              <a:gd name="connsiteX1736" fmla="*/ 7763998 w 11861549"/>
              <a:gd name="connsiteY1736" fmla="*/ 500454 h 3345776"/>
              <a:gd name="connsiteX1737" fmla="*/ 8661737 w 11861549"/>
              <a:gd name="connsiteY1737" fmla="*/ 913312 h 3345776"/>
              <a:gd name="connsiteX1738" fmla="*/ 8773987 w 11861549"/>
              <a:gd name="connsiteY1738" fmla="*/ 1051357 h 3345776"/>
              <a:gd name="connsiteX1739" fmla="*/ 9436756 w 11861549"/>
              <a:gd name="connsiteY1739" fmla="*/ 1618607 h 3345776"/>
              <a:gd name="connsiteX1740" fmla="*/ 9599881 w 11861549"/>
              <a:gd name="connsiteY1740" fmla="*/ 1646906 h 3345776"/>
              <a:gd name="connsiteX1741" fmla="*/ 9715584 w 11861549"/>
              <a:gd name="connsiteY1741" fmla="*/ 1639912 h 3345776"/>
              <a:gd name="connsiteX1742" fmla="*/ 9717818 w 11861549"/>
              <a:gd name="connsiteY1742" fmla="*/ 1639506 h 3345776"/>
              <a:gd name="connsiteX1743" fmla="*/ 9729150 w 11861549"/>
              <a:gd name="connsiteY1743" fmla="*/ 1636906 h 3345776"/>
              <a:gd name="connsiteX1744" fmla="*/ 9815759 w 11861549"/>
              <a:gd name="connsiteY1744" fmla="*/ 1612900 h 3345776"/>
              <a:gd name="connsiteX1745" fmla="*/ 9857819 w 11861549"/>
              <a:gd name="connsiteY1745" fmla="*/ 1599141 h 3345776"/>
              <a:gd name="connsiteX1746" fmla="*/ 9944271 w 11861549"/>
              <a:gd name="connsiteY1746" fmla="*/ 1565899 h 3345776"/>
              <a:gd name="connsiteX1747" fmla="*/ 10052007 w 11861549"/>
              <a:gd name="connsiteY1747" fmla="*/ 1517282 h 3345776"/>
              <a:gd name="connsiteX1748" fmla="*/ 10150780 w 11861549"/>
              <a:gd name="connsiteY1748" fmla="*/ 1462551 h 3345776"/>
              <a:gd name="connsiteX1749" fmla="*/ 10279553 w 11861549"/>
              <a:gd name="connsiteY1749" fmla="*/ 1382788 h 3345776"/>
              <a:gd name="connsiteX1750" fmla="*/ 10301188 w 11861549"/>
              <a:gd name="connsiteY1750" fmla="*/ 1367881 h 3345776"/>
              <a:gd name="connsiteX1751" fmla="*/ 10416260 w 11861549"/>
              <a:gd name="connsiteY1751" fmla="*/ 1282501 h 3345776"/>
              <a:gd name="connsiteX1752" fmla="*/ 10473350 w 11861549"/>
              <a:gd name="connsiteY1752" fmla="*/ 1237108 h 3345776"/>
              <a:gd name="connsiteX1753" fmla="*/ 10563267 w 11861549"/>
              <a:gd name="connsiteY1753" fmla="*/ 1158822 h 3345776"/>
              <a:gd name="connsiteX1754" fmla="*/ 10651707 w 11861549"/>
              <a:gd name="connsiteY1754" fmla="*/ 1076642 h 3345776"/>
              <a:gd name="connsiteX1755" fmla="*/ 11861549 w 11861549"/>
              <a:gd name="connsiteY1755" fmla="*/ 455120 h 3345776"/>
              <a:gd name="connsiteX1756" fmla="*/ 11859122 w 11861549"/>
              <a:gd name="connsiteY1756" fmla="*/ 467890 h 3345776"/>
              <a:gd name="connsiteX1757" fmla="*/ 10805024 w 11861549"/>
              <a:gd name="connsiteY1757" fmla="*/ 950251 h 3345776"/>
              <a:gd name="connsiteX1758" fmla="*/ 10802255 w 11861549"/>
              <a:gd name="connsiteY1758" fmla="*/ 952857 h 3345776"/>
              <a:gd name="connsiteX1759" fmla="*/ 10981553 w 11861549"/>
              <a:gd name="connsiteY1759" fmla="*/ 807130 h 3345776"/>
              <a:gd name="connsiteX1760" fmla="*/ 11809830 w 11861549"/>
              <a:gd name="connsiteY1760" fmla="*/ 538892 h 3345776"/>
              <a:gd name="connsiteX1761" fmla="*/ 11807532 w 11861549"/>
              <a:gd name="connsiteY1761" fmla="*/ 551662 h 3345776"/>
              <a:gd name="connsiteX1762" fmla="*/ 10739055 w 11861549"/>
              <a:gd name="connsiteY1762" fmla="*/ 1020836 h 3345776"/>
              <a:gd name="connsiteX1763" fmla="*/ 10731040 w 11861549"/>
              <a:gd name="connsiteY1763" fmla="*/ 1027950 h 3345776"/>
              <a:gd name="connsiteX1764" fmla="*/ 10937615 w 11861549"/>
              <a:gd name="connsiteY1764" fmla="*/ 870687 h 3345776"/>
              <a:gd name="connsiteX1765" fmla="*/ 11757219 w 11861549"/>
              <a:gd name="connsiteY1765" fmla="*/ 624196 h 3345776"/>
              <a:gd name="connsiteX1766" fmla="*/ 11754919 w 11861549"/>
              <a:gd name="connsiteY1766" fmla="*/ 636967 h 3345776"/>
              <a:gd name="connsiteX1767" fmla="*/ 10695765 w 11861549"/>
              <a:gd name="connsiteY1767" fmla="*/ 1071151 h 3345776"/>
              <a:gd name="connsiteX1768" fmla="*/ 10653670 w 11861549"/>
              <a:gd name="connsiteY1768" fmla="*/ 1106052 h 3345776"/>
              <a:gd name="connsiteX1769" fmla="*/ 10895766 w 11861549"/>
              <a:gd name="connsiteY1769" fmla="*/ 934293 h 3345776"/>
              <a:gd name="connsiteX1770" fmla="*/ 11706266 w 11861549"/>
              <a:gd name="connsiteY1770" fmla="*/ 709116 h 3345776"/>
              <a:gd name="connsiteX1771" fmla="*/ 11703966 w 11861549"/>
              <a:gd name="connsiteY1771" fmla="*/ 721886 h 3345776"/>
              <a:gd name="connsiteX1772" fmla="*/ 10654134 w 11861549"/>
              <a:gd name="connsiteY1772" fmla="*/ 1121465 h 3345776"/>
              <a:gd name="connsiteX1773" fmla="*/ 10587595 w 11861549"/>
              <a:gd name="connsiteY1773" fmla="*/ 1172622 h 3345776"/>
              <a:gd name="connsiteX1774" fmla="*/ 10604074 w 11861549"/>
              <a:gd name="connsiteY1774" fmla="*/ 1160925 h 3345776"/>
              <a:gd name="connsiteX1775" fmla="*/ 11654673 w 11861549"/>
              <a:gd name="connsiteY1775" fmla="*/ 793911 h 3345776"/>
              <a:gd name="connsiteX1776" fmla="*/ 11652374 w 11861549"/>
              <a:gd name="connsiteY1776" fmla="*/ 806681 h 3345776"/>
              <a:gd name="connsiteX1777" fmla="*/ 10611736 w 11861549"/>
              <a:gd name="connsiteY1777" fmla="*/ 1171524 h 3345776"/>
              <a:gd name="connsiteX1778" fmla="*/ 10499046 w 11861549"/>
              <a:gd name="connsiteY1778" fmla="*/ 1251676 h 3345776"/>
              <a:gd name="connsiteX1779" fmla="*/ 10561806 w 11861549"/>
              <a:gd name="connsiteY1779" fmla="*/ 1210856 h 3345776"/>
              <a:gd name="connsiteX1780" fmla="*/ 11602698 w 11861549"/>
              <a:gd name="connsiteY1780" fmla="*/ 878832 h 3345776"/>
              <a:gd name="connsiteX1781" fmla="*/ 11600399 w 11861549"/>
              <a:gd name="connsiteY1781" fmla="*/ 891602 h 3345776"/>
              <a:gd name="connsiteX1782" fmla="*/ 10569083 w 11861549"/>
              <a:gd name="connsiteY1782" fmla="*/ 1221582 h 3345776"/>
              <a:gd name="connsiteX1783" fmla="*/ 10448662 w 11861549"/>
              <a:gd name="connsiteY1783" fmla="*/ 1299991 h 3345776"/>
              <a:gd name="connsiteX1784" fmla="*/ 10403185 w 11861549"/>
              <a:gd name="connsiteY1784" fmla="*/ 1328465 h 3345776"/>
              <a:gd name="connsiteX1785" fmla="*/ 10518769 w 11861549"/>
              <a:gd name="connsiteY1785" fmla="*/ 1260020 h 3345776"/>
              <a:gd name="connsiteX1786" fmla="*/ 11549958 w 11861549"/>
              <a:gd name="connsiteY1786" fmla="*/ 963242 h 3345776"/>
              <a:gd name="connsiteX1787" fmla="*/ 11547658 w 11861549"/>
              <a:gd name="connsiteY1787" fmla="*/ 976013 h 3345776"/>
              <a:gd name="connsiteX1788" fmla="*/ 10526049 w 11861549"/>
              <a:gd name="connsiteY1788" fmla="*/ 1271258 h 3345776"/>
              <a:gd name="connsiteX1789" fmla="*/ 10405627 w 11861549"/>
              <a:gd name="connsiteY1789" fmla="*/ 1342516 h 3345776"/>
              <a:gd name="connsiteX1790" fmla="*/ 10270112 w 11861549"/>
              <a:gd name="connsiteY1790" fmla="*/ 1418335 h 3345776"/>
              <a:gd name="connsiteX1791" fmla="*/ 10356973 w 11861549"/>
              <a:gd name="connsiteY1791" fmla="*/ 1374568 h 3345776"/>
              <a:gd name="connsiteX1792" fmla="*/ 10475607 w 11861549"/>
              <a:gd name="connsiteY1792" fmla="*/ 1311357 h 3345776"/>
              <a:gd name="connsiteX1793" fmla="*/ 10477523 w 11861549"/>
              <a:gd name="connsiteY1793" fmla="*/ 1310335 h 3345776"/>
              <a:gd name="connsiteX1794" fmla="*/ 11499132 w 11861549"/>
              <a:gd name="connsiteY1794" fmla="*/ 1048547 h 3345776"/>
              <a:gd name="connsiteX1795" fmla="*/ 11496834 w 11861549"/>
              <a:gd name="connsiteY1795" fmla="*/ 1061317 h 3345776"/>
              <a:gd name="connsiteX1796" fmla="*/ 10483907 w 11861549"/>
              <a:gd name="connsiteY1796" fmla="*/ 1321700 h 3345776"/>
              <a:gd name="connsiteX1797" fmla="*/ 10482120 w 11861549"/>
              <a:gd name="connsiteY1797" fmla="*/ 1322722 h 3345776"/>
              <a:gd name="connsiteX1798" fmla="*/ 10363484 w 11861549"/>
              <a:gd name="connsiteY1798" fmla="*/ 1385934 h 3345776"/>
              <a:gd name="connsiteX1799" fmla="*/ 10206061 w 11861549"/>
              <a:gd name="connsiteY1799" fmla="*/ 1466589 h 3345776"/>
              <a:gd name="connsiteX1800" fmla="*/ 10315214 w 11861549"/>
              <a:gd name="connsiteY1800" fmla="*/ 1417860 h 3345776"/>
              <a:gd name="connsiteX1801" fmla="*/ 10394901 w 11861549"/>
              <a:gd name="connsiteY1801" fmla="*/ 1380188 h 3345776"/>
              <a:gd name="connsiteX1802" fmla="*/ 10435764 w 11861549"/>
              <a:gd name="connsiteY1802" fmla="*/ 1360778 h 3345776"/>
              <a:gd name="connsiteX1803" fmla="*/ 11447542 w 11861549"/>
              <a:gd name="connsiteY1803" fmla="*/ 1134107 h 3345776"/>
              <a:gd name="connsiteX1804" fmla="*/ 11445244 w 11861549"/>
              <a:gd name="connsiteY1804" fmla="*/ 1146878 h 3345776"/>
              <a:gd name="connsiteX1805" fmla="*/ 10441512 w 11861549"/>
              <a:gd name="connsiteY1805" fmla="*/ 1372399 h 3345776"/>
              <a:gd name="connsiteX1806" fmla="*/ 10400647 w 11861549"/>
              <a:gd name="connsiteY1806" fmla="*/ 1391809 h 3345776"/>
              <a:gd name="connsiteX1807" fmla="*/ 10321089 w 11861549"/>
              <a:gd name="connsiteY1807" fmla="*/ 1430120 h 3345776"/>
              <a:gd name="connsiteX1808" fmla="*/ 10104580 w 11861549"/>
              <a:gd name="connsiteY1808" fmla="*/ 1526890 h 3345776"/>
              <a:gd name="connsiteX1809" fmla="*/ 10273328 w 11861549"/>
              <a:gd name="connsiteY1809" fmla="*/ 1460894 h 3345776"/>
              <a:gd name="connsiteX1810" fmla="*/ 10393878 w 11861549"/>
              <a:gd name="connsiteY1810" fmla="*/ 1410964 h 3345776"/>
              <a:gd name="connsiteX1811" fmla="*/ 11395823 w 11861549"/>
              <a:gd name="connsiteY1811" fmla="*/ 1219412 h 3345776"/>
              <a:gd name="connsiteX1812" fmla="*/ 11393524 w 11861549"/>
              <a:gd name="connsiteY1812" fmla="*/ 1232182 h 3345776"/>
              <a:gd name="connsiteX1813" fmla="*/ 10398987 w 11861549"/>
              <a:gd name="connsiteY1813" fmla="*/ 1422967 h 3345776"/>
              <a:gd name="connsiteX1814" fmla="*/ 10278437 w 11861549"/>
              <a:gd name="connsiteY1814" fmla="*/ 1472899 h 3345776"/>
              <a:gd name="connsiteX1815" fmla="*/ 10033185 w 11861549"/>
              <a:gd name="connsiteY1815" fmla="*/ 1568834 h 3345776"/>
              <a:gd name="connsiteX1816" fmla="*/ 10231316 w 11861549"/>
              <a:gd name="connsiteY1816" fmla="*/ 1501248 h 3345776"/>
              <a:gd name="connsiteX1817" fmla="*/ 10281119 w 11861549"/>
              <a:gd name="connsiteY1817" fmla="*/ 1483626 h 3345776"/>
              <a:gd name="connsiteX1818" fmla="*/ 10351992 w 11861549"/>
              <a:gd name="connsiteY1818" fmla="*/ 1458085 h 3345776"/>
              <a:gd name="connsiteX1819" fmla="*/ 11344103 w 11861549"/>
              <a:gd name="connsiteY1819" fmla="*/ 1301523 h 3345776"/>
              <a:gd name="connsiteX1820" fmla="*/ 11341805 w 11861549"/>
              <a:gd name="connsiteY1820" fmla="*/ 1314293 h 3345776"/>
              <a:gd name="connsiteX1821" fmla="*/ 10356462 w 11861549"/>
              <a:gd name="connsiteY1821" fmla="*/ 1470217 h 3345776"/>
              <a:gd name="connsiteX1822" fmla="*/ 10285589 w 11861549"/>
              <a:gd name="connsiteY1822" fmla="*/ 1495758 h 3345776"/>
              <a:gd name="connsiteX1823" fmla="*/ 10235912 w 11861549"/>
              <a:gd name="connsiteY1823" fmla="*/ 1513507 h 3345776"/>
              <a:gd name="connsiteX1824" fmla="*/ 9986568 w 11861549"/>
              <a:gd name="connsiteY1824" fmla="*/ 1598668 h 3345776"/>
              <a:gd name="connsiteX1825" fmla="*/ 9812354 w 11861549"/>
              <a:gd name="connsiteY1825" fmla="*/ 1644091 h 3345776"/>
              <a:gd name="connsiteX1826" fmla="*/ 9933392 w 11861549"/>
              <a:gd name="connsiteY1826" fmla="*/ 1618249 h 3345776"/>
              <a:gd name="connsiteX1827" fmla="*/ 10188534 w 11861549"/>
              <a:gd name="connsiteY1827" fmla="*/ 1545689 h 3345776"/>
              <a:gd name="connsiteX1828" fmla="*/ 10232081 w 11861549"/>
              <a:gd name="connsiteY1828" fmla="*/ 1532919 h 3345776"/>
              <a:gd name="connsiteX1829" fmla="*/ 10308702 w 11861549"/>
              <a:gd name="connsiteY1829" fmla="*/ 1510060 h 3345776"/>
              <a:gd name="connsiteX1830" fmla="*/ 11291108 w 11861549"/>
              <a:gd name="connsiteY1830" fmla="*/ 1388616 h 3345776"/>
              <a:gd name="connsiteX1831" fmla="*/ 11288810 w 11861549"/>
              <a:gd name="connsiteY1831" fmla="*/ 1401386 h 3345776"/>
              <a:gd name="connsiteX1832" fmla="*/ 10312661 w 11861549"/>
              <a:gd name="connsiteY1832" fmla="*/ 1522574 h 3345776"/>
              <a:gd name="connsiteX1833" fmla="*/ 10236040 w 11861549"/>
              <a:gd name="connsiteY1833" fmla="*/ 1545433 h 3345776"/>
              <a:gd name="connsiteX1834" fmla="*/ 10192493 w 11861549"/>
              <a:gd name="connsiteY1834" fmla="*/ 1558203 h 3345776"/>
              <a:gd name="connsiteX1835" fmla="*/ 9935962 w 11861549"/>
              <a:gd name="connsiteY1835" fmla="*/ 1631128 h 3345776"/>
              <a:gd name="connsiteX1836" fmla="*/ 9776304 w 11861549"/>
              <a:gd name="connsiteY1836" fmla="*/ 1665160 h 3345776"/>
              <a:gd name="connsiteX1837" fmla="*/ 9890024 w 11861549"/>
              <a:gd name="connsiteY1837" fmla="*/ 1646280 h 3345776"/>
              <a:gd name="connsiteX1838" fmla="*/ 10145372 w 11861549"/>
              <a:gd name="connsiteY1838" fmla="*/ 1588342 h 3345776"/>
              <a:gd name="connsiteX1839" fmla="*/ 10182915 w 11861549"/>
              <a:gd name="connsiteY1839" fmla="*/ 1579530 h 3345776"/>
              <a:gd name="connsiteX1840" fmla="*/ 10265922 w 11861549"/>
              <a:gd name="connsiteY1840" fmla="*/ 1559736 h 3345776"/>
              <a:gd name="connsiteX1841" fmla="*/ 11238495 w 11861549"/>
              <a:gd name="connsiteY1841" fmla="*/ 1473282 h 3345776"/>
              <a:gd name="connsiteX1842" fmla="*/ 11236069 w 11861549"/>
              <a:gd name="connsiteY1842" fmla="*/ 1486052 h 3345776"/>
              <a:gd name="connsiteX1843" fmla="*/ 10269114 w 11861549"/>
              <a:gd name="connsiteY1843" fmla="*/ 1572251 h 3345776"/>
              <a:gd name="connsiteX1844" fmla="*/ 10185980 w 11861549"/>
              <a:gd name="connsiteY1844" fmla="*/ 1592045 h 3345776"/>
              <a:gd name="connsiteX1845" fmla="*/ 10148437 w 11861549"/>
              <a:gd name="connsiteY1845" fmla="*/ 1600983 h 3345776"/>
              <a:gd name="connsiteX1846" fmla="*/ 9891972 w 11861549"/>
              <a:gd name="connsiteY1846" fmla="*/ 1658940 h 3345776"/>
              <a:gd name="connsiteX1847" fmla="*/ 9668652 w 11861549"/>
              <a:gd name="connsiteY1847" fmla="*/ 1695942 h 3345776"/>
              <a:gd name="connsiteX1848" fmla="*/ 9841578 w 11861549"/>
              <a:gd name="connsiteY1848" fmla="*/ 1675601 h 3345776"/>
              <a:gd name="connsiteX1849" fmla="*/ 10104124 w 11861549"/>
              <a:gd name="connsiteY1849" fmla="*/ 1631121 h 3345776"/>
              <a:gd name="connsiteX1850" fmla="*/ 10137326 w 11861549"/>
              <a:gd name="connsiteY1850" fmla="*/ 1625247 h 3345776"/>
              <a:gd name="connsiteX1851" fmla="*/ 10224674 w 11861549"/>
              <a:gd name="connsiteY1851" fmla="*/ 1609540 h 3345776"/>
              <a:gd name="connsiteX1852" fmla="*/ 11187286 w 11861549"/>
              <a:gd name="connsiteY1852" fmla="*/ 1558459 h 3345776"/>
              <a:gd name="connsiteX1853" fmla="*/ 11184988 w 11861549"/>
              <a:gd name="connsiteY1853" fmla="*/ 1571229 h 3345776"/>
              <a:gd name="connsiteX1854" fmla="*/ 10227228 w 11861549"/>
              <a:gd name="connsiteY1854" fmla="*/ 1622310 h 3345776"/>
              <a:gd name="connsiteX1855" fmla="*/ 10139880 w 11861549"/>
              <a:gd name="connsiteY1855" fmla="*/ 1637889 h 3345776"/>
              <a:gd name="connsiteX1856" fmla="*/ 10106551 w 11861549"/>
              <a:gd name="connsiteY1856" fmla="*/ 1643891 h 3345776"/>
              <a:gd name="connsiteX1857" fmla="*/ 9843115 w 11861549"/>
              <a:gd name="connsiteY1857" fmla="*/ 1688477 h 3345776"/>
              <a:gd name="connsiteX1858" fmla="*/ 9612741 w 11861549"/>
              <a:gd name="connsiteY1858" fmla="*/ 1715530 h 3345776"/>
              <a:gd name="connsiteX1859" fmla="*/ 9791576 w 11861549"/>
              <a:gd name="connsiteY1859" fmla="*/ 1703131 h 3345776"/>
              <a:gd name="connsiteX1860" fmla="*/ 10060578 w 11861549"/>
              <a:gd name="connsiteY1860" fmla="*/ 1673007 h 3345776"/>
              <a:gd name="connsiteX1861" fmla="*/ 10091865 w 11861549"/>
              <a:gd name="connsiteY1861" fmla="*/ 1669304 h 3345776"/>
              <a:gd name="connsiteX1862" fmla="*/ 10182915 w 11861549"/>
              <a:gd name="connsiteY1862" fmla="*/ 1658450 h 3345776"/>
              <a:gd name="connsiteX1863" fmla="*/ 11135567 w 11861549"/>
              <a:gd name="connsiteY1863" fmla="*/ 1641975 h 3345776"/>
              <a:gd name="connsiteX1864" fmla="*/ 11133269 w 11861549"/>
              <a:gd name="connsiteY1864" fmla="*/ 1654745 h 3345776"/>
              <a:gd name="connsiteX1865" fmla="*/ 10184448 w 11861549"/>
              <a:gd name="connsiteY1865" fmla="*/ 1671220 h 3345776"/>
              <a:gd name="connsiteX1866" fmla="*/ 10093397 w 11861549"/>
              <a:gd name="connsiteY1866" fmla="*/ 1682202 h 3345776"/>
              <a:gd name="connsiteX1867" fmla="*/ 10062111 w 11861549"/>
              <a:gd name="connsiteY1867" fmla="*/ 1685905 h 3345776"/>
              <a:gd name="connsiteX1868" fmla="*/ 9518502 w 11861549"/>
              <a:gd name="connsiteY1868" fmla="*/ 1735071 h 3345776"/>
              <a:gd name="connsiteX1869" fmla="*/ 9392532 w 11861549"/>
              <a:gd name="connsiteY1869" fmla="*/ 1733199 h 3345776"/>
              <a:gd name="connsiteX1870" fmla="*/ 9475274 w 11861549"/>
              <a:gd name="connsiteY1870" fmla="*/ 1737048 h 3345776"/>
              <a:gd name="connsiteX1871" fmla="*/ 10008603 w 11861549"/>
              <a:gd name="connsiteY1871" fmla="*/ 1717191 h 3345776"/>
              <a:gd name="connsiteX1872" fmla="*/ 10045636 w 11861549"/>
              <a:gd name="connsiteY1872" fmla="*/ 1714893 h 3345776"/>
              <a:gd name="connsiteX1873" fmla="*/ 10142178 w 11861549"/>
              <a:gd name="connsiteY1873" fmla="*/ 1709018 h 3345776"/>
              <a:gd name="connsiteX1874" fmla="*/ 11084998 w 11861549"/>
              <a:gd name="connsiteY1874" fmla="*/ 1727663 h 3345776"/>
              <a:gd name="connsiteX1875" fmla="*/ 11082698 w 11861549"/>
              <a:gd name="connsiteY1875" fmla="*/ 1740433 h 3345776"/>
              <a:gd name="connsiteX1876" fmla="*/ 10143073 w 11861549"/>
              <a:gd name="connsiteY1876" fmla="*/ 1722172 h 3345776"/>
              <a:gd name="connsiteX1877" fmla="*/ 10046402 w 11861549"/>
              <a:gd name="connsiteY1877" fmla="*/ 1728045 h 3345776"/>
              <a:gd name="connsiteX1878" fmla="*/ 10009498 w 11861549"/>
              <a:gd name="connsiteY1878" fmla="*/ 1730217 h 3345776"/>
              <a:gd name="connsiteX1879" fmla="*/ 9474668 w 11861549"/>
              <a:gd name="connsiteY1879" fmla="*/ 1750090 h 3345776"/>
              <a:gd name="connsiteX1880" fmla="*/ 9308949 w 11861549"/>
              <a:gd name="connsiteY1880" fmla="*/ 1742363 h 3345776"/>
              <a:gd name="connsiteX1881" fmla="*/ 9429413 w 11861549"/>
              <a:gd name="connsiteY1881" fmla="*/ 1751831 h 3345776"/>
              <a:gd name="connsiteX1882" fmla="*/ 9954585 w 11861549"/>
              <a:gd name="connsiteY1882" fmla="*/ 1760099 h 3345776"/>
              <a:gd name="connsiteX1883" fmla="*/ 10001452 w 11861549"/>
              <a:gd name="connsiteY1883" fmla="*/ 1760099 h 3345776"/>
              <a:gd name="connsiteX1884" fmla="*/ 10099143 w 11861549"/>
              <a:gd name="connsiteY1884" fmla="*/ 1760099 h 3345776"/>
              <a:gd name="connsiteX1885" fmla="*/ 11032129 w 11861549"/>
              <a:gd name="connsiteY1885" fmla="*/ 1813606 h 3345776"/>
              <a:gd name="connsiteX1886" fmla="*/ 11029831 w 11861549"/>
              <a:gd name="connsiteY1886" fmla="*/ 1826376 h 3345776"/>
              <a:gd name="connsiteX1887" fmla="*/ 10099271 w 11861549"/>
              <a:gd name="connsiteY1887" fmla="*/ 1773125 h 3345776"/>
              <a:gd name="connsiteX1888" fmla="*/ 9954713 w 11861549"/>
              <a:gd name="connsiteY1888" fmla="*/ 1773125 h 3345776"/>
              <a:gd name="connsiteX1889" fmla="*/ 9428854 w 11861549"/>
              <a:gd name="connsiteY1889" fmla="*/ 1764649 h 3345776"/>
              <a:gd name="connsiteX1890" fmla="*/ 9280081 w 11861549"/>
              <a:gd name="connsiteY1890" fmla="*/ 1753022 h 3345776"/>
              <a:gd name="connsiteX1891" fmla="*/ 9385245 w 11861549"/>
              <a:gd name="connsiteY1891" fmla="*/ 1764649 h 3345776"/>
              <a:gd name="connsiteX1892" fmla="*/ 9901590 w 11861549"/>
              <a:gd name="connsiteY1892" fmla="*/ 1800198 h 3345776"/>
              <a:gd name="connsiteX1893" fmla="*/ 9957650 w 11861549"/>
              <a:gd name="connsiteY1893" fmla="*/ 1803517 h 3345776"/>
              <a:gd name="connsiteX1894" fmla="*/ 10057259 w 11861549"/>
              <a:gd name="connsiteY1894" fmla="*/ 1809136 h 3345776"/>
              <a:gd name="connsiteX1895" fmla="*/ 10980282 w 11861549"/>
              <a:gd name="connsiteY1895" fmla="*/ 1897634 h 3345776"/>
              <a:gd name="connsiteX1896" fmla="*/ 10977985 w 11861549"/>
              <a:gd name="connsiteY1896" fmla="*/ 1910404 h 3345776"/>
              <a:gd name="connsiteX1897" fmla="*/ 10056492 w 11861549"/>
              <a:gd name="connsiteY1897" fmla="*/ 1822162 h 3345776"/>
              <a:gd name="connsiteX1898" fmla="*/ 9956885 w 11861549"/>
              <a:gd name="connsiteY1898" fmla="*/ 1816543 h 3345776"/>
              <a:gd name="connsiteX1899" fmla="*/ 9900824 w 11861549"/>
              <a:gd name="connsiteY1899" fmla="*/ 1813222 h 3345776"/>
              <a:gd name="connsiteX1900" fmla="*/ 9383777 w 11861549"/>
              <a:gd name="connsiteY1900" fmla="*/ 1777642 h 3345776"/>
              <a:gd name="connsiteX1901" fmla="*/ 9239442 w 11861549"/>
              <a:gd name="connsiteY1901" fmla="*/ 1761671 h 3345776"/>
              <a:gd name="connsiteX1902" fmla="*/ 9341253 w 11861549"/>
              <a:gd name="connsiteY1902" fmla="*/ 1777483 h 3345776"/>
              <a:gd name="connsiteX1903" fmla="*/ 9848850 w 11861549"/>
              <a:gd name="connsiteY1903" fmla="*/ 1839402 h 3345776"/>
              <a:gd name="connsiteX1904" fmla="*/ 10014862 w 11861549"/>
              <a:gd name="connsiteY1904" fmla="*/ 1858684 h 3345776"/>
              <a:gd name="connsiteX1905" fmla="*/ 10928054 w 11861549"/>
              <a:gd name="connsiteY1905" fmla="*/ 1982044 h 3345776"/>
              <a:gd name="connsiteX1906" fmla="*/ 10925755 w 11861549"/>
              <a:gd name="connsiteY1906" fmla="*/ 1994814 h 3345776"/>
              <a:gd name="connsiteX1907" fmla="*/ 10013329 w 11861549"/>
              <a:gd name="connsiteY1907" fmla="*/ 1871583 h 3345776"/>
              <a:gd name="connsiteX1908" fmla="*/ 9847318 w 11861549"/>
              <a:gd name="connsiteY1908" fmla="*/ 1852300 h 3345776"/>
              <a:gd name="connsiteX1909" fmla="*/ 9338859 w 11861549"/>
              <a:gd name="connsiteY1909" fmla="*/ 1790492 h 3345776"/>
              <a:gd name="connsiteX1910" fmla="*/ 8983861 w 11861549"/>
              <a:gd name="connsiteY1910" fmla="*/ 1735178 h 3345776"/>
              <a:gd name="connsiteX1911" fmla="*/ 10877355 w 11861549"/>
              <a:gd name="connsiteY1911" fmla="*/ 2066837 h 3345776"/>
              <a:gd name="connsiteX1912" fmla="*/ 10875057 w 11861549"/>
              <a:gd name="connsiteY1912" fmla="*/ 2079607 h 3345776"/>
              <a:gd name="connsiteX1913" fmla="*/ 7831934 w 11861549"/>
              <a:gd name="connsiteY1913" fmla="*/ 1546582 h 3345776"/>
              <a:gd name="connsiteX1914" fmla="*/ 7583427 w 11861549"/>
              <a:gd name="connsiteY1914" fmla="*/ 1542496 h 3345776"/>
              <a:gd name="connsiteX1915" fmla="*/ 7371545 w 11861549"/>
              <a:gd name="connsiteY1915" fmla="*/ 1757124 h 3345776"/>
              <a:gd name="connsiteX1916" fmla="*/ 7367697 w 11861549"/>
              <a:gd name="connsiteY1916" fmla="*/ 1768680 h 3345776"/>
              <a:gd name="connsiteX1917" fmla="*/ 7323075 w 11861549"/>
              <a:gd name="connsiteY1917" fmla="*/ 1941077 h 3345776"/>
              <a:gd name="connsiteX1918" fmla="*/ 7322366 w 11861549"/>
              <a:gd name="connsiteY1918" fmla="*/ 1946198 h 3345776"/>
              <a:gd name="connsiteX1919" fmla="*/ 7316148 w 11861549"/>
              <a:gd name="connsiteY1919" fmla="*/ 2009628 h 3345776"/>
              <a:gd name="connsiteX1920" fmla="*/ 7309507 w 11861549"/>
              <a:gd name="connsiteY1920" fmla="*/ 2128389 h 3345776"/>
              <a:gd name="connsiteX1921" fmla="*/ 7309070 w 11861549"/>
              <a:gd name="connsiteY1921" fmla="*/ 2136252 h 3345776"/>
              <a:gd name="connsiteX1922" fmla="*/ 7308232 w 11861549"/>
              <a:gd name="connsiteY1922" fmla="*/ 2164274 h 3345776"/>
              <a:gd name="connsiteX1923" fmla="*/ 7306784 w 11861549"/>
              <a:gd name="connsiteY1923" fmla="*/ 2204545 h 3345776"/>
              <a:gd name="connsiteX1924" fmla="*/ 7304593 w 11861549"/>
              <a:gd name="connsiteY1924" fmla="*/ 2369196 h 3345776"/>
              <a:gd name="connsiteX1925" fmla="*/ 7305614 w 11861549"/>
              <a:gd name="connsiteY1925" fmla="*/ 2437341 h 3345776"/>
              <a:gd name="connsiteX1926" fmla="*/ 7126895 w 11861549"/>
              <a:gd name="connsiteY1926" fmla="*/ 2975561 h 3345776"/>
              <a:gd name="connsiteX1927" fmla="*/ 6504734 w 11861549"/>
              <a:gd name="connsiteY1927" fmla="*/ 2895746 h 3345776"/>
              <a:gd name="connsiteX1928" fmla="*/ 6203614 w 11861549"/>
              <a:gd name="connsiteY1928" fmla="*/ 2488124 h 3345776"/>
              <a:gd name="connsiteX1929" fmla="*/ 6093790 w 11861549"/>
              <a:gd name="connsiteY1929" fmla="*/ 2313045 h 3345776"/>
              <a:gd name="connsiteX1930" fmla="*/ 5561787 w 11861549"/>
              <a:gd name="connsiteY1930" fmla="*/ 1918576 h 3345776"/>
              <a:gd name="connsiteX1931" fmla="*/ 4801198 w 11861549"/>
              <a:gd name="connsiteY1931" fmla="*/ 2559509 h 3345776"/>
              <a:gd name="connsiteX1932" fmla="*/ 4115314 w 11861549"/>
              <a:gd name="connsiteY1932" fmla="*/ 3105687 h 3345776"/>
              <a:gd name="connsiteX1933" fmla="*/ 3980334 w 11861549"/>
              <a:gd name="connsiteY1933" fmla="*/ 3081935 h 3345776"/>
              <a:gd name="connsiteX1934" fmla="*/ 3594293 w 11861549"/>
              <a:gd name="connsiteY1934" fmla="*/ 2590668 h 3345776"/>
              <a:gd name="connsiteX1935" fmla="*/ 3531209 w 11861549"/>
              <a:gd name="connsiteY1935" fmla="*/ 2376002 h 3345776"/>
              <a:gd name="connsiteX1936" fmla="*/ 3522029 w 11861549"/>
              <a:gd name="connsiteY1936" fmla="*/ 2344657 h 3345776"/>
              <a:gd name="connsiteX1937" fmla="*/ 3492389 w 11861549"/>
              <a:gd name="connsiteY1937" fmla="*/ 2262860 h 3345776"/>
              <a:gd name="connsiteX1938" fmla="*/ 3453513 w 11861549"/>
              <a:gd name="connsiteY1938" fmla="*/ 2154552 h 3345776"/>
              <a:gd name="connsiteX1939" fmla="*/ 3386396 w 11861549"/>
              <a:gd name="connsiteY1939" fmla="*/ 2002093 h 3345776"/>
              <a:gd name="connsiteX1940" fmla="*/ 3315680 w 11861549"/>
              <a:gd name="connsiteY1940" fmla="*/ 1880788 h 3345776"/>
              <a:gd name="connsiteX1941" fmla="*/ 3284420 w 11861549"/>
              <a:gd name="connsiteY1941" fmla="*/ 1836815 h 3345776"/>
              <a:gd name="connsiteX1942" fmla="*/ 3245004 w 11861549"/>
              <a:gd name="connsiteY1942" fmla="*/ 1791332 h 3345776"/>
              <a:gd name="connsiteX1943" fmla="*/ 3236599 w 11861549"/>
              <a:gd name="connsiteY1943" fmla="*/ 1783037 h 3345776"/>
              <a:gd name="connsiteX1944" fmla="*/ 3189395 w 11861549"/>
              <a:gd name="connsiteY1944" fmla="*/ 1743642 h 3345776"/>
              <a:gd name="connsiteX1945" fmla="*/ 3143264 w 11861549"/>
              <a:gd name="connsiteY1945" fmla="*/ 1711811 h 3345776"/>
              <a:gd name="connsiteX1946" fmla="*/ 3114523 w 11861549"/>
              <a:gd name="connsiteY1946" fmla="*/ 1695008 h 3345776"/>
              <a:gd name="connsiteX1947" fmla="*/ 3093444 w 11861549"/>
              <a:gd name="connsiteY1947" fmla="*/ 1685963 h 3345776"/>
              <a:gd name="connsiteX1948" fmla="*/ 3046611 w 11861549"/>
              <a:gd name="connsiteY1948" fmla="*/ 1669407 h 3345776"/>
              <a:gd name="connsiteX1949" fmla="*/ 2899725 w 11861549"/>
              <a:gd name="connsiteY1949" fmla="*/ 1669303 h 3345776"/>
              <a:gd name="connsiteX1950" fmla="*/ 2568723 w 11861549"/>
              <a:gd name="connsiteY1950" fmla="*/ 2107319 h 3345776"/>
              <a:gd name="connsiteX1951" fmla="*/ 2531563 w 11861549"/>
              <a:gd name="connsiteY1951" fmla="*/ 2441258 h 3345776"/>
              <a:gd name="connsiteX1952" fmla="*/ 2506023 w 11861549"/>
              <a:gd name="connsiteY1952" fmla="*/ 2713134 h 3345776"/>
              <a:gd name="connsiteX1953" fmla="*/ 2268370 w 11861549"/>
              <a:gd name="connsiteY1953" fmla="*/ 3217937 h 3345776"/>
              <a:gd name="connsiteX1954" fmla="*/ 1958694 w 11861549"/>
              <a:gd name="connsiteY1954" fmla="*/ 3345766 h 3345776"/>
              <a:gd name="connsiteX1955" fmla="*/ 1775571 w 11861549"/>
              <a:gd name="connsiteY1955" fmla="*/ 3295963 h 3345776"/>
              <a:gd name="connsiteX1956" fmla="*/ 1496161 w 11861549"/>
              <a:gd name="connsiteY1956" fmla="*/ 2832534 h 3345776"/>
              <a:gd name="connsiteX1957" fmla="*/ 1495594 w 11861549"/>
              <a:gd name="connsiteY1957" fmla="*/ 2830910 h 3345776"/>
              <a:gd name="connsiteX1958" fmla="*/ 1493538 w 11861549"/>
              <a:gd name="connsiteY1958" fmla="*/ 2826479 h 3345776"/>
              <a:gd name="connsiteX1959" fmla="*/ 1445974 w 11861549"/>
              <a:gd name="connsiteY1959" fmla="*/ 2698831 h 3345776"/>
              <a:gd name="connsiteX1960" fmla="*/ 1409017 w 11861549"/>
              <a:gd name="connsiteY1960" fmla="*/ 2605771 h 3345776"/>
              <a:gd name="connsiteX1961" fmla="*/ 1328299 w 11861549"/>
              <a:gd name="connsiteY1961" fmla="*/ 2466473 h 3345776"/>
              <a:gd name="connsiteX1962" fmla="*/ 349403 w 11861549"/>
              <a:gd name="connsiteY1962" fmla="*/ 2143330 h 3345776"/>
              <a:gd name="connsiteX1963" fmla="*/ 86037 w 11861549"/>
              <a:gd name="connsiteY1963" fmla="*/ 2318954 h 3345776"/>
              <a:gd name="connsiteX1964" fmla="*/ 0 w 11861549"/>
              <a:gd name="connsiteY1964" fmla="*/ 2420186 h 3345776"/>
              <a:gd name="connsiteX1965" fmla="*/ 0 w 11861549"/>
              <a:gd name="connsiteY1965" fmla="*/ 2396547 h 3345776"/>
              <a:gd name="connsiteX1966" fmla="*/ 79489 w 11861549"/>
              <a:gd name="connsiteY1966" fmla="*/ 2304346 h 3345776"/>
              <a:gd name="connsiteX1967" fmla="*/ 343784 w 11861549"/>
              <a:gd name="connsiteY1967" fmla="*/ 2130816 h 3345776"/>
              <a:gd name="connsiteX1968" fmla="*/ 961602 w 11861549"/>
              <a:gd name="connsiteY1968" fmla="*/ 2152781 h 3345776"/>
              <a:gd name="connsiteX1969" fmla="*/ 1341286 w 11861549"/>
              <a:gd name="connsiteY1969" fmla="*/ 2462770 h 3345776"/>
              <a:gd name="connsiteX1970" fmla="*/ 1376408 w 11861549"/>
              <a:gd name="connsiteY1970" fmla="*/ 2523661 h 3345776"/>
              <a:gd name="connsiteX1971" fmla="*/ 1364374 w 11861549"/>
              <a:gd name="connsiteY1971" fmla="*/ 2493360 h 3345776"/>
              <a:gd name="connsiteX1972" fmla="*/ 636948 w 11861549"/>
              <a:gd name="connsiteY1972" fmla="*/ 2013522 h 3345776"/>
              <a:gd name="connsiteX1973" fmla="*/ 345316 w 11861549"/>
              <a:gd name="connsiteY1973" fmla="*/ 2066327 h 3345776"/>
              <a:gd name="connsiteX1974" fmla="*/ 91437 w 11861549"/>
              <a:gd name="connsiteY1974" fmla="*/ 2237192 h 3345776"/>
              <a:gd name="connsiteX1975" fmla="*/ 0 w 11861549"/>
              <a:gd name="connsiteY1975" fmla="*/ 2344677 h 3345776"/>
              <a:gd name="connsiteX1976" fmla="*/ 0 w 11861549"/>
              <a:gd name="connsiteY1976" fmla="*/ 2323298 h 3345776"/>
              <a:gd name="connsiteX1977" fmla="*/ 81630 w 11861549"/>
              <a:gd name="connsiteY1977" fmla="*/ 2227406 h 3345776"/>
              <a:gd name="connsiteX1978" fmla="*/ 339826 w 11861549"/>
              <a:gd name="connsiteY1978" fmla="*/ 2053812 h 3345776"/>
              <a:gd name="connsiteX1979" fmla="*/ 931467 w 11861549"/>
              <a:gd name="connsiteY1979" fmla="*/ 2065560 h 3345776"/>
              <a:gd name="connsiteX1980" fmla="*/ 1295705 w 11861549"/>
              <a:gd name="connsiteY1980" fmla="*/ 2352280 h 3345776"/>
              <a:gd name="connsiteX1981" fmla="*/ 1334073 w 11861549"/>
              <a:gd name="connsiteY1981" fmla="*/ 2416241 h 3345776"/>
              <a:gd name="connsiteX1982" fmla="*/ 1316613 w 11861549"/>
              <a:gd name="connsiteY1982" fmla="*/ 2374343 h 3345776"/>
              <a:gd name="connsiteX1983" fmla="*/ 618783 w 11861549"/>
              <a:gd name="connsiteY1983" fmla="*/ 1934982 h 3345776"/>
              <a:gd name="connsiteX1984" fmla="*/ 341230 w 11861549"/>
              <a:gd name="connsiteY1984" fmla="*/ 1989323 h 3345776"/>
              <a:gd name="connsiteX1985" fmla="*/ 1120 w 11861549"/>
              <a:gd name="connsiteY1985" fmla="*/ 2271944 h 3345776"/>
              <a:gd name="connsiteX1986" fmla="*/ 0 w 11861549"/>
              <a:gd name="connsiteY1986" fmla="*/ 2273803 h 3345776"/>
              <a:gd name="connsiteX1987" fmla="*/ 0 w 11861549"/>
              <a:gd name="connsiteY1987" fmla="*/ 2251780 h 3345776"/>
              <a:gd name="connsiteX1988" fmla="*/ 89494 w 11861549"/>
              <a:gd name="connsiteY1988" fmla="*/ 2145745 h 3345776"/>
              <a:gd name="connsiteX1989" fmla="*/ 335740 w 11861549"/>
              <a:gd name="connsiteY1989" fmla="*/ 1977064 h 3345776"/>
              <a:gd name="connsiteX1990" fmla="*/ 1248090 w 11861549"/>
              <a:gd name="connsiteY1990" fmla="*/ 2239246 h 3345776"/>
              <a:gd name="connsiteX1991" fmla="*/ 1295675 w 11861549"/>
              <a:gd name="connsiteY1991" fmla="*/ 2315532 h 3345776"/>
              <a:gd name="connsiteX1992" fmla="*/ 1269364 w 11861549"/>
              <a:gd name="connsiteY1992" fmla="*/ 2255452 h 3345776"/>
              <a:gd name="connsiteX1993" fmla="*/ 600266 w 11861549"/>
              <a:gd name="connsiteY1993" fmla="*/ 1856515 h 3345776"/>
              <a:gd name="connsiteX1994" fmla="*/ 337143 w 11861549"/>
              <a:gd name="connsiteY1994" fmla="*/ 1912191 h 3345776"/>
              <a:gd name="connsiteX1995" fmla="*/ 12584 w 11861549"/>
              <a:gd name="connsiteY1995" fmla="*/ 2186745 h 3345776"/>
              <a:gd name="connsiteX1996" fmla="*/ 0 w 11861549"/>
              <a:gd name="connsiteY1996" fmla="*/ 2207706 h 3345776"/>
              <a:gd name="connsiteX1997" fmla="*/ 0 w 11861549"/>
              <a:gd name="connsiteY1997" fmla="*/ 2182732 h 3345776"/>
              <a:gd name="connsiteX1998" fmla="*/ 2572 w 11861549"/>
              <a:gd name="connsiteY1998" fmla="*/ 2178456 h 3345776"/>
              <a:gd name="connsiteX1999" fmla="*/ 332546 w 11861549"/>
              <a:gd name="connsiteY1999" fmla="*/ 1899932 h 3345776"/>
              <a:gd name="connsiteX2000" fmla="*/ 1203097 w 11861549"/>
              <a:gd name="connsiteY2000" fmla="*/ 2129706 h 3345776"/>
              <a:gd name="connsiteX2001" fmla="*/ 1256259 w 11861549"/>
              <a:gd name="connsiteY2001" fmla="*/ 2210733 h 3345776"/>
              <a:gd name="connsiteX2002" fmla="*/ 1221603 w 11861549"/>
              <a:gd name="connsiteY2002" fmla="*/ 2136562 h 3345776"/>
              <a:gd name="connsiteX2003" fmla="*/ 582064 w 11861549"/>
              <a:gd name="connsiteY2003" fmla="*/ 1777959 h 3345776"/>
              <a:gd name="connsiteX2004" fmla="*/ 333696 w 11861549"/>
              <a:gd name="connsiteY2004" fmla="*/ 1835187 h 3345776"/>
              <a:gd name="connsiteX2005" fmla="*/ 22638 w 11861549"/>
              <a:gd name="connsiteY2005" fmla="*/ 2100428 h 3345776"/>
              <a:gd name="connsiteX2006" fmla="*/ 0 w 11861549"/>
              <a:gd name="connsiteY2006" fmla="*/ 2138078 h 3345776"/>
              <a:gd name="connsiteX2007" fmla="*/ 0 w 11861549"/>
              <a:gd name="connsiteY2007" fmla="*/ 2113221 h 3345776"/>
              <a:gd name="connsiteX2008" fmla="*/ 12626 w 11861549"/>
              <a:gd name="connsiteY2008" fmla="*/ 2092244 h 3345776"/>
              <a:gd name="connsiteX2009" fmla="*/ 328588 w 11861549"/>
              <a:gd name="connsiteY2009" fmla="*/ 1822928 h 3345776"/>
              <a:gd name="connsiteX2010" fmla="*/ 1157701 w 11861549"/>
              <a:gd name="connsiteY2010" fmla="*/ 2020132 h 3345776"/>
              <a:gd name="connsiteX2011" fmla="*/ 1222205 w 11861549"/>
              <a:gd name="connsiteY2011" fmla="*/ 2113380 h 3345776"/>
              <a:gd name="connsiteX2012" fmla="*/ 1173844 w 11861549"/>
              <a:gd name="connsiteY2012" fmla="*/ 2017673 h 3345776"/>
              <a:gd name="connsiteX2013" fmla="*/ 563847 w 11861549"/>
              <a:gd name="connsiteY2013" fmla="*/ 1699673 h 3345776"/>
              <a:gd name="connsiteX2014" fmla="*/ 329993 w 11861549"/>
              <a:gd name="connsiteY2014" fmla="*/ 1758184 h 3345776"/>
              <a:gd name="connsiteX2015" fmla="*/ 35226 w 11861549"/>
              <a:gd name="connsiteY2015" fmla="*/ 2014795 h 3345776"/>
              <a:gd name="connsiteX2016" fmla="*/ 0 w 11861549"/>
              <a:gd name="connsiteY2016" fmla="*/ 2073509 h 3345776"/>
              <a:gd name="connsiteX2017" fmla="*/ 0 w 11861549"/>
              <a:gd name="connsiteY2017" fmla="*/ 2048591 h 3345776"/>
              <a:gd name="connsiteX2018" fmla="*/ 25216 w 11861549"/>
              <a:gd name="connsiteY2018" fmla="*/ 2006599 h 3345776"/>
              <a:gd name="connsiteX2019" fmla="*/ 324758 w 11861549"/>
              <a:gd name="connsiteY2019" fmla="*/ 1745925 h 3345776"/>
              <a:gd name="connsiteX2020" fmla="*/ 1185848 w 11861549"/>
              <a:gd name="connsiteY2020" fmla="*/ 2010777 h 3345776"/>
              <a:gd name="connsiteX2021" fmla="*/ 1259021 w 11861549"/>
              <a:gd name="connsiteY2021" fmla="*/ 2156996 h 3345776"/>
              <a:gd name="connsiteX2022" fmla="*/ 1495779 w 11861549"/>
              <a:gd name="connsiteY2022" fmla="*/ 2465649 h 3345776"/>
              <a:gd name="connsiteX2023" fmla="*/ 1881820 w 11861549"/>
              <a:gd name="connsiteY2023" fmla="*/ 2386475 h 3345776"/>
              <a:gd name="connsiteX2024" fmla="*/ 2198903 w 11861549"/>
              <a:gd name="connsiteY2024" fmla="*/ 2004903 h 3345776"/>
              <a:gd name="connsiteX2025" fmla="*/ 2291359 w 11861549"/>
              <a:gd name="connsiteY2025" fmla="*/ 1805178 h 3345776"/>
              <a:gd name="connsiteX2026" fmla="*/ 2354060 w 11861549"/>
              <a:gd name="connsiteY2026" fmla="*/ 1667772 h 3345776"/>
              <a:gd name="connsiteX2027" fmla="*/ 2651732 w 11861549"/>
              <a:gd name="connsiteY2027" fmla="*/ 1548627 h 3345776"/>
              <a:gd name="connsiteX2028" fmla="*/ 2822159 w 11861549"/>
              <a:gd name="connsiteY2028" fmla="*/ 1567085 h 3345776"/>
              <a:gd name="connsiteX2029" fmla="*/ 2803185 w 11861549"/>
              <a:gd name="connsiteY2029" fmla="*/ 1563951 h 3345776"/>
              <a:gd name="connsiteX2030" fmla="*/ 2601545 w 11861549"/>
              <a:gd name="connsiteY2030" fmla="*/ 1541219 h 3345776"/>
              <a:gd name="connsiteX2031" fmla="*/ 2486403 w 11861549"/>
              <a:gd name="connsiteY2031" fmla="*/ 1533045 h 3345776"/>
              <a:gd name="connsiteX2032" fmla="*/ 2324815 w 11861549"/>
              <a:gd name="connsiteY2032" fmla="*/ 1589235 h 3345776"/>
              <a:gd name="connsiteX2033" fmla="*/ 2250494 w 11861549"/>
              <a:gd name="connsiteY2033" fmla="*/ 1708509 h 3345776"/>
              <a:gd name="connsiteX2034" fmla="*/ 2151525 w 11861549"/>
              <a:gd name="connsiteY2034" fmla="*/ 1871966 h 3345776"/>
              <a:gd name="connsiteX2035" fmla="*/ 1814522 w 11861549"/>
              <a:gd name="connsiteY2035" fmla="*/ 2232850 h 3345776"/>
              <a:gd name="connsiteX2036" fmla="*/ 1432439 w 11861549"/>
              <a:gd name="connsiteY2036" fmla="*/ 2314707 h 3345776"/>
              <a:gd name="connsiteX2037" fmla="*/ 1196447 w 11861549"/>
              <a:gd name="connsiteY2037" fmla="*/ 2029549 h 3345776"/>
              <a:gd name="connsiteX2038" fmla="*/ 1126211 w 11861549"/>
              <a:gd name="connsiteY2038" fmla="*/ 1899294 h 3345776"/>
              <a:gd name="connsiteX2039" fmla="*/ 326162 w 11861549"/>
              <a:gd name="connsiteY2039" fmla="*/ 1681053 h 3345776"/>
              <a:gd name="connsiteX2040" fmla="*/ 47597 w 11861549"/>
              <a:gd name="connsiteY2040" fmla="*/ 1929075 h 3345776"/>
              <a:gd name="connsiteX2041" fmla="*/ 0 w 11861549"/>
              <a:gd name="connsiteY2041" fmla="*/ 2008583 h 3345776"/>
              <a:gd name="connsiteX2042" fmla="*/ 0 w 11861549"/>
              <a:gd name="connsiteY2042" fmla="*/ 1983062 h 3345776"/>
              <a:gd name="connsiteX2043" fmla="*/ 37116 w 11861549"/>
              <a:gd name="connsiteY2043" fmla="*/ 1920984 h 3345776"/>
              <a:gd name="connsiteX2044" fmla="*/ 319777 w 11861549"/>
              <a:gd name="connsiteY2044" fmla="*/ 1669048 h 3345776"/>
              <a:gd name="connsiteX2045" fmla="*/ 1137066 w 11861549"/>
              <a:gd name="connsiteY2045" fmla="*/ 1891632 h 3345776"/>
              <a:gd name="connsiteX2046" fmla="*/ 1208068 w 11861549"/>
              <a:gd name="connsiteY2046" fmla="*/ 2023037 h 3345776"/>
              <a:gd name="connsiteX2047" fmla="*/ 1437930 w 11861549"/>
              <a:gd name="connsiteY2047" fmla="*/ 2301808 h 3345776"/>
              <a:gd name="connsiteX2048" fmla="*/ 1805839 w 11861549"/>
              <a:gd name="connsiteY2048" fmla="*/ 2221995 h 3345776"/>
              <a:gd name="connsiteX2049" fmla="*/ 2140415 w 11861549"/>
              <a:gd name="connsiteY2049" fmla="*/ 1864432 h 3345776"/>
              <a:gd name="connsiteX2050" fmla="*/ 2238746 w 11861549"/>
              <a:gd name="connsiteY2050" fmla="*/ 1702123 h 3345776"/>
              <a:gd name="connsiteX2051" fmla="*/ 2314474 w 11861549"/>
              <a:gd name="connsiteY2051" fmla="*/ 1580807 h 3345776"/>
              <a:gd name="connsiteX2052" fmla="*/ 2602948 w 11861549"/>
              <a:gd name="connsiteY2052" fmla="*/ 1527938 h 3345776"/>
              <a:gd name="connsiteX2053" fmla="*/ 3001633 w 11861549"/>
              <a:gd name="connsiteY2053" fmla="*/ 1583233 h 3345776"/>
              <a:gd name="connsiteX2054" fmla="*/ 3142105 w 11861549"/>
              <a:gd name="connsiteY2054" fmla="*/ 1626907 h 3345776"/>
              <a:gd name="connsiteX2055" fmla="*/ 3237625 w 11861549"/>
              <a:gd name="connsiteY2055" fmla="*/ 1681691 h 3345776"/>
              <a:gd name="connsiteX2056" fmla="*/ 3451012 w 11861549"/>
              <a:gd name="connsiteY2056" fmla="*/ 1870561 h 3345776"/>
              <a:gd name="connsiteX2057" fmla="*/ 3651759 w 11861549"/>
              <a:gd name="connsiteY2057" fmla="*/ 2117024 h 3345776"/>
              <a:gd name="connsiteX2058" fmla="*/ 3787506 w 11861549"/>
              <a:gd name="connsiteY2058" fmla="*/ 2291337 h 3345776"/>
              <a:gd name="connsiteX2059" fmla="*/ 3876897 w 11861549"/>
              <a:gd name="connsiteY2059" fmla="*/ 2383665 h 3345776"/>
              <a:gd name="connsiteX2060" fmla="*/ 4166140 w 11861549"/>
              <a:gd name="connsiteY2060" fmla="*/ 2512005 h 3345776"/>
              <a:gd name="connsiteX2061" fmla="*/ 4516807 w 11861549"/>
              <a:gd name="connsiteY2061" fmla="*/ 2439342 h 3345776"/>
              <a:gd name="connsiteX2062" fmla="*/ 4590363 w 11861549"/>
              <a:gd name="connsiteY2062" fmla="*/ 2397202 h 3345776"/>
              <a:gd name="connsiteX2063" fmla="*/ 4939754 w 11861549"/>
              <a:gd name="connsiteY2063" fmla="*/ 2082289 h 3345776"/>
              <a:gd name="connsiteX2064" fmla="*/ 5462180 w 11861549"/>
              <a:gd name="connsiteY2064" fmla="*/ 1731111 h 3345776"/>
              <a:gd name="connsiteX2065" fmla="*/ 5987033 w 11861549"/>
              <a:gd name="connsiteY2065" fmla="*/ 1922663 h 3345776"/>
              <a:gd name="connsiteX2066" fmla="*/ 6079106 w 11861549"/>
              <a:gd name="connsiteY2066" fmla="*/ 2055984 h 3345776"/>
              <a:gd name="connsiteX2067" fmla="*/ 6099211 w 11861549"/>
              <a:gd name="connsiteY2067" fmla="*/ 2097565 h 3345776"/>
              <a:gd name="connsiteX2068" fmla="*/ 6063527 w 11861549"/>
              <a:gd name="connsiteY2068" fmla="*/ 2020483 h 3345776"/>
              <a:gd name="connsiteX2069" fmla="*/ 5970815 w 11861549"/>
              <a:gd name="connsiteY2069" fmla="*/ 1887034 h 3345776"/>
              <a:gd name="connsiteX2070" fmla="*/ 5447240 w 11861549"/>
              <a:gd name="connsiteY2070" fmla="*/ 1714382 h 3345776"/>
              <a:gd name="connsiteX2071" fmla="*/ 4929539 w 11861549"/>
              <a:gd name="connsiteY2071" fmla="*/ 2074373 h 3345776"/>
              <a:gd name="connsiteX2072" fmla="*/ 4562652 w 11861549"/>
              <a:gd name="connsiteY2072" fmla="*/ 2382261 h 3345776"/>
              <a:gd name="connsiteX2073" fmla="*/ 4483988 w 11861549"/>
              <a:gd name="connsiteY2073" fmla="*/ 2419039 h 3345776"/>
              <a:gd name="connsiteX2074" fmla="*/ 4127191 w 11861549"/>
              <a:gd name="connsiteY2074" fmla="*/ 2441769 h 3345776"/>
              <a:gd name="connsiteX2075" fmla="*/ 3848292 w 11861549"/>
              <a:gd name="connsiteY2075" fmla="*/ 2278184 h 3345776"/>
              <a:gd name="connsiteX2076" fmla="*/ 3761455 w 11861549"/>
              <a:gd name="connsiteY2076" fmla="*/ 2179088 h 3345776"/>
              <a:gd name="connsiteX2077" fmla="*/ 3687005 w 11861549"/>
              <a:gd name="connsiteY2077" fmla="*/ 2080758 h 3345776"/>
              <a:gd name="connsiteX2078" fmla="*/ 3415384 w 11861549"/>
              <a:gd name="connsiteY2078" fmla="*/ 1760611 h 3345776"/>
              <a:gd name="connsiteX2079" fmla="*/ 3190376 w 11861549"/>
              <a:gd name="connsiteY2079" fmla="*/ 1614520 h 3345776"/>
              <a:gd name="connsiteX2080" fmla="*/ 3094983 w 11861549"/>
              <a:gd name="connsiteY2080" fmla="*/ 1583872 h 3345776"/>
              <a:gd name="connsiteX2081" fmla="*/ 2955790 w 11861549"/>
              <a:gd name="connsiteY2081" fmla="*/ 1562673 h 3345776"/>
              <a:gd name="connsiteX2082" fmla="*/ 2844433 w 11861549"/>
              <a:gd name="connsiteY2082" fmla="*/ 1552074 h 3345776"/>
              <a:gd name="connsiteX2083" fmla="*/ 2551868 w 11861549"/>
              <a:gd name="connsiteY2083" fmla="*/ 1519127 h 3345776"/>
              <a:gd name="connsiteX2084" fmla="*/ 2457370 w 11861549"/>
              <a:gd name="connsiteY2084" fmla="*/ 1503036 h 3345776"/>
              <a:gd name="connsiteX2085" fmla="*/ 2342072 w 11861549"/>
              <a:gd name="connsiteY2085" fmla="*/ 1486611 h 3345776"/>
              <a:gd name="connsiteX2086" fmla="*/ 2283186 w 11861549"/>
              <a:gd name="connsiteY2086" fmla="*/ 1503036 h 3345776"/>
              <a:gd name="connsiteX2087" fmla="*/ 2186517 w 11861549"/>
              <a:gd name="connsiteY2087" fmla="*/ 1612605 h 3345776"/>
              <a:gd name="connsiteX2088" fmla="*/ 2092272 w 11861549"/>
              <a:gd name="connsiteY2088" fmla="*/ 1731366 h 3345776"/>
              <a:gd name="connsiteX2089" fmla="*/ 1738922 w 11861549"/>
              <a:gd name="connsiteY2089" fmla="*/ 2068116 h 3345776"/>
              <a:gd name="connsiteX2090" fmla="*/ 1375229 w 11861549"/>
              <a:gd name="connsiteY2090" fmla="*/ 2150610 h 3345776"/>
              <a:gd name="connsiteX2091" fmla="*/ 1146516 w 11861549"/>
              <a:gd name="connsiteY2091" fmla="*/ 1895207 h 3345776"/>
              <a:gd name="connsiteX2092" fmla="*/ 1078579 w 11861549"/>
              <a:gd name="connsiteY2092" fmla="*/ 1780276 h 3345776"/>
              <a:gd name="connsiteX2093" fmla="*/ 322459 w 11861549"/>
              <a:gd name="connsiteY2093" fmla="*/ 1604048 h 3345776"/>
              <a:gd name="connsiteX2094" fmla="*/ 58082 w 11861549"/>
              <a:gd name="connsiteY2094" fmla="*/ 1842948 h 3345776"/>
              <a:gd name="connsiteX2095" fmla="*/ 0 w 11861549"/>
              <a:gd name="connsiteY2095" fmla="*/ 1939996 h 3345776"/>
              <a:gd name="connsiteX2096" fmla="*/ 0 w 11861549"/>
              <a:gd name="connsiteY2096" fmla="*/ 1913969 h 3345776"/>
              <a:gd name="connsiteX2097" fmla="*/ 47382 w 11861549"/>
              <a:gd name="connsiteY2097" fmla="*/ 1834866 h 3345776"/>
              <a:gd name="connsiteX2098" fmla="*/ 316329 w 11861549"/>
              <a:gd name="connsiteY2098" fmla="*/ 1592045 h 3345776"/>
              <a:gd name="connsiteX2099" fmla="*/ 1089690 w 11861549"/>
              <a:gd name="connsiteY2099" fmla="*/ 1772359 h 3345776"/>
              <a:gd name="connsiteX2100" fmla="*/ 1158520 w 11861549"/>
              <a:gd name="connsiteY2100" fmla="*/ 1889078 h 3345776"/>
              <a:gd name="connsiteX2101" fmla="*/ 1380467 w 11861549"/>
              <a:gd name="connsiteY2101" fmla="*/ 2138096 h 3345776"/>
              <a:gd name="connsiteX2102" fmla="*/ 1730494 w 11861549"/>
              <a:gd name="connsiteY2102" fmla="*/ 2057643 h 3345776"/>
              <a:gd name="connsiteX2103" fmla="*/ 2082056 w 11861549"/>
              <a:gd name="connsiteY2103" fmla="*/ 1722428 h 3345776"/>
              <a:gd name="connsiteX2104" fmla="*/ 2175791 w 11861549"/>
              <a:gd name="connsiteY2104" fmla="*/ 1604304 h 3345776"/>
              <a:gd name="connsiteX2105" fmla="*/ 2275396 w 11861549"/>
              <a:gd name="connsiteY2105" fmla="*/ 1491927 h 3345776"/>
              <a:gd name="connsiteX2106" fmla="*/ 2459798 w 11861549"/>
              <a:gd name="connsiteY2106" fmla="*/ 1489757 h 3345776"/>
              <a:gd name="connsiteX2107" fmla="*/ 2496468 w 11861549"/>
              <a:gd name="connsiteY2107" fmla="*/ 1496018 h 3345776"/>
              <a:gd name="connsiteX2108" fmla="*/ 2400467 w 11861549"/>
              <a:gd name="connsiteY2108" fmla="*/ 1471499 h 3345776"/>
              <a:gd name="connsiteX2109" fmla="*/ 2301703 w 11861549"/>
              <a:gd name="connsiteY2109" fmla="*/ 1435099 h 3345776"/>
              <a:gd name="connsiteX2110" fmla="*/ 2240661 w 11861549"/>
              <a:gd name="connsiteY2110" fmla="*/ 1417221 h 3345776"/>
              <a:gd name="connsiteX2111" fmla="*/ 2047194 w 11861549"/>
              <a:gd name="connsiteY2111" fmla="*/ 1577997 h 3345776"/>
              <a:gd name="connsiteX2112" fmla="*/ 2033147 w 11861549"/>
              <a:gd name="connsiteY2112" fmla="*/ 1590767 h 3345776"/>
              <a:gd name="connsiteX2113" fmla="*/ 1663579 w 11861549"/>
              <a:gd name="connsiteY2113" fmla="*/ 1903508 h 3345776"/>
              <a:gd name="connsiteX2114" fmla="*/ 1318785 w 11861549"/>
              <a:gd name="connsiteY2114" fmla="*/ 1986769 h 3345776"/>
              <a:gd name="connsiteX2115" fmla="*/ 1096968 w 11861549"/>
              <a:gd name="connsiteY2115" fmla="*/ 1762271 h 3345776"/>
              <a:gd name="connsiteX2116" fmla="*/ 1031074 w 11861549"/>
              <a:gd name="connsiteY2116" fmla="*/ 1661131 h 3345776"/>
              <a:gd name="connsiteX2117" fmla="*/ 318756 w 11861549"/>
              <a:gd name="connsiteY2117" fmla="*/ 1527044 h 3345776"/>
              <a:gd name="connsiteX2118" fmla="*/ 9735 w 11861549"/>
              <a:gd name="connsiteY2118" fmla="*/ 1859562 h 3345776"/>
              <a:gd name="connsiteX2119" fmla="*/ 0 w 11861549"/>
              <a:gd name="connsiteY2119" fmla="*/ 1886744 h 3345776"/>
              <a:gd name="connsiteX2120" fmla="*/ 0 w 11861549"/>
              <a:gd name="connsiteY2120" fmla="*/ 1849699 h 3345776"/>
              <a:gd name="connsiteX2121" fmla="*/ 60014 w 11861549"/>
              <a:gd name="connsiteY2121" fmla="*/ 1749248 h 3345776"/>
              <a:gd name="connsiteX2122" fmla="*/ 312371 w 11861549"/>
              <a:gd name="connsiteY2122" fmla="*/ 1515168 h 3345776"/>
              <a:gd name="connsiteX2123" fmla="*/ 1041803 w 11861549"/>
              <a:gd name="connsiteY2123" fmla="*/ 1653086 h 3345776"/>
              <a:gd name="connsiteX2124" fmla="*/ 1108461 w 11861549"/>
              <a:gd name="connsiteY2124" fmla="*/ 1755247 h 3345776"/>
              <a:gd name="connsiteX2125" fmla="*/ 1322999 w 11861549"/>
              <a:gd name="connsiteY2125" fmla="*/ 1974126 h 3345776"/>
              <a:gd name="connsiteX2126" fmla="*/ 1655024 w 11861549"/>
              <a:gd name="connsiteY2126" fmla="*/ 1893037 h 3345776"/>
              <a:gd name="connsiteX2127" fmla="*/ 2023824 w 11861549"/>
              <a:gd name="connsiteY2127" fmla="*/ 1580935 h 3345776"/>
              <a:gd name="connsiteX2128" fmla="*/ 2037872 w 11861549"/>
              <a:gd name="connsiteY2128" fmla="*/ 1568165 h 3345776"/>
              <a:gd name="connsiteX2129" fmla="*/ 2236064 w 11861549"/>
              <a:gd name="connsiteY2129" fmla="*/ 1404578 h 3345776"/>
              <a:gd name="connsiteX2130" fmla="*/ 2237471 w 11861549"/>
              <a:gd name="connsiteY2130" fmla="*/ 1403813 h 3345776"/>
              <a:gd name="connsiteX2131" fmla="*/ 2239129 w 11861549"/>
              <a:gd name="connsiteY2131" fmla="*/ 1403813 h 3345776"/>
              <a:gd name="connsiteX2132" fmla="*/ 2306811 w 11861549"/>
              <a:gd name="connsiteY2132" fmla="*/ 1422840 h 3345776"/>
              <a:gd name="connsiteX2133" fmla="*/ 2404435 w 11861549"/>
              <a:gd name="connsiteY2133" fmla="*/ 1458828 h 3345776"/>
              <a:gd name="connsiteX2134" fmla="*/ 2424117 w 11861549"/>
              <a:gd name="connsiteY2134" fmla="*/ 1463844 h 3345776"/>
              <a:gd name="connsiteX2135" fmla="*/ 2307466 w 11861549"/>
              <a:gd name="connsiteY2135" fmla="*/ 1416805 h 3345776"/>
              <a:gd name="connsiteX2136" fmla="*/ 2290091 w 11861549"/>
              <a:gd name="connsiteY2136" fmla="*/ 1403038 h 3345776"/>
              <a:gd name="connsiteX2137" fmla="*/ 2280103 w 11861549"/>
              <a:gd name="connsiteY2137" fmla="*/ 1396983 h 3345776"/>
              <a:gd name="connsiteX2138" fmla="*/ 2254326 w 11861549"/>
              <a:gd name="connsiteY2138" fmla="*/ 1389254 h 3345776"/>
              <a:gd name="connsiteX2139" fmla="*/ 2249145 w 11861549"/>
              <a:gd name="connsiteY2139" fmla="*/ 1385649 h 3345776"/>
              <a:gd name="connsiteX2140" fmla="*/ 2219086 w 11861549"/>
              <a:gd name="connsiteY2140" fmla="*/ 1372817 h 3345776"/>
              <a:gd name="connsiteX2141" fmla="*/ 2212055 w 11861549"/>
              <a:gd name="connsiteY2141" fmla="*/ 1371562 h 3345776"/>
              <a:gd name="connsiteX2142" fmla="*/ 2176885 w 11861549"/>
              <a:gd name="connsiteY2142" fmla="*/ 1355242 h 3345776"/>
              <a:gd name="connsiteX2143" fmla="*/ 2164470 w 11861549"/>
              <a:gd name="connsiteY2143" fmla="*/ 1352945 h 3345776"/>
              <a:gd name="connsiteX2144" fmla="*/ 2147494 w 11861549"/>
              <a:gd name="connsiteY2144" fmla="*/ 1344457 h 3345776"/>
              <a:gd name="connsiteX2145" fmla="*/ 2112291 w 11861549"/>
              <a:gd name="connsiteY2145" fmla="*/ 1360554 h 3345776"/>
              <a:gd name="connsiteX2146" fmla="*/ 1974276 w 11861549"/>
              <a:gd name="connsiteY2146" fmla="*/ 1450551 h 3345776"/>
              <a:gd name="connsiteX2147" fmla="*/ 1588490 w 11861549"/>
              <a:gd name="connsiteY2147" fmla="*/ 1739156 h 3345776"/>
              <a:gd name="connsiteX2148" fmla="*/ 1261958 w 11861549"/>
              <a:gd name="connsiteY2148" fmla="*/ 1823182 h 3345776"/>
              <a:gd name="connsiteX2149" fmla="*/ 1047805 w 11861549"/>
              <a:gd name="connsiteY2149" fmla="*/ 1629078 h 3345776"/>
              <a:gd name="connsiteX2150" fmla="*/ 983954 w 11861549"/>
              <a:gd name="connsiteY2150" fmla="*/ 1542368 h 3345776"/>
              <a:gd name="connsiteX2151" fmla="*/ 315436 w 11861549"/>
              <a:gd name="connsiteY2151" fmla="*/ 1449785 h 3345776"/>
              <a:gd name="connsiteX2152" fmla="*/ 25331 w 11861549"/>
              <a:gd name="connsiteY2152" fmla="*/ 1768863 h 3345776"/>
              <a:gd name="connsiteX2153" fmla="*/ 0 w 11861549"/>
              <a:gd name="connsiteY2153" fmla="*/ 1837855 h 3345776"/>
              <a:gd name="connsiteX2154" fmla="*/ 0 w 11861549"/>
              <a:gd name="connsiteY2154" fmla="*/ 1801440 h 3345776"/>
              <a:gd name="connsiteX2155" fmla="*/ 14301 w 11861549"/>
              <a:gd name="connsiteY2155" fmla="*/ 1762525 h 3345776"/>
              <a:gd name="connsiteX2156" fmla="*/ 308923 w 11861549"/>
              <a:gd name="connsiteY2156" fmla="*/ 1438164 h 3345776"/>
              <a:gd name="connsiteX2157" fmla="*/ 994425 w 11861549"/>
              <a:gd name="connsiteY2157" fmla="*/ 1533685 h 3345776"/>
              <a:gd name="connsiteX2158" fmla="*/ 1058402 w 11861549"/>
              <a:gd name="connsiteY2158" fmla="*/ 1621798 h 3345776"/>
              <a:gd name="connsiteX2159" fmla="*/ 1265534 w 11861549"/>
              <a:gd name="connsiteY2159" fmla="*/ 1810541 h 3345776"/>
              <a:gd name="connsiteX2160" fmla="*/ 1579808 w 11861549"/>
              <a:gd name="connsiteY2160" fmla="*/ 1728812 h 3345776"/>
              <a:gd name="connsiteX2161" fmla="*/ 1965849 w 11861549"/>
              <a:gd name="connsiteY2161" fmla="*/ 1439824 h 3345776"/>
              <a:gd name="connsiteX2162" fmla="*/ 2109225 w 11861549"/>
              <a:gd name="connsiteY2162" fmla="*/ 1346873 h 3345776"/>
              <a:gd name="connsiteX2163" fmla="*/ 2131277 w 11861549"/>
              <a:gd name="connsiteY2163" fmla="*/ 1337121 h 3345776"/>
              <a:gd name="connsiteX2164" fmla="*/ 2114515 w 11861549"/>
              <a:gd name="connsiteY2164" fmla="*/ 1332392 h 3345776"/>
              <a:gd name="connsiteX2165" fmla="*/ 2096050 w 11861549"/>
              <a:gd name="connsiteY2165" fmla="*/ 1322529 h 3345776"/>
              <a:gd name="connsiteX2166" fmla="*/ 2066085 w 11861549"/>
              <a:gd name="connsiteY2166" fmla="*/ 1313631 h 3345776"/>
              <a:gd name="connsiteX2167" fmla="*/ 2052206 w 11861549"/>
              <a:gd name="connsiteY2167" fmla="*/ 1305726 h 3345776"/>
              <a:gd name="connsiteX2168" fmla="*/ 2017532 w 11861549"/>
              <a:gd name="connsiteY2168" fmla="*/ 1295464 h 3345776"/>
              <a:gd name="connsiteX2169" fmla="*/ 1983446 w 11861549"/>
              <a:gd name="connsiteY2169" fmla="*/ 1274795 h 3345776"/>
              <a:gd name="connsiteX2170" fmla="*/ 1914640 w 11861549"/>
              <a:gd name="connsiteY2170" fmla="*/ 1309825 h 3345776"/>
              <a:gd name="connsiteX2171" fmla="*/ 1512509 w 11861549"/>
              <a:gd name="connsiteY2171" fmla="*/ 1574932 h 3345776"/>
              <a:gd name="connsiteX2172" fmla="*/ 1204494 w 11861549"/>
              <a:gd name="connsiteY2172" fmla="*/ 1659599 h 3345776"/>
              <a:gd name="connsiteX2173" fmla="*/ 997743 w 11861549"/>
              <a:gd name="connsiteY2173" fmla="*/ 1496523 h 3345776"/>
              <a:gd name="connsiteX2174" fmla="*/ 936192 w 11861549"/>
              <a:gd name="connsiteY2174" fmla="*/ 1423734 h 3345776"/>
              <a:gd name="connsiteX2175" fmla="*/ 311351 w 11861549"/>
              <a:gd name="connsiteY2175" fmla="*/ 1372653 h 3345776"/>
              <a:gd name="connsiteX2176" fmla="*/ 39554 w 11861549"/>
              <a:gd name="connsiteY2176" fmla="*/ 1677189 h 3345776"/>
              <a:gd name="connsiteX2177" fmla="*/ 0 w 11861549"/>
              <a:gd name="connsiteY2177" fmla="*/ 1783074 h 3345776"/>
              <a:gd name="connsiteX2178" fmla="*/ 0 w 11861549"/>
              <a:gd name="connsiteY2178" fmla="*/ 1746016 h 3345776"/>
              <a:gd name="connsiteX2179" fmla="*/ 28315 w 11861549"/>
              <a:gd name="connsiteY2179" fmla="*/ 1670437 h 3345776"/>
              <a:gd name="connsiteX2180" fmla="*/ 304965 w 11861549"/>
              <a:gd name="connsiteY2180" fmla="*/ 1360776 h 3345776"/>
              <a:gd name="connsiteX2181" fmla="*/ 946408 w 11861549"/>
              <a:gd name="connsiteY2181" fmla="*/ 1413900 h 3345776"/>
              <a:gd name="connsiteX2182" fmla="*/ 1008854 w 11861549"/>
              <a:gd name="connsiteY2182" fmla="*/ 1487712 h 3345776"/>
              <a:gd name="connsiteX2183" fmla="*/ 1208069 w 11861549"/>
              <a:gd name="connsiteY2183" fmla="*/ 1647338 h 3345776"/>
              <a:gd name="connsiteX2184" fmla="*/ 1504462 w 11861549"/>
              <a:gd name="connsiteY2184" fmla="*/ 1564844 h 3345776"/>
              <a:gd name="connsiteX2185" fmla="*/ 1907744 w 11861549"/>
              <a:gd name="connsiteY2185" fmla="*/ 1299098 h 3345776"/>
              <a:gd name="connsiteX2186" fmla="*/ 1970807 w 11861549"/>
              <a:gd name="connsiteY2186" fmla="*/ 1267133 h 3345776"/>
              <a:gd name="connsiteX2187" fmla="*/ 1959081 w 11861549"/>
              <a:gd name="connsiteY2187" fmla="*/ 1260022 h 3345776"/>
              <a:gd name="connsiteX2188" fmla="*/ 1895427 w 11861549"/>
              <a:gd name="connsiteY2188" fmla="*/ 1190814 h 3345776"/>
              <a:gd name="connsiteX2189" fmla="*/ 1880648 w 11861549"/>
              <a:gd name="connsiteY2189" fmla="*/ 1160671 h 3345776"/>
              <a:gd name="connsiteX2190" fmla="*/ 1854366 w 11861549"/>
              <a:gd name="connsiteY2190" fmla="*/ 1169737 h 3345776"/>
              <a:gd name="connsiteX2191" fmla="*/ 1436526 w 11861549"/>
              <a:gd name="connsiteY2191" fmla="*/ 1410580 h 3345776"/>
              <a:gd name="connsiteX2192" fmla="*/ 1147156 w 11861549"/>
              <a:gd name="connsiteY2192" fmla="*/ 1496012 h 3345776"/>
              <a:gd name="connsiteX2193" fmla="*/ 947942 w 11861549"/>
              <a:gd name="connsiteY2193" fmla="*/ 1364226 h 3345776"/>
              <a:gd name="connsiteX2194" fmla="*/ 888434 w 11861549"/>
              <a:gd name="connsiteY2194" fmla="*/ 1305100 h 3345776"/>
              <a:gd name="connsiteX2195" fmla="*/ 307137 w 11861549"/>
              <a:gd name="connsiteY2195" fmla="*/ 1295649 h 3345776"/>
              <a:gd name="connsiteX2196" fmla="*/ 54447 w 11861549"/>
              <a:gd name="connsiteY2196" fmla="*/ 1586681 h 3345776"/>
              <a:gd name="connsiteX2197" fmla="*/ 0 w 11861549"/>
              <a:gd name="connsiteY2197" fmla="*/ 1728239 h 3345776"/>
              <a:gd name="connsiteX2198" fmla="*/ 0 w 11861549"/>
              <a:gd name="connsiteY2198" fmla="*/ 1688171 h 3345776"/>
              <a:gd name="connsiteX2199" fmla="*/ 41614 w 11861549"/>
              <a:gd name="connsiteY2199" fmla="*/ 1579530 h 3345776"/>
              <a:gd name="connsiteX2200" fmla="*/ 299857 w 11861549"/>
              <a:gd name="connsiteY2200" fmla="*/ 1284412 h 3345776"/>
              <a:gd name="connsiteX2201" fmla="*/ 897245 w 11861549"/>
              <a:gd name="connsiteY2201" fmla="*/ 1294884 h 3345776"/>
              <a:gd name="connsiteX2202" fmla="*/ 957774 w 11861549"/>
              <a:gd name="connsiteY2202" fmla="*/ 1354903 h 3345776"/>
              <a:gd name="connsiteX2203" fmla="*/ 1149325 w 11861549"/>
              <a:gd name="connsiteY2203" fmla="*/ 1482604 h 3345776"/>
              <a:gd name="connsiteX2204" fmla="*/ 1427970 w 11861549"/>
              <a:gd name="connsiteY2204" fmla="*/ 1399599 h 3345776"/>
              <a:gd name="connsiteX2205" fmla="*/ 1848619 w 11861549"/>
              <a:gd name="connsiteY2205" fmla="*/ 1156966 h 3345776"/>
              <a:gd name="connsiteX2206" fmla="*/ 1874505 w 11861549"/>
              <a:gd name="connsiteY2206" fmla="*/ 1148146 h 3345776"/>
              <a:gd name="connsiteX2207" fmla="*/ 1854656 w 11861549"/>
              <a:gd name="connsiteY2207" fmla="*/ 1107667 h 3345776"/>
              <a:gd name="connsiteX2208" fmla="*/ 1833705 w 11861549"/>
              <a:gd name="connsiteY2208" fmla="*/ 1022350 h 3345776"/>
              <a:gd name="connsiteX2209" fmla="*/ 1795877 w 11861549"/>
              <a:gd name="connsiteY2209" fmla="*/ 1030031 h 3345776"/>
              <a:gd name="connsiteX2210" fmla="*/ 1361693 w 11861549"/>
              <a:gd name="connsiteY2210" fmla="*/ 1247123 h 3345776"/>
              <a:gd name="connsiteX2211" fmla="*/ 1090965 w 11861549"/>
              <a:gd name="connsiteY2211" fmla="*/ 1333321 h 3345776"/>
              <a:gd name="connsiteX2212" fmla="*/ 899415 w 11861549"/>
              <a:gd name="connsiteY2212" fmla="*/ 1233075 h 3345776"/>
              <a:gd name="connsiteX2213" fmla="*/ 841564 w 11861549"/>
              <a:gd name="connsiteY2213" fmla="*/ 1187359 h 3345776"/>
              <a:gd name="connsiteX2214" fmla="*/ 303815 w 11861549"/>
              <a:gd name="connsiteY2214" fmla="*/ 1219539 h 3345776"/>
              <a:gd name="connsiteX2215" fmla="*/ 48514 w 11861549"/>
              <a:gd name="connsiteY2215" fmla="*/ 1538362 h 3345776"/>
              <a:gd name="connsiteX2216" fmla="*/ 0 w 11861549"/>
              <a:gd name="connsiteY2216" fmla="*/ 1671412 h 3345776"/>
              <a:gd name="connsiteX2217" fmla="*/ 0 w 11861549"/>
              <a:gd name="connsiteY2217" fmla="*/ 1561947 h 3345776"/>
              <a:gd name="connsiteX2218" fmla="*/ 11374 w 11861549"/>
              <a:gd name="connsiteY2218" fmla="*/ 1510053 h 3345776"/>
              <a:gd name="connsiteX2219" fmla="*/ 2185 w 11861549"/>
              <a:gd name="connsiteY2219" fmla="*/ 1508400 h 3345776"/>
              <a:gd name="connsiteX2220" fmla="*/ 285426 w 11861549"/>
              <a:gd name="connsiteY2220" fmla="*/ 977290 h 3345776"/>
              <a:gd name="connsiteX2221" fmla="*/ 702881 w 11861549"/>
              <a:gd name="connsiteY2221" fmla="*/ 817281 h 3345776"/>
              <a:gd name="connsiteX2222" fmla="*/ 764690 w 11861549"/>
              <a:gd name="connsiteY2222" fmla="*/ 823792 h 3345776"/>
              <a:gd name="connsiteX2223" fmla="*/ 919464 w 11861549"/>
              <a:gd name="connsiteY2223" fmla="*/ 828008 h 3345776"/>
              <a:gd name="connsiteX2224" fmla="*/ 1127745 w 11861549"/>
              <a:gd name="connsiteY2224" fmla="*/ 742192 h 3345776"/>
              <a:gd name="connsiteX2225" fmla="*/ 1617606 w 11861549"/>
              <a:gd name="connsiteY2225" fmla="*/ 593548 h 3345776"/>
              <a:gd name="connsiteX2226" fmla="*/ 1738305 w 11861549"/>
              <a:gd name="connsiteY2226" fmla="*/ 609100 h 3345776"/>
              <a:gd name="connsiteX2227" fmla="*/ 1811919 w 11861549"/>
              <a:gd name="connsiteY2227" fmla="*/ 639057 h 3345776"/>
              <a:gd name="connsiteX2228" fmla="*/ 1810853 w 11861549"/>
              <a:gd name="connsiteY2228" fmla="*/ 606766 h 3345776"/>
              <a:gd name="connsiteX2229" fmla="*/ 1804955 w 11861549"/>
              <a:gd name="connsiteY2229" fmla="*/ 564570 h 3345776"/>
              <a:gd name="connsiteX2230" fmla="*/ 1784641 w 11861549"/>
              <a:gd name="connsiteY2230" fmla="*/ 544749 h 3345776"/>
              <a:gd name="connsiteX2231" fmla="*/ 1558483 w 11861549"/>
              <a:gd name="connsiteY2231" fmla="*/ 466102 h 3345776"/>
              <a:gd name="connsiteX2232" fmla="*/ 1060446 w 11861549"/>
              <a:gd name="connsiteY2232" fmla="*/ 588950 h 3345776"/>
              <a:gd name="connsiteX2233" fmla="*/ 865447 w 11861549"/>
              <a:gd name="connsiteY2233" fmla="*/ 677446 h 3345776"/>
              <a:gd name="connsiteX2234" fmla="*/ 733150 w 11861549"/>
              <a:gd name="connsiteY2234" fmla="*/ 699922 h 3345776"/>
              <a:gd name="connsiteX2235" fmla="*/ 656528 w 11861549"/>
              <a:gd name="connsiteY2235" fmla="*/ 711415 h 3345776"/>
              <a:gd name="connsiteX2236" fmla="*/ 289641 w 11861549"/>
              <a:gd name="connsiteY2236" fmla="*/ 909735 h 3345776"/>
              <a:gd name="connsiteX2237" fmla="*/ 28876 w 11861549"/>
              <a:gd name="connsiteY2237" fmla="*/ 1394362 h 3345776"/>
              <a:gd name="connsiteX2238" fmla="*/ 16106 w 11861549"/>
              <a:gd name="connsiteY2238" fmla="*/ 1391297 h 3345776"/>
              <a:gd name="connsiteX2239" fmla="*/ 280447 w 11861549"/>
              <a:gd name="connsiteY2239" fmla="*/ 900286 h 3345776"/>
              <a:gd name="connsiteX2240" fmla="*/ 653719 w 11861549"/>
              <a:gd name="connsiteY2240" fmla="*/ 698262 h 3345776"/>
              <a:gd name="connsiteX2241" fmla="*/ 730340 w 11861549"/>
              <a:gd name="connsiteY2241" fmla="*/ 686641 h 3345776"/>
              <a:gd name="connsiteX2242" fmla="*/ 861488 w 11861549"/>
              <a:gd name="connsiteY2242" fmla="*/ 664038 h 3345776"/>
              <a:gd name="connsiteX2243" fmla="*/ 1052401 w 11861549"/>
              <a:gd name="connsiteY2243" fmla="*/ 577201 h 3345776"/>
              <a:gd name="connsiteX2244" fmla="*/ 1559377 w 11861549"/>
              <a:gd name="connsiteY2244" fmla="*/ 452310 h 3345776"/>
              <a:gd name="connsiteX2245" fmla="*/ 1792941 w 11861549"/>
              <a:gd name="connsiteY2245" fmla="*/ 533863 h 3345776"/>
              <a:gd name="connsiteX2246" fmla="*/ 1801890 w 11861549"/>
              <a:gd name="connsiteY2246" fmla="*/ 542632 h 3345776"/>
              <a:gd name="connsiteX2247" fmla="*/ 1794601 w 11861549"/>
              <a:gd name="connsiteY2247" fmla="*/ 490474 h 3345776"/>
              <a:gd name="connsiteX2248" fmla="*/ 1738829 w 11861549"/>
              <a:gd name="connsiteY2248" fmla="*/ 428941 h 3345776"/>
              <a:gd name="connsiteX2249" fmla="*/ 1498973 w 11861549"/>
              <a:gd name="connsiteY2249" fmla="*/ 324736 h 3345776"/>
              <a:gd name="connsiteX2250" fmla="*/ 983826 w 11861549"/>
              <a:gd name="connsiteY2250" fmla="*/ 424599 h 3345776"/>
              <a:gd name="connsiteX2251" fmla="*/ 807982 w 11861549"/>
              <a:gd name="connsiteY2251" fmla="*/ 513990 h 3345776"/>
              <a:gd name="connsiteX2252" fmla="*/ 765202 w 11861549"/>
              <a:gd name="connsiteY2252" fmla="*/ 529952 h 3345776"/>
              <a:gd name="connsiteX2253" fmla="*/ 609790 w 11861549"/>
              <a:gd name="connsiteY2253" fmla="*/ 592398 h 3345776"/>
              <a:gd name="connsiteX2254" fmla="*/ 286195 w 11861549"/>
              <a:gd name="connsiteY2254" fmla="*/ 832476 h 3345776"/>
              <a:gd name="connsiteX2255" fmla="*/ 43562 w 11861549"/>
              <a:gd name="connsiteY2255" fmla="*/ 1278409 h 3345776"/>
              <a:gd name="connsiteX2256" fmla="*/ 30792 w 11861549"/>
              <a:gd name="connsiteY2256" fmla="*/ 1274451 h 3345776"/>
              <a:gd name="connsiteX2257" fmla="*/ 276105 w 11861549"/>
              <a:gd name="connsiteY2257" fmla="*/ 823665 h 3345776"/>
              <a:gd name="connsiteX2258" fmla="*/ 604299 w 11861549"/>
              <a:gd name="connsiteY2258" fmla="*/ 579627 h 3345776"/>
              <a:gd name="connsiteX2259" fmla="*/ 760732 w 11861549"/>
              <a:gd name="connsiteY2259" fmla="*/ 516798 h 3345776"/>
              <a:gd name="connsiteX2260" fmla="*/ 803513 w 11861549"/>
              <a:gd name="connsiteY2260" fmla="*/ 500964 h 3345776"/>
              <a:gd name="connsiteX2261" fmla="*/ 977185 w 11861549"/>
              <a:gd name="connsiteY2261" fmla="*/ 413105 h 3345776"/>
              <a:gd name="connsiteX2262" fmla="*/ 1500763 w 11861549"/>
              <a:gd name="connsiteY2262" fmla="*/ 311838 h 3345776"/>
              <a:gd name="connsiteX2263" fmla="*/ 1747371 w 11861549"/>
              <a:gd name="connsiteY2263" fmla="*/ 419251 h 3345776"/>
              <a:gd name="connsiteX2264" fmla="*/ 1791466 w 11861549"/>
              <a:gd name="connsiteY2264" fmla="*/ 468032 h 3345776"/>
              <a:gd name="connsiteX2265" fmla="*/ 1789752 w 11861549"/>
              <a:gd name="connsiteY2265" fmla="*/ 455758 h 3345776"/>
              <a:gd name="connsiteX2266" fmla="*/ 1774216 w 11861549"/>
              <a:gd name="connsiteY2266" fmla="*/ 412664 h 3345776"/>
              <a:gd name="connsiteX2267" fmla="*/ 1693031 w 11861549"/>
              <a:gd name="connsiteY2267" fmla="*/ 313691 h 3345776"/>
              <a:gd name="connsiteX2268" fmla="*/ 1439849 w 11861549"/>
              <a:gd name="connsiteY2268" fmla="*/ 184520 h 3345776"/>
              <a:gd name="connsiteX2269" fmla="*/ 908612 w 11861549"/>
              <a:gd name="connsiteY2269" fmla="*/ 260503 h 3345776"/>
              <a:gd name="connsiteX2270" fmla="*/ 868129 w 11861549"/>
              <a:gd name="connsiteY2270" fmla="*/ 283744 h 3345776"/>
              <a:gd name="connsiteX2271" fmla="*/ 751921 w 11861549"/>
              <a:gd name="connsiteY2271" fmla="*/ 349638 h 3345776"/>
              <a:gd name="connsiteX2272" fmla="*/ 563434 w 11861549"/>
              <a:gd name="connsiteY2272" fmla="*/ 472487 h 3345776"/>
              <a:gd name="connsiteX2273" fmla="*/ 282491 w 11861549"/>
              <a:gd name="connsiteY2273" fmla="*/ 755473 h 3345776"/>
              <a:gd name="connsiteX2274" fmla="*/ 58120 w 11861549"/>
              <a:gd name="connsiteY2274" fmla="*/ 1162074 h 3345776"/>
              <a:gd name="connsiteX2275" fmla="*/ 45350 w 11861549"/>
              <a:gd name="connsiteY2275" fmla="*/ 1157094 h 3345776"/>
              <a:gd name="connsiteX2276" fmla="*/ 271892 w 11861549"/>
              <a:gd name="connsiteY2276" fmla="*/ 747044 h 3345776"/>
              <a:gd name="connsiteX2277" fmla="*/ 555134 w 11861549"/>
              <a:gd name="connsiteY2277" fmla="*/ 461377 h 3345776"/>
              <a:gd name="connsiteX2278" fmla="*/ 745408 w 11861549"/>
              <a:gd name="connsiteY2278" fmla="*/ 337635 h 3345776"/>
              <a:gd name="connsiteX2279" fmla="*/ 861361 w 11861549"/>
              <a:gd name="connsiteY2279" fmla="*/ 271868 h 3345776"/>
              <a:gd name="connsiteX2280" fmla="*/ 901843 w 11861549"/>
              <a:gd name="connsiteY2280" fmla="*/ 248626 h 3345776"/>
              <a:gd name="connsiteX2281" fmla="*/ 1442786 w 11861549"/>
              <a:gd name="connsiteY2281" fmla="*/ 171112 h 3345776"/>
              <a:gd name="connsiteX2282" fmla="*/ 1702385 w 11861549"/>
              <a:gd name="connsiteY2282" fmla="*/ 303985 h 3345776"/>
              <a:gd name="connsiteX2283" fmla="*/ 1760742 w 11861549"/>
              <a:gd name="connsiteY2283" fmla="*/ 375280 h 3345776"/>
              <a:gd name="connsiteX2284" fmla="*/ 1746199 w 11861549"/>
              <a:gd name="connsiteY2284" fmla="*/ 334933 h 3345776"/>
              <a:gd name="connsiteX2285" fmla="*/ 1466537 w 11861549"/>
              <a:gd name="connsiteY2285" fmla="*/ 75081 h 3345776"/>
              <a:gd name="connsiteX2286" fmla="*/ 832885 w 11861549"/>
              <a:gd name="connsiteY2286" fmla="*/ 96023 h 3345776"/>
              <a:gd name="connsiteX2287" fmla="*/ 72550 w 11861549"/>
              <a:gd name="connsiteY2287" fmla="*/ 1047143 h 3345776"/>
              <a:gd name="connsiteX2288" fmla="*/ 60674 w 11861549"/>
              <a:gd name="connsiteY2288" fmla="*/ 1040886 h 3345776"/>
              <a:gd name="connsiteX2289" fmla="*/ 826882 w 11861549"/>
              <a:gd name="connsiteY2289" fmla="*/ 84659 h 3345776"/>
              <a:gd name="connsiteX2290" fmla="*/ 1147215 w 11861549"/>
              <a:gd name="connsiteY2290" fmla="*/ 407 h 334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</a:cxnLst>
            <a:rect l="l" t="t" r="r" b="b"/>
            <a:pathLst>
              <a:path w="11861549" h="3345775">
                <a:moveTo>
                  <a:pt x="7263937" y="2681044"/>
                </a:moveTo>
                <a:lnTo>
                  <a:pt x="7213765" y="2807677"/>
                </a:lnTo>
                <a:cubicBezTo>
                  <a:pt x="7190731" y="2849535"/>
                  <a:pt x="7161823" y="2887958"/>
                  <a:pt x="7125491" y="2920904"/>
                </a:cubicBezTo>
                <a:cubicBezTo>
                  <a:pt x="7093068" y="2950326"/>
                  <a:pt x="7055614" y="2973645"/>
                  <a:pt x="7014902" y="2989736"/>
                </a:cubicBezTo>
                <a:cubicBezTo>
                  <a:pt x="6858723" y="3051798"/>
                  <a:pt x="6651464" y="3002506"/>
                  <a:pt x="6498989" y="2867653"/>
                </a:cubicBezTo>
                <a:lnTo>
                  <a:pt x="6439675" y="2809169"/>
                </a:lnTo>
                <a:lnTo>
                  <a:pt x="6512780" y="2886424"/>
                </a:lnTo>
                <a:cubicBezTo>
                  <a:pt x="6678791" y="3039666"/>
                  <a:pt x="6939557" y="3116287"/>
                  <a:pt x="7117062" y="2965854"/>
                </a:cubicBezTo>
                <a:cubicBezTo>
                  <a:pt x="7164024" y="2925852"/>
                  <a:pt x="7198680" y="2876703"/>
                  <a:pt x="7224122" y="2821258"/>
                </a:cubicBezTo>
                <a:close/>
                <a:moveTo>
                  <a:pt x="6339956" y="2678993"/>
                </a:moveTo>
                <a:lnTo>
                  <a:pt x="6350775" y="2695941"/>
                </a:lnTo>
                <a:cubicBezTo>
                  <a:pt x="6375094" y="2730540"/>
                  <a:pt x="6400463" y="2764146"/>
                  <a:pt x="6427318" y="2796110"/>
                </a:cubicBezTo>
                <a:lnTo>
                  <a:pt x="6433922" y="2803089"/>
                </a:lnTo>
                <a:close/>
                <a:moveTo>
                  <a:pt x="7277482" y="2617686"/>
                </a:moveTo>
                <a:lnTo>
                  <a:pt x="7268439" y="2665189"/>
                </a:lnTo>
                <a:lnTo>
                  <a:pt x="7275907" y="2638892"/>
                </a:lnTo>
                <a:close/>
                <a:moveTo>
                  <a:pt x="7281492" y="2515472"/>
                </a:moveTo>
                <a:lnTo>
                  <a:pt x="7270699" y="2570625"/>
                </a:lnTo>
                <a:lnTo>
                  <a:pt x="7257052" y="2628907"/>
                </a:lnTo>
                <a:lnTo>
                  <a:pt x="7208975" y="2751538"/>
                </a:lnTo>
                <a:cubicBezTo>
                  <a:pt x="7186461" y="2793435"/>
                  <a:pt x="7158470" y="2832024"/>
                  <a:pt x="7123575" y="2865737"/>
                </a:cubicBezTo>
                <a:cubicBezTo>
                  <a:pt x="7091753" y="2896270"/>
                  <a:pt x="7054961" y="2921147"/>
                  <a:pt x="7014774" y="2939293"/>
                </a:cubicBezTo>
                <a:cubicBezTo>
                  <a:pt x="6856935" y="3010295"/>
                  <a:pt x="6647123" y="2970069"/>
                  <a:pt x="6492731" y="2839048"/>
                </a:cubicBezTo>
                <a:lnTo>
                  <a:pt x="6439135" y="2787741"/>
                </a:lnTo>
                <a:lnTo>
                  <a:pt x="6445098" y="2795630"/>
                </a:lnTo>
                <a:cubicBezTo>
                  <a:pt x="6464842" y="2817415"/>
                  <a:pt x="6485771" y="2838090"/>
                  <a:pt x="6507800" y="2857565"/>
                </a:cubicBezTo>
                <a:cubicBezTo>
                  <a:pt x="6656572" y="2989480"/>
                  <a:pt x="6858213" y="3037495"/>
                  <a:pt x="7009794" y="2977220"/>
                </a:cubicBezTo>
                <a:cubicBezTo>
                  <a:pt x="7049011" y="2961755"/>
                  <a:pt x="7085099" y="2939305"/>
                  <a:pt x="7116297" y="2910944"/>
                </a:cubicBezTo>
                <a:cubicBezTo>
                  <a:pt x="7169404" y="2862817"/>
                  <a:pt x="7206243" y="2802298"/>
                  <a:pt x="7231908" y="2736305"/>
                </a:cubicBezTo>
                <a:lnTo>
                  <a:pt x="7257052" y="2628907"/>
                </a:lnTo>
                <a:lnTo>
                  <a:pt x="7261525" y="2617502"/>
                </a:lnTo>
                <a:lnTo>
                  <a:pt x="7270699" y="2570625"/>
                </a:lnTo>
                <a:lnTo>
                  <a:pt x="7280488" y="2528816"/>
                </a:lnTo>
                <a:close/>
                <a:moveTo>
                  <a:pt x="7277962" y="2457910"/>
                </a:moveTo>
                <a:lnTo>
                  <a:pt x="7267593" y="2509671"/>
                </a:lnTo>
                <a:lnTo>
                  <a:pt x="7253573" y="2568616"/>
                </a:lnTo>
                <a:lnTo>
                  <a:pt x="7205702" y="2693436"/>
                </a:lnTo>
                <a:cubicBezTo>
                  <a:pt x="7183475" y="2736320"/>
                  <a:pt x="7156075" y="2775931"/>
                  <a:pt x="7122170" y="2810698"/>
                </a:cubicBezTo>
                <a:cubicBezTo>
                  <a:pt x="7090960" y="2842329"/>
                  <a:pt x="7054820" y="2868687"/>
                  <a:pt x="7015156" y="2888724"/>
                </a:cubicBezTo>
                <a:cubicBezTo>
                  <a:pt x="6955444" y="2918311"/>
                  <a:pt x="6889613" y="2933444"/>
                  <a:pt x="6822966" y="2932908"/>
                </a:cubicBezTo>
                <a:cubicBezTo>
                  <a:pt x="6700551" y="2931389"/>
                  <a:pt x="6582312" y="2888187"/>
                  <a:pt x="6487750" y="2810442"/>
                </a:cubicBezTo>
                <a:lnTo>
                  <a:pt x="6426189" y="2753179"/>
                </a:lnTo>
                <a:lnTo>
                  <a:pt x="6436670" y="2767279"/>
                </a:lnTo>
                <a:cubicBezTo>
                  <a:pt x="6456859" y="2789205"/>
                  <a:pt x="6478391" y="2809855"/>
                  <a:pt x="6501160" y="2829087"/>
                </a:cubicBezTo>
                <a:cubicBezTo>
                  <a:pt x="6651719" y="2956788"/>
                  <a:pt x="6855786" y="2996376"/>
                  <a:pt x="7009028" y="2927289"/>
                </a:cubicBezTo>
                <a:cubicBezTo>
                  <a:pt x="7047823" y="2909858"/>
                  <a:pt x="7083324" y="2885888"/>
                  <a:pt x="7113997" y="2856416"/>
                </a:cubicBezTo>
                <a:cubicBezTo>
                  <a:pt x="7165286" y="2807091"/>
                  <a:pt x="7201345" y="2746757"/>
                  <a:pt x="7226911" y="2680709"/>
                </a:cubicBezTo>
                <a:lnTo>
                  <a:pt x="7253573" y="2568616"/>
                </a:lnTo>
                <a:lnTo>
                  <a:pt x="7258204" y="2556541"/>
                </a:lnTo>
                <a:lnTo>
                  <a:pt x="7267593" y="2509671"/>
                </a:lnTo>
                <a:lnTo>
                  <a:pt x="7276860" y="2470713"/>
                </a:lnTo>
                <a:close/>
                <a:moveTo>
                  <a:pt x="7275225" y="2399563"/>
                </a:moveTo>
                <a:lnTo>
                  <a:pt x="7268330" y="2433201"/>
                </a:lnTo>
                <a:lnTo>
                  <a:pt x="7248157" y="2517513"/>
                </a:lnTo>
                <a:lnTo>
                  <a:pt x="7202395" y="2638008"/>
                </a:lnTo>
                <a:cubicBezTo>
                  <a:pt x="7180641" y="2680842"/>
                  <a:pt x="7154063" y="2720445"/>
                  <a:pt x="7121403" y="2755658"/>
                </a:cubicBezTo>
                <a:cubicBezTo>
                  <a:pt x="7039240" y="2844462"/>
                  <a:pt x="6923109" y="2894023"/>
                  <a:pt x="6802150" y="2891916"/>
                </a:cubicBezTo>
                <a:lnTo>
                  <a:pt x="6801639" y="2891788"/>
                </a:lnTo>
                <a:cubicBezTo>
                  <a:pt x="6686019" y="2891264"/>
                  <a:pt x="6573808" y="2852621"/>
                  <a:pt x="6482386" y="2781837"/>
                </a:cubicBezTo>
                <a:cubicBezTo>
                  <a:pt x="6457562" y="2762631"/>
                  <a:pt x="6434243" y="2741547"/>
                  <a:pt x="6412662" y="2718753"/>
                </a:cubicBezTo>
                <a:lnTo>
                  <a:pt x="6397026" y="2699770"/>
                </a:lnTo>
                <a:lnTo>
                  <a:pt x="6429135" y="2739056"/>
                </a:lnTo>
                <a:cubicBezTo>
                  <a:pt x="6449849" y="2761099"/>
                  <a:pt x="6472042" y="2781697"/>
                  <a:pt x="6495540" y="2800736"/>
                </a:cubicBezTo>
                <a:cubicBezTo>
                  <a:pt x="6648143" y="2924735"/>
                  <a:pt x="6854508" y="2955639"/>
                  <a:pt x="7009155" y="2877357"/>
                </a:cubicBezTo>
                <a:cubicBezTo>
                  <a:pt x="7047477" y="2857947"/>
                  <a:pt x="7082417" y="2832457"/>
                  <a:pt x="7112592" y="2801887"/>
                </a:cubicBezTo>
                <a:cubicBezTo>
                  <a:pt x="7162300" y="2751077"/>
                  <a:pt x="7197696" y="2689295"/>
                  <a:pt x="7223196" y="2621835"/>
                </a:cubicBezTo>
                <a:lnTo>
                  <a:pt x="7248157" y="2517513"/>
                </a:lnTo>
                <a:lnTo>
                  <a:pt x="7254438" y="2500974"/>
                </a:lnTo>
                <a:lnTo>
                  <a:pt x="7268330" y="2433201"/>
                </a:lnTo>
                <a:lnTo>
                  <a:pt x="7274429" y="2407709"/>
                </a:lnTo>
                <a:close/>
                <a:moveTo>
                  <a:pt x="7247646" y="2381192"/>
                </a:moveTo>
                <a:lnTo>
                  <a:pt x="7198158" y="2519193"/>
                </a:lnTo>
                <a:cubicBezTo>
                  <a:pt x="7176875" y="2564394"/>
                  <a:pt x="7150967" y="2606727"/>
                  <a:pt x="7119105" y="2645070"/>
                </a:cubicBezTo>
                <a:cubicBezTo>
                  <a:pt x="7089760" y="2680264"/>
                  <a:pt x="7055637" y="2711169"/>
                  <a:pt x="7017710" y="2736887"/>
                </a:cubicBezTo>
                <a:cubicBezTo>
                  <a:pt x="6940490" y="2788363"/>
                  <a:pt x="6849617" y="2815500"/>
                  <a:pt x="6756817" y="2814786"/>
                </a:cubicBezTo>
                <a:cubicBezTo>
                  <a:pt x="6654490" y="2815079"/>
                  <a:pt x="6554601" y="2783537"/>
                  <a:pt x="6471021" y="2724500"/>
                </a:cubicBezTo>
                <a:lnTo>
                  <a:pt x="6401486" y="2665089"/>
                </a:lnTo>
                <a:lnTo>
                  <a:pt x="6413939" y="2680188"/>
                </a:lnTo>
                <a:cubicBezTo>
                  <a:pt x="6435597" y="2702573"/>
                  <a:pt x="6459043" y="2723172"/>
                  <a:pt x="6484047" y="2741739"/>
                </a:cubicBezTo>
                <a:cubicBezTo>
                  <a:pt x="6639332" y="2856670"/>
                  <a:pt x="6855275" y="2870973"/>
                  <a:pt x="7009284" y="2775452"/>
                </a:cubicBezTo>
                <a:cubicBezTo>
                  <a:pt x="7046725" y="2752378"/>
                  <a:pt x="7080515" y="2723849"/>
                  <a:pt x="7109529" y="2690787"/>
                </a:cubicBezTo>
                <a:cubicBezTo>
                  <a:pt x="7174401" y="2616912"/>
                  <a:pt x="7214371" y="2525030"/>
                  <a:pt x="7240374" y="2427323"/>
                </a:cubicBezTo>
                <a:close/>
                <a:moveTo>
                  <a:pt x="7286737" y="2219445"/>
                </a:moveTo>
                <a:lnTo>
                  <a:pt x="7254087" y="2425640"/>
                </a:lnTo>
                <a:lnTo>
                  <a:pt x="7251680" y="2435567"/>
                </a:lnTo>
                <a:lnTo>
                  <a:pt x="7201358" y="2574163"/>
                </a:lnTo>
                <a:cubicBezTo>
                  <a:pt x="7179590" y="2619289"/>
                  <a:pt x="7152852" y="2661480"/>
                  <a:pt x="7119745" y="2699215"/>
                </a:cubicBezTo>
                <a:cubicBezTo>
                  <a:pt x="7089850" y="2733222"/>
                  <a:pt x="7055076" y="2762619"/>
                  <a:pt x="7016561" y="2786435"/>
                </a:cubicBezTo>
                <a:cubicBezTo>
                  <a:pt x="6945075" y="2830159"/>
                  <a:pt x="6862835" y="2853108"/>
                  <a:pt x="6779038" y="2852713"/>
                </a:cubicBezTo>
                <a:cubicBezTo>
                  <a:pt x="6670172" y="2852635"/>
                  <a:pt x="6564179" y="2817786"/>
                  <a:pt x="6476512" y="2753233"/>
                </a:cubicBezTo>
                <a:lnTo>
                  <a:pt x="6410840" y="2695505"/>
                </a:lnTo>
                <a:lnTo>
                  <a:pt x="6422494" y="2709686"/>
                </a:lnTo>
                <a:cubicBezTo>
                  <a:pt x="6443668" y="2731868"/>
                  <a:pt x="6466462" y="2752453"/>
                  <a:pt x="6490688" y="2771238"/>
                </a:cubicBezTo>
                <a:cubicBezTo>
                  <a:pt x="6643290" y="2890000"/>
                  <a:pt x="6856806" y="2912732"/>
                  <a:pt x="7010175" y="2826533"/>
                </a:cubicBezTo>
                <a:cubicBezTo>
                  <a:pt x="7048193" y="2805334"/>
                  <a:pt x="7082672" y="2778313"/>
                  <a:pt x="7112336" y="2746464"/>
                </a:cubicBezTo>
                <a:cubicBezTo>
                  <a:pt x="7160225" y="2694745"/>
                  <a:pt x="7194805" y="2633113"/>
                  <a:pt x="7220181" y="2565480"/>
                </a:cubicBezTo>
                <a:lnTo>
                  <a:pt x="7251680" y="2435567"/>
                </a:lnTo>
                <a:lnTo>
                  <a:pt x="7253162" y="2431489"/>
                </a:lnTo>
                <a:lnTo>
                  <a:pt x="7254087" y="2425640"/>
                </a:lnTo>
                <a:lnTo>
                  <a:pt x="7272792" y="2348497"/>
                </a:lnTo>
                <a:close/>
                <a:moveTo>
                  <a:pt x="7272680" y="2179430"/>
                </a:moveTo>
                <a:lnTo>
                  <a:pt x="7243344" y="2319256"/>
                </a:lnTo>
                <a:cubicBezTo>
                  <a:pt x="7216350" y="2419614"/>
                  <a:pt x="7177339" y="2511622"/>
                  <a:pt x="7116169" y="2589392"/>
                </a:cubicBezTo>
                <a:cubicBezTo>
                  <a:pt x="7087449" y="2625851"/>
                  <a:pt x="7053940" y="2658287"/>
                  <a:pt x="7016561" y="2685807"/>
                </a:cubicBezTo>
                <a:cubicBezTo>
                  <a:pt x="6935049" y="2745596"/>
                  <a:pt x="6836593" y="2777853"/>
                  <a:pt x="6735491" y="2777879"/>
                </a:cubicBezTo>
                <a:cubicBezTo>
                  <a:pt x="6639318" y="2778262"/>
                  <a:pt x="6545254" y="2749696"/>
                  <a:pt x="6465531" y="2695895"/>
                </a:cubicBezTo>
                <a:lnTo>
                  <a:pt x="6392370" y="2634969"/>
                </a:lnTo>
                <a:lnTo>
                  <a:pt x="6406659" y="2652349"/>
                </a:lnTo>
                <a:cubicBezTo>
                  <a:pt x="6428753" y="2674964"/>
                  <a:pt x="6452812" y="2695563"/>
                  <a:pt x="6478556" y="2713901"/>
                </a:cubicBezTo>
                <a:cubicBezTo>
                  <a:pt x="6636522" y="2826151"/>
                  <a:pt x="6855019" y="2831259"/>
                  <a:pt x="7009793" y="2726671"/>
                </a:cubicBezTo>
                <a:cubicBezTo>
                  <a:pt x="7046673" y="2701628"/>
                  <a:pt x="7079863" y="2671543"/>
                  <a:pt x="7108379" y="2637280"/>
                </a:cubicBezTo>
                <a:cubicBezTo>
                  <a:pt x="7202144" y="2524360"/>
                  <a:pt x="7243471" y="2375237"/>
                  <a:pt x="7267541" y="2220240"/>
                </a:cubicBezTo>
                <a:close/>
                <a:moveTo>
                  <a:pt x="7264179" y="2152149"/>
                </a:moveTo>
                <a:lnTo>
                  <a:pt x="7256977" y="2185807"/>
                </a:lnTo>
                <a:lnTo>
                  <a:pt x="7233293" y="2284371"/>
                </a:lnTo>
                <a:lnTo>
                  <a:pt x="7189818" y="2409072"/>
                </a:lnTo>
                <a:cubicBezTo>
                  <a:pt x="7169565" y="2454363"/>
                  <a:pt x="7145382" y="2496841"/>
                  <a:pt x="7116042" y="2536141"/>
                </a:cubicBezTo>
                <a:cubicBezTo>
                  <a:pt x="7087858" y="2573761"/>
                  <a:pt x="7055038" y="2607653"/>
                  <a:pt x="7018349" y="2637024"/>
                </a:cubicBezTo>
                <a:cubicBezTo>
                  <a:pt x="6931999" y="2705243"/>
                  <a:pt x="6825099" y="2742199"/>
                  <a:pt x="6715058" y="2741866"/>
                </a:cubicBezTo>
                <a:cubicBezTo>
                  <a:pt x="6624481" y="2742391"/>
                  <a:pt x="6535716" y="2716467"/>
                  <a:pt x="6459656" y="2667289"/>
                </a:cubicBezTo>
                <a:lnTo>
                  <a:pt x="6384436" y="2606274"/>
                </a:lnTo>
                <a:lnTo>
                  <a:pt x="6398488" y="2623361"/>
                </a:lnTo>
                <a:cubicBezTo>
                  <a:pt x="6421052" y="2646168"/>
                  <a:pt x="6445776" y="2666741"/>
                  <a:pt x="6472299" y="2684785"/>
                </a:cubicBezTo>
                <a:cubicBezTo>
                  <a:pt x="6635437" y="2794123"/>
                  <a:pt x="6849349" y="2790445"/>
                  <a:pt x="7008644" y="2675590"/>
                </a:cubicBezTo>
                <a:cubicBezTo>
                  <a:pt x="7045052" y="2648786"/>
                  <a:pt x="7077693" y="2617218"/>
                  <a:pt x="7105697" y="2581730"/>
                </a:cubicBezTo>
                <a:cubicBezTo>
                  <a:pt x="7150808" y="2524265"/>
                  <a:pt x="7183634" y="2458808"/>
                  <a:pt x="7208435" y="2387817"/>
                </a:cubicBezTo>
                <a:lnTo>
                  <a:pt x="7233293" y="2284371"/>
                </a:lnTo>
                <a:lnTo>
                  <a:pt x="7240008" y="2265111"/>
                </a:lnTo>
                <a:lnTo>
                  <a:pt x="7256977" y="2185807"/>
                </a:lnTo>
                <a:lnTo>
                  <a:pt x="7263009" y="2160705"/>
                </a:lnTo>
                <a:close/>
                <a:moveTo>
                  <a:pt x="4036141" y="2093597"/>
                </a:moveTo>
                <a:lnTo>
                  <a:pt x="4045685" y="2104845"/>
                </a:lnTo>
                <a:lnTo>
                  <a:pt x="4060276" y="2115642"/>
                </a:lnTo>
                <a:close/>
                <a:moveTo>
                  <a:pt x="7264415" y="2079097"/>
                </a:moveTo>
                <a:lnTo>
                  <a:pt x="7251078" y="2143181"/>
                </a:lnTo>
                <a:lnTo>
                  <a:pt x="7236552" y="2203004"/>
                </a:lnTo>
                <a:lnTo>
                  <a:pt x="7191676" y="2339527"/>
                </a:lnTo>
                <a:cubicBezTo>
                  <a:pt x="7171104" y="2388708"/>
                  <a:pt x="7146371" y="2435351"/>
                  <a:pt x="7116169" y="2478035"/>
                </a:cubicBezTo>
                <a:cubicBezTo>
                  <a:pt x="7088547" y="2516946"/>
                  <a:pt x="7056290" y="2552371"/>
                  <a:pt x="7020138" y="2583517"/>
                </a:cubicBezTo>
                <a:cubicBezTo>
                  <a:pt x="6929636" y="2661797"/>
                  <a:pt x="6814027" y="2704987"/>
                  <a:pt x="6694371" y="2705216"/>
                </a:cubicBezTo>
                <a:cubicBezTo>
                  <a:pt x="6609820" y="2705944"/>
                  <a:pt x="6526763" y="2682881"/>
                  <a:pt x="6454676" y="2638684"/>
                </a:cubicBezTo>
                <a:lnTo>
                  <a:pt x="6377856" y="2577868"/>
                </a:lnTo>
                <a:lnTo>
                  <a:pt x="6391720" y="2594755"/>
                </a:lnTo>
                <a:cubicBezTo>
                  <a:pt x="6414757" y="2617678"/>
                  <a:pt x="6440041" y="2638212"/>
                  <a:pt x="6467190" y="2656051"/>
                </a:cubicBezTo>
                <a:cubicBezTo>
                  <a:pt x="6628350" y="2761278"/>
                  <a:pt x="6856680" y="2748508"/>
                  <a:pt x="7010177" y="2625403"/>
                </a:cubicBezTo>
                <a:cubicBezTo>
                  <a:pt x="7046036" y="2596735"/>
                  <a:pt x="7078089" y="2563595"/>
                  <a:pt x="7105570" y="2526817"/>
                </a:cubicBezTo>
                <a:cubicBezTo>
                  <a:pt x="7148669" y="2468874"/>
                  <a:pt x="7180527" y="2403674"/>
                  <a:pt x="7205116" y="2332471"/>
                </a:cubicBezTo>
                <a:lnTo>
                  <a:pt x="7236552" y="2203004"/>
                </a:lnTo>
                <a:lnTo>
                  <a:pt x="7242211" y="2185791"/>
                </a:lnTo>
                <a:lnTo>
                  <a:pt x="7251078" y="2143181"/>
                </a:lnTo>
                <a:lnTo>
                  <a:pt x="7261050" y="2102112"/>
                </a:lnTo>
                <a:close/>
                <a:moveTo>
                  <a:pt x="4033273" y="2076022"/>
                </a:moveTo>
                <a:lnTo>
                  <a:pt x="4035309" y="2078522"/>
                </a:lnTo>
                <a:lnTo>
                  <a:pt x="4041286" y="2083019"/>
                </a:lnTo>
                <a:close/>
                <a:moveTo>
                  <a:pt x="3978487" y="2045172"/>
                </a:moveTo>
                <a:lnTo>
                  <a:pt x="4015568" y="2093149"/>
                </a:lnTo>
                <a:lnTo>
                  <a:pt x="4035480" y="2112218"/>
                </a:lnTo>
                <a:close/>
                <a:moveTo>
                  <a:pt x="3381665" y="1958660"/>
                </a:moveTo>
                <a:lnTo>
                  <a:pt x="3391865" y="1979450"/>
                </a:lnTo>
                <a:lnTo>
                  <a:pt x="3393124" y="1981757"/>
                </a:lnTo>
                <a:lnTo>
                  <a:pt x="3386395" y="1965570"/>
                </a:lnTo>
                <a:close/>
                <a:moveTo>
                  <a:pt x="3902656" y="1931181"/>
                </a:moveTo>
                <a:lnTo>
                  <a:pt x="3956837" y="2017161"/>
                </a:lnTo>
                <a:lnTo>
                  <a:pt x="3959142" y="2020143"/>
                </a:lnTo>
                <a:lnTo>
                  <a:pt x="3909971" y="1942073"/>
                </a:lnTo>
                <a:lnTo>
                  <a:pt x="3906070" y="1934576"/>
                </a:lnTo>
                <a:close/>
                <a:moveTo>
                  <a:pt x="5545187" y="1889843"/>
                </a:moveTo>
                <a:cubicBezTo>
                  <a:pt x="5374834" y="1886396"/>
                  <a:pt x="5214825" y="1976809"/>
                  <a:pt x="5042171" y="2174107"/>
                </a:cubicBezTo>
                <a:cubicBezTo>
                  <a:pt x="4953420" y="2275119"/>
                  <a:pt x="4869264" y="2392221"/>
                  <a:pt x="4795070" y="2495658"/>
                </a:cubicBezTo>
                <a:lnTo>
                  <a:pt x="4766976" y="2534736"/>
                </a:lnTo>
                <a:cubicBezTo>
                  <a:pt x="4749352" y="2558999"/>
                  <a:pt x="4730326" y="2584028"/>
                  <a:pt x="4710404" y="2609186"/>
                </a:cubicBezTo>
                <a:cubicBezTo>
                  <a:pt x="4587556" y="2763704"/>
                  <a:pt x="4464834" y="2874165"/>
                  <a:pt x="4345816" y="2937761"/>
                </a:cubicBezTo>
                <a:cubicBezTo>
                  <a:pt x="4210453" y="3009912"/>
                  <a:pt x="4084667" y="3019745"/>
                  <a:pt x="3961308" y="2967644"/>
                </a:cubicBezTo>
                <a:cubicBezTo>
                  <a:pt x="3921707" y="2950608"/>
                  <a:pt x="3884739" y="2928030"/>
                  <a:pt x="3851485" y="2900600"/>
                </a:cubicBezTo>
                <a:cubicBezTo>
                  <a:pt x="3770459" y="2834515"/>
                  <a:pt x="3696616" y="2737039"/>
                  <a:pt x="3631087" y="2609734"/>
                </a:cubicBezTo>
                <a:lnTo>
                  <a:pt x="3580283" y="2498601"/>
                </a:lnTo>
                <a:lnTo>
                  <a:pt x="3606169" y="2586965"/>
                </a:lnTo>
                <a:cubicBezTo>
                  <a:pt x="3666444" y="2767279"/>
                  <a:pt x="3780993" y="2997525"/>
                  <a:pt x="3984165" y="3069803"/>
                </a:cubicBezTo>
                <a:cubicBezTo>
                  <a:pt x="4326149" y="3191630"/>
                  <a:pt x="4635441" y="2798182"/>
                  <a:pt x="4788683" y="2552868"/>
                </a:cubicBezTo>
                <a:cubicBezTo>
                  <a:pt x="4955716" y="2286483"/>
                  <a:pt x="5208054" y="1883841"/>
                  <a:pt x="5561533" y="1905678"/>
                </a:cubicBezTo>
                <a:cubicBezTo>
                  <a:pt x="5751552" y="1917427"/>
                  <a:pt x="5934037" y="2052152"/>
                  <a:pt x="6103879" y="2306149"/>
                </a:cubicBezTo>
                <a:cubicBezTo>
                  <a:pt x="6142190" y="2363232"/>
                  <a:pt x="6178585" y="2423379"/>
                  <a:pt x="6213958" y="2481610"/>
                </a:cubicBezTo>
                <a:lnTo>
                  <a:pt x="6232821" y="2511158"/>
                </a:lnTo>
                <a:lnTo>
                  <a:pt x="6199657" y="2455815"/>
                </a:lnTo>
                <a:cubicBezTo>
                  <a:pt x="6164412" y="2394519"/>
                  <a:pt x="6127888" y="2331179"/>
                  <a:pt x="6089196" y="2271671"/>
                </a:cubicBezTo>
                <a:cubicBezTo>
                  <a:pt x="6062314" y="2230092"/>
                  <a:pt x="6033109" y="2190057"/>
                  <a:pt x="6001719" y="2151759"/>
                </a:cubicBezTo>
                <a:cubicBezTo>
                  <a:pt x="5904539" y="2034530"/>
                  <a:pt x="5746317" y="1893802"/>
                  <a:pt x="5545187" y="1889843"/>
                </a:cubicBezTo>
                <a:close/>
                <a:moveTo>
                  <a:pt x="7282735" y="1888637"/>
                </a:moveTo>
                <a:lnTo>
                  <a:pt x="7237435" y="2129447"/>
                </a:lnTo>
                <a:lnTo>
                  <a:pt x="7234942" y="2140100"/>
                </a:lnTo>
                <a:lnTo>
                  <a:pt x="7186534" y="2288367"/>
                </a:lnTo>
                <a:cubicBezTo>
                  <a:pt x="7166659" y="2336893"/>
                  <a:pt x="7143018" y="2383025"/>
                  <a:pt x="7114381" y="2425805"/>
                </a:cubicBezTo>
                <a:cubicBezTo>
                  <a:pt x="7087218" y="2465943"/>
                  <a:pt x="7055613" y="2502874"/>
                  <a:pt x="7020138" y="2535885"/>
                </a:cubicBezTo>
                <a:cubicBezTo>
                  <a:pt x="6926252" y="2622428"/>
                  <a:pt x="6803288" y="2670559"/>
                  <a:pt x="6675599" y="2670737"/>
                </a:cubicBezTo>
                <a:cubicBezTo>
                  <a:pt x="6589257" y="2671838"/>
                  <a:pt x="6505264" y="2647030"/>
                  <a:pt x="6434039" y="2600493"/>
                </a:cubicBezTo>
                <a:lnTo>
                  <a:pt x="6374921" y="2552879"/>
                </a:lnTo>
                <a:lnTo>
                  <a:pt x="6384696" y="2564744"/>
                </a:lnTo>
                <a:cubicBezTo>
                  <a:pt x="6408154" y="2587936"/>
                  <a:pt x="6434103" y="2608444"/>
                  <a:pt x="6462082" y="2625914"/>
                </a:cubicBezTo>
                <a:cubicBezTo>
                  <a:pt x="6626307" y="2728842"/>
                  <a:pt x="6857064" y="2707004"/>
                  <a:pt x="7011198" y="2573811"/>
                </a:cubicBezTo>
                <a:cubicBezTo>
                  <a:pt x="7046534" y="2543380"/>
                  <a:pt x="7078049" y="2508773"/>
                  <a:pt x="7105059" y="2470756"/>
                </a:cubicBezTo>
                <a:cubicBezTo>
                  <a:pt x="7149691" y="2407735"/>
                  <a:pt x="7182236" y="2335664"/>
                  <a:pt x="7207020" y="2259383"/>
                </a:cubicBezTo>
                <a:lnTo>
                  <a:pt x="7234942" y="2140100"/>
                </a:lnTo>
                <a:lnTo>
                  <a:pt x="7236096" y="2136562"/>
                </a:lnTo>
                <a:lnTo>
                  <a:pt x="7237435" y="2129447"/>
                </a:lnTo>
                <a:lnTo>
                  <a:pt x="7262407" y="2022759"/>
                </a:lnTo>
                <a:close/>
                <a:moveTo>
                  <a:pt x="7272763" y="1872023"/>
                </a:moveTo>
                <a:lnTo>
                  <a:pt x="7230814" y="2085403"/>
                </a:lnTo>
                <a:cubicBezTo>
                  <a:pt x="7203868" y="2187804"/>
                  <a:pt x="7167696" y="2284952"/>
                  <a:pt x="7113359" y="2369745"/>
                </a:cubicBezTo>
                <a:cubicBezTo>
                  <a:pt x="7086862" y="2411338"/>
                  <a:pt x="7055855" y="2449878"/>
                  <a:pt x="7020903" y="2484677"/>
                </a:cubicBezTo>
                <a:cubicBezTo>
                  <a:pt x="6924578" y="2581041"/>
                  <a:pt x="6794221" y="2635671"/>
                  <a:pt x="6657977" y="2636769"/>
                </a:cubicBezTo>
                <a:cubicBezTo>
                  <a:pt x="6574651" y="2637985"/>
                  <a:pt x="6493524" y="2614305"/>
                  <a:pt x="6424574" y="2569698"/>
                </a:cubicBezTo>
                <a:lnTo>
                  <a:pt x="6361393" y="2519332"/>
                </a:lnTo>
                <a:lnTo>
                  <a:pt x="6377416" y="2538822"/>
                </a:lnTo>
                <a:cubicBezTo>
                  <a:pt x="6401335" y="2562217"/>
                  <a:pt x="6427909" y="2582751"/>
                  <a:pt x="6456591" y="2599991"/>
                </a:cubicBezTo>
                <a:cubicBezTo>
                  <a:pt x="6624135" y="2700620"/>
                  <a:pt x="6857318" y="2669716"/>
                  <a:pt x="7011326" y="2526434"/>
                </a:cubicBezTo>
                <a:cubicBezTo>
                  <a:pt x="7046074" y="2494151"/>
                  <a:pt x="7077016" y="2457987"/>
                  <a:pt x="7103527" y="2418654"/>
                </a:cubicBezTo>
                <a:cubicBezTo>
                  <a:pt x="7160034" y="2334563"/>
                  <a:pt x="7196877" y="2236744"/>
                  <a:pt x="7223741" y="2132986"/>
                </a:cubicBezTo>
                <a:close/>
                <a:moveTo>
                  <a:pt x="5528330" y="1860983"/>
                </a:moveTo>
                <a:cubicBezTo>
                  <a:pt x="5358488" y="1864814"/>
                  <a:pt x="5202564" y="1956377"/>
                  <a:pt x="5022889" y="2157889"/>
                </a:cubicBezTo>
                <a:cubicBezTo>
                  <a:pt x="4954696" y="2233744"/>
                  <a:pt x="4889313" y="2315344"/>
                  <a:pt x="4826100" y="2394264"/>
                </a:cubicBezTo>
                <a:cubicBezTo>
                  <a:pt x="4793537" y="2434872"/>
                  <a:pt x="4762250" y="2473183"/>
                  <a:pt x="4732496" y="2509195"/>
                </a:cubicBezTo>
                <a:cubicBezTo>
                  <a:pt x="4714363" y="2530904"/>
                  <a:pt x="4694185" y="2553252"/>
                  <a:pt x="4672221" y="2577387"/>
                </a:cubicBezTo>
                <a:cubicBezTo>
                  <a:pt x="4547585" y="2711602"/>
                  <a:pt x="4425502" y="2805079"/>
                  <a:pt x="4309165" y="2855138"/>
                </a:cubicBezTo>
                <a:cubicBezTo>
                  <a:pt x="4178272" y="2911326"/>
                  <a:pt x="4058233" y="2910561"/>
                  <a:pt x="3941898" y="2852711"/>
                </a:cubicBezTo>
                <a:cubicBezTo>
                  <a:pt x="3903535" y="2833301"/>
                  <a:pt x="3867894" y="2808909"/>
                  <a:pt x="3835905" y="2780177"/>
                </a:cubicBezTo>
                <a:cubicBezTo>
                  <a:pt x="3735404" y="2690786"/>
                  <a:pt x="3639372" y="2551847"/>
                  <a:pt x="3542192" y="2353783"/>
                </a:cubicBezTo>
                <a:lnTo>
                  <a:pt x="3529547" y="2325376"/>
                </a:lnTo>
                <a:lnTo>
                  <a:pt x="3533018" y="2337235"/>
                </a:lnTo>
                <a:lnTo>
                  <a:pt x="3580119" y="2467182"/>
                </a:lnTo>
                <a:cubicBezTo>
                  <a:pt x="3659166" y="2661032"/>
                  <a:pt x="3753027" y="2803292"/>
                  <a:pt x="3859275" y="2889873"/>
                </a:cubicBezTo>
                <a:cubicBezTo>
                  <a:pt x="3891557" y="2916524"/>
                  <a:pt x="3927454" y="2938450"/>
                  <a:pt x="3965904" y="2955001"/>
                </a:cubicBezTo>
                <a:cubicBezTo>
                  <a:pt x="4085305" y="3005442"/>
                  <a:pt x="4207260" y="2995737"/>
                  <a:pt x="4338794" y="2925629"/>
                </a:cubicBezTo>
                <a:cubicBezTo>
                  <a:pt x="4456279" y="2862927"/>
                  <a:pt x="4577467" y="2753615"/>
                  <a:pt x="4699166" y="2600629"/>
                </a:cubicBezTo>
                <a:cubicBezTo>
                  <a:pt x="4719087" y="2575089"/>
                  <a:pt x="4737476" y="2550698"/>
                  <a:pt x="4755482" y="2526563"/>
                </a:cubicBezTo>
                <a:lnTo>
                  <a:pt x="4783449" y="2487614"/>
                </a:lnTo>
                <a:cubicBezTo>
                  <a:pt x="4858027" y="2384175"/>
                  <a:pt x="4942565" y="2266690"/>
                  <a:pt x="5031956" y="2165296"/>
                </a:cubicBezTo>
                <a:cubicBezTo>
                  <a:pt x="5207545" y="1964677"/>
                  <a:pt x="5370748" y="1873115"/>
                  <a:pt x="5545443" y="1876435"/>
                </a:cubicBezTo>
                <a:cubicBezTo>
                  <a:pt x="5751808" y="1880521"/>
                  <a:pt x="5913095" y="2023674"/>
                  <a:pt x="6012063" y="2143203"/>
                </a:cubicBezTo>
                <a:cubicBezTo>
                  <a:pt x="6043785" y="2181935"/>
                  <a:pt x="6073322" y="2222391"/>
                  <a:pt x="6100561" y="2264392"/>
                </a:cubicBezTo>
                <a:lnTo>
                  <a:pt x="6187524" y="2409429"/>
                </a:lnTo>
                <a:lnTo>
                  <a:pt x="6084343" y="2230296"/>
                </a:lnTo>
                <a:cubicBezTo>
                  <a:pt x="6057677" y="2187617"/>
                  <a:pt x="6028154" y="2146778"/>
                  <a:pt x="5995973" y="2108084"/>
                </a:cubicBezTo>
                <a:cubicBezTo>
                  <a:pt x="5859332" y="1945139"/>
                  <a:pt x="5693577" y="1857280"/>
                  <a:pt x="5528330" y="1860983"/>
                </a:cubicBezTo>
                <a:close/>
                <a:moveTo>
                  <a:pt x="5512495" y="1831357"/>
                </a:moveTo>
                <a:cubicBezTo>
                  <a:pt x="5300128" y="1844892"/>
                  <a:pt x="5129390" y="2003880"/>
                  <a:pt x="5004499" y="2140905"/>
                </a:cubicBezTo>
                <a:cubicBezTo>
                  <a:pt x="4958910" y="2190835"/>
                  <a:pt x="4913320" y="2243066"/>
                  <a:pt x="4869135" y="2294146"/>
                </a:cubicBezTo>
                <a:cubicBezTo>
                  <a:pt x="4809499" y="2362594"/>
                  <a:pt x="4753183" y="2427210"/>
                  <a:pt x="4698910" y="2484037"/>
                </a:cubicBezTo>
                <a:cubicBezTo>
                  <a:pt x="4680137" y="2503704"/>
                  <a:pt x="4659194" y="2524009"/>
                  <a:pt x="4635059" y="2545973"/>
                </a:cubicBezTo>
                <a:cubicBezTo>
                  <a:pt x="4510423" y="2660010"/>
                  <a:pt x="4388722" y="2736248"/>
                  <a:pt x="4273409" y="2772771"/>
                </a:cubicBezTo>
                <a:cubicBezTo>
                  <a:pt x="4145708" y="2813252"/>
                  <a:pt x="4034607" y="2802269"/>
                  <a:pt x="3923508" y="2738036"/>
                </a:cubicBezTo>
                <a:cubicBezTo>
                  <a:pt x="3886461" y="2716289"/>
                  <a:pt x="3852173" y="2690185"/>
                  <a:pt x="3821346" y="2660265"/>
                </a:cubicBezTo>
                <a:cubicBezTo>
                  <a:pt x="3705010" y="2548655"/>
                  <a:pt x="3607190" y="2389156"/>
                  <a:pt x="3517161" y="2235402"/>
                </a:cubicBezTo>
                <a:lnTo>
                  <a:pt x="3487195" y="2180695"/>
                </a:lnTo>
                <a:lnTo>
                  <a:pt x="3500689" y="2226795"/>
                </a:lnTo>
                <a:lnTo>
                  <a:pt x="3554579" y="2347908"/>
                </a:lnTo>
                <a:cubicBezTo>
                  <a:pt x="3650994" y="2544441"/>
                  <a:pt x="3746131" y="2682613"/>
                  <a:pt x="3845227" y="2770217"/>
                </a:cubicBezTo>
                <a:cubicBezTo>
                  <a:pt x="3876323" y="2798196"/>
                  <a:pt x="3910968" y="2821936"/>
                  <a:pt x="3948282" y="2840835"/>
                </a:cubicBezTo>
                <a:cubicBezTo>
                  <a:pt x="4060787" y="2896769"/>
                  <a:pt x="4177250" y="2897407"/>
                  <a:pt x="4304186" y="2842879"/>
                </a:cubicBezTo>
                <a:cubicBezTo>
                  <a:pt x="4419118" y="2793587"/>
                  <a:pt x="4539411" y="2701258"/>
                  <a:pt x="4662771" y="2568449"/>
                </a:cubicBezTo>
                <a:cubicBezTo>
                  <a:pt x="4685118" y="2544441"/>
                  <a:pt x="4704657" y="2522220"/>
                  <a:pt x="4722536" y="2500766"/>
                </a:cubicBezTo>
                <a:cubicBezTo>
                  <a:pt x="4752673" y="2464244"/>
                  <a:pt x="4783449" y="2425934"/>
                  <a:pt x="4815884" y="2385835"/>
                </a:cubicBezTo>
                <a:cubicBezTo>
                  <a:pt x="4879735" y="2306789"/>
                  <a:pt x="4944863" y="2225059"/>
                  <a:pt x="5013184" y="2148950"/>
                </a:cubicBezTo>
                <a:cubicBezTo>
                  <a:pt x="5126327" y="2022014"/>
                  <a:pt x="5302938" y="1852554"/>
                  <a:pt x="5528459" y="1847574"/>
                </a:cubicBezTo>
                <a:cubicBezTo>
                  <a:pt x="5697023" y="1843871"/>
                  <a:pt x="5867378" y="1933262"/>
                  <a:pt x="6006700" y="2099401"/>
                </a:cubicBezTo>
                <a:cubicBezTo>
                  <a:pt x="6039264" y="2138542"/>
                  <a:pt x="6069120" y="2179841"/>
                  <a:pt x="6096091" y="2223016"/>
                </a:cubicBezTo>
                <a:lnTo>
                  <a:pt x="6184824" y="2377454"/>
                </a:lnTo>
                <a:lnTo>
                  <a:pt x="6080638" y="2188026"/>
                </a:lnTo>
                <a:cubicBezTo>
                  <a:pt x="6054114" y="2144275"/>
                  <a:pt x="6024219" y="2102645"/>
                  <a:pt x="5991247" y="2063517"/>
                </a:cubicBezTo>
                <a:cubicBezTo>
                  <a:pt x="5857033" y="1905167"/>
                  <a:pt x="5682465" y="1820884"/>
                  <a:pt x="5512495" y="1831357"/>
                </a:cubicBezTo>
                <a:close/>
                <a:moveTo>
                  <a:pt x="3846720" y="1822981"/>
                </a:moveTo>
                <a:lnTo>
                  <a:pt x="3847973" y="1825930"/>
                </a:lnTo>
                <a:lnTo>
                  <a:pt x="3848490" y="1826655"/>
                </a:lnTo>
                <a:close/>
                <a:moveTo>
                  <a:pt x="5562802" y="1799831"/>
                </a:moveTo>
                <a:cubicBezTo>
                  <a:pt x="5540707" y="1799136"/>
                  <a:pt x="5518544" y="1799926"/>
                  <a:pt x="5496404" y="1802241"/>
                </a:cubicBezTo>
                <a:cubicBezTo>
                  <a:pt x="5290422" y="1823949"/>
                  <a:pt x="5122750" y="1977191"/>
                  <a:pt x="4985599" y="2124430"/>
                </a:cubicBezTo>
                <a:lnTo>
                  <a:pt x="4917024" y="2198115"/>
                </a:lnTo>
                <a:cubicBezTo>
                  <a:pt x="4832230" y="2290442"/>
                  <a:pt x="4744499" y="2385835"/>
                  <a:pt x="4664302" y="2458626"/>
                </a:cubicBezTo>
                <a:cubicBezTo>
                  <a:pt x="4644637" y="2476376"/>
                  <a:pt x="4622544" y="2494637"/>
                  <a:pt x="4596876" y="2514175"/>
                </a:cubicBezTo>
                <a:cubicBezTo>
                  <a:pt x="4471984" y="2609824"/>
                  <a:pt x="4354244" y="2667416"/>
                  <a:pt x="4236502" y="2690148"/>
                </a:cubicBezTo>
                <a:cubicBezTo>
                  <a:pt x="4121316" y="2715062"/>
                  <a:pt x="4000970" y="2690760"/>
                  <a:pt x="3904479" y="2623105"/>
                </a:cubicBezTo>
                <a:cubicBezTo>
                  <a:pt x="3868889" y="2598905"/>
                  <a:pt x="3835968" y="2570989"/>
                  <a:pt x="3806277" y="2539844"/>
                </a:cubicBezTo>
                <a:cubicBezTo>
                  <a:pt x="3712800" y="2443045"/>
                  <a:pt x="3626219" y="2315089"/>
                  <a:pt x="3549853" y="2202073"/>
                </a:cubicBezTo>
                <a:cubicBezTo>
                  <a:pt x="3529549" y="2172064"/>
                  <a:pt x="3510010" y="2143330"/>
                  <a:pt x="3491494" y="2116641"/>
                </a:cubicBezTo>
                <a:lnTo>
                  <a:pt x="3417000" y="2006606"/>
                </a:lnTo>
                <a:lnTo>
                  <a:pt x="3450291" y="2086494"/>
                </a:lnTo>
                <a:lnTo>
                  <a:pt x="3528016" y="2228634"/>
                </a:lnTo>
                <a:cubicBezTo>
                  <a:pt x="3617406" y="2381876"/>
                  <a:pt x="3714843" y="2540226"/>
                  <a:pt x="3830030" y="2650688"/>
                </a:cubicBezTo>
                <a:cubicBezTo>
                  <a:pt x="3860115" y="2679830"/>
                  <a:pt x="3893548" y="2705294"/>
                  <a:pt x="3929637" y="2726542"/>
                </a:cubicBezTo>
                <a:cubicBezTo>
                  <a:pt x="4037161" y="2788733"/>
                  <a:pt x="4144941" y="2799333"/>
                  <a:pt x="4268683" y="2760128"/>
                </a:cubicBezTo>
                <a:cubicBezTo>
                  <a:pt x="4382082" y="2724116"/>
                  <a:pt x="4502122" y="2648773"/>
                  <a:pt x="4625354" y="2536267"/>
                </a:cubicBezTo>
                <a:cubicBezTo>
                  <a:pt x="4649362" y="2514303"/>
                  <a:pt x="4669921" y="2494253"/>
                  <a:pt x="4688565" y="2474971"/>
                </a:cubicBezTo>
                <a:cubicBezTo>
                  <a:pt x="4742584" y="2418272"/>
                  <a:pt x="4798772" y="2353782"/>
                  <a:pt x="4858281" y="2285463"/>
                </a:cubicBezTo>
                <a:cubicBezTo>
                  <a:pt x="4902593" y="2234382"/>
                  <a:pt x="4948310" y="2182151"/>
                  <a:pt x="4994027" y="2132221"/>
                </a:cubicBezTo>
                <a:cubicBezTo>
                  <a:pt x="5120579" y="1993409"/>
                  <a:pt x="5293869" y="1832250"/>
                  <a:pt x="5511090" y="1818330"/>
                </a:cubicBezTo>
                <a:cubicBezTo>
                  <a:pt x="5685530" y="1807220"/>
                  <a:pt x="5863801" y="1893546"/>
                  <a:pt x="6000953" y="2055217"/>
                </a:cubicBezTo>
                <a:cubicBezTo>
                  <a:pt x="6034308" y="2094829"/>
                  <a:pt x="6064535" y="2136971"/>
                  <a:pt x="6091365" y="2181258"/>
                </a:cubicBezTo>
                <a:lnTo>
                  <a:pt x="6177457" y="2337861"/>
                </a:lnTo>
                <a:lnTo>
                  <a:pt x="6076552" y="2146140"/>
                </a:lnTo>
                <a:cubicBezTo>
                  <a:pt x="6050131" y="2101406"/>
                  <a:pt x="6019966" y="2058984"/>
                  <a:pt x="5986394" y="2019333"/>
                </a:cubicBezTo>
                <a:cubicBezTo>
                  <a:pt x="5868845" y="1882341"/>
                  <a:pt x="5717467" y="1804696"/>
                  <a:pt x="5562802" y="1799831"/>
                </a:cubicBezTo>
                <a:close/>
                <a:moveTo>
                  <a:pt x="7273405" y="1796984"/>
                </a:moveTo>
                <a:lnTo>
                  <a:pt x="7224810" y="2034896"/>
                </a:lnTo>
                <a:cubicBezTo>
                  <a:pt x="7198153" y="2135189"/>
                  <a:pt x="7163162" y="2230869"/>
                  <a:pt x="7111827" y="2315599"/>
                </a:cubicBezTo>
                <a:cubicBezTo>
                  <a:pt x="7085813" y="2358392"/>
                  <a:pt x="7055421" y="2398363"/>
                  <a:pt x="7021158" y="2434872"/>
                </a:cubicBezTo>
                <a:cubicBezTo>
                  <a:pt x="6921628" y="2540278"/>
                  <a:pt x="6783520" y="2600667"/>
                  <a:pt x="6638565" y="2602161"/>
                </a:cubicBezTo>
                <a:cubicBezTo>
                  <a:pt x="6568674" y="2602876"/>
                  <a:pt x="6499741" y="2585879"/>
                  <a:pt x="6438202" y="2552741"/>
                </a:cubicBezTo>
                <a:lnTo>
                  <a:pt x="6354525" y="2491136"/>
                </a:lnTo>
                <a:lnTo>
                  <a:pt x="6369372" y="2509195"/>
                </a:lnTo>
                <a:cubicBezTo>
                  <a:pt x="6393789" y="2532847"/>
                  <a:pt x="6421014" y="2553381"/>
                  <a:pt x="6450463" y="2570365"/>
                </a:cubicBezTo>
                <a:cubicBezTo>
                  <a:pt x="6621326" y="2668823"/>
                  <a:pt x="6857064" y="2628851"/>
                  <a:pt x="7011071" y="2475355"/>
                </a:cubicBezTo>
                <a:cubicBezTo>
                  <a:pt x="7045256" y="2441272"/>
                  <a:pt x="7075624" y="2403535"/>
                  <a:pt x="7101612" y="2362850"/>
                </a:cubicBezTo>
                <a:cubicBezTo>
                  <a:pt x="7155182" y="2278951"/>
                  <a:pt x="7190939" y="2182631"/>
                  <a:pt x="7217628" y="2080997"/>
                </a:cubicBezTo>
                <a:close/>
                <a:moveTo>
                  <a:pt x="3785864" y="1711293"/>
                </a:moveTo>
                <a:lnTo>
                  <a:pt x="3800564" y="1751831"/>
                </a:lnTo>
                <a:lnTo>
                  <a:pt x="3808749" y="1764990"/>
                </a:lnTo>
                <a:close/>
                <a:moveTo>
                  <a:pt x="8855255" y="1679877"/>
                </a:moveTo>
                <a:lnTo>
                  <a:pt x="8894664" y="1689735"/>
                </a:lnTo>
                <a:lnTo>
                  <a:pt x="8898248" y="1690285"/>
                </a:lnTo>
                <a:close/>
                <a:moveTo>
                  <a:pt x="7269908" y="1671357"/>
                </a:moveTo>
                <a:lnTo>
                  <a:pt x="7213397" y="1931760"/>
                </a:lnTo>
                <a:cubicBezTo>
                  <a:pt x="7187521" y="2027952"/>
                  <a:pt x="7154925" y="2120600"/>
                  <a:pt x="7109271" y="2204499"/>
                </a:cubicBezTo>
                <a:cubicBezTo>
                  <a:pt x="7084293" y="2249693"/>
                  <a:pt x="7055139" y="2292448"/>
                  <a:pt x="7022180" y="2332201"/>
                </a:cubicBezTo>
                <a:cubicBezTo>
                  <a:pt x="6913762" y="2463478"/>
                  <a:pt x="6755923" y="2537161"/>
                  <a:pt x="6607533" y="2537161"/>
                </a:cubicBezTo>
                <a:cubicBezTo>
                  <a:pt x="6544972" y="2537711"/>
                  <a:pt x="6483165" y="2523408"/>
                  <a:pt x="6427219" y="2495402"/>
                </a:cubicBezTo>
                <a:lnTo>
                  <a:pt x="6337965" y="2432415"/>
                </a:lnTo>
                <a:lnTo>
                  <a:pt x="6353408" y="2451218"/>
                </a:lnTo>
                <a:cubicBezTo>
                  <a:pt x="6378719" y="2475290"/>
                  <a:pt x="6407209" y="2495787"/>
                  <a:pt x="6438075" y="2512133"/>
                </a:cubicBezTo>
                <a:cubicBezTo>
                  <a:pt x="6613153" y="2605481"/>
                  <a:pt x="6859489" y="2546101"/>
                  <a:pt x="7010687" y="2374215"/>
                </a:cubicBezTo>
                <a:cubicBezTo>
                  <a:pt x="7043710" y="2336594"/>
                  <a:pt x="7072967" y="2295832"/>
                  <a:pt x="7098035" y="2252515"/>
                </a:cubicBezTo>
                <a:cubicBezTo>
                  <a:pt x="7193938" y="2086503"/>
                  <a:pt x="7231866" y="1879500"/>
                  <a:pt x="7268388" y="1679647"/>
                </a:cubicBezTo>
                <a:close/>
                <a:moveTo>
                  <a:pt x="3099006" y="1654709"/>
                </a:moveTo>
                <a:lnTo>
                  <a:pt x="3161458" y="1688375"/>
                </a:lnTo>
                <a:cubicBezTo>
                  <a:pt x="3184446" y="1703103"/>
                  <a:pt x="3206325" y="1719560"/>
                  <a:pt x="3226898" y="1737623"/>
                </a:cubicBezTo>
                <a:cubicBezTo>
                  <a:pt x="3260713" y="1768170"/>
                  <a:pt x="3291309" y="1802100"/>
                  <a:pt x="3318203" y="1838890"/>
                </a:cubicBezTo>
                <a:cubicBezTo>
                  <a:pt x="3350895" y="1882692"/>
                  <a:pt x="3381160" y="1928281"/>
                  <a:pt x="3416278" y="1981277"/>
                </a:cubicBezTo>
                <a:cubicBezTo>
                  <a:pt x="3442840" y="2021248"/>
                  <a:pt x="3470296" y="2062623"/>
                  <a:pt x="3502475" y="2108979"/>
                </a:cubicBezTo>
                <a:cubicBezTo>
                  <a:pt x="3521120" y="2135797"/>
                  <a:pt x="3540786" y="2164656"/>
                  <a:pt x="3560963" y="2194667"/>
                </a:cubicBezTo>
                <a:cubicBezTo>
                  <a:pt x="3637584" y="2307171"/>
                  <a:pt x="3723272" y="2434618"/>
                  <a:pt x="3816366" y="2530649"/>
                </a:cubicBezTo>
                <a:cubicBezTo>
                  <a:pt x="3845405" y="2561131"/>
                  <a:pt x="3877650" y="2588408"/>
                  <a:pt x="3912524" y="2611995"/>
                </a:cubicBezTo>
                <a:cubicBezTo>
                  <a:pt x="4006117" y="2677837"/>
                  <a:pt x="4123041" y="2701411"/>
                  <a:pt x="4234843" y="2676994"/>
                </a:cubicBezTo>
                <a:cubicBezTo>
                  <a:pt x="4349774" y="2654646"/>
                  <a:pt x="4466365" y="2597947"/>
                  <a:pt x="4589598" y="2503704"/>
                </a:cubicBezTo>
                <a:cubicBezTo>
                  <a:pt x="4615138" y="2484293"/>
                  <a:pt x="4636719" y="2466288"/>
                  <a:pt x="4656257" y="2448664"/>
                </a:cubicBezTo>
                <a:cubicBezTo>
                  <a:pt x="4735943" y="2376386"/>
                  <a:pt x="4823419" y="2281249"/>
                  <a:pt x="4908084" y="2189175"/>
                </a:cubicBezTo>
                <a:cubicBezTo>
                  <a:pt x="4930815" y="2164402"/>
                  <a:pt x="4953546" y="2139627"/>
                  <a:pt x="4976277" y="2115237"/>
                </a:cubicBezTo>
                <a:cubicBezTo>
                  <a:pt x="5114833" y="1966209"/>
                  <a:pt x="5284676" y="1811052"/>
                  <a:pt x="5495128" y="1788960"/>
                </a:cubicBezTo>
                <a:cubicBezTo>
                  <a:pt x="5676591" y="1769804"/>
                  <a:pt x="5859460" y="1850767"/>
                  <a:pt x="5996737" y="2010777"/>
                </a:cubicBezTo>
                <a:cubicBezTo>
                  <a:pt x="6030809" y="2050927"/>
                  <a:pt x="6061394" y="2093911"/>
                  <a:pt x="6088173" y="2139244"/>
                </a:cubicBezTo>
                <a:lnTo>
                  <a:pt x="6122054" y="2203558"/>
                </a:lnTo>
                <a:lnTo>
                  <a:pt x="6071955" y="2104254"/>
                </a:lnTo>
                <a:cubicBezTo>
                  <a:pt x="6045725" y="2058499"/>
                  <a:pt x="6015243" y="2015311"/>
                  <a:pt x="5980904" y="1975276"/>
                </a:cubicBezTo>
                <a:cubicBezTo>
                  <a:pt x="5846180" y="1819992"/>
                  <a:pt x="5663566" y="1746180"/>
                  <a:pt x="5479804" y="1772997"/>
                </a:cubicBezTo>
                <a:cubicBezTo>
                  <a:pt x="5280079" y="1801985"/>
                  <a:pt x="5115345" y="1951012"/>
                  <a:pt x="4966955" y="2107575"/>
                </a:cubicBezTo>
                <a:lnTo>
                  <a:pt x="4964785" y="2109873"/>
                </a:lnTo>
                <a:cubicBezTo>
                  <a:pt x="4853046" y="2227998"/>
                  <a:pt x="4737349" y="2350207"/>
                  <a:pt x="4630719" y="2433213"/>
                </a:cubicBezTo>
                <a:cubicBezTo>
                  <a:pt x="4607821" y="2450848"/>
                  <a:pt x="4584043" y="2467309"/>
                  <a:pt x="4559461" y="2482506"/>
                </a:cubicBezTo>
                <a:cubicBezTo>
                  <a:pt x="4436867" y="2559127"/>
                  <a:pt x="4319382" y="2600502"/>
                  <a:pt x="4200364" y="2607526"/>
                </a:cubicBezTo>
                <a:cubicBezTo>
                  <a:pt x="4083646" y="2614294"/>
                  <a:pt x="3983272" y="2582751"/>
                  <a:pt x="3885708" y="2508174"/>
                </a:cubicBezTo>
                <a:cubicBezTo>
                  <a:pt x="3851484" y="2481676"/>
                  <a:pt x="3819840" y="2452011"/>
                  <a:pt x="3791209" y="2419550"/>
                </a:cubicBezTo>
                <a:cubicBezTo>
                  <a:pt x="3723911" y="2344461"/>
                  <a:pt x="3658145" y="2254558"/>
                  <a:pt x="3594549" y="2167467"/>
                </a:cubicBezTo>
                <a:cubicBezTo>
                  <a:pt x="3549087" y="2105276"/>
                  <a:pt x="3506052" y="2046533"/>
                  <a:pt x="3465955" y="1998007"/>
                </a:cubicBezTo>
                <a:lnTo>
                  <a:pt x="3456121" y="1986003"/>
                </a:lnTo>
                <a:cubicBezTo>
                  <a:pt x="3379500" y="1893675"/>
                  <a:pt x="3324843" y="1827015"/>
                  <a:pt x="3268017" y="1768911"/>
                </a:cubicBezTo>
                <a:cubicBezTo>
                  <a:pt x="3236852" y="1736213"/>
                  <a:pt x="3201761" y="1707774"/>
                  <a:pt x="3163672" y="1684170"/>
                </a:cubicBezTo>
                <a:close/>
                <a:moveTo>
                  <a:pt x="2941014" y="1643000"/>
                </a:moveTo>
                <a:cubicBezTo>
                  <a:pt x="2910103" y="1640915"/>
                  <a:pt x="2879519" y="1642647"/>
                  <a:pt x="2849796" y="1648361"/>
                </a:cubicBezTo>
                <a:cubicBezTo>
                  <a:pt x="2631937" y="1689353"/>
                  <a:pt x="2552125" y="1922663"/>
                  <a:pt x="2527990" y="2020993"/>
                </a:cubicBezTo>
                <a:cubicBezTo>
                  <a:pt x="2505513" y="2112554"/>
                  <a:pt x="2495679" y="2205650"/>
                  <a:pt x="2485209" y="2304362"/>
                </a:cubicBezTo>
                <a:cubicBezTo>
                  <a:pt x="2477280" y="2394595"/>
                  <a:pt x="2464496" y="2484319"/>
                  <a:pt x="2446898" y="2573173"/>
                </a:cubicBezTo>
                <a:cubicBezTo>
                  <a:pt x="2403990" y="2772387"/>
                  <a:pt x="2313705" y="2943507"/>
                  <a:pt x="2192517" y="3054097"/>
                </a:cubicBezTo>
                <a:cubicBezTo>
                  <a:pt x="2110367" y="3131292"/>
                  <a:pt x="2002448" y="3175170"/>
                  <a:pt x="1889737" y="3177201"/>
                </a:cubicBezTo>
                <a:cubicBezTo>
                  <a:pt x="1829463" y="3177826"/>
                  <a:pt x="1770108" y="3162298"/>
                  <a:pt x="1717851" y="3132250"/>
                </a:cubicBezTo>
                <a:cubicBezTo>
                  <a:pt x="1681011" y="3110734"/>
                  <a:pt x="1649420" y="3083556"/>
                  <a:pt x="1621803" y="3052227"/>
                </a:cubicBezTo>
                <a:lnTo>
                  <a:pt x="1551837" y="2950558"/>
                </a:lnTo>
                <a:lnTo>
                  <a:pt x="1556134" y="2962644"/>
                </a:lnTo>
                <a:cubicBezTo>
                  <a:pt x="1606949" y="3095168"/>
                  <a:pt x="1670568" y="3216757"/>
                  <a:pt x="1781956" y="3284469"/>
                </a:cubicBezTo>
                <a:cubicBezTo>
                  <a:pt x="1922427" y="3370030"/>
                  <a:pt x="2118449" y="3338871"/>
                  <a:pt x="2258154" y="3208615"/>
                </a:cubicBezTo>
                <a:cubicBezTo>
                  <a:pt x="2408203" y="3068782"/>
                  <a:pt x="2467967" y="2861139"/>
                  <a:pt x="2491720" y="2711602"/>
                </a:cubicBezTo>
                <a:cubicBezTo>
                  <a:pt x="2505894" y="2622211"/>
                  <a:pt x="2511642" y="2530137"/>
                  <a:pt x="2517261" y="2440875"/>
                </a:cubicBezTo>
                <a:cubicBezTo>
                  <a:pt x="2524283" y="2329903"/>
                  <a:pt x="2531434" y="2215226"/>
                  <a:pt x="2554804" y="2105020"/>
                </a:cubicBezTo>
                <a:cubicBezTo>
                  <a:pt x="2594008" y="1919981"/>
                  <a:pt x="2704215" y="1704932"/>
                  <a:pt x="2895639" y="1656789"/>
                </a:cubicBezTo>
                <a:lnTo>
                  <a:pt x="2967470" y="1647980"/>
                </a:lnTo>
                <a:close/>
                <a:moveTo>
                  <a:pt x="9151626" y="1631097"/>
                </a:moveTo>
                <a:lnTo>
                  <a:pt x="9200126" y="1648999"/>
                </a:lnTo>
                <a:lnTo>
                  <a:pt x="9214108" y="1651442"/>
                </a:lnTo>
                <a:close/>
                <a:moveTo>
                  <a:pt x="7307461" y="1628102"/>
                </a:moveTo>
                <a:lnTo>
                  <a:pt x="7297122" y="1672878"/>
                </a:lnTo>
                <a:lnTo>
                  <a:pt x="7293724" y="1692427"/>
                </a:lnTo>
                <a:close/>
                <a:moveTo>
                  <a:pt x="3755422" y="1627342"/>
                </a:moveTo>
                <a:lnTo>
                  <a:pt x="3766606" y="1658186"/>
                </a:lnTo>
                <a:lnTo>
                  <a:pt x="3762301" y="1641856"/>
                </a:lnTo>
                <a:close/>
                <a:moveTo>
                  <a:pt x="2893031" y="1624796"/>
                </a:moveTo>
                <a:cubicBezTo>
                  <a:pt x="2861281" y="1622254"/>
                  <a:pt x="2829907" y="1622852"/>
                  <a:pt x="2799610" y="1626778"/>
                </a:cubicBezTo>
                <a:cubicBezTo>
                  <a:pt x="2608057" y="1651553"/>
                  <a:pt x="2523646" y="1807604"/>
                  <a:pt x="2486997" y="1934156"/>
                </a:cubicBezTo>
                <a:cubicBezTo>
                  <a:pt x="2466346" y="2012029"/>
                  <a:pt x="2450526" y="2091101"/>
                  <a:pt x="2439619" y="2170915"/>
                </a:cubicBezTo>
                <a:cubicBezTo>
                  <a:pt x="2427462" y="2259206"/>
                  <a:pt x="2409930" y="2346669"/>
                  <a:pt x="2387135" y="2432829"/>
                </a:cubicBezTo>
                <a:cubicBezTo>
                  <a:pt x="2336053" y="2616719"/>
                  <a:pt x="2239382" y="2779028"/>
                  <a:pt x="2116152" y="2889745"/>
                </a:cubicBezTo>
                <a:cubicBezTo>
                  <a:pt x="1979129" y="3013744"/>
                  <a:pt x="1796003" y="3044774"/>
                  <a:pt x="1660641" y="2968664"/>
                </a:cubicBezTo>
                <a:cubicBezTo>
                  <a:pt x="1589704" y="2928886"/>
                  <a:pt x="1538622" y="2867844"/>
                  <a:pt x="1497757" y="2796842"/>
                </a:cubicBezTo>
                <a:lnTo>
                  <a:pt x="1496173" y="2793589"/>
                </a:lnTo>
                <a:lnTo>
                  <a:pt x="1505891" y="2821237"/>
                </a:lnTo>
                <a:lnTo>
                  <a:pt x="1545698" y="2910918"/>
                </a:lnTo>
                <a:cubicBezTo>
                  <a:pt x="1589171" y="2998162"/>
                  <a:pt x="1644168" y="3073891"/>
                  <a:pt x="1724619" y="3121013"/>
                </a:cubicBezTo>
                <a:cubicBezTo>
                  <a:pt x="1859090" y="3199804"/>
                  <a:pt x="2047448" y="3168389"/>
                  <a:pt x="2182812" y="3044392"/>
                </a:cubicBezTo>
                <a:cubicBezTo>
                  <a:pt x="2301957" y="2935334"/>
                  <a:pt x="2390837" y="2767025"/>
                  <a:pt x="2433106" y="2570492"/>
                </a:cubicBezTo>
                <a:cubicBezTo>
                  <a:pt x="2450667" y="2482109"/>
                  <a:pt x="2463448" y="2392847"/>
                  <a:pt x="2471417" y="2303085"/>
                </a:cubicBezTo>
                <a:cubicBezTo>
                  <a:pt x="2481888" y="2203988"/>
                  <a:pt x="2491850" y="2110256"/>
                  <a:pt x="2514579" y="2017928"/>
                </a:cubicBezTo>
                <a:cubicBezTo>
                  <a:pt x="2539354" y="1917045"/>
                  <a:pt x="2621337" y="1677732"/>
                  <a:pt x="2846603" y="1634824"/>
                </a:cubicBezTo>
                <a:lnTo>
                  <a:pt x="2923872" y="1630231"/>
                </a:lnTo>
                <a:close/>
                <a:moveTo>
                  <a:pt x="2965640" y="1610093"/>
                </a:moveTo>
                <a:lnTo>
                  <a:pt x="3083486" y="1647638"/>
                </a:lnTo>
                <a:lnTo>
                  <a:pt x="3041348" y="1628440"/>
                </a:lnTo>
                <a:close/>
                <a:moveTo>
                  <a:pt x="2750060" y="1605325"/>
                </a:moveTo>
                <a:cubicBezTo>
                  <a:pt x="2596817" y="1616052"/>
                  <a:pt x="2500660" y="1692928"/>
                  <a:pt x="2446642" y="1847957"/>
                </a:cubicBezTo>
                <a:cubicBezTo>
                  <a:pt x="2425852" y="1912305"/>
                  <a:pt x="2408792" y="1977792"/>
                  <a:pt x="2395562" y="2044106"/>
                </a:cubicBezTo>
                <a:cubicBezTo>
                  <a:pt x="2378603" y="2128287"/>
                  <a:pt x="2356254" y="2211293"/>
                  <a:pt x="2328646" y="2292614"/>
                </a:cubicBezTo>
                <a:cubicBezTo>
                  <a:pt x="2270121" y="2458536"/>
                  <a:pt x="2171291" y="2607333"/>
                  <a:pt x="2041063" y="2725648"/>
                </a:cubicBezTo>
                <a:cubicBezTo>
                  <a:pt x="1908382" y="2842622"/>
                  <a:pt x="1732664" y="2874548"/>
                  <a:pt x="1603813" y="2805334"/>
                </a:cubicBezTo>
                <a:cubicBezTo>
                  <a:pt x="1535301" y="2768620"/>
                  <a:pt x="1485658" y="2711953"/>
                  <a:pt x="1445734" y="2645932"/>
                </a:cubicBezTo>
                <a:lnTo>
                  <a:pt x="1431347" y="2617892"/>
                </a:lnTo>
                <a:lnTo>
                  <a:pt x="1454890" y="2677823"/>
                </a:lnTo>
                <a:cubicBezTo>
                  <a:pt x="1503664" y="2793274"/>
                  <a:pt x="1564004" y="2898940"/>
                  <a:pt x="1667153" y="2956405"/>
                </a:cubicBezTo>
                <a:cubicBezTo>
                  <a:pt x="1797408" y="3029706"/>
                  <a:pt x="1973636" y="2998674"/>
                  <a:pt x="2107213" y="2879784"/>
                </a:cubicBezTo>
                <a:cubicBezTo>
                  <a:pt x="2228656" y="2770728"/>
                  <a:pt x="2323539" y="2610589"/>
                  <a:pt x="2374236" y="2429126"/>
                </a:cubicBezTo>
                <a:cubicBezTo>
                  <a:pt x="2397044" y="2343528"/>
                  <a:pt x="2414615" y="2256615"/>
                  <a:pt x="2426848" y="2168872"/>
                </a:cubicBezTo>
                <a:cubicBezTo>
                  <a:pt x="2437756" y="2088521"/>
                  <a:pt x="2453654" y="2008939"/>
                  <a:pt x="2474483" y="1930580"/>
                </a:cubicBezTo>
                <a:cubicBezTo>
                  <a:pt x="2512792" y="1800198"/>
                  <a:pt x="2598991" y="1639294"/>
                  <a:pt x="2798203" y="1613498"/>
                </a:cubicBezTo>
                <a:lnTo>
                  <a:pt x="2877515" y="1611815"/>
                </a:lnTo>
                <a:lnTo>
                  <a:pt x="2848409" y="1607078"/>
                </a:lnTo>
                <a:cubicBezTo>
                  <a:pt x="2815836" y="1604147"/>
                  <a:pt x="2782972" y="1603543"/>
                  <a:pt x="2750060" y="1605325"/>
                </a:cubicBezTo>
                <a:close/>
                <a:moveTo>
                  <a:pt x="2700768" y="1584127"/>
                </a:moveTo>
                <a:cubicBezTo>
                  <a:pt x="2509216" y="1586041"/>
                  <a:pt x="2444215" y="1674794"/>
                  <a:pt x="2406417" y="1761376"/>
                </a:cubicBezTo>
                <a:cubicBezTo>
                  <a:pt x="2384911" y="1814181"/>
                  <a:pt x="2366408" y="1868147"/>
                  <a:pt x="2350994" y="1923046"/>
                </a:cubicBezTo>
                <a:cubicBezTo>
                  <a:pt x="2328992" y="2001173"/>
                  <a:pt x="2301816" y="2077755"/>
                  <a:pt x="2269649" y="2152270"/>
                </a:cubicBezTo>
                <a:cubicBezTo>
                  <a:pt x="2198570" y="2308602"/>
                  <a:pt x="2094902" y="2447924"/>
                  <a:pt x="1965592" y="2560914"/>
                </a:cubicBezTo>
                <a:cubicBezTo>
                  <a:pt x="1837891" y="2671375"/>
                  <a:pt x="1669580" y="2703556"/>
                  <a:pt x="1546732" y="2641238"/>
                </a:cubicBezTo>
                <a:cubicBezTo>
                  <a:pt x="1480964" y="2607908"/>
                  <a:pt x="1433077" y="2555870"/>
                  <a:pt x="1394272" y="2495084"/>
                </a:cubicBezTo>
                <a:lnTo>
                  <a:pt x="1367525" y="2445918"/>
                </a:lnTo>
                <a:lnTo>
                  <a:pt x="1404332" y="2534518"/>
                </a:lnTo>
                <a:cubicBezTo>
                  <a:pt x="1452207" y="2641900"/>
                  <a:pt x="1511038" y="2740144"/>
                  <a:pt x="1610454" y="2793203"/>
                </a:cubicBezTo>
                <a:cubicBezTo>
                  <a:pt x="1734452" y="2859862"/>
                  <a:pt x="1904167" y="2828576"/>
                  <a:pt x="2032506" y="2715305"/>
                </a:cubicBezTo>
                <a:cubicBezTo>
                  <a:pt x="2161115" y="2598585"/>
                  <a:pt x="2258666" y="2451704"/>
                  <a:pt x="2316387" y="2287888"/>
                </a:cubicBezTo>
                <a:cubicBezTo>
                  <a:pt x="2343753" y="2207067"/>
                  <a:pt x="2365935" y="2124571"/>
                  <a:pt x="2382791" y="2040914"/>
                </a:cubicBezTo>
                <a:cubicBezTo>
                  <a:pt x="2396264" y="1974075"/>
                  <a:pt x="2413567" y="1908079"/>
                  <a:pt x="2434639" y="1843233"/>
                </a:cubicBezTo>
                <a:cubicBezTo>
                  <a:pt x="2489804" y="1685010"/>
                  <a:pt x="2592987" y="1602898"/>
                  <a:pt x="2749806" y="1591916"/>
                </a:cubicBezTo>
                <a:lnTo>
                  <a:pt x="2830514" y="1593348"/>
                </a:lnTo>
                <a:lnTo>
                  <a:pt x="2799175" y="1588648"/>
                </a:lnTo>
                <a:cubicBezTo>
                  <a:pt x="2766538" y="1585457"/>
                  <a:pt x="2733693" y="1583942"/>
                  <a:pt x="2700768" y="1584127"/>
                </a:cubicBezTo>
                <a:close/>
                <a:moveTo>
                  <a:pt x="2894149" y="1578983"/>
                </a:moveTo>
                <a:lnTo>
                  <a:pt x="3045691" y="1615669"/>
                </a:lnTo>
                <a:cubicBezTo>
                  <a:pt x="3094677" y="1631530"/>
                  <a:pt x="3141390" y="1653724"/>
                  <a:pt x="3184630" y="1681691"/>
                </a:cubicBezTo>
                <a:cubicBezTo>
                  <a:pt x="3218291" y="1704397"/>
                  <a:pt x="3249489" y="1730536"/>
                  <a:pt x="3277722" y="1759717"/>
                </a:cubicBezTo>
                <a:cubicBezTo>
                  <a:pt x="3334932" y="1817821"/>
                  <a:pt x="3390227" y="1884608"/>
                  <a:pt x="3466593" y="1976809"/>
                </a:cubicBezTo>
                <a:lnTo>
                  <a:pt x="3476426" y="1988812"/>
                </a:lnTo>
                <a:cubicBezTo>
                  <a:pt x="3516907" y="2037595"/>
                  <a:pt x="3559943" y="2096592"/>
                  <a:pt x="3605532" y="2158910"/>
                </a:cubicBezTo>
                <a:cubicBezTo>
                  <a:pt x="3669382" y="2245620"/>
                  <a:pt x="3734510" y="2335267"/>
                  <a:pt x="3801425" y="2409972"/>
                </a:cubicBezTo>
                <a:cubicBezTo>
                  <a:pt x="3829456" y="2441794"/>
                  <a:pt x="3860449" y="2470873"/>
                  <a:pt x="3894009" y="2496809"/>
                </a:cubicBezTo>
                <a:cubicBezTo>
                  <a:pt x="3990552" y="2570365"/>
                  <a:pt x="4084795" y="2600119"/>
                  <a:pt x="4199599" y="2593478"/>
                </a:cubicBezTo>
                <a:cubicBezTo>
                  <a:pt x="4316445" y="2586582"/>
                  <a:pt x="4431759" y="2546357"/>
                  <a:pt x="4552437" y="2470501"/>
                </a:cubicBezTo>
                <a:cubicBezTo>
                  <a:pt x="4579765" y="2453261"/>
                  <a:pt x="4602113" y="2437810"/>
                  <a:pt x="4622545" y="2421975"/>
                </a:cubicBezTo>
                <a:cubicBezTo>
                  <a:pt x="4728282" y="2339481"/>
                  <a:pt x="4843596" y="2217653"/>
                  <a:pt x="4954569" y="2100040"/>
                </a:cubicBezTo>
                <a:lnTo>
                  <a:pt x="4956739" y="2097741"/>
                </a:lnTo>
                <a:cubicBezTo>
                  <a:pt x="5106661" y="1939264"/>
                  <a:pt x="5273566" y="1788705"/>
                  <a:pt x="5477379" y="1758950"/>
                </a:cubicBezTo>
                <a:cubicBezTo>
                  <a:pt x="5665737" y="1731622"/>
                  <a:pt x="5852819" y="1806965"/>
                  <a:pt x="5990609" y="1965826"/>
                </a:cubicBezTo>
                <a:cubicBezTo>
                  <a:pt x="6025485" y="2006486"/>
                  <a:pt x="6056440" y="2050351"/>
                  <a:pt x="6083065" y="2096848"/>
                </a:cubicBezTo>
                <a:lnTo>
                  <a:pt x="6115207" y="2160559"/>
                </a:lnTo>
                <a:lnTo>
                  <a:pt x="6067741" y="2062368"/>
                </a:lnTo>
                <a:cubicBezTo>
                  <a:pt x="6041676" y="2015605"/>
                  <a:pt x="6010914" y="1971611"/>
                  <a:pt x="5975923" y="1931091"/>
                </a:cubicBezTo>
                <a:cubicBezTo>
                  <a:pt x="5842476" y="1778871"/>
                  <a:pt x="5650924" y="1708892"/>
                  <a:pt x="5463585" y="1743626"/>
                </a:cubicBezTo>
                <a:cubicBezTo>
                  <a:pt x="5260668" y="1781937"/>
                  <a:pt x="5097849" y="1935944"/>
                  <a:pt x="4948310" y="2090973"/>
                </a:cubicBezTo>
                <a:cubicBezTo>
                  <a:pt x="4833379" y="2210758"/>
                  <a:pt x="4710403" y="2332073"/>
                  <a:pt x="4596749" y="2407801"/>
                </a:cubicBezTo>
                <a:cubicBezTo>
                  <a:pt x="4572677" y="2423623"/>
                  <a:pt x="4547698" y="2437990"/>
                  <a:pt x="4521916" y="2450836"/>
                </a:cubicBezTo>
                <a:cubicBezTo>
                  <a:pt x="4399961" y="2512260"/>
                  <a:pt x="4286307" y="2535885"/>
                  <a:pt x="4164351" y="2524776"/>
                </a:cubicBezTo>
                <a:cubicBezTo>
                  <a:pt x="4052358" y="2514559"/>
                  <a:pt x="3960796" y="2473695"/>
                  <a:pt x="3867446" y="2393242"/>
                </a:cubicBezTo>
                <a:cubicBezTo>
                  <a:pt x="3834780" y="2364408"/>
                  <a:pt x="3804464" y="2333018"/>
                  <a:pt x="3776779" y="2299382"/>
                </a:cubicBezTo>
                <a:cubicBezTo>
                  <a:pt x="3731956" y="2245365"/>
                  <a:pt x="3685600" y="2184450"/>
                  <a:pt x="3640776" y="2124559"/>
                </a:cubicBezTo>
                <a:cubicBezTo>
                  <a:pt x="3573479" y="2035168"/>
                  <a:pt x="3503880" y="1943350"/>
                  <a:pt x="3441180" y="1879245"/>
                </a:cubicBezTo>
                <a:cubicBezTo>
                  <a:pt x="3376435" y="1810593"/>
                  <a:pt x="3305611" y="1747929"/>
                  <a:pt x="3229579" y="1692034"/>
                </a:cubicBezTo>
                <a:cubicBezTo>
                  <a:pt x="3200400" y="1671079"/>
                  <a:pt x="3169166" y="1653162"/>
                  <a:pt x="3136358" y="1638528"/>
                </a:cubicBezTo>
                <a:cubicBezTo>
                  <a:pt x="3092008" y="1619832"/>
                  <a:pt x="3045894" y="1605671"/>
                  <a:pt x="2998695" y="1596259"/>
                </a:cubicBezTo>
                <a:close/>
                <a:moveTo>
                  <a:pt x="2650964" y="1562035"/>
                </a:moveTo>
                <a:cubicBezTo>
                  <a:pt x="2471417" y="1553351"/>
                  <a:pt x="2410376" y="1596770"/>
                  <a:pt x="2365681" y="1674539"/>
                </a:cubicBezTo>
                <a:cubicBezTo>
                  <a:pt x="2342094" y="1718404"/>
                  <a:pt x="2321355" y="1763752"/>
                  <a:pt x="2303617" y="1810286"/>
                </a:cubicBezTo>
                <a:cubicBezTo>
                  <a:pt x="2276864" y="1879270"/>
                  <a:pt x="2245769" y="1946492"/>
                  <a:pt x="2210524" y="2011544"/>
                </a:cubicBezTo>
                <a:cubicBezTo>
                  <a:pt x="2126981" y="2157506"/>
                  <a:pt x="2018704" y="2287825"/>
                  <a:pt x="1890504" y="2396691"/>
                </a:cubicBezTo>
                <a:cubicBezTo>
                  <a:pt x="1765229" y="2502938"/>
                  <a:pt x="1608028" y="2534225"/>
                  <a:pt x="1489522" y="2477398"/>
                </a:cubicBezTo>
                <a:cubicBezTo>
                  <a:pt x="1426373" y="2447325"/>
                  <a:pt x="1379954" y="2399883"/>
                  <a:pt x="1342202" y="2344286"/>
                </a:cubicBezTo>
                <a:lnTo>
                  <a:pt x="1299215" y="2269999"/>
                </a:lnTo>
                <a:lnTo>
                  <a:pt x="1309079" y="2291081"/>
                </a:lnTo>
                <a:cubicBezTo>
                  <a:pt x="1366543" y="2425678"/>
                  <a:pt x="1426053" y="2564873"/>
                  <a:pt x="1553116" y="2629362"/>
                </a:cubicBezTo>
                <a:cubicBezTo>
                  <a:pt x="1671240" y="2689254"/>
                  <a:pt x="1834059" y="2657711"/>
                  <a:pt x="1957163" y="2550954"/>
                </a:cubicBezTo>
                <a:cubicBezTo>
                  <a:pt x="2085056" y="2439125"/>
                  <a:pt x="2187550" y="2301221"/>
                  <a:pt x="2257773" y="2146524"/>
                </a:cubicBezTo>
                <a:cubicBezTo>
                  <a:pt x="2289416" y="2072508"/>
                  <a:pt x="2316042" y="1996435"/>
                  <a:pt x="2337458" y="1918832"/>
                </a:cubicBezTo>
                <a:cubicBezTo>
                  <a:pt x="2353025" y="1863448"/>
                  <a:pt x="2371733" y="1809009"/>
                  <a:pt x="2393517" y="1755757"/>
                </a:cubicBezTo>
                <a:cubicBezTo>
                  <a:pt x="2432979" y="1665216"/>
                  <a:pt x="2500275" y="1572378"/>
                  <a:pt x="2700001" y="1570335"/>
                </a:cubicBezTo>
                <a:lnTo>
                  <a:pt x="2708430" y="1570335"/>
                </a:lnTo>
                <a:lnTo>
                  <a:pt x="2747842" y="1572510"/>
                </a:lnTo>
                <a:close/>
                <a:moveTo>
                  <a:pt x="3754013" y="1561082"/>
                </a:moveTo>
                <a:lnTo>
                  <a:pt x="3773803" y="1636745"/>
                </a:lnTo>
                <a:lnTo>
                  <a:pt x="3781088" y="1652096"/>
                </a:lnTo>
                <a:lnTo>
                  <a:pt x="3767713" y="1609029"/>
                </a:lnTo>
                <a:lnTo>
                  <a:pt x="3761547" y="1579937"/>
                </a:lnTo>
                <a:close/>
                <a:moveTo>
                  <a:pt x="7352073" y="1529467"/>
                </a:moveTo>
                <a:lnTo>
                  <a:pt x="7352033" y="1529598"/>
                </a:lnTo>
                <a:lnTo>
                  <a:pt x="7352019" y="1529662"/>
                </a:lnTo>
                <a:close/>
                <a:moveTo>
                  <a:pt x="2707954" y="1523172"/>
                </a:moveTo>
                <a:lnTo>
                  <a:pt x="2845582" y="1538665"/>
                </a:lnTo>
                <a:cubicBezTo>
                  <a:pt x="2885810" y="1542241"/>
                  <a:pt x="2923736" y="1545689"/>
                  <a:pt x="2957193" y="1549265"/>
                </a:cubicBezTo>
                <a:cubicBezTo>
                  <a:pt x="3004404" y="1553607"/>
                  <a:pt x="3051322" y="1560822"/>
                  <a:pt x="3097664" y="1570846"/>
                </a:cubicBezTo>
                <a:cubicBezTo>
                  <a:pt x="3131124" y="1578240"/>
                  <a:pt x="3163826" y="1588724"/>
                  <a:pt x="3195357" y="1602134"/>
                </a:cubicBezTo>
                <a:cubicBezTo>
                  <a:pt x="3250778" y="1626140"/>
                  <a:pt x="3321268" y="1662407"/>
                  <a:pt x="3423813" y="1750395"/>
                </a:cubicBezTo>
                <a:cubicBezTo>
                  <a:pt x="3512437" y="1827015"/>
                  <a:pt x="3606425" y="1951652"/>
                  <a:pt x="3697348" y="2072713"/>
                </a:cubicBezTo>
                <a:cubicBezTo>
                  <a:pt x="3722888" y="2107064"/>
                  <a:pt x="3747536" y="2139501"/>
                  <a:pt x="3771798" y="2170787"/>
                </a:cubicBezTo>
                <a:cubicBezTo>
                  <a:pt x="3798055" y="2205305"/>
                  <a:pt x="3826634" y="2237997"/>
                  <a:pt x="3857359" y="2268606"/>
                </a:cubicBezTo>
                <a:cubicBezTo>
                  <a:pt x="3943302" y="2353272"/>
                  <a:pt x="4027457" y="2402566"/>
                  <a:pt x="4130129" y="2428744"/>
                </a:cubicBezTo>
                <a:cubicBezTo>
                  <a:pt x="4245583" y="2460158"/>
                  <a:pt x="4368215" y="2452343"/>
                  <a:pt x="4478753" y="2406523"/>
                </a:cubicBezTo>
                <a:cubicBezTo>
                  <a:pt x="4505097" y="2396307"/>
                  <a:pt x="4530702" y="2384279"/>
                  <a:pt x="4555374" y="2370512"/>
                </a:cubicBezTo>
                <a:cubicBezTo>
                  <a:pt x="4684353" y="2297851"/>
                  <a:pt x="4824824" y="2161337"/>
                  <a:pt x="4919323" y="2064923"/>
                </a:cubicBezTo>
                <a:cubicBezTo>
                  <a:pt x="5088400" y="1892653"/>
                  <a:pt x="5244577" y="1746308"/>
                  <a:pt x="5443664" y="1701229"/>
                </a:cubicBezTo>
                <a:cubicBezTo>
                  <a:pt x="5642751" y="1656150"/>
                  <a:pt x="5842348" y="1722555"/>
                  <a:pt x="5980010" y="1878096"/>
                </a:cubicBezTo>
                <a:cubicBezTo>
                  <a:pt x="6016431" y="1919726"/>
                  <a:pt x="6048087" y="1965303"/>
                  <a:pt x="6074381" y="2013970"/>
                </a:cubicBezTo>
                <a:lnTo>
                  <a:pt x="6077451" y="2020589"/>
                </a:lnTo>
                <a:lnTo>
                  <a:pt x="6058802" y="1978596"/>
                </a:lnTo>
                <a:cubicBezTo>
                  <a:pt x="6033096" y="1929789"/>
                  <a:pt x="6001682" y="1884224"/>
                  <a:pt x="5965196" y="1842849"/>
                </a:cubicBezTo>
                <a:cubicBezTo>
                  <a:pt x="5832095" y="1692316"/>
                  <a:pt x="5624579" y="1631223"/>
                  <a:pt x="5431150" y="1685650"/>
                </a:cubicBezTo>
                <a:cubicBezTo>
                  <a:pt x="5229254" y="1739284"/>
                  <a:pt x="5067584" y="1901464"/>
                  <a:pt x="4911023" y="2058282"/>
                </a:cubicBezTo>
                <a:cubicBezTo>
                  <a:pt x="4760590" y="2208969"/>
                  <a:pt x="4635570" y="2306789"/>
                  <a:pt x="4528684" y="2357359"/>
                </a:cubicBezTo>
                <a:cubicBezTo>
                  <a:pt x="4502110" y="2369707"/>
                  <a:pt x="4474564" y="2379834"/>
                  <a:pt x="4446318" y="2387624"/>
                </a:cubicBezTo>
                <a:cubicBezTo>
                  <a:pt x="4290139" y="2431936"/>
                  <a:pt x="4174313" y="2395669"/>
                  <a:pt x="4090797" y="2359146"/>
                </a:cubicBezTo>
                <a:cubicBezTo>
                  <a:pt x="3993360" y="2316622"/>
                  <a:pt x="3912909" y="2256347"/>
                  <a:pt x="3829775" y="2163764"/>
                </a:cubicBezTo>
                <a:cubicBezTo>
                  <a:pt x="3800239" y="2130471"/>
                  <a:pt x="3772528" y="2095596"/>
                  <a:pt x="3746769" y="2059303"/>
                </a:cubicBezTo>
                <a:lnTo>
                  <a:pt x="3736425" y="2045001"/>
                </a:lnTo>
                <a:cubicBezTo>
                  <a:pt x="3628902" y="1895591"/>
                  <a:pt x="3506563" y="1725747"/>
                  <a:pt x="3390356" y="1642486"/>
                </a:cubicBezTo>
                <a:cubicBezTo>
                  <a:pt x="3286406" y="1567908"/>
                  <a:pt x="3211575" y="1547476"/>
                  <a:pt x="3152196" y="1537260"/>
                </a:cubicBezTo>
                <a:cubicBezTo>
                  <a:pt x="3119822" y="1532267"/>
                  <a:pt x="3087130" y="1529674"/>
                  <a:pt x="3054374" y="1529471"/>
                </a:cubicBezTo>
                <a:cubicBezTo>
                  <a:pt x="3026536" y="1529471"/>
                  <a:pt x="2994610" y="1529471"/>
                  <a:pt x="2957577" y="1529471"/>
                </a:cubicBezTo>
                <a:lnTo>
                  <a:pt x="2913266" y="1529471"/>
                </a:lnTo>
                <a:close/>
                <a:moveTo>
                  <a:pt x="2518149" y="1499719"/>
                </a:moveTo>
                <a:lnTo>
                  <a:pt x="2554041" y="1505846"/>
                </a:lnTo>
                <a:lnTo>
                  <a:pt x="2598735" y="1510878"/>
                </a:lnTo>
                <a:close/>
                <a:moveTo>
                  <a:pt x="5642767" y="1482923"/>
                </a:moveTo>
                <a:cubicBezTo>
                  <a:pt x="5537206" y="1475453"/>
                  <a:pt x="5432426" y="1500355"/>
                  <a:pt x="5349803" y="1538282"/>
                </a:cubicBezTo>
                <a:cubicBezTo>
                  <a:pt x="5194008" y="1609922"/>
                  <a:pt x="5066817" y="1733664"/>
                  <a:pt x="4932221" y="1864686"/>
                </a:cubicBezTo>
                <a:cubicBezTo>
                  <a:pt x="4895059" y="1900826"/>
                  <a:pt x="4856620" y="1938242"/>
                  <a:pt x="4817290" y="1974126"/>
                </a:cubicBezTo>
                <a:cubicBezTo>
                  <a:pt x="4724961" y="2059687"/>
                  <a:pt x="4542348" y="2206415"/>
                  <a:pt x="4357565" y="2228380"/>
                </a:cubicBezTo>
                <a:cubicBezTo>
                  <a:pt x="4324004" y="2232237"/>
                  <a:pt x="4290088" y="2231674"/>
                  <a:pt x="4256680" y="2226720"/>
                </a:cubicBezTo>
                <a:cubicBezTo>
                  <a:pt x="4211059" y="2220047"/>
                  <a:pt x="4170458" y="2205753"/>
                  <a:pt x="4134249" y="2186357"/>
                </a:cubicBezTo>
                <a:lnTo>
                  <a:pt x="4040853" y="2117363"/>
                </a:lnTo>
                <a:lnTo>
                  <a:pt x="4089551" y="2164002"/>
                </a:lnTo>
                <a:cubicBezTo>
                  <a:pt x="4144686" y="2207021"/>
                  <a:pt x="4212177" y="2239107"/>
                  <a:pt x="4296396" y="2245236"/>
                </a:cubicBezTo>
                <a:cubicBezTo>
                  <a:pt x="4327746" y="2247573"/>
                  <a:pt x="4359276" y="2246027"/>
                  <a:pt x="4390257" y="2240639"/>
                </a:cubicBezTo>
                <a:cubicBezTo>
                  <a:pt x="4517957" y="2218164"/>
                  <a:pt x="4672987" y="2125708"/>
                  <a:pt x="4827249" y="1980894"/>
                </a:cubicBezTo>
                <a:cubicBezTo>
                  <a:pt x="4858409" y="1951651"/>
                  <a:pt x="4889440" y="1921513"/>
                  <a:pt x="4919450" y="1892270"/>
                </a:cubicBezTo>
                <a:cubicBezTo>
                  <a:pt x="5061071" y="1754863"/>
                  <a:pt x="5194774" y="1624991"/>
                  <a:pt x="5360914" y="1555138"/>
                </a:cubicBezTo>
                <a:cubicBezTo>
                  <a:pt x="5579282" y="1463066"/>
                  <a:pt x="5812593" y="1502909"/>
                  <a:pt x="5955364" y="1657299"/>
                </a:cubicBezTo>
                <a:lnTo>
                  <a:pt x="6050235" y="1798633"/>
                </a:lnTo>
                <a:lnTo>
                  <a:pt x="6038369" y="1769293"/>
                </a:lnTo>
                <a:cubicBezTo>
                  <a:pt x="6013531" y="1715365"/>
                  <a:pt x="5980495" y="1665613"/>
                  <a:pt x="5940423" y="1621799"/>
                </a:cubicBezTo>
                <a:cubicBezTo>
                  <a:pt x="5854672" y="1530238"/>
                  <a:pt x="5748328" y="1490395"/>
                  <a:pt x="5642767" y="1482923"/>
                </a:cubicBezTo>
                <a:close/>
                <a:moveTo>
                  <a:pt x="7676284" y="1482607"/>
                </a:moveTo>
                <a:cubicBezTo>
                  <a:pt x="7656322" y="1483738"/>
                  <a:pt x="7636680" y="1486563"/>
                  <a:pt x="7617269" y="1491544"/>
                </a:cubicBezTo>
                <a:cubicBezTo>
                  <a:pt x="7538254" y="1511752"/>
                  <a:pt x="7473103" y="1562346"/>
                  <a:pt x="7422677" y="1642301"/>
                </a:cubicBezTo>
                <a:lnTo>
                  <a:pt x="7420706" y="1646189"/>
                </a:lnTo>
                <a:lnTo>
                  <a:pt x="7484035" y="1579359"/>
                </a:lnTo>
                <a:cubicBezTo>
                  <a:pt x="7511648" y="1558053"/>
                  <a:pt x="7543074" y="1541187"/>
                  <a:pt x="7578830" y="1530109"/>
                </a:cubicBezTo>
                <a:cubicBezTo>
                  <a:pt x="7663368" y="1503929"/>
                  <a:pt x="7753909" y="1519764"/>
                  <a:pt x="7834233" y="1533812"/>
                </a:cubicBezTo>
                <a:lnTo>
                  <a:pt x="8703048" y="1685992"/>
                </a:lnTo>
                <a:lnTo>
                  <a:pt x="8497451" y="1644737"/>
                </a:lnTo>
                <a:cubicBezTo>
                  <a:pt x="8389225" y="1621512"/>
                  <a:pt x="8281955" y="1597408"/>
                  <a:pt x="8176473" y="1573911"/>
                </a:cubicBezTo>
                <a:lnTo>
                  <a:pt x="8032937" y="1541985"/>
                </a:lnTo>
                <a:cubicBezTo>
                  <a:pt x="7977642" y="1529854"/>
                  <a:pt x="7922220" y="1517595"/>
                  <a:pt x="7866926" y="1505718"/>
                </a:cubicBezTo>
                <a:cubicBezTo>
                  <a:pt x="7798924" y="1491064"/>
                  <a:pt x="7736168" y="1479212"/>
                  <a:pt x="7676284" y="1482607"/>
                </a:cubicBezTo>
                <a:close/>
                <a:moveTo>
                  <a:pt x="3733863" y="1460330"/>
                </a:moveTo>
                <a:lnTo>
                  <a:pt x="3738225" y="1486873"/>
                </a:lnTo>
                <a:lnTo>
                  <a:pt x="3745888" y="1506057"/>
                </a:lnTo>
                <a:lnTo>
                  <a:pt x="3740308" y="1479730"/>
                </a:lnTo>
                <a:close/>
                <a:moveTo>
                  <a:pt x="3164848" y="1457595"/>
                </a:moveTo>
                <a:cubicBezTo>
                  <a:pt x="3146877" y="1456840"/>
                  <a:pt x="3130133" y="1457447"/>
                  <a:pt x="3114395" y="1458596"/>
                </a:cubicBezTo>
                <a:cubicBezTo>
                  <a:pt x="3084909" y="1461291"/>
                  <a:pt x="3055574" y="1465556"/>
                  <a:pt x="3026536" y="1471366"/>
                </a:cubicBezTo>
                <a:lnTo>
                  <a:pt x="3010189" y="1474431"/>
                </a:lnTo>
                <a:cubicBezTo>
                  <a:pt x="2971114" y="1481454"/>
                  <a:pt x="2926674" y="1489499"/>
                  <a:pt x="2870997" y="1496012"/>
                </a:cubicBezTo>
                <a:cubicBezTo>
                  <a:pt x="2843158" y="1499269"/>
                  <a:pt x="2779784" y="1505463"/>
                  <a:pt x="2702877" y="1505207"/>
                </a:cubicBezTo>
                <a:lnTo>
                  <a:pt x="2625432" y="1501174"/>
                </a:lnTo>
                <a:lnTo>
                  <a:pt x="2682987" y="1509151"/>
                </a:lnTo>
                <a:cubicBezTo>
                  <a:pt x="2750668" y="1514370"/>
                  <a:pt x="2827066" y="1516638"/>
                  <a:pt x="2913010" y="1516062"/>
                </a:cubicBezTo>
                <a:lnTo>
                  <a:pt x="2957321" y="1516062"/>
                </a:lnTo>
                <a:cubicBezTo>
                  <a:pt x="2994484" y="1516062"/>
                  <a:pt x="3026536" y="1515423"/>
                  <a:pt x="3054503" y="1516062"/>
                </a:cubicBezTo>
                <a:cubicBezTo>
                  <a:pt x="3087935" y="1516241"/>
                  <a:pt x="3121317" y="1518885"/>
                  <a:pt x="3154366" y="1523979"/>
                </a:cubicBezTo>
                <a:cubicBezTo>
                  <a:pt x="3215279" y="1534451"/>
                  <a:pt x="3292025" y="1555394"/>
                  <a:pt x="3398018" y="1631504"/>
                </a:cubicBezTo>
                <a:cubicBezTo>
                  <a:pt x="3516524" y="1716553"/>
                  <a:pt x="3638990" y="1886907"/>
                  <a:pt x="3747152" y="2037084"/>
                </a:cubicBezTo>
                <a:lnTo>
                  <a:pt x="3757497" y="2051514"/>
                </a:lnTo>
                <a:cubicBezTo>
                  <a:pt x="3783062" y="2087347"/>
                  <a:pt x="3810480" y="2121827"/>
                  <a:pt x="3839608" y="2154824"/>
                </a:cubicBezTo>
                <a:cubicBezTo>
                  <a:pt x="3921466" y="2245874"/>
                  <a:pt x="4000512" y="2305129"/>
                  <a:pt x="4096032" y="2346376"/>
                </a:cubicBezTo>
                <a:cubicBezTo>
                  <a:pt x="4177506" y="2382005"/>
                  <a:pt x="4290650" y="2417250"/>
                  <a:pt x="4442614" y="2374215"/>
                </a:cubicBezTo>
                <a:cubicBezTo>
                  <a:pt x="4470133" y="2366616"/>
                  <a:pt x="4496963" y="2356707"/>
                  <a:pt x="4522811" y="2344589"/>
                </a:cubicBezTo>
                <a:cubicBezTo>
                  <a:pt x="4628291" y="2294784"/>
                  <a:pt x="4752673" y="2197859"/>
                  <a:pt x="4901445" y="2048194"/>
                </a:cubicBezTo>
                <a:cubicBezTo>
                  <a:pt x="5059156" y="1890099"/>
                  <a:pt x="5222231" y="1726642"/>
                  <a:pt x="5427574" y="1672113"/>
                </a:cubicBezTo>
                <a:cubicBezTo>
                  <a:pt x="5626188" y="1616308"/>
                  <a:pt x="5839207" y="1679201"/>
                  <a:pt x="5975668" y="1833911"/>
                </a:cubicBezTo>
                <a:lnTo>
                  <a:pt x="6068840" y="1968990"/>
                </a:lnTo>
                <a:lnTo>
                  <a:pt x="6055099" y="1936710"/>
                </a:lnTo>
                <a:cubicBezTo>
                  <a:pt x="6029597" y="1886894"/>
                  <a:pt x="5997889" y="1840512"/>
                  <a:pt x="5960728" y="1798665"/>
                </a:cubicBezTo>
                <a:cubicBezTo>
                  <a:pt x="5825492" y="1649127"/>
                  <a:pt x="5615934" y="1594343"/>
                  <a:pt x="5414932" y="1655894"/>
                </a:cubicBezTo>
                <a:cubicBezTo>
                  <a:pt x="5223380" y="1714254"/>
                  <a:pt x="5071926" y="1863920"/>
                  <a:pt x="4911534" y="2022269"/>
                </a:cubicBezTo>
                <a:lnTo>
                  <a:pt x="4892378" y="2041042"/>
                </a:lnTo>
                <a:cubicBezTo>
                  <a:pt x="4741690" y="2189559"/>
                  <a:pt x="4607987" y="2287250"/>
                  <a:pt x="4494716" y="2331306"/>
                </a:cubicBezTo>
                <a:cubicBezTo>
                  <a:pt x="4466839" y="2341957"/>
                  <a:pt x="4438029" y="2349951"/>
                  <a:pt x="4408645" y="2355187"/>
                </a:cubicBezTo>
                <a:cubicBezTo>
                  <a:pt x="4251317" y="2384303"/>
                  <a:pt x="4141239" y="2331179"/>
                  <a:pt x="4054274" y="2275374"/>
                </a:cubicBezTo>
                <a:cubicBezTo>
                  <a:pt x="3967309" y="2219569"/>
                  <a:pt x="3890689" y="2148567"/>
                  <a:pt x="3811641" y="2048320"/>
                </a:cubicBezTo>
                <a:cubicBezTo>
                  <a:pt x="3787379" y="2017672"/>
                  <a:pt x="3761455" y="1981788"/>
                  <a:pt x="3732466" y="1938626"/>
                </a:cubicBezTo>
                <a:cubicBezTo>
                  <a:pt x="3630305" y="1785384"/>
                  <a:pt x="3495453" y="1600473"/>
                  <a:pt x="3365581" y="1523212"/>
                </a:cubicBezTo>
                <a:cubicBezTo>
                  <a:pt x="3283694" y="1474367"/>
                  <a:pt x="3218758" y="1459858"/>
                  <a:pt x="3164848" y="1457595"/>
                </a:cubicBezTo>
                <a:close/>
                <a:moveTo>
                  <a:pt x="3711789" y="1456683"/>
                </a:moveTo>
                <a:lnTo>
                  <a:pt x="3721800" y="1509636"/>
                </a:lnTo>
                <a:lnTo>
                  <a:pt x="3731201" y="1547991"/>
                </a:lnTo>
                <a:lnTo>
                  <a:pt x="3744925" y="1575953"/>
                </a:lnTo>
                <a:lnTo>
                  <a:pt x="3731828" y="1526279"/>
                </a:lnTo>
                <a:lnTo>
                  <a:pt x="3726047" y="1491091"/>
                </a:lnTo>
                <a:lnTo>
                  <a:pt x="3718675" y="1472643"/>
                </a:lnTo>
                <a:close/>
                <a:moveTo>
                  <a:pt x="5632454" y="1442410"/>
                </a:moveTo>
                <a:cubicBezTo>
                  <a:pt x="5524850" y="1437877"/>
                  <a:pt x="5417995" y="1466896"/>
                  <a:pt x="5333712" y="1508782"/>
                </a:cubicBezTo>
                <a:cubicBezTo>
                  <a:pt x="5185324" y="1582466"/>
                  <a:pt x="5063496" y="1701739"/>
                  <a:pt x="4934646" y="1828036"/>
                </a:cubicBezTo>
                <a:cubicBezTo>
                  <a:pt x="4890844" y="1870816"/>
                  <a:pt x="4845255" y="1915256"/>
                  <a:pt x="4799410" y="1957270"/>
                </a:cubicBezTo>
                <a:cubicBezTo>
                  <a:pt x="4704783" y="2043596"/>
                  <a:pt x="4517191" y="2190324"/>
                  <a:pt x="4325000" y="2202456"/>
                </a:cubicBezTo>
                <a:cubicBezTo>
                  <a:pt x="4289933" y="2204525"/>
                  <a:pt x="4254739" y="2201779"/>
                  <a:pt x="4220413" y="2194283"/>
                </a:cubicBezTo>
                <a:cubicBezTo>
                  <a:pt x="4193428" y="2188418"/>
                  <a:pt x="4167525" y="2179785"/>
                  <a:pt x="4142662" y="2168346"/>
                </a:cubicBezTo>
                <a:lnTo>
                  <a:pt x="4084426" y="2133513"/>
                </a:lnTo>
                <a:lnTo>
                  <a:pt x="4139483" y="2174256"/>
                </a:lnTo>
                <a:cubicBezTo>
                  <a:pt x="4174816" y="2193237"/>
                  <a:pt x="4214410" y="2207245"/>
                  <a:pt x="4258850" y="2213821"/>
                </a:cubicBezTo>
                <a:cubicBezTo>
                  <a:pt x="4291083" y="2218547"/>
                  <a:pt x="4323799" y="2219058"/>
                  <a:pt x="4356160" y="2215355"/>
                </a:cubicBezTo>
                <a:cubicBezTo>
                  <a:pt x="4489862" y="2199519"/>
                  <a:pt x="4649873" y="2110384"/>
                  <a:pt x="4807839" y="1964677"/>
                </a:cubicBezTo>
                <a:cubicBezTo>
                  <a:pt x="4846150" y="1928920"/>
                  <a:pt x="4884460" y="1891503"/>
                  <a:pt x="4921876" y="1855492"/>
                </a:cubicBezTo>
                <a:cubicBezTo>
                  <a:pt x="5057366" y="1723577"/>
                  <a:pt x="5185324" y="1598940"/>
                  <a:pt x="5343290" y="1526406"/>
                </a:cubicBezTo>
                <a:cubicBezTo>
                  <a:pt x="5566257" y="1424245"/>
                  <a:pt x="5804165" y="1457958"/>
                  <a:pt x="5949361" y="1612987"/>
                </a:cubicBezTo>
                <a:lnTo>
                  <a:pt x="6047459" y="1760197"/>
                </a:lnTo>
                <a:lnTo>
                  <a:pt x="6034410" y="1726769"/>
                </a:lnTo>
                <a:cubicBezTo>
                  <a:pt x="6009750" y="1671984"/>
                  <a:pt x="5976421" y="1621530"/>
                  <a:pt x="5935697" y="1577358"/>
                </a:cubicBezTo>
                <a:cubicBezTo>
                  <a:pt x="5848414" y="1485031"/>
                  <a:pt x="5740058" y="1446943"/>
                  <a:pt x="5632454" y="1442410"/>
                </a:cubicBezTo>
                <a:close/>
                <a:moveTo>
                  <a:pt x="7323413" y="1438157"/>
                </a:moveTo>
                <a:lnTo>
                  <a:pt x="7295971" y="1540836"/>
                </a:lnTo>
                <a:lnTo>
                  <a:pt x="7289187" y="1575861"/>
                </a:lnTo>
                <a:close/>
                <a:moveTo>
                  <a:pt x="7710753" y="1433615"/>
                </a:moveTo>
                <a:cubicBezTo>
                  <a:pt x="7690251" y="1433829"/>
                  <a:pt x="7669979" y="1435737"/>
                  <a:pt x="7649961" y="1439824"/>
                </a:cubicBezTo>
                <a:cubicBezTo>
                  <a:pt x="7569605" y="1456297"/>
                  <a:pt x="7502035" y="1502940"/>
                  <a:pt x="7447736" y="1578783"/>
                </a:cubicBezTo>
                <a:lnTo>
                  <a:pt x="7425515" y="1616908"/>
                </a:lnTo>
                <a:lnTo>
                  <a:pt x="7468992" y="1562003"/>
                </a:lnTo>
                <a:cubicBezTo>
                  <a:pt x="7510608" y="1520500"/>
                  <a:pt x="7558974" y="1492565"/>
                  <a:pt x="7613821" y="1478518"/>
                </a:cubicBezTo>
                <a:cubicBezTo>
                  <a:pt x="7694274" y="1457831"/>
                  <a:pt x="7777279" y="1472644"/>
                  <a:pt x="7869224" y="1492565"/>
                </a:cubicBezTo>
                <a:cubicBezTo>
                  <a:pt x="7924901" y="1504441"/>
                  <a:pt x="7980452" y="1516701"/>
                  <a:pt x="8035235" y="1528833"/>
                </a:cubicBezTo>
                <a:lnTo>
                  <a:pt x="8179666" y="1561268"/>
                </a:lnTo>
                <a:cubicBezTo>
                  <a:pt x="8285083" y="1585148"/>
                  <a:pt x="8392385" y="1609221"/>
                  <a:pt x="8500627" y="1632334"/>
                </a:cubicBezTo>
                <a:lnTo>
                  <a:pt x="8761705" y="1684546"/>
                </a:lnTo>
                <a:lnTo>
                  <a:pt x="8529440" y="1632206"/>
                </a:lnTo>
                <a:cubicBezTo>
                  <a:pt x="8421149" y="1604751"/>
                  <a:pt x="8314327" y="1575379"/>
                  <a:pt x="8209292" y="1546582"/>
                </a:cubicBezTo>
                <a:cubicBezTo>
                  <a:pt x="8161788" y="1533812"/>
                  <a:pt x="8114410" y="1520404"/>
                  <a:pt x="8066778" y="1507633"/>
                </a:cubicBezTo>
                <a:cubicBezTo>
                  <a:pt x="8002927" y="1490522"/>
                  <a:pt x="7950442" y="1476730"/>
                  <a:pt x="7900766" y="1464215"/>
                </a:cubicBezTo>
                <a:cubicBezTo>
                  <a:pt x="7835830" y="1447550"/>
                  <a:pt x="7772259" y="1432969"/>
                  <a:pt x="7710753" y="1433615"/>
                </a:cubicBezTo>
                <a:close/>
                <a:moveTo>
                  <a:pt x="7340533" y="1426304"/>
                </a:moveTo>
                <a:lnTo>
                  <a:pt x="7296227" y="1604814"/>
                </a:lnTo>
                <a:cubicBezTo>
                  <a:pt x="7291502" y="1630354"/>
                  <a:pt x="7286777" y="1655894"/>
                  <a:pt x="7282180" y="1680796"/>
                </a:cubicBezTo>
                <a:cubicBezTo>
                  <a:pt x="7245274" y="1881670"/>
                  <a:pt x="7207346" y="2089441"/>
                  <a:pt x="7110166" y="2257879"/>
                </a:cubicBezTo>
                <a:cubicBezTo>
                  <a:pt x="7084576" y="2302038"/>
                  <a:pt x="7054629" y="2343542"/>
                  <a:pt x="7020775" y="2381749"/>
                </a:cubicBezTo>
                <a:cubicBezTo>
                  <a:pt x="6916060" y="2502938"/>
                  <a:pt x="6765117" y="2569470"/>
                  <a:pt x="6622603" y="2569470"/>
                </a:cubicBezTo>
                <a:cubicBezTo>
                  <a:pt x="6556529" y="2570159"/>
                  <a:pt x="6491312" y="2554542"/>
                  <a:pt x="6432710" y="2524009"/>
                </a:cubicBezTo>
                <a:lnTo>
                  <a:pt x="6347531" y="2462668"/>
                </a:lnTo>
                <a:lnTo>
                  <a:pt x="6361837" y="2480078"/>
                </a:lnTo>
                <a:cubicBezTo>
                  <a:pt x="6386726" y="2503857"/>
                  <a:pt x="6414590" y="2524340"/>
                  <a:pt x="6444715" y="2540993"/>
                </a:cubicBezTo>
                <a:cubicBezTo>
                  <a:pt x="6616346" y="2636002"/>
                  <a:pt x="6860000" y="2585943"/>
                  <a:pt x="7011326" y="2424529"/>
                </a:cubicBezTo>
                <a:cubicBezTo>
                  <a:pt x="7045064" y="2388708"/>
                  <a:pt x="7075022" y="2349517"/>
                  <a:pt x="7100716" y="2307555"/>
                </a:cubicBezTo>
                <a:cubicBezTo>
                  <a:pt x="7202111" y="2140265"/>
                  <a:pt x="7239145" y="1928154"/>
                  <a:pt x="7274901" y="1723065"/>
                </a:cubicBezTo>
                <a:cubicBezTo>
                  <a:pt x="7277966" y="1705188"/>
                  <a:pt x="7281158" y="1687310"/>
                  <a:pt x="7284352" y="1669431"/>
                </a:cubicBezTo>
                <a:close/>
                <a:moveTo>
                  <a:pt x="5631034" y="1404293"/>
                </a:moveTo>
                <a:cubicBezTo>
                  <a:pt x="5521690" y="1400237"/>
                  <a:pt x="5409951" y="1430439"/>
                  <a:pt x="5317366" y="1480179"/>
                </a:cubicBezTo>
                <a:cubicBezTo>
                  <a:pt x="5175746" y="1555905"/>
                  <a:pt x="5059155" y="1671091"/>
                  <a:pt x="4935667" y="1793046"/>
                </a:cubicBezTo>
                <a:cubicBezTo>
                  <a:pt x="4885609" y="1842467"/>
                  <a:pt x="4833506" y="1893548"/>
                  <a:pt x="4780766" y="1941307"/>
                </a:cubicBezTo>
                <a:cubicBezTo>
                  <a:pt x="4683586" y="2028528"/>
                  <a:pt x="4490884" y="2175256"/>
                  <a:pt x="4290904" y="2177555"/>
                </a:cubicBezTo>
                <a:cubicBezTo>
                  <a:pt x="4254343" y="2177900"/>
                  <a:pt x="4217910" y="2172996"/>
                  <a:pt x="4182740" y="2162997"/>
                </a:cubicBezTo>
                <a:lnTo>
                  <a:pt x="4092820" y="2121794"/>
                </a:lnTo>
                <a:lnTo>
                  <a:pt x="4124098" y="2145330"/>
                </a:lnTo>
                <a:cubicBezTo>
                  <a:pt x="4155405" y="2162653"/>
                  <a:pt x="4188456" y="2175064"/>
                  <a:pt x="4223351" y="2182662"/>
                </a:cubicBezTo>
                <a:cubicBezTo>
                  <a:pt x="4256424" y="2189878"/>
                  <a:pt x="4290317" y="2192547"/>
                  <a:pt x="4324107" y="2190580"/>
                </a:cubicBezTo>
                <a:cubicBezTo>
                  <a:pt x="4512210" y="2178703"/>
                  <a:pt x="4696994" y="2034018"/>
                  <a:pt x="4790471" y="1948841"/>
                </a:cubicBezTo>
                <a:cubicBezTo>
                  <a:pt x="4836317" y="1906955"/>
                  <a:pt x="4881522" y="1862771"/>
                  <a:pt x="4925197" y="1819863"/>
                </a:cubicBezTo>
                <a:cubicBezTo>
                  <a:pt x="5054940" y="1692927"/>
                  <a:pt x="5177406" y="1573017"/>
                  <a:pt x="5327711" y="1498183"/>
                </a:cubicBezTo>
                <a:cubicBezTo>
                  <a:pt x="5500491" y="1412368"/>
                  <a:pt x="5765853" y="1379676"/>
                  <a:pt x="5945402" y="1569696"/>
                </a:cubicBezTo>
                <a:lnTo>
                  <a:pt x="6040639" y="1713811"/>
                </a:lnTo>
                <a:lnTo>
                  <a:pt x="6030069" y="1685777"/>
                </a:lnTo>
                <a:cubicBezTo>
                  <a:pt x="6005486" y="1629984"/>
                  <a:pt x="5971772" y="1578661"/>
                  <a:pt x="5930334" y="1533941"/>
                </a:cubicBezTo>
                <a:cubicBezTo>
                  <a:pt x="5847329" y="1446657"/>
                  <a:pt x="5740379" y="1408347"/>
                  <a:pt x="5631034" y="1404293"/>
                </a:cubicBezTo>
                <a:close/>
                <a:moveTo>
                  <a:pt x="7747045" y="1384856"/>
                </a:moveTo>
                <a:cubicBezTo>
                  <a:pt x="7725982" y="1384122"/>
                  <a:pt x="7705063" y="1385072"/>
                  <a:pt x="7684440" y="1388232"/>
                </a:cubicBezTo>
                <a:cubicBezTo>
                  <a:pt x="7574998" y="1404705"/>
                  <a:pt x="7486118" y="1475325"/>
                  <a:pt x="7419970" y="1596258"/>
                </a:cubicBezTo>
                <a:lnTo>
                  <a:pt x="7412839" y="1612615"/>
                </a:lnTo>
                <a:lnTo>
                  <a:pt x="7437246" y="1570664"/>
                </a:lnTo>
                <a:cubicBezTo>
                  <a:pt x="7493408" y="1492374"/>
                  <a:pt x="7563826" y="1444198"/>
                  <a:pt x="7647534" y="1427054"/>
                </a:cubicBezTo>
                <a:cubicBezTo>
                  <a:pt x="7730285" y="1410070"/>
                  <a:pt x="7816229" y="1428969"/>
                  <a:pt x="7904342" y="1451572"/>
                </a:cubicBezTo>
                <a:cubicBezTo>
                  <a:pt x="7953634" y="1464342"/>
                  <a:pt x="8006503" y="1477879"/>
                  <a:pt x="8070354" y="1494991"/>
                </a:cubicBezTo>
                <a:lnTo>
                  <a:pt x="8212868" y="1533939"/>
                </a:lnTo>
                <a:cubicBezTo>
                  <a:pt x="8317775" y="1562800"/>
                  <a:pt x="8424470" y="1592140"/>
                  <a:pt x="8532600" y="1619548"/>
                </a:cubicBezTo>
                <a:lnTo>
                  <a:pt x="8811595" y="1682440"/>
                </a:lnTo>
                <a:lnTo>
                  <a:pt x="8561060" y="1619803"/>
                </a:lnTo>
                <a:cubicBezTo>
                  <a:pt x="8452690" y="1588118"/>
                  <a:pt x="8346314" y="1553479"/>
                  <a:pt x="8241727" y="1519255"/>
                </a:cubicBezTo>
                <a:cubicBezTo>
                  <a:pt x="8194822" y="1503930"/>
                  <a:pt x="8147995" y="1488771"/>
                  <a:pt x="8101255" y="1473793"/>
                </a:cubicBezTo>
                <a:cubicBezTo>
                  <a:pt x="8038810" y="1454126"/>
                  <a:pt x="7986324" y="1438037"/>
                  <a:pt x="7936394" y="1422712"/>
                </a:cubicBezTo>
                <a:cubicBezTo>
                  <a:pt x="7874715" y="1404419"/>
                  <a:pt x="7810233" y="1387059"/>
                  <a:pt x="7747045" y="1384856"/>
                </a:cubicBezTo>
                <a:close/>
                <a:moveTo>
                  <a:pt x="5620834" y="1363665"/>
                </a:moveTo>
                <a:cubicBezTo>
                  <a:pt x="5509527" y="1362597"/>
                  <a:pt x="5395840" y="1397172"/>
                  <a:pt x="5301533" y="1451445"/>
                </a:cubicBezTo>
                <a:cubicBezTo>
                  <a:pt x="5165786" y="1529087"/>
                  <a:pt x="5048173" y="1646444"/>
                  <a:pt x="4934520" y="1759971"/>
                </a:cubicBezTo>
                <a:cubicBezTo>
                  <a:pt x="4879097" y="1815266"/>
                  <a:pt x="4821887" y="1872476"/>
                  <a:pt x="4762633" y="1925216"/>
                </a:cubicBezTo>
                <a:cubicBezTo>
                  <a:pt x="4662771" y="2013331"/>
                  <a:pt x="4464579" y="2160187"/>
                  <a:pt x="4257447" y="2152270"/>
                </a:cubicBezTo>
                <a:cubicBezTo>
                  <a:pt x="4219418" y="2150814"/>
                  <a:pt x="4181810" y="2143764"/>
                  <a:pt x="4145835" y="2131327"/>
                </a:cubicBezTo>
                <a:lnTo>
                  <a:pt x="4068413" y="2090162"/>
                </a:lnTo>
                <a:lnTo>
                  <a:pt x="4083511" y="2103338"/>
                </a:lnTo>
                <a:cubicBezTo>
                  <a:pt x="4115538" y="2124120"/>
                  <a:pt x="4149730" y="2139628"/>
                  <a:pt x="4186189" y="2149972"/>
                </a:cubicBezTo>
                <a:cubicBezTo>
                  <a:pt x="4220106" y="2159664"/>
                  <a:pt x="4255250" y="2164402"/>
                  <a:pt x="4290520" y="2164018"/>
                </a:cubicBezTo>
                <a:cubicBezTo>
                  <a:pt x="4486159" y="2161848"/>
                  <a:pt x="4675795" y="2017290"/>
                  <a:pt x="4771445" y="1931347"/>
                </a:cubicBezTo>
                <a:cubicBezTo>
                  <a:pt x="4824312" y="1883842"/>
                  <a:pt x="4876031" y="1832762"/>
                  <a:pt x="4925962" y="1783468"/>
                </a:cubicBezTo>
                <a:cubicBezTo>
                  <a:pt x="5044725" y="1666112"/>
                  <a:pt x="5167573" y="1545178"/>
                  <a:pt x="5310855" y="1468558"/>
                </a:cubicBezTo>
                <a:cubicBezTo>
                  <a:pt x="5500618" y="1367162"/>
                  <a:pt x="5768791" y="1345197"/>
                  <a:pt x="5940038" y="1525001"/>
                </a:cubicBezTo>
                <a:cubicBezTo>
                  <a:pt x="5961314" y="1547848"/>
                  <a:pt x="5980585" y="1572408"/>
                  <a:pt x="5997671" y="1598403"/>
                </a:cubicBezTo>
                <a:lnTo>
                  <a:pt x="6032821" y="1663141"/>
                </a:lnTo>
                <a:lnTo>
                  <a:pt x="6025855" y="1644018"/>
                </a:lnTo>
                <a:cubicBezTo>
                  <a:pt x="6001694" y="1587204"/>
                  <a:pt x="5967866" y="1535000"/>
                  <a:pt x="5925864" y="1489755"/>
                </a:cubicBezTo>
                <a:cubicBezTo>
                  <a:pt x="5841071" y="1401450"/>
                  <a:pt x="5732142" y="1364735"/>
                  <a:pt x="5620834" y="1363665"/>
                </a:cubicBezTo>
                <a:close/>
                <a:moveTo>
                  <a:pt x="3187440" y="1363443"/>
                </a:moveTo>
                <a:cubicBezTo>
                  <a:pt x="3143638" y="1362181"/>
                  <a:pt x="3106668" y="1370354"/>
                  <a:pt x="3075701" y="1379676"/>
                </a:cubicBezTo>
                <a:cubicBezTo>
                  <a:pt x="3052331" y="1386700"/>
                  <a:pt x="3029346" y="1395767"/>
                  <a:pt x="3005081" y="1405216"/>
                </a:cubicBezTo>
                <a:lnTo>
                  <a:pt x="2972900" y="1417986"/>
                </a:lnTo>
                <a:cubicBezTo>
                  <a:pt x="2925715" y="1436274"/>
                  <a:pt x="2877279" y="1451126"/>
                  <a:pt x="2827960" y="1462427"/>
                </a:cubicBezTo>
                <a:cubicBezTo>
                  <a:pt x="2770877" y="1475197"/>
                  <a:pt x="2699461" y="1484488"/>
                  <a:pt x="2624996" y="1484870"/>
                </a:cubicBezTo>
                <a:lnTo>
                  <a:pt x="2557090" y="1480778"/>
                </a:lnTo>
                <a:lnTo>
                  <a:pt x="2581320" y="1485204"/>
                </a:lnTo>
                <a:cubicBezTo>
                  <a:pt x="2706900" y="1498582"/>
                  <a:pt x="2827004" y="1487233"/>
                  <a:pt x="2868953" y="1482348"/>
                </a:cubicBezTo>
                <a:cubicBezTo>
                  <a:pt x="2924886" y="1475836"/>
                  <a:pt x="2968303" y="1467791"/>
                  <a:pt x="3007382" y="1460767"/>
                </a:cubicBezTo>
                <a:lnTo>
                  <a:pt x="3023600" y="1457829"/>
                </a:lnTo>
                <a:cubicBezTo>
                  <a:pt x="3053150" y="1451981"/>
                  <a:pt x="3082993" y="1447715"/>
                  <a:pt x="3112990" y="1445059"/>
                </a:cubicBezTo>
                <a:cubicBezTo>
                  <a:pt x="3177989" y="1440335"/>
                  <a:pt x="3259592" y="1445059"/>
                  <a:pt x="3371967" y="1511464"/>
                </a:cubicBezTo>
                <a:cubicBezTo>
                  <a:pt x="3504136" y="1590128"/>
                  <a:pt x="3640139" y="1776955"/>
                  <a:pt x="3743066" y="1930962"/>
                </a:cubicBezTo>
                <a:cubicBezTo>
                  <a:pt x="3771927" y="1973871"/>
                  <a:pt x="3797595" y="2009372"/>
                  <a:pt x="3821730" y="2039765"/>
                </a:cubicBezTo>
                <a:cubicBezTo>
                  <a:pt x="3900267" y="2138860"/>
                  <a:pt x="3974333" y="2207948"/>
                  <a:pt x="4061554" y="2264009"/>
                </a:cubicBezTo>
                <a:cubicBezTo>
                  <a:pt x="4146347" y="2318281"/>
                  <a:pt x="4253106" y="2370000"/>
                  <a:pt x="4406347" y="2341906"/>
                </a:cubicBezTo>
                <a:cubicBezTo>
                  <a:pt x="4434902" y="2336772"/>
                  <a:pt x="4462906" y="2328944"/>
                  <a:pt x="4489991" y="2318536"/>
                </a:cubicBezTo>
                <a:cubicBezTo>
                  <a:pt x="4601475" y="2275246"/>
                  <a:pt x="4733773" y="2178065"/>
                  <a:pt x="4883056" y="2031336"/>
                </a:cubicBezTo>
                <a:lnTo>
                  <a:pt x="4902211" y="2012564"/>
                </a:lnTo>
                <a:cubicBezTo>
                  <a:pt x="5063881" y="1852938"/>
                  <a:pt x="5216612" y="1702250"/>
                  <a:pt x="5411101" y="1642230"/>
                </a:cubicBezTo>
                <a:cubicBezTo>
                  <a:pt x="5617594" y="1579146"/>
                  <a:pt x="5832516" y="1635462"/>
                  <a:pt x="5970815" y="1788960"/>
                </a:cubicBezTo>
                <a:lnTo>
                  <a:pt x="6062310" y="1922438"/>
                </a:lnTo>
                <a:lnTo>
                  <a:pt x="6050884" y="1894440"/>
                </a:lnTo>
                <a:cubicBezTo>
                  <a:pt x="6025485" y="1843577"/>
                  <a:pt x="5993406" y="1796340"/>
                  <a:pt x="5955491" y="1753969"/>
                </a:cubicBezTo>
                <a:cubicBezTo>
                  <a:pt x="5818595" y="1603921"/>
                  <a:pt x="5605207" y="1554755"/>
                  <a:pt x="5398458" y="1626268"/>
                </a:cubicBezTo>
                <a:cubicBezTo>
                  <a:pt x="5217123" y="1688715"/>
                  <a:pt x="5071925" y="1830590"/>
                  <a:pt x="4918429" y="1980639"/>
                </a:cubicBezTo>
                <a:lnTo>
                  <a:pt x="4873605" y="2024185"/>
                </a:lnTo>
                <a:cubicBezTo>
                  <a:pt x="4767996" y="2126346"/>
                  <a:pt x="4610541" y="2258645"/>
                  <a:pt x="4460491" y="2305128"/>
                </a:cubicBezTo>
                <a:cubicBezTo>
                  <a:pt x="4431401" y="2314131"/>
                  <a:pt x="4401429" y="2320031"/>
                  <a:pt x="4371100" y="2322751"/>
                </a:cubicBezTo>
                <a:cubicBezTo>
                  <a:pt x="4210069" y="2337819"/>
                  <a:pt x="4102289" y="2264774"/>
                  <a:pt x="4018262" y="2191602"/>
                </a:cubicBezTo>
                <a:cubicBezTo>
                  <a:pt x="3932817" y="2114840"/>
                  <a:pt x="3857077" y="2027901"/>
                  <a:pt x="3792741" y="1932751"/>
                </a:cubicBezTo>
                <a:cubicBezTo>
                  <a:pt x="3770649" y="1901210"/>
                  <a:pt x="3747407" y="1865835"/>
                  <a:pt x="3717398" y="1817820"/>
                </a:cubicBezTo>
                <a:cubicBezTo>
                  <a:pt x="3581651" y="1600727"/>
                  <a:pt x="3451140" y="1457829"/>
                  <a:pt x="3340168" y="1403813"/>
                </a:cubicBezTo>
                <a:cubicBezTo>
                  <a:pt x="3281873" y="1375399"/>
                  <a:pt x="3231242" y="1364703"/>
                  <a:pt x="3187440" y="1363443"/>
                </a:cubicBezTo>
                <a:close/>
                <a:moveTo>
                  <a:pt x="3698032" y="1353295"/>
                </a:moveTo>
                <a:lnTo>
                  <a:pt x="3704782" y="1408120"/>
                </a:lnTo>
                <a:lnTo>
                  <a:pt x="3717095" y="1436618"/>
                </a:lnTo>
                <a:lnTo>
                  <a:pt x="3708391" y="1383650"/>
                </a:lnTo>
                <a:lnTo>
                  <a:pt x="3700030" y="1358478"/>
                </a:lnTo>
                <a:close/>
                <a:moveTo>
                  <a:pt x="7782881" y="1336260"/>
                </a:moveTo>
                <a:cubicBezTo>
                  <a:pt x="7761252" y="1334558"/>
                  <a:pt x="7739670" y="1334533"/>
                  <a:pt x="7718407" y="1336768"/>
                </a:cubicBezTo>
                <a:cubicBezTo>
                  <a:pt x="7604753" y="1348646"/>
                  <a:pt x="7514085" y="1411602"/>
                  <a:pt x="7442189" y="1529215"/>
                </a:cubicBezTo>
                <a:lnTo>
                  <a:pt x="7422320" y="1569339"/>
                </a:lnTo>
                <a:lnTo>
                  <a:pt x="7463536" y="1506881"/>
                </a:lnTo>
                <a:cubicBezTo>
                  <a:pt x="7523431" y="1432841"/>
                  <a:pt x="7596580" y="1388808"/>
                  <a:pt x="7682013" y="1375590"/>
                </a:cubicBezTo>
                <a:cubicBezTo>
                  <a:pt x="7767189" y="1362819"/>
                  <a:pt x="7856070" y="1385551"/>
                  <a:pt x="7939842" y="1410324"/>
                </a:cubicBezTo>
                <a:cubicBezTo>
                  <a:pt x="7989901" y="1425138"/>
                  <a:pt x="8042003" y="1441229"/>
                  <a:pt x="8104960" y="1461405"/>
                </a:cubicBezTo>
                <a:cubicBezTo>
                  <a:pt x="8151864" y="1476308"/>
                  <a:pt x="8198692" y="1491454"/>
                  <a:pt x="8245431" y="1506867"/>
                </a:cubicBezTo>
                <a:cubicBezTo>
                  <a:pt x="8349827" y="1540836"/>
                  <a:pt x="8456010" y="1575411"/>
                  <a:pt x="8564157" y="1607065"/>
                </a:cubicBezTo>
                <a:lnTo>
                  <a:pt x="8746425" y="1652655"/>
                </a:lnTo>
                <a:lnTo>
                  <a:pt x="8597664" y="1607128"/>
                </a:lnTo>
                <a:cubicBezTo>
                  <a:pt x="8490714" y="1571676"/>
                  <a:pt x="8386350" y="1532407"/>
                  <a:pt x="8283741" y="1494096"/>
                </a:cubicBezTo>
                <a:cubicBezTo>
                  <a:pt x="8234359" y="1475453"/>
                  <a:pt x="8184990" y="1457025"/>
                  <a:pt x="8135608" y="1438802"/>
                </a:cubicBezTo>
                <a:cubicBezTo>
                  <a:pt x="8080185" y="1418497"/>
                  <a:pt x="8024891" y="1399087"/>
                  <a:pt x="7971512" y="1381208"/>
                </a:cubicBezTo>
                <a:cubicBezTo>
                  <a:pt x="7913089" y="1361575"/>
                  <a:pt x="7847770" y="1341367"/>
                  <a:pt x="7782881" y="1336260"/>
                </a:cubicBezTo>
                <a:close/>
                <a:moveTo>
                  <a:pt x="2225520" y="1328528"/>
                </a:moveTo>
                <a:lnTo>
                  <a:pt x="2223541" y="1328772"/>
                </a:lnTo>
                <a:lnTo>
                  <a:pt x="2228155" y="1331883"/>
                </a:lnTo>
                <a:close/>
                <a:moveTo>
                  <a:pt x="5609693" y="1322835"/>
                </a:moveTo>
                <a:cubicBezTo>
                  <a:pt x="5496373" y="1324606"/>
                  <a:pt x="5380708" y="1363267"/>
                  <a:pt x="5284804" y="1421435"/>
                </a:cubicBezTo>
                <a:cubicBezTo>
                  <a:pt x="5155188" y="1500355"/>
                  <a:pt x="5042171" y="1614392"/>
                  <a:pt x="4933626" y="1724598"/>
                </a:cubicBezTo>
                <a:cubicBezTo>
                  <a:pt x="4872712" y="1786278"/>
                  <a:pt x="4809627" y="1850129"/>
                  <a:pt x="4743606" y="1907977"/>
                </a:cubicBezTo>
                <a:cubicBezTo>
                  <a:pt x="4569805" y="2059431"/>
                  <a:pt x="4380167" y="2138861"/>
                  <a:pt x="4223223" y="2125964"/>
                </a:cubicBezTo>
                <a:lnTo>
                  <a:pt x="4117924" y="2100808"/>
                </a:lnTo>
                <a:lnTo>
                  <a:pt x="4149283" y="2117535"/>
                </a:lnTo>
                <a:cubicBezTo>
                  <a:pt x="4184018" y="2129564"/>
                  <a:pt x="4220336" y="2136409"/>
                  <a:pt x="4257063" y="2137838"/>
                </a:cubicBezTo>
                <a:cubicBezTo>
                  <a:pt x="4404943" y="2143330"/>
                  <a:pt x="4585511" y="2061218"/>
                  <a:pt x="4752801" y="1914106"/>
                </a:cubicBezTo>
                <a:cubicBezTo>
                  <a:pt x="4811798" y="1861749"/>
                  <a:pt x="4868881" y="1804666"/>
                  <a:pt x="4924048" y="1749499"/>
                </a:cubicBezTo>
                <a:cubicBezTo>
                  <a:pt x="5038341" y="1635335"/>
                  <a:pt x="5156591" y="1517210"/>
                  <a:pt x="5294382" y="1438675"/>
                </a:cubicBezTo>
                <a:cubicBezTo>
                  <a:pt x="5487593" y="1328341"/>
                  <a:pt x="5760619" y="1298203"/>
                  <a:pt x="5935187" y="1480050"/>
                </a:cubicBezTo>
                <a:cubicBezTo>
                  <a:pt x="5956807" y="1503184"/>
                  <a:pt x="5976345" y="1528101"/>
                  <a:pt x="5993608" y="1554506"/>
                </a:cubicBezTo>
                <a:lnTo>
                  <a:pt x="6027375" y="1617407"/>
                </a:lnTo>
                <a:lnTo>
                  <a:pt x="6021897" y="1601878"/>
                </a:lnTo>
                <a:cubicBezTo>
                  <a:pt x="5997684" y="1544143"/>
                  <a:pt x="5963346" y="1491211"/>
                  <a:pt x="5920501" y="1445571"/>
                </a:cubicBezTo>
                <a:cubicBezTo>
                  <a:pt x="5833984" y="1356180"/>
                  <a:pt x="5723012" y="1321062"/>
                  <a:pt x="5609693" y="1322835"/>
                </a:cubicBezTo>
                <a:close/>
                <a:moveTo>
                  <a:pt x="2176220" y="1311298"/>
                </a:moveTo>
                <a:lnTo>
                  <a:pt x="2172388" y="1312003"/>
                </a:lnTo>
                <a:lnTo>
                  <a:pt x="2176753" y="1317889"/>
                </a:lnTo>
                <a:lnTo>
                  <a:pt x="2182046" y="1317885"/>
                </a:lnTo>
                <a:close/>
                <a:moveTo>
                  <a:pt x="2196907" y="1307492"/>
                </a:moveTo>
                <a:lnTo>
                  <a:pt x="2192513" y="1308300"/>
                </a:lnTo>
                <a:lnTo>
                  <a:pt x="2200044" y="1316847"/>
                </a:lnTo>
                <a:lnTo>
                  <a:pt x="2200308" y="1316847"/>
                </a:lnTo>
                <a:lnTo>
                  <a:pt x="2201842" y="1316847"/>
                </a:lnTo>
                <a:lnTo>
                  <a:pt x="2202204" y="1317129"/>
                </a:lnTo>
                <a:close/>
                <a:moveTo>
                  <a:pt x="7751993" y="1283773"/>
                </a:moveTo>
                <a:cubicBezTo>
                  <a:pt x="7635402" y="1290414"/>
                  <a:pt x="7541031" y="1347624"/>
                  <a:pt x="7463644" y="1460257"/>
                </a:cubicBezTo>
                <a:cubicBezTo>
                  <a:pt x="7441936" y="1491703"/>
                  <a:pt x="7423411" y="1525744"/>
                  <a:pt x="7407606" y="1560961"/>
                </a:cubicBezTo>
                <a:lnTo>
                  <a:pt x="7393681" y="1598739"/>
                </a:lnTo>
                <a:lnTo>
                  <a:pt x="7431590" y="1522191"/>
                </a:lnTo>
                <a:cubicBezTo>
                  <a:pt x="7505018" y="1402408"/>
                  <a:pt x="7601433" y="1335492"/>
                  <a:pt x="7717897" y="1323360"/>
                </a:cubicBezTo>
                <a:cubicBezTo>
                  <a:pt x="7805628" y="1314166"/>
                  <a:pt x="7897445" y="1341876"/>
                  <a:pt x="7976620" y="1368567"/>
                </a:cubicBezTo>
                <a:cubicBezTo>
                  <a:pt x="8030253" y="1386445"/>
                  <a:pt x="8085549" y="1405856"/>
                  <a:pt x="8141098" y="1426159"/>
                </a:cubicBezTo>
                <a:cubicBezTo>
                  <a:pt x="8190646" y="1444294"/>
                  <a:pt x="8239939" y="1462937"/>
                  <a:pt x="8289360" y="1481455"/>
                </a:cubicBezTo>
                <a:cubicBezTo>
                  <a:pt x="8493682" y="1558076"/>
                  <a:pt x="8705794" y="1638272"/>
                  <a:pt x="8929781" y="1684499"/>
                </a:cubicBezTo>
                <a:lnTo>
                  <a:pt x="8932894" y="1684953"/>
                </a:lnTo>
                <a:lnTo>
                  <a:pt x="8791273" y="1648168"/>
                </a:lnTo>
                <a:cubicBezTo>
                  <a:pt x="8625766" y="1597975"/>
                  <a:pt x="8468430" y="1530524"/>
                  <a:pt x="8314902" y="1464726"/>
                </a:cubicBezTo>
                <a:cubicBezTo>
                  <a:pt x="8267395" y="1444294"/>
                  <a:pt x="8218103" y="1423223"/>
                  <a:pt x="8169577" y="1403047"/>
                </a:cubicBezTo>
                <a:cubicBezTo>
                  <a:pt x="8114410" y="1380188"/>
                  <a:pt x="8059371" y="1358351"/>
                  <a:pt x="8006120" y="1338430"/>
                </a:cubicBezTo>
                <a:cubicBezTo>
                  <a:pt x="7923496" y="1307270"/>
                  <a:pt x="7835511" y="1279176"/>
                  <a:pt x="7751993" y="1283773"/>
                </a:cubicBezTo>
                <a:close/>
                <a:moveTo>
                  <a:pt x="5596491" y="1283486"/>
                </a:moveTo>
                <a:cubicBezTo>
                  <a:pt x="5480284" y="1288466"/>
                  <a:pt x="5362510" y="1331214"/>
                  <a:pt x="5268330" y="1392191"/>
                </a:cubicBezTo>
                <a:cubicBezTo>
                  <a:pt x="5144205" y="1472006"/>
                  <a:pt x="5036297" y="1582978"/>
                  <a:pt x="4931837" y="1690374"/>
                </a:cubicBezTo>
                <a:cubicBezTo>
                  <a:pt x="4865688" y="1758439"/>
                  <a:pt x="4797241" y="1828803"/>
                  <a:pt x="4724834" y="1891248"/>
                </a:cubicBezTo>
                <a:cubicBezTo>
                  <a:pt x="4546945" y="2044490"/>
                  <a:pt x="4351818" y="2120472"/>
                  <a:pt x="4189126" y="2100168"/>
                </a:cubicBezTo>
                <a:lnTo>
                  <a:pt x="4081258" y="2069431"/>
                </a:lnTo>
                <a:lnTo>
                  <a:pt x="4112123" y="2085738"/>
                </a:lnTo>
                <a:cubicBezTo>
                  <a:pt x="4147637" y="2100168"/>
                  <a:pt x="4185143" y="2109133"/>
                  <a:pt x="4223351" y="2112300"/>
                </a:cubicBezTo>
                <a:cubicBezTo>
                  <a:pt x="4376593" y="2125070"/>
                  <a:pt x="4562781" y="2046660"/>
                  <a:pt x="4734157" y="1897505"/>
                </a:cubicBezTo>
                <a:cubicBezTo>
                  <a:pt x="4799795" y="1840040"/>
                  <a:pt x="4862751" y="1776444"/>
                  <a:pt x="4923537" y="1714893"/>
                </a:cubicBezTo>
                <a:cubicBezTo>
                  <a:pt x="5033105" y="1604048"/>
                  <a:pt x="5146248" y="1489501"/>
                  <a:pt x="5277270" y="1409686"/>
                </a:cubicBezTo>
                <a:cubicBezTo>
                  <a:pt x="5473674" y="1290158"/>
                  <a:pt x="5751554" y="1251976"/>
                  <a:pt x="5929569" y="1435993"/>
                </a:cubicBezTo>
                <a:cubicBezTo>
                  <a:pt x="5951635" y="1459363"/>
                  <a:pt x="5971512" y="1484619"/>
                  <a:pt x="5988991" y="1511437"/>
                </a:cubicBezTo>
                <a:lnTo>
                  <a:pt x="6022201" y="1573985"/>
                </a:lnTo>
                <a:lnTo>
                  <a:pt x="6017427" y="1559992"/>
                </a:lnTo>
                <a:cubicBezTo>
                  <a:pt x="5993470" y="1501261"/>
                  <a:pt x="5958837" y="1447487"/>
                  <a:pt x="5915266" y="1401386"/>
                </a:cubicBezTo>
                <a:cubicBezTo>
                  <a:pt x="5827343" y="1311294"/>
                  <a:pt x="5712700" y="1278506"/>
                  <a:pt x="5596491" y="1283486"/>
                </a:cubicBezTo>
                <a:close/>
                <a:moveTo>
                  <a:pt x="2080509" y="1280058"/>
                </a:moveTo>
                <a:lnTo>
                  <a:pt x="2101581" y="1300253"/>
                </a:lnTo>
                <a:lnTo>
                  <a:pt x="2103892" y="1300233"/>
                </a:lnTo>
                <a:close/>
                <a:moveTo>
                  <a:pt x="3170829" y="1261184"/>
                </a:moveTo>
                <a:cubicBezTo>
                  <a:pt x="3117016" y="1264863"/>
                  <a:pt x="3072884" y="1282992"/>
                  <a:pt x="3036754" y="1301524"/>
                </a:cubicBezTo>
                <a:cubicBezTo>
                  <a:pt x="3015298" y="1312506"/>
                  <a:pt x="2994737" y="1325021"/>
                  <a:pt x="2972903" y="1338173"/>
                </a:cubicBezTo>
                <a:cubicBezTo>
                  <a:pt x="2959493" y="1346219"/>
                  <a:pt x="2945830" y="1354648"/>
                  <a:pt x="2931398" y="1362821"/>
                </a:cubicBezTo>
                <a:cubicBezTo>
                  <a:pt x="2884838" y="1390060"/>
                  <a:pt x="2835585" y="1412394"/>
                  <a:pt x="2784415" y="1429480"/>
                </a:cubicBezTo>
                <a:cubicBezTo>
                  <a:pt x="2730078" y="1447487"/>
                  <a:pt x="2658437" y="1462109"/>
                  <a:pt x="2582345" y="1465301"/>
                </a:cubicBezTo>
                <a:lnTo>
                  <a:pt x="2495725" y="1461721"/>
                </a:lnTo>
                <a:lnTo>
                  <a:pt x="2514418" y="1465883"/>
                </a:lnTo>
                <a:cubicBezTo>
                  <a:pt x="2624477" y="1480440"/>
                  <a:pt x="2740388" y="1469355"/>
                  <a:pt x="2824768" y="1450296"/>
                </a:cubicBezTo>
                <a:cubicBezTo>
                  <a:pt x="2873485" y="1439186"/>
                  <a:pt x="2921324" y="1424550"/>
                  <a:pt x="2967921" y="1406494"/>
                </a:cubicBezTo>
                <a:lnTo>
                  <a:pt x="2999847" y="1393724"/>
                </a:lnTo>
                <a:cubicBezTo>
                  <a:pt x="3024493" y="1384019"/>
                  <a:pt x="3047606" y="1374824"/>
                  <a:pt x="3071614" y="1368184"/>
                </a:cubicBezTo>
                <a:cubicBezTo>
                  <a:pt x="3135463" y="1348900"/>
                  <a:pt x="3224855" y="1334343"/>
                  <a:pt x="3345786" y="1393724"/>
                </a:cubicBezTo>
                <a:cubicBezTo>
                  <a:pt x="3460718" y="1449785"/>
                  <a:pt x="3589441" y="1590639"/>
                  <a:pt x="3728891" y="1812712"/>
                </a:cubicBezTo>
                <a:cubicBezTo>
                  <a:pt x="3758773" y="1860473"/>
                  <a:pt x="3782014" y="1895718"/>
                  <a:pt x="3803979" y="1927643"/>
                </a:cubicBezTo>
                <a:cubicBezTo>
                  <a:pt x="3867651" y="2021862"/>
                  <a:pt x="3942612" y="2107932"/>
                  <a:pt x="4027201" y="2183940"/>
                </a:cubicBezTo>
                <a:cubicBezTo>
                  <a:pt x="4109186" y="2255325"/>
                  <a:pt x="4213901" y="2326454"/>
                  <a:pt x="4370080" y="2311641"/>
                </a:cubicBezTo>
                <a:cubicBezTo>
                  <a:pt x="4399578" y="2309011"/>
                  <a:pt x="4428719" y="2303327"/>
                  <a:pt x="4457045" y="2294657"/>
                </a:cubicBezTo>
                <a:cubicBezTo>
                  <a:pt x="4604539" y="2248556"/>
                  <a:pt x="4760207" y="2118046"/>
                  <a:pt x="4864795" y="2016523"/>
                </a:cubicBezTo>
                <a:lnTo>
                  <a:pt x="4909490" y="1972977"/>
                </a:lnTo>
                <a:cubicBezTo>
                  <a:pt x="5064263" y="1821906"/>
                  <a:pt x="5210353" y="1679264"/>
                  <a:pt x="5394754" y="1615413"/>
                </a:cubicBezTo>
                <a:cubicBezTo>
                  <a:pt x="5606611" y="1542496"/>
                  <a:pt x="5825492" y="1592938"/>
                  <a:pt x="5966090" y="1747074"/>
                </a:cubicBezTo>
                <a:lnTo>
                  <a:pt x="6058531" y="1883067"/>
                </a:lnTo>
                <a:lnTo>
                  <a:pt x="6046798" y="1853065"/>
                </a:lnTo>
                <a:cubicBezTo>
                  <a:pt x="6021578" y="1801258"/>
                  <a:pt x="5989205" y="1753242"/>
                  <a:pt x="5950639" y="1710423"/>
                </a:cubicBezTo>
                <a:cubicBezTo>
                  <a:pt x="5784627" y="1530109"/>
                  <a:pt x="5548252" y="1533813"/>
                  <a:pt x="5382369" y="1597280"/>
                </a:cubicBezTo>
                <a:cubicBezTo>
                  <a:pt x="5210738" y="1663174"/>
                  <a:pt x="5071287" y="1798154"/>
                  <a:pt x="4924176" y="1941052"/>
                </a:cubicBezTo>
                <a:cubicBezTo>
                  <a:pt x="4901317" y="1963272"/>
                  <a:pt x="4878331" y="1985620"/>
                  <a:pt x="4855089" y="2007841"/>
                </a:cubicBezTo>
                <a:cubicBezTo>
                  <a:pt x="4747182" y="2110894"/>
                  <a:pt x="4585129" y="2241788"/>
                  <a:pt x="4426652" y="2280098"/>
                </a:cubicBezTo>
                <a:cubicBezTo>
                  <a:pt x="4396041" y="2287954"/>
                  <a:pt x="4364512" y="2291694"/>
                  <a:pt x="4332919" y="2291209"/>
                </a:cubicBezTo>
                <a:cubicBezTo>
                  <a:pt x="4160650" y="2286868"/>
                  <a:pt x="4054786" y="2191347"/>
                  <a:pt x="3981868" y="2108724"/>
                </a:cubicBezTo>
                <a:cubicBezTo>
                  <a:pt x="3917251" y="2035424"/>
                  <a:pt x="3853018" y="1945777"/>
                  <a:pt x="3773970" y="1818332"/>
                </a:cubicBezTo>
                <a:cubicBezTo>
                  <a:pt x="3749835" y="1779382"/>
                  <a:pt x="3725571" y="1738007"/>
                  <a:pt x="3702330" y="1698036"/>
                </a:cubicBezTo>
                <a:cubicBezTo>
                  <a:pt x="3642820" y="1595875"/>
                  <a:pt x="3486003" y="1352477"/>
                  <a:pt x="3314756" y="1285433"/>
                </a:cubicBezTo>
                <a:cubicBezTo>
                  <a:pt x="3283694" y="1273301"/>
                  <a:pt x="3254802" y="1266182"/>
                  <a:pt x="3227934" y="1262842"/>
                </a:cubicBezTo>
                <a:cubicBezTo>
                  <a:pt x="3207781" y="1260337"/>
                  <a:pt x="3188768" y="1259957"/>
                  <a:pt x="3170829" y="1261184"/>
                </a:cubicBezTo>
                <a:close/>
                <a:moveTo>
                  <a:pt x="3686682" y="1261110"/>
                </a:moveTo>
                <a:lnTo>
                  <a:pt x="3691121" y="1297166"/>
                </a:lnTo>
                <a:lnTo>
                  <a:pt x="3696463" y="1311061"/>
                </a:lnTo>
                <a:lnTo>
                  <a:pt x="3694539" y="1299352"/>
                </a:lnTo>
                <a:lnTo>
                  <a:pt x="3689949" y="1273076"/>
                </a:lnTo>
                <a:close/>
                <a:moveTo>
                  <a:pt x="2017159" y="1259770"/>
                </a:moveTo>
                <a:lnTo>
                  <a:pt x="2009980" y="1262489"/>
                </a:lnTo>
                <a:lnTo>
                  <a:pt x="2016421" y="1270109"/>
                </a:lnTo>
                <a:lnTo>
                  <a:pt x="2039973" y="1283493"/>
                </a:lnTo>
                <a:close/>
                <a:moveTo>
                  <a:pt x="2033410" y="1253614"/>
                </a:moveTo>
                <a:lnTo>
                  <a:pt x="2027213" y="1255961"/>
                </a:lnTo>
                <a:lnTo>
                  <a:pt x="2065073" y="1291563"/>
                </a:lnTo>
                <a:lnTo>
                  <a:pt x="2079258" y="1299118"/>
                </a:lnTo>
                <a:lnTo>
                  <a:pt x="2082149" y="1299964"/>
                </a:lnTo>
                <a:close/>
                <a:moveTo>
                  <a:pt x="2158679" y="1245829"/>
                </a:moveTo>
                <a:lnTo>
                  <a:pt x="2176811" y="1290477"/>
                </a:lnTo>
                <a:lnTo>
                  <a:pt x="2183349" y="1297898"/>
                </a:lnTo>
                <a:lnTo>
                  <a:pt x="2190552" y="1295936"/>
                </a:lnTo>
                <a:lnTo>
                  <a:pt x="2171726" y="1261695"/>
                </a:lnTo>
                <a:close/>
                <a:moveTo>
                  <a:pt x="2056995" y="1244681"/>
                </a:moveTo>
                <a:lnTo>
                  <a:pt x="2047389" y="1248320"/>
                </a:lnTo>
                <a:lnTo>
                  <a:pt x="2072080" y="1271979"/>
                </a:lnTo>
                <a:close/>
                <a:moveTo>
                  <a:pt x="5585684" y="1243054"/>
                </a:moveTo>
                <a:cubicBezTo>
                  <a:pt x="5467417" y="1250922"/>
                  <a:pt x="5347570" y="1297886"/>
                  <a:pt x="5251857" y="1363077"/>
                </a:cubicBezTo>
                <a:cubicBezTo>
                  <a:pt x="5133222" y="1444039"/>
                  <a:pt x="5029528" y="1552202"/>
                  <a:pt x="4929410" y="1656790"/>
                </a:cubicBezTo>
                <a:cubicBezTo>
                  <a:pt x="4858665" y="1733155"/>
                  <a:pt x="4784125" y="1805906"/>
                  <a:pt x="4706061" y="1874775"/>
                </a:cubicBezTo>
                <a:cubicBezTo>
                  <a:pt x="4503144" y="2047300"/>
                  <a:pt x="4285072" y="2114525"/>
                  <a:pt x="4106683" y="2063446"/>
                </a:cubicBezTo>
                <a:lnTo>
                  <a:pt x="4057085" y="2043857"/>
                </a:lnTo>
                <a:lnTo>
                  <a:pt x="4075344" y="2054579"/>
                </a:lnTo>
                <a:cubicBezTo>
                  <a:pt x="4111726" y="2071371"/>
                  <a:pt x="4150497" y="2082405"/>
                  <a:pt x="4190275" y="2087270"/>
                </a:cubicBezTo>
                <a:cubicBezTo>
                  <a:pt x="4349264" y="2107064"/>
                  <a:pt x="4540560" y="2032103"/>
                  <a:pt x="4715512" y="1881672"/>
                </a:cubicBezTo>
                <a:cubicBezTo>
                  <a:pt x="4787534" y="1819481"/>
                  <a:pt x="4855983" y="1749373"/>
                  <a:pt x="4921621" y="1681563"/>
                </a:cubicBezTo>
                <a:cubicBezTo>
                  <a:pt x="5026591" y="1573655"/>
                  <a:pt x="5135138" y="1462044"/>
                  <a:pt x="5260541" y="1381337"/>
                </a:cubicBezTo>
                <a:cubicBezTo>
                  <a:pt x="5453242" y="1256573"/>
                  <a:pt x="5743252" y="1206896"/>
                  <a:pt x="5924588" y="1392575"/>
                </a:cubicBezTo>
                <a:cubicBezTo>
                  <a:pt x="5946943" y="1416226"/>
                  <a:pt x="5967017" y="1441839"/>
                  <a:pt x="5984587" y="1469070"/>
                </a:cubicBezTo>
                <a:lnTo>
                  <a:pt x="6010127" y="1518023"/>
                </a:lnTo>
                <a:lnTo>
                  <a:pt x="5981211" y="1453280"/>
                </a:lnTo>
                <a:cubicBezTo>
                  <a:pt x="5961374" y="1418276"/>
                  <a:pt x="5938028" y="1386031"/>
                  <a:pt x="5910029" y="1357585"/>
                </a:cubicBezTo>
                <a:cubicBezTo>
                  <a:pt x="5820638" y="1266407"/>
                  <a:pt x="5703952" y="1235184"/>
                  <a:pt x="5585684" y="1243054"/>
                </a:cubicBezTo>
                <a:close/>
                <a:moveTo>
                  <a:pt x="2081651" y="1238184"/>
                </a:moveTo>
                <a:lnTo>
                  <a:pt x="2071748" y="1239738"/>
                </a:lnTo>
                <a:lnTo>
                  <a:pt x="2083455" y="1265072"/>
                </a:lnTo>
                <a:lnTo>
                  <a:pt x="2117850" y="1294975"/>
                </a:lnTo>
                <a:close/>
                <a:moveTo>
                  <a:pt x="2109320" y="1233845"/>
                </a:moveTo>
                <a:lnTo>
                  <a:pt x="2100909" y="1235164"/>
                </a:lnTo>
                <a:lnTo>
                  <a:pt x="2131647" y="1292222"/>
                </a:lnTo>
                <a:lnTo>
                  <a:pt x="2141475" y="1299903"/>
                </a:lnTo>
                <a:lnTo>
                  <a:pt x="2147066" y="1299854"/>
                </a:lnTo>
                <a:lnTo>
                  <a:pt x="2117415" y="1259670"/>
                </a:lnTo>
                <a:close/>
                <a:moveTo>
                  <a:pt x="7785834" y="1233076"/>
                </a:moveTo>
                <a:cubicBezTo>
                  <a:pt x="7666178" y="1234225"/>
                  <a:pt x="7567976" y="1286711"/>
                  <a:pt x="7485480" y="1393596"/>
                </a:cubicBezTo>
                <a:cubicBezTo>
                  <a:pt x="7461920" y="1424085"/>
                  <a:pt x="7441647" y="1457479"/>
                  <a:pt x="7424206" y="1492292"/>
                </a:cubicBezTo>
                <a:lnTo>
                  <a:pt x="7406102" y="1536121"/>
                </a:lnTo>
                <a:lnTo>
                  <a:pt x="7452407" y="1453105"/>
                </a:lnTo>
                <a:cubicBezTo>
                  <a:pt x="7531325" y="1338940"/>
                  <a:pt x="7631188" y="1277644"/>
                  <a:pt x="7751100" y="1270876"/>
                </a:cubicBezTo>
                <a:cubicBezTo>
                  <a:pt x="7837043" y="1266023"/>
                  <a:pt x="7926689" y="1294628"/>
                  <a:pt x="8010717" y="1326426"/>
                </a:cubicBezTo>
                <a:cubicBezTo>
                  <a:pt x="8064095" y="1346346"/>
                  <a:pt x="8119264" y="1368184"/>
                  <a:pt x="8174685" y="1391170"/>
                </a:cubicBezTo>
                <a:cubicBezTo>
                  <a:pt x="8223212" y="1411347"/>
                  <a:pt x="8272505" y="1432545"/>
                  <a:pt x="8320137" y="1452977"/>
                </a:cubicBezTo>
                <a:cubicBezTo>
                  <a:pt x="8473379" y="1518488"/>
                  <a:pt x="8630140" y="1585795"/>
                  <a:pt x="8794839" y="1635772"/>
                </a:cubicBezTo>
                <a:lnTo>
                  <a:pt x="8922635" y="1668953"/>
                </a:lnTo>
                <a:lnTo>
                  <a:pt x="8823177" y="1641530"/>
                </a:lnTo>
                <a:cubicBezTo>
                  <a:pt x="8656486" y="1586824"/>
                  <a:pt x="8499652" y="1511306"/>
                  <a:pt x="8346698" y="1437653"/>
                </a:cubicBezTo>
                <a:cubicBezTo>
                  <a:pt x="8299958" y="1415179"/>
                  <a:pt x="8251561" y="1391809"/>
                  <a:pt x="8203928" y="1369589"/>
                </a:cubicBezTo>
                <a:cubicBezTo>
                  <a:pt x="8149272" y="1344048"/>
                  <a:pt x="8094489" y="1320041"/>
                  <a:pt x="8041236" y="1297949"/>
                </a:cubicBezTo>
                <a:cubicBezTo>
                  <a:pt x="7959508" y="1263852"/>
                  <a:pt x="7871905" y="1232182"/>
                  <a:pt x="7785834" y="1233076"/>
                </a:cubicBezTo>
                <a:close/>
                <a:moveTo>
                  <a:pt x="2122787" y="1232929"/>
                </a:moveTo>
                <a:lnTo>
                  <a:pt x="2129322" y="1253923"/>
                </a:lnTo>
                <a:lnTo>
                  <a:pt x="2163275" y="1299712"/>
                </a:lnTo>
                <a:lnTo>
                  <a:pt x="2165951" y="1299687"/>
                </a:lnTo>
                <a:lnTo>
                  <a:pt x="2165908" y="1299639"/>
                </a:lnTo>
                <a:lnTo>
                  <a:pt x="2140851" y="1237774"/>
                </a:lnTo>
                <a:close/>
                <a:moveTo>
                  <a:pt x="2146290" y="1215315"/>
                </a:moveTo>
                <a:lnTo>
                  <a:pt x="2151514" y="1228186"/>
                </a:lnTo>
                <a:lnTo>
                  <a:pt x="2153665" y="1228824"/>
                </a:lnTo>
                <a:close/>
                <a:moveTo>
                  <a:pt x="7818527" y="1181485"/>
                </a:moveTo>
                <a:cubicBezTo>
                  <a:pt x="7695805" y="1176760"/>
                  <a:pt x="7593389" y="1224136"/>
                  <a:pt x="7505912" y="1325915"/>
                </a:cubicBezTo>
                <a:cubicBezTo>
                  <a:pt x="7454832" y="1385042"/>
                  <a:pt x="7417607" y="1456969"/>
                  <a:pt x="7390407" y="1529232"/>
                </a:cubicBezTo>
                <a:lnTo>
                  <a:pt x="7376850" y="1572232"/>
                </a:lnTo>
                <a:lnTo>
                  <a:pt x="7412286" y="1486598"/>
                </a:lnTo>
                <a:cubicBezTo>
                  <a:pt x="7430026" y="1451222"/>
                  <a:pt x="7450650" y="1417254"/>
                  <a:pt x="7474626" y="1386190"/>
                </a:cubicBezTo>
                <a:cubicBezTo>
                  <a:pt x="7559930" y="1275857"/>
                  <a:pt x="7661581" y="1221582"/>
                  <a:pt x="7785579" y="1220179"/>
                </a:cubicBezTo>
                <a:cubicBezTo>
                  <a:pt x="7874970" y="1219157"/>
                  <a:pt x="7963211" y="1251338"/>
                  <a:pt x="8046344" y="1286073"/>
                </a:cubicBezTo>
                <a:cubicBezTo>
                  <a:pt x="8099724" y="1308165"/>
                  <a:pt x="8154636" y="1332427"/>
                  <a:pt x="8209547" y="1357967"/>
                </a:cubicBezTo>
                <a:cubicBezTo>
                  <a:pt x="8257179" y="1380188"/>
                  <a:pt x="8305579" y="1403429"/>
                  <a:pt x="8352445" y="1426033"/>
                </a:cubicBezTo>
                <a:cubicBezTo>
                  <a:pt x="8555617" y="1523852"/>
                  <a:pt x="8765814" y="1625119"/>
                  <a:pt x="8996187" y="1675817"/>
                </a:cubicBezTo>
                <a:lnTo>
                  <a:pt x="9000396" y="1676546"/>
                </a:lnTo>
                <a:lnTo>
                  <a:pt x="8854187" y="1633851"/>
                </a:lnTo>
                <a:cubicBezTo>
                  <a:pt x="8686233" y="1574518"/>
                  <a:pt x="8529951" y="1490906"/>
                  <a:pt x="8377475" y="1409304"/>
                </a:cubicBezTo>
                <a:cubicBezTo>
                  <a:pt x="8331630" y="1384785"/>
                  <a:pt x="8284252" y="1359373"/>
                  <a:pt x="8237003" y="1335110"/>
                </a:cubicBezTo>
                <a:cubicBezTo>
                  <a:pt x="8182729" y="1307143"/>
                  <a:pt x="8128329" y="1280581"/>
                  <a:pt x="8075078" y="1256446"/>
                </a:cubicBezTo>
                <a:cubicBezTo>
                  <a:pt x="7998457" y="1221200"/>
                  <a:pt x="7907405" y="1184677"/>
                  <a:pt x="7818527" y="1181485"/>
                </a:cubicBezTo>
                <a:close/>
                <a:moveTo>
                  <a:pt x="3196022" y="1152927"/>
                </a:moveTo>
                <a:cubicBezTo>
                  <a:pt x="3109469" y="1152832"/>
                  <a:pt x="3043552" y="1191094"/>
                  <a:pt x="2997675" y="1223753"/>
                </a:cubicBezTo>
                <a:cubicBezTo>
                  <a:pt x="2976987" y="1238439"/>
                  <a:pt x="2957321" y="1254401"/>
                  <a:pt x="2936634" y="1271258"/>
                </a:cubicBezTo>
                <a:cubicBezTo>
                  <a:pt x="2921692" y="1284028"/>
                  <a:pt x="2906370" y="1295904"/>
                  <a:pt x="2890151" y="1308163"/>
                </a:cubicBezTo>
                <a:cubicBezTo>
                  <a:pt x="2844550" y="1343639"/>
                  <a:pt x="2794809" y="1373444"/>
                  <a:pt x="2742018" y="1396916"/>
                </a:cubicBezTo>
                <a:cubicBezTo>
                  <a:pt x="2683212" y="1422456"/>
                  <a:pt x="2608602" y="1441388"/>
                  <a:pt x="2531326" y="1446337"/>
                </a:cubicBezTo>
                <a:lnTo>
                  <a:pt x="2456028" y="1443755"/>
                </a:lnTo>
                <a:lnTo>
                  <a:pt x="2463045" y="1445503"/>
                </a:lnTo>
                <a:cubicBezTo>
                  <a:pt x="2573165" y="1460649"/>
                  <a:pt x="2692980" y="1444582"/>
                  <a:pt x="2779179" y="1415945"/>
                </a:cubicBezTo>
                <a:cubicBezTo>
                  <a:pt x="2829852" y="1399433"/>
                  <a:pt x="2878672" y="1377736"/>
                  <a:pt x="2924886" y="1351200"/>
                </a:cubicBezTo>
                <a:cubicBezTo>
                  <a:pt x="2939188" y="1343027"/>
                  <a:pt x="2952725" y="1334727"/>
                  <a:pt x="2966006" y="1326681"/>
                </a:cubicBezTo>
                <a:cubicBezTo>
                  <a:pt x="2987971" y="1313911"/>
                  <a:pt x="3008787" y="1301141"/>
                  <a:pt x="3030623" y="1289520"/>
                </a:cubicBezTo>
                <a:cubicBezTo>
                  <a:pt x="3097283" y="1255296"/>
                  <a:pt x="3190377" y="1222477"/>
                  <a:pt x="3319608" y="1272919"/>
                </a:cubicBezTo>
                <a:cubicBezTo>
                  <a:pt x="3488558" y="1338940"/>
                  <a:pt x="3638862" y="1563439"/>
                  <a:pt x="3713950" y="1691269"/>
                </a:cubicBezTo>
                <a:cubicBezTo>
                  <a:pt x="3737192" y="1731111"/>
                  <a:pt x="3761328" y="1772359"/>
                  <a:pt x="3785335" y="1811179"/>
                </a:cubicBezTo>
                <a:cubicBezTo>
                  <a:pt x="3864127" y="1937988"/>
                  <a:pt x="3927850" y="2027122"/>
                  <a:pt x="3991957" y="2099785"/>
                </a:cubicBezTo>
                <a:cubicBezTo>
                  <a:pt x="4063086" y="2180364"/>
                  <a:pt x="4166141" y="2273459"/>
                  <a:pt x="4333302" y="2277800"/>
                </a:cubicBezTo>
                <a:cubicBezTo>
                  <a:pt x="4363708" y="2278247"/>
                  <a:pt x="4394023" y="2274595"/>
                  <a:pt x="4423458" y="2266946"/>
                </a:cubicBezTo>
                <a:cubicBezTo>
                  <a:pt x="4579127" y="2229401"/>
                  <a:pt x="4739009" y="2100040"/>
                  <a:pt x="4845894" y="1998773"/>
                </a:cubicBezTo>
                <a:lnTo>
                  <a:pt x="4914853" y="1932113"/>
                </a:lnTo>
                <a:cubicBezTo>
                  <a:pt x="5062859" y="1788194"/>
                  <a:pt x="5202693" y="1652320"/>
                  <a:pt x="5377515" y="1585403"/>
                </a:cubicBezTo>
                <a:cubicBezTo>
                  <a:pt x="5594608" y="1502271"/>
                  <a:pt x="5817830" y="1547093"/>
                  <a:pt x="5960472" y="1701996"/>
                </a:cubicBezTo>
                <a:lnTo>
                  <a:pt x="6055914" y="1843300"/>
                </a:lnTo>
                <a:lnTo>
                  <a:pt x="6042584" y="1811435"/>
                </a:lnTo>
                <a:cubicBezTo>
                  <a:pt x="6017529" y="1758617"/>
                  <a:pt x="5984824" y="1709785"/>
                  <a:pt x="5945531" y="1666494"/>
                </a:cubicBezTo>
                <a:cubicBezTo>
                  <a:pt x="5806591" y="1517083"/>
                  <a:pt x="5579155" y="1478518"/>
                  <a:pt x="5366022" y="1568292"/>
                </a:cubicBezTo>
                <a:cubicBezTo>
                  <a:pt x="5202437" y="1637251"/>
                  <a:pt x="5069498" y="1766228"/>
                  <a:pt x="4928900" y="1902741"/>
                </a:cubicBezTo>
                <a:cubicBezTo>
                  <a:pt x="4898763" y="1931985"/>
                  <a:pt x="4867603" y="1962121"/>
                  <a:pt x="4836444" y="1991366"/>
                </a:cubicBezTo>
                <a:cubicBezTo>
                  <a:pt x="4680265" y="2138222"/>
                  <a:pt x="4522683" y="2231699"/>
                  <a:pt x="4392681" y="2254686"/>
                </a:cubicBezTo>
                <a:cubicBezTo>
                  <a:pt x="4360616" y="2260304"/>
                  <a:pt x="4327963" y="2261901"/>
                  <a:pt x="4295501" y="2259410"/>
                </a:cubicBezTo>
                <a:cubicBezTo>
                  <a:pt x="4121316" y="2246640"/>
                  <a:pt x="4017112" y="2127878"/>
                  <a:pt x="3945856" y="2025590"/>
                </a:cubicBezTo>
                <a:cubicBezTo>
                  <a:pt x="3884813" y="1937986"/>
                  <a:pt x="3828370" y="1836847"/>
                  <a:pt x="3755453" y="1703527"/>
                </a:cubicBezTo>
                <a:cubicBezTo>
                  <a:pt x="3743959" y="1682584"/>
                  <a:pt x="3732339" y="1661002"/>
                  <a:pt x="3720462" y="1639676"/>
                </a:cubicBezTo>
                <a:cubicBezTo>
                  <a:pt x="3709735" y="1619755"/>
                  <a:pt x="3698753" y="1599322"/>
                  <a:pt x="3687515" y="1578763"/>
                </a:cubicBezTo>
                <a:cubicBezTo>
                  <a:pt x="3568625" y="1360905"/>
                  <a:pt x="3419343" y="1207280"/>
                  <a:pt x="3289471" y="1167437"/>
                </a:cubicBezTo>
                <a:cubicBezTo>
                  <a:pt x="3256016" y="1157253"/>
                  <a:pt x="3224872" y="1152959"/>
                  <a:pt x="3196022" y="1152927"/>
                </a:cubicBezTo>
                <a:close/>
                <a:moveTo>
                  <a:pt x="1911040" y="1150186"/>
                </a:moveTo>
                <a:lnTo>
                  <a:pt x="1893881" y="1156106"/>
                </a:lnTo>
                <a:lnTo>
                  <a:pt x="1906490" y="1182090"/>
                </a:lnTo>
                <a:cubicBezTo>
                  <a:pt x="1923000" y="1206913"/>
                  <a:pt x="1943182" y="1229381"/>
                  <a:pt x="1967893" y="1249039"/>
                </a:cubicBezTo>
                <a:lnTo>
                  <a:pt x="1985488" y="1259690"/>
                </a:lnTo>
                <a:lnTo>
                  <a:pt x="1988444" y="1258193"/>
                </a:lnTo>
                <a:lnTo>
                  <a:pt x="1928065" y="1190026"/>
                </a:lnTo>
                <a:close/>
                <a:moveTo>
                  <a:pt x="2094871" y="1143259"/>
                </a:moveTo>
                <a:lnTo>
                  <a:pt x="2118925" y="1220526"/>
                </a:lnTo>
                <a:lnTo>
                  <a:pt x="2123652" y="1219903"/>
                </a:lnTo>
                <a:lnTo>
                  <a:pt x="2134977" y="1223269"/>
                </a:lnTo>
                <a:lnTo>
                  <a:pt x="2113088" y="1169224"/>
                </a:lnTo>
                <a:lnTo>
                  <a:pt x="2105334" y="1149532"/>
                </a:lnTo>
                <a:close/>
                <a:moveTo>
                  <a:pt x="1939801" y="1140265"/>
                </a:moveTo>
                <a:lnTo>
                  <a:pt x="1924155" y="1145663"/>
                </a:lnTo>
                <a:lnTo>
                  <a:pt x="1932411" y="1170724"/>
                </a:lnTo>
                <a:lnTo>
                  <a:pt x="2001233" y="1252144"/>
                </a:lnTo>
                <a:lnTo>
                  <a:pt x="2007581" y="1249808"/>
                </a:lnTo>
                <a:lnTo>
                  <a:pt x="1976498" y="1217480"/>
                </a:lnTo>
                <a:cubicBezTo>
                  <a:pt x="1961168" y="1193500"/>
                  <a:pt x="1949230" y="1167644"/>
                  <a:pt x="1939844" y="1140430"/>
                </a:cubicBezTo>
                <a:close/>
                <a:moveTo>
                  <a:pt x="1975811" y="1133198"/>
                </a:moveTo>
                <a:lnTo>
                  <a:pt x="1955568" y="1136763"/>
                </a:lnTo>
                <a:lnTo>
                  <a:pt x="1961504" y="1162544"/>
                </a:lnTo>
                <a:cubicBezTo>
                  <a:pt x="1972243" y="1187692"/>
                  <a:pt x="1985697" y="1211267"/>
                  <a:pt x="2002685" y="1232895"/>
                </a:cubicBezTo>
                <a:lnTo>
                  <a:pt x="2016992" y="1246349"/>
                </a:lnTo>
                <a:lnTo>
                  <a:pt x="2024435" y="1243611"/>
                </a:lnTo>
                <a:lnTo>
                  <a:pt x="1988195" y="1175645"/>
                </a:lnTo>
                <a:close/>
                <a:moveTo>
                  <a:pt x="7853645" y="1129894"/>
                </a:moveTo>
                <a:cubicBezTo>
                  <a:pt x="7727220" y="1119549"/>
                  <a:pt x="7621100" y="1161563"/>
                  <a:pt x="7528900" y="1258360"/>
                </a:cubicBezTo>
                <a:cubicBezTo>
                  <a:pt x="7474500" y="1315827"/>
                  <a:pt x="7433987" y="1387083"/>
                  <a:pt x="7403881" y="1459426"/>
                </a:cubicBezTo>
                <a:lnTo>
                  <a:pt x="7390232" y="1498345"/>
                </a:lnTo>
                <a:lnTo>
                  <a:pt x="7428136" y="1415777"/>
                </a:lnTo>
                <a:cubicBezTo>
                  <a:pt x="7447555" y="1380796"/>
                  <a:pt x="7469966" y="1347464"/>
                  <a:pt x="7495825" y="1317359"/>
                </a:cubicBezTo>
                <a:cubicBezTo>
                  <a:pt x="7586238" y="1212261"/>
                  <a:pt x="7691974" y="1163352"/>
                  <a:pt x="7819165" y="1168077"/>
                </a:cubicBezTo>
                <a:cubicBezTo>
                  <a:pt x="7910344" y="1171525"/>
                  <a:pt x="8002544" y="1208558"/>
                  <a:pt x="8080824" y="1244698"/>
                </a:cubicBezTo>
                <a:cubicBezTo>
                  <a:pt x="8134203" y="1268960"/>
                  <a:pt x="8188860" y="1295778"/>
                  <a:pt x="8243388" y="1323745"/>
                </a:cubicBezTo>
                <a:cubicBezTo>
                  <a:pt x="8290254" y="1348007"/>
                  <a:pt x="8337632" y="1373292"/>
                  <a:pt x="8383859" y="1397939"/>
                </a:cubicBezTo>
                <a:cubicBezTo>
                  <a:pt x="8586267" y="1506230"/>
                  <a:pt x="8795568" y="1618351"/>
                  <a:pt x="9029262" y="1671475"/>
                </a:cubicBezTo>
                <a:lnTo>
                  <a:pt x="9040890" y="1673467"/>
                </a:lnTo>
                <a:lnTo>
                  <a:pt x="8887419" y="1626368"/>
                </a:lnTo>
                <a:cubicBezTo>
                  <a:pt x="8718206" y="1562594"/>
                  <a:pt x="8562354" y="1470983"/>
                  <a:pt x="8410166" y="1380954"/>
                </a:cubicBezTo>
                <a:cubicBezTo>
                  <a:pt x="8365088" y="1354392"/>
                  <a:pt x="8318476" y="1326936"/>
                  <a:pt x="8272505" y="1300757"/>
                </a:cubicBezTo>
                <a:cubicBezTo>
                  <a:pt x="8218614" y="1270109"/>
                  <a:pt x="8164342" y="1241249"/>
                  <a:pt x="8111345" y="1214942"/>
                </a:cubicBezTo>
                <a:cubicBezTo>
                  <a:pt x="8039705" y="1179313"/>
                  <a:pt x="7945334" y="1137427"/>
                  <a:pt x="7853645" y="1129894"/>
                </a:cubicBezTo>
                <a:close/>
                <a:moveTo>
                  <a:pt x="2058934" y="1129521"/>
                </a:moveTo>
                <a:lnTo>
                  <a:pt x="2068123" y="1174299"/>
                </a:lnTo>
                <a:lnTo>
                  <a:pt x="2094741" y="1223713"/>
                </a:lnTo>
                <a:lnTo>
                  <a:pt x="2105691" y="1222270"/>
                </a:lnTo>
                <a:lnTo>
                  <a:pt x="2077694" y="1132962"/>
                </a:lnTo>
                <a:lnTo>
                  <a:pt x="2074244" y="1130893"/>
                </a:lnTo>
                <a:close/>
                <a:moveTo>
                  <a:pt x="2013113" y="1126630"/>
                </a:moveTo>
                <a:lnTo>
                  <a:pt x="1988331" y="1130993"/>
                </a:lnTo>
                <a:lnTo>
                  <a:pt x="1998942" y="1167760"/>
                </a:lnTo>
                <a:cubicBezTo>
                  <a:pt x="2008409" y="1192133"/>
                  <a:pt x="2020270" y="1215285"/>
                  <a:pt x="2035317" y="1236749"/>
                </a:cubicBezTo>
                <a:lnTo>
                  <a:pt x="2037473" y="1238817"/>
                </a:lnTo>
                <a:lnTo>
                  <a:pt x="2051007" y="1233841"/>
                </a:lnTo>
                <a:lnTo>
                  <a:pt x="2024510" y="1185891"/>
                </a:lnTo>
                <a:close/>
                <a:moveTo>
                  <a:pt x="2021416" y="1126156"/>
                </a:moveTo>
                <a:lnTo>
                  <a:pt x="2022534" y="1133231"/>
                </a:lnTo>
                <a:lnTo>
                  <a:pt x="2066408" y="1228177"/>
                </a:lnTo>
                <a:lnTo>
                  <a:pt x="2069495" y="1227042"/>
                </a:lnTo>
                <a:lnTo>
                  <a:pt x="2074157" y="1226427"/>
                </a:lnTo>
                <a:lnTo>
                  <a:pt x="2072240" y="1223418"/>
                </a:lnTo>
                <a:lnTo>
                  <a:pt x="2048947" y="1128625"/>
                </a:lnTo>
                <a:close/>
                <a:moveTo>
                  <a:pt x="7794948" y="1074121"/>
                </a:moveTo>
                <a:cubicBezTo>
                  <a:pt x="7704625" y="1081885"/>
                  <a:pt x="7624485" y="1119837"/>
                  <a:pt x="7551886" y="1188891"/>
                </a:cubicBezTo>
                <a:cubicBezTo>
                  <a:pt x="7508308" y="1230266"/>
                  <a:pt x="7472757" y="1280297"/>
                  <a:pt x="7443813" y="1333253"/>
                </a:cubicBezTo>
                <a:lnTo>
                  <a:pt x="7397958" y="1441741"/>
                </a:lnTo>
                <a:lnTo>
                  <a:pt x="7391909" y="1453680"/>
                </a:lnTo>
                <a:lnTo>
                  <a:pt x="7386920" y="1467854"/>
                </a:lnTo>
                <a:lnTo>
                  <a:pt x="7375377" y="1495165"/>
                </a:lnTo>
                <a:lnTo>
                  <a:pt x="7368340" y="1520649"/>
                </a:lnTo>
                <a:lnTo>
                  <a:pt x="7386920" y="1467854"/>
                </a:lnTo>
                <a:lnTo>
                  <a:pt x="7397958" y="1441741"/>
                </a:lnTo>
                <a:lnTo>
                  <a:pt x="7446537" y="1345853"/>
                </a:lnTo>
                <a:cubicBezTo>
                  <a:pt x="7467732" y="1311262"/>
                  <a:pt x="7492059" y="1278570"/>
                  <a:pt x="7519962" y="1249422"/>
                </a:cubicBezTo>
                <a:cubicBezTo>
                  <a:pt x="7615099" y="1149559"/>
                  <a:pt x="7724284" y="1106013"/>
                  <a:pt x="7855432" y="1116867"/>
                </a:cubicBezTo>
                <a:cubicBezTo>
                  <a:pt x="7949804" y="1124530"/>
                  <a:pt x="8045324" y="1167054"/>
                  <a:pt x="8118113" y="1203321"/>
                </a:cubicBezTo>
                <a:cubicBezTo>
                  <a:pt x="8171238" y="1229628"/>
                  <a:pt x="8225766" y="1258617"/>
                  <a:pt x="8280038" y="1289520"/>
                </a:cubicBezTo>
                <a:cubicBezTo>
                  <a:pt x="8326011" y="1315698"/>
                  <a:pt x="8372621" y="1343154"/>
                  <a:pt x="8417701" y="1369716"/>
                </a:cubicBezTo>
                <a:cubicBezTo>
                  <a:pt x="8619340" y="1488606"/>
                  <a:pt x="8827750" y="1611583"/>
                  <a:pt x="9064763" y="1667005"/>
                </a:cubicBezTo>
                <a:lnTo>
                  <a:pt x="9088119" y="1671000"/>
                </a:lnTo>
                <a:lnTo>
                  <a:pt x="8919934" y="1616717"/>
                </a:lnTo>
                <a:cubicBezTo>
                  <a:pt x="8749501" y="1548147"/>
                  <a:pt x="8594440" y="1448061"/>
                  <a:pt x="8443114" y="1350560"/>
                </a:cubicBezTo>
                <a:cubicBezTo>
                  <a:pt x="8398929" y="1321955"/>
                  <a:pt x="8353723" y="1292585"/>
                  <a:pt x="8308133" y="1264490"/>
                </a:cubicBezTo>
                <a:cubicBezTo>
                  <a:pt x="8254498" y="1231160"/>
                  <a:pt x="8200481" y="1200640"/>
                  <a:pt x="8147613" y="1171651"/>
                </a:cubicBezTo>
                <a:cubicBezTo>
                  <a:pt x="8076738" y="1133341"/>
                  <a:pt x="7983389" y="1088262"/>
                  <a:pt x="7888763" y="1076385"/>
                </a:cubicBezTo>
                <a:cubicBezTo>
                  <a:pt x="7856295" y="1072299"/>
                  <a:pt x="7825056" y="1071533"/>
                  <a:pt x="7794948" y="1074121"/>
                </a:cubicBezTo>
                <a:close/>
                <a:moveTo>
                  <a:pt x="2071005" y="1065366"/>
                </a:moveTo>
                <a:lnTo>
                  <a:pt x="2082441" y="1103330"/>
                </a:lnTo>
                <a:lnTo>
                  <a:pt x="2088848" y="1123912"/>
                </a:lnTo>
                <a:lnTo>
                  <a:pt x="2097265" y="1129037"/>
                </a:lnTo>
                <a:lnTo>
                  <a:pt x="2072863" y="1067063"/>
                </a:lnTo>
                <a:close/>
                <a:moveTo>
                  <a:pt x="3185071" y="1039875"/>
                </a:moveTo>
                <a:cubicBezTo>
                  <a:pt x="3107156" y="1042641"/>
                  <a:pt x="3032188" y="1077121"/>
                  <a:pt x="2957577" y="1144067"/>
                </a:cubicBezTo>
                <a:cubicBezTo>
                  <a:pt x="2936889" y="1162840"/>
                  <a:pt x="2917351" y="1182378"/>
                  <a:pt x="2896792" y="1203193"/>
                </a:cubicBezTo>
                <a:cubicBezTo>
                  <a:pt x="2881084" y="1219156"/>
                  <a:pt x="2864738" y="1235629"/>
                  <a:pt x="2847754" y="1251720"/>
                </a:cubicBezTo>
                <a:cubicBezTo>
                  <a:pt x="2803212" y="1295330"/>
                  <a:pt x="2752897" y="1332619"/>
                  <a:pt x="2698216" y="1362565"/>
                </a:cubicBezTo>
                <a:cubicBezTo>
                  <a:pt x="2640751" y="1393405"/>
                  <a:pt x="2565182" y="1417477"/>
                  <a:pt x="2486278" y="1425139"/>
                </a:cubicBezTo>
                <a:lnTo>
                  <a:pt x="2400952" y="1423691"/>
                </a:lnTo>
                <a:lnTo>
                  <a:pt x="2417629" y="1428296"/>
                </a:lnTo>
                <a:cubicBezTo>
                  <a:pt x="2529753" y="1444189"/>
                  <a:pt x="2650551" y="1421275"/>
                  <a:pt x="2736653" y="1383635"/>
                </a:cubicBezTo>
                <a:cubicBezTo>
                  <a:pt x="2788528" y="1360764"/>
                  <a:pt x="2837346" y="1331507"/>
                  <a:pt x="2881978" y="1296543"/>
                </a:cubicBezTo>
                <a:cubicBezTo>
                  <a:pt x="2897941" y="1284412"/>
                  <a:pt x="2913264" y="1271896"/>
                  <a:pt x="2928077" y="1259893"/>
                </a:cubicBezTo>
                <a:cubicBezTo>
                  <a:pt x="2949020" y="1242909"/>
                  <a:pt x="2968816" y="1226818"/>
                  <a:pt x="2989885" y="1211877"/>
                </a:cubicBezTo>
                <a:cubicBezTo>
                  <a:pt x="3053736" y="1166543"/>
                  <a:pt x="3153854" y="1111120"/>
                  <a:pt x="3293429" y="1153773"/>
                </a:cubicBezTo>
                <a:cubicBezTo>
                  <a:pt x="3491494" y="1214048"/>
                  <a:pt x="3654184" y="1488606"/>
                  <a:pt x="3699264" y="1571357"/>
                </a:cubicBezTo>
                <a:cubicBezTo>
                  <a:pt x="3710502" y="1592044"/>
                  <a:pt x="3721612" y="1612476"/>
                  <a:pt x="3732339" y="1632525"/>
                </a:cubicBezTo>
                <a:lnTo>
                  <a:pt x="3764663" y="1691727"/>
                </a:lnTo>
                <a:lnTo>
                  <a:pt x="3718011" y="1551224"/>
                </a:lnTo>
                <a:lnTo>
                  <a:pt x="3717547" y="1548943"/>
                </a:lnTo>
                <a:lnTo>
                  <a:pt x="3672702" y="1457575"/>
                </a:lnTo>
                <a:cubicBezTo>
                  <a:pt x="3584333" y="1284284"/>
                  <a:pt x="3430069" y="1085453"/>
                  <a:pt x="3264062" y="1047653"/>
                </a:cubicBezTo>
                <a:cubicBezTo>
                  <a:pt x="3237339" y="1041555"/>
                  <a:pt x="3211041" y="1038954"/>
                  <a:pt x="3185071" y="1039875"/>
                </a:cubicBezTo>
                <a:close/>
                <a:moveTo>
                  <a:pt x="2039691" y="1036722"/>
                </a:moveTo>
                <a:lnTo>
                  <a:pt x="2041193" y="1043055"/>
                </a:lnTo>
                <a:lnTo>
                  <a:pt x="2056167" y="1116030"/>
                </a:lnTo>
                <a:lnTo>
                  <a:pt x="2072947" y="1117814"/>
                </a:lnTo>
                <a:lnTo>
                  <a:pt x="2069288" y="1106141"/>
                </a:lnTo>
                <a:lnTo>
                  <a:pt x="2051779" y="1047777"/>
                </a:lnTo>
                <a:close/>
                <a:moveTo>
                  <a:pt x="2004789" y="1021052"/>
                </a:moveTo>
                <a:lnTo>
                  <a:pt x="2019221" y="1112289"/>
                </a:lnTo>
                <a:lnTo>
                  <a:pt x="2019916" y="1112175"/>
                </a:lnTo>
                <a:lnTo>
                  <a:pt x="2045578" y="1114903"/>
                </a:lnTo>
                <a:lnTo>
                  <a:pt x="2028551" y="1045609"/>
                </a:lnTo>
                <a:lnTo>
                  <a:pt x="2024167" y="1027050"/>
                </a:lnTo>
                <a:close/>
                <a:moveTo>
                  <a:pt x="7825646" y="1020268"/>
                </a:moveTo>
                <a:cubicBezTo>
                  <a:pt x="7732479" y="1023757"/>
                  <a:pt x="7649226" y="1057902"/>
                  <a:pt x="7573084" y="1123508"/>
                </a:cubicBezTo>
                <a:cubicBezTo>
                  <a:pt x="7480565" y="1203385"/>
                  <a:pt x="7420872" y="1320687"/>
                  <a:pt x="7383016" y="1427735"/>
                </a:cubicBezTo>
                <a:lnTo>
                  <a:pt x="7367703" y="1478079"/>
                </a:lnTo>
                <a:lnTo>
                  <a:pt x="7405014" y="1381225"/>
                </a:lnTo>
                <a:cubicBezTo>
                  <a:pt x="7438520" y="1307685"/>
                  <a:pt x="7483182" y="1235885"/>
                  <a:pt x="7542563" y="1179568"/>
                </a:cubicBezTo>
                <a:cubicBezTo>
                  <a:pt x="7642553" y="1084558"/>
                  <a:pt x="7756336" y="1046631"/>
                  <a:pt x="7890423" y="1063488"/>
                </a:cubicBezTo>
                <a:cubicBezTo>
                  <a:pt x="7987220" y="1076258"/>
                  <a:pt x="8081975" y="1121592"/>
                  <a:pt x="8153997" y="1160286"/>
                </a:cubicBezTo>
                <a:cubicBezTo>
                  <a:pt x="8207122" y="1188762"/>
                  <a:pt x="8261395" y="1220178"/>
                  <a:pt x="8315156" y="1253636"/>
                </a:cubicBezTo>
                <a:cubicBezTo>
                  <a:pt x="8360363" y="1281729"/>
                  <a:pt x="8406207" y="1311228"/>
                  <a:pt x="8450393" y="1339706"/>
                </a:cubicBezTo>
                <a:cubicBezTo>
                  <a:pt x="8600953" y="1436823"/>
                  <a:pt x="8755535" y="1536454"/>
                  <a:pt x="8924645" y="1604605"/>
                </a:cubicBezTo>
                <a:lnTo>
                  <a:pt x="9079691" y="1654761"/>
                </a:lnTo>
                <a:lnTo>
                  <a:pt x="8951403" y="1611386"/>
                </a:lnTo>
                <a:cubicBezTo>
                  <a:pt x="8779838" y="1538195"/>
                  <a:pt x="8625280" y="1429896"/>
                  <a:pt x="8474528" y="1324254"/>
                </a:cubicBezTo>
                <a:cubicBezTo>
                  <a:pt x="8431109" y="1293862"/>
                  <a:pt x="8386286" y="1262320"/>
                  <a:pt x="8341973" y="1232437"/>
                </a:cubicBezTo>
                <a:cubicBezTo>
                  <a:pt x="8288977" y="1196680"/>
                  <a:pt x="8235216" y="1162967"/>
                  <a:pt x="8182220" y="1132575"/>
                </a:cubicBezTo>
                <a:cubicBezTo>
                  <a:pt x="8080059" y="1073193"/>
                  <a:pt x="7997052" y="1039736"/>
                  <a:pt x="7922220" y="1026966"/>
                </a:cubicBezTo>
                <a:cubicBezTo>
                  <a:pt x="7888858" y="1021347"/>
                  <a:pt x="7856702" y="1019104"/>
                  <a:pt x="7825646" y="1020268"/>
                </a:cubicBezTo>
                <a:close/>
                <a:moveTo>
                  <a:pt x="1872644" y="1014443"/>
                </a:moveTo>
                <a:lnTo>
                  <a:pt x="1847427" y="1019564"/>
                </a:lnTo>
                <a:lnTo>
                  <a:pt x="1867142" y="1101008"/>
                </a:lnTo>
                <a:lnTo>
                  <a:pt x="1887817" y="1143610"/>
                </a:lnTo>
                <a:lnTo>
                  <a:pt x="1905635" y="1137538"/>
                </a:lnTo>
                <a:lnTo>
                  <a:pt x="1892596" y="1107028"/>
                </a:lnTo>
                <a:cubicBezTo>
                  <a:pt x="1883655" y="1077678"/>
                  <a:pt x="1877306" y="1046833"/>
                  <a:pt x="1872688" y="1015064"/>
                </a:cubicBezTo>
                <a:close/>
                <a:moveTo>
                  <a:pt x="1914293" y="1010580"/>
                </a:moveTo>
                <a:lnTo>
                  <a:pt x="1891469" y="1010622"/>
                </a:lnTo>
                <a:lnTo>
                  <a:pt x="1886724" y="1011585"/>
                </a:lnTo>
                <a:lnTo>
                  <a:pt x="1891040" y="1045144"/>
                </a:lnTo>
                <a:lnTo>
                  <a:pt x="1919881" y="1132684"/>
                </a:lnTo>
                <a:lnTo>
                  <a:pt x="1936483" y="1127026"/>
                </a:lnTo>
                <a:lnTo>
                  <a:pt x="1918483" y="1055230"/>
                </a:lnTo>
                <a:close/>
                <a:moveTo>
                  <a:pt x="1954668" y="1010506"/>
                </a:moveTo>
                <a:lnTo>
                  <a:pt x="1926505" y="1010557"/>
                </a:lnTo>
                <a:lnTo>
                  <a:pt x="1952476" y="1123330"/>
                </a:lnTo>
                <a:lnTo>
                  <a:pt x="1971990" y="1120101"/>
                </a:lnTo>
                <a:lnTo>
                  <a:pt x="1965360" y="1097375"/>
                </a:lnTo>
                <a:close/>
                <a:moveTo>
                  <a:pt x="1970621" y="1010476"/>
                </a:moveTo>
                <a:lnTo>
                  <a:pt x="1967009" y="1010483"/>
                </a:lnTo>
                <a:lnTo>
                  <a:pt x="1976921" y="1091444"/>
                </a:lnTo>
                <a:lnTo>
                  <a:pt x="1984588" y="1118018"/>
                </a:lnTo>
                <a:lnTo>
                  <a:pt x="2010629" y="1113711"/>
                </a:lnTo>
                <a:lnTo>
                  <a:pt x="1992048" y="1017107"/>
                </a:lnTo>
                <a:close/>
                <a:moveTo>
                  <a:pt x="2023845" y="969879"/>
                </a:moveTo>
                <a:lnTo>
                  <a:pt x="2034814" y="1016149"/>
                </a:lnTo>
                <a:lnTo>
                  <a:pt x="2039574" y="1017694"/>
                </a:lnTo>
                <a:lnTo>
                  <a:pt x="2043984" y="1021793"/>
                </a:lnTo>
                <a:lnTo>
                  <a:pt x="2030977" y="978439"/>
                </a:lnTo>
                <a:close/>
                <a:moveTo>
                  <a:pt x="7857023" y="964099"/>
                </a:moveTo>
                <a:cubicBezTo>
                  <a:pt x="7760942" y="963220"/>
                  <a:pt x="7674576" y="993604"/>
                  <a:pt x="7595176" y="1055954"/>
                </a:cubicBezTo>
                <a:cubicBezTo>
                  <a:pt x="7491739" y="1137045"/>
                  <a:pt x="7409499" y="1277133"/>
                  <a:pt x="7357269" y="1460895"/>
                </a:cubicBezTo>
                <a:lnTo>
                  <a:pt x="7351959" y="1485787"/>
                </a:lnTo>
                <a:lnTo>
                  <a:pt x="7370873" y="1423692"/>
                </a:lnTo>
                <a:cubicBezTo>
                  <a:pt x="7409363" y="1315029"/>
                  <a:pt x="7470157" y="1195788"/>
                  <a:pt x="7564784" y="1114186"/>
                </a:cubicBezTo>
                <a:cubicBezTo>
                  <a:pt x="7669371" y="1023901"/>
                  <a:pt x="7787239" y="991337"/>
                  <a:pt x="7924774" y="1014706"/>
                </a:cubicBezTo>
                <a:cubicBezTo>
                  <a:pt x="8001395" y="1027476"/>
                  <a:pt x="8085294" y="1061573"/>
                  <a:pt x="8189242" y="1121719"/>
                </a:cubicBezTo>
                <a:cubicBezTo>
                  <a:pt x="8242493" y="1152368"/>
                  <a:pt x="8296511" y="1186210"/>
                  <a:pt x="8349891" y="1222221"/>
                </a:cubicBezTo>
                <a:cubicBezTo>
                  <a:pt x="8394331" y="1252103"/>
                  <a:pt x="8439282" y="1283645"/>
                  <a:pt x="8482701" y="1314038"/>
                </a:cubicBezTo>
                <a:cubicBezTo>
                  <a:pt x="8682553" y="1454510"/>
                  <a:pt x="8889302" y="1599195"/>
                  <a:pt x="9132828" y="1658832"/>
                </a:cubicBezTo>
                <a:lnTo>
                  <a:pt x="9146714" y="1661281"/>
                </a:lnTo>
                <a:lnTo>
                  <a:pt x="8983566" y="1603446"/>
                </a:lnTo>
                <a:cubicBezTo>
                  <a:pt x="8810750" y="1525473"/>
                  <a:pt x="8656790" y="1409177"/>
                  <a:pt x="8506708" y="1295395"/>
                </a:cubicBezTo>
                <a:cubicBezTo>
                  <a:pt x="8464184" y="1263214"/>
                  <a:pt x="8420128" y="1229755"/>
                  <a:pt x="8376709" y="1198085"/>
                </a:cubicBezTo>
                <a:cubicBezTo>
                  <a:pt x="8323840" y="1159775"/>
                  <a:pt x="8270334" y="1123637"/>
                  <a:pt x="8217593" y="1091072"/>
                </a:cubicBezTo>
                <a:cubicBezTo>
                  <a:pt x="8116326" y="1028371"/>
                  <a:pt x="8033321" y="991720"/>
                  <a:pt x="7956444" y="975374"/>
                </a:cubicBezTo>
                <a:cubicBezTo>
                  <a:pt x="7922157" y="968160"/>
                  <a:pt x="7889050" y="964393"/>
                  <a:pt x="7857023" y="964099"/>
                </a:cubicBezTo>
                <a:close/>
                <a:moveTo>
                  <a:pt x="1992001" y="931652"/>
                </a:moveTo>
                <a:lnTo>
                  <a:pt x="1999178" y="985591"/>
                </a:lnTo>
                <a:lnTo>
                  <a:pt x="2002346" y="1005617"/>
                </a:lnTo>
                <a:lnTo>
                  <a:pt x="2020495" y="1011503"/>
                </a:lnTo>
                <a:lnTo>
                  <a:pt x="2005448" y="947795"/>
                </a:lnTo>
                <a:close/>
                <a:moveTo>
                  <a:pt x="3155701" y="926365"/>
                </a:moveTo>
                <a:cubicBezTo>
                  <a:pt x="3073585" y="936553"/>
                  <a:pt x="2995601" y="982334"/>
                  <a:pt x="2919267" y="1064893"/>
                </a:cubicBezTo>
                <a:cubicBezTo>
                  <a:pt x="2898069" y="1087752"/>
                  <a:pt x="2878274" y="1111503"/>
                  <a:pt x="2857458" y="1136533"/>
                </a:cubicBezTo>
                <a:cubicBezTo>
                  <a:pt x="2841241" y="1155943"/>
                  <a:pt x="2824512" y="1175992"/>
                  <a:pt x="2807146" y="1195531"/>
                </a:cubicBezTo>
                <a:cubicBezTo>
                  <a:pt x="2763624" y="1246994"/>
                  <a:pt x="2712964" y="1291984"/>
                  <a:pt x="2656713" y="1329106"/>
                </a:cubicBezTo>
                <a:cubicBezTo>
                  <a:pt x="2606430" y="1361343"/>
                  <a:pt x="2541679" y="1387787"/>
                  <a:pt x="2472614" y="1400738"/>
                </a:cubicBezTo>
                <a:lnTo>
                  <a:pt x="2367072" y="1409082"/>
                </a:lnTo>
                <a:lnTo>
                  <a:pt x="2369915" y="1409932"/>
                </a:lnTo>
                <a:cubicBezTo>
                  <a:pt x="2484476" y="1426064"/>
                  <a:pt x="2608122" y="1395703"/>
                  <a:pt x="2691831" y="1350689"/>
                </a:cubicBezTo>
                <a:cubicBezTo>
                  <a:pt x="2745401" y="1321279"/>
                  <a:pt x="2794719" y="1284719"/>
                  <a:pt x="2838432" y="1242015"/>
                </a:cubicBezTo>
                <a:cubicBezTo>
                  <a:pt x="2855416" y="1225925"/>
                  <a:pt x="2871635" y="1209579"/>
                  <a:pt x="2887213" y="1193743"/>
                </a:cubicBezTo>
                <a:cubicBezTo>
                  <a:pt x="2908029" y="1172800"/>
                  <a:pt x="2927567" y="1153007"/>
                  <a:pt x="2948510" y="1134107"/>
                </a:cubicBezTo>
                <a:cubicBezTo>
                  <a:pt x="3050671" y="1041652"/>
                  <a:pt x="3154877" y="1009087"/>
                  <a:pt x="3266356" y="1034500"/>
                </a:cubicBezTo>
                <a:cubicBezTo>
                  <a:pt x="3437221" y="1073449"/>
                  <a:pt x="3594038" y="1275344"/>
                  <a:pt x="3683812" y="1451445"/>
                </a:cubicBezTo>
                <a:lnTo>
                  <a:pt x="3707548" y="1499804"/>
                </a:lnTo>
                <a:lnTo>
                  <a:pt x="3696072" y="1443401"/>
                </a:lnTo>
                <a:lnTo>
                  <a:pt x="3692083" y="1411015"/>
                </a:lnTo>
                <a:lnTo>
                  <a:pt x="3691378" y="1409382"/>
                </a:lnTo>
                <a:cubicBezTo>
                  <a:pt x="3681162" y="1386252"/>
                  <a:pt x="3669956" y="1361543"/>
                  <a:pt x="3658144" y="1336641"/>
                </a:cubicBezTo>
                <a:cubicBezTo>
                  <a:pt x="3576798" y="1165776"/>
                  <a:pt x="3418321" y="956218"/>
                  <a:pt x="3239287" y="927997"/>
                </a:cubicBezTo>
                <a:cubicBezTo>
                  <a:pt x="3210906" y="923527"/>
                  <a:pt x="3183074" y="922969"/>
                  <a:pt x="3155701" y="926365"/>
                </a:cubicBezTo>
                <a:close/>
                <a:moveTo>
                  <a:pt x="1955130" y="910009"/>
                </a:moveTo>
                <a:lnTo>
                  <a:pt x="1956911" y="927997"/>
                </a:lnTo>
                <a:lnTo>
                  <a:pt x="1965320" y="996682"/>
                </a:lnTo>
                <a:lnTo>
                  <a:pt x="1975010" y="996748"/>
                </a:lnTo>
                <a:lnTo>
                  <a:pt x="1989005" y="1001289"/>
                </a:lnTo>
                <a:lnTo>
                  <a:pt x="1986280" y="987123"/>
                </a:lnTo>
                <a:lnTo>
                  <a:pt x="1973401" y="919171"/>
                </a:lnTo>
                <a:close/>
                <a:moveTo>
                  <a:pt x="7888083" y="906954"/>
                </a:moveTo>
                <a:cubicBezTo>
                  <a:pt x="7789193" y="901555"/>
                  <a:pt x="7699572" y="928156"/>
                  <a:pt x="7616630" y="986867"/>
                </a:cubicBezTo>
                <a:cubicBezTo>
                  <a:pt x="7506040" y="1065149"/>
                  <a:pt x="7419970" y="1205108"/>
                  <a:pt x="7361994" y="1391935"/>
                </a:cubicBezTo>
                <a:lnTo>
                  <a:pt x="7352963" y="1431048"/>
                </a:lnTo>
                <a:lnTo>
                  <a:pt x="7389316" y="1325659"/>
                </a:lnTo>
                <a:cubicBezTo>
                  <a:pt x="7440179" y="1203018"/>
                  <a:pt x="7507224" y="1107386"/>
                  <a:pt x="7586621" y="1045227"/>
                </a:cubicBezTo>
                <a:cubicBezTo>
                  <a:pt x="7694401" y="960690"/>
                  <a:pt x="7819676" y="932723"/>
                  <a:pt x="7958871" y="962093"/>
                </a:cubicBezTo>
                <a:cubicBezTo>
                  <a:pt x="8037406" y="978695"/>
                  <a:pt x="8121690" y="1015984"/>
                  <a:pt x="8224360" y="1079579"/>
                </a:cubicBezTo>
                <a:cubicBezTo>
                  <a:pt x="8277486" y="1112143"/>
                  <a:pt x="8331248" y="1148410"/>
                  <a:pt x="8384371" y="1187104"/>
                </a:cubicBezTo>
                <a:cubicBezTo>
                  <a:pt x="8427917" y="1218901"/>
                  <a:pt x="8471974" y="1252231"/>
                  <a:pt x="8514625" y="1284540"/>
                </a:cubicBezTo>
                <a:cubicBezTo>
                  <a:pt x="8713712" y="1435483"/>
                  <a:pt x="8919439" y="1591023"/>
                  <a:pt x="9165902" y="1653980"/>
                </a:cubicBezTo>
                <a:lnTo>
                  <a:pt x="9185059" y="1657318"/>
                </a:lnTo>
                <a:lnTo>
                  <a:pt x="9015255" y="1594830"/>
                </a:lnTo>
                <a:cubicBezTo>
                  <a:pt x="8841254" y="1512223"/>
                  <a:pt x="8688012" y="1387307"/>
                  <a:pt x="8538506" y="1265766"/>
                </a:cubicBezTo>
                <a:cubicBezTo>
                  <a:pt x="8496747" y="1231670"/>
                  <a:pt x="8453583" y="1196426"/>
                  <a:pt x="8410804" y="1162967"/>
                </a:cubicBezTo>
                <a:cubicBezTo>
                  <a:pt x="8358446" y="1121848"/>
                  <a:pt x="8305068" y="1083409"/>
                  <a:pt x="8252455" y="1048930"/>
                </a:cubicBezTo>
                <a:cubicBezTo>
                  <a:pt x="8153742" y="983802"/>
                  <a:pt x="8067926" y="942683"/>
                  <a:pt x="7990156" y="923016"/>
                </a:cubicBezTo>
                <a:cubicBezTo>
                  <a:pt x="7955038" y="914110"/>
                  <a:pt x="7921046" y="908754"/>
                  <a:pt x="7888083" y="906954"/>
                </a:cubicBezTo>
                <a:close/>
                <a:moveTo>
                  <a:pt x="1915693" y="892437"/>
                </a:moveTo>
                <a:lnTo>
                  <a:pt x="1923097" y="995760"/>
                </a:lnTo>
                <a:lnTo>
                  <a:pt x="1923244" y="996394"/>
                </a:lnTo>
                <a:lnTo>
                  <a:pt x="1952957" y="996598"/>
                </a:lnTo>
                <a:lnTo>
                  <a:pt x="1944781" y="930167"/>
                </a:lnTo>
                <a:lnTo>
                  <a:pt x="1942143" y="903494"/>
                </a:lnTo>
                <a:lnTo>
                  <a:pt x="1921967" y="893375"/>
                </a:lnTo>
                <a:close/>
                <a:moveTo>
                  <a:pt x="1875702" y="886471"/>
                </a:moveTo>
                <a:lnTo>
                  <a:pt x="1878934" y="950996"/>
                </a:lnTo>
                <a:lnTo>
                  <a:pt x="1884922" y="997563"/>
                </a:lnTo>
                <a:lnTo>
                  <a:pt x="1891818" y="996179"/>
                </a:lnTo>
                <a:lnTo>
                  <a:pt x="1912954" y="996324"/>
                </a:lnTo>
                <a:lnTo>
                  <a:pt x="1903026" y="890549"/>
                </a:lnTo>
                <a:close/>
                <a:moveTo>
                  <a:pt x="1819715" y="882109"/>
                </a:moveTo>
                <a:lnTo>
                  <a:pt x="1735093" y="889048"/>
                </a:lnTo>
                <a:cubicBezTo>
                  <a:pt x="1589130" y="914588"/>
                  <a:pt x="1426566" y="983293"/>
                  <a:pt x="1286095" y="1082005"/>
                </a:cubicBezTo>
                <a:cubicBezTo>
                  <a:pt x="1199640" y="1142408"/>
                  <a:pt x="1107312" y="1174078"/>
                  <a:pt x="1034141" y="1168715"/>
                </a:cubicBezTo>
                <a:cubicBezTo>
                  <a:pt x="952283" y="1162840"/>
                  <a:pt x="901202" y="1131170"/>
                  <a:pt x="851654" y="1100649"/>
                </a:cubicBezTo>
                <a:cubicBezTo>
                  <a:pt x="833316" y="1088812"/>
                  <a:pt x="814392" y="1077893"/>
                  <a:pt x="794955" y="1067957"/>
                </a:cubicBezTo>
                <a:cubicBezTo>
                  <a:pt x="680024" y="1011514"/>
                  <a:pt x="476723" y="1010364"/>
                  <a:pt x="300368" y="1141386"/>
                </a:cubicBezTo>
                <a:cubicBezTo>
                  <a:pt x="171357" y="1238216"/>
                  <a:pt x="67776" y="1398113"/>
                  <a:pt x="16990" y="1569415"/>
                </a:cubicBezTo>
                <a:lnTo>
                  <a:pt x="8776" y="1613636"/>
                </a:lnTo>
                <a:lnTo>
                  <a:pt x="57974" y="1489212"/>
                </a:lnTo>
                <a:cubicBezTo>
                  <a:pt x="117914" y="1374345"/>
                  <a:pt x="200697" y="1274131"/>
                  <a:pt x="296409" y="1207535"/>
                </a:cubicBezTo>
                <a:cubicBezTo>
                  <a:pt x="492813" y="1072300"/>
                  <a:pt x="723315" y="1089028"/>
                  <a:pt x="849358" y="1175483"/>
                </a:cubicBezTo>
                <a:cubicBezTo>
                  <a:pt x="869803" y="1189963"/>
                  <a:pt x="889496" y="1205466"/>
                  <a:pt x="908355" y="1221966"/>
                </a:cubicBezTo>
                <a:cubicBezTo>
                  <a:pt x="957647" y="1263723"/>
                  <a:pt x="1008599" y="1306760"/>
                  <a:pt x="1092881" y="1319146"/>
                </a:cubicBezTo>
                <a:cubicBezTo>
                  <a:pt x="1168226" y="1330128"/>
                  <a:pt x="1265663" y="1298841"/>
                  <a:pt x="1353776" y="1235374"/>
                </a:cubicBezTo>
                <a:cubicBezTo>
                  <a:pt x="1492460" y="1135511"/>
                  <a:pt x="1652085" y="1055571"/>
                  <a:pt x="1791791" y="1016239"/>
                </a:cubicBezTo>
                <a:lnTo>
                  <a:pt x="1830961" y="1008384"/>
                </a:lnTo>
                <a:lnTo>
                  <a:pt x="1820590" y="910289"/>
                </a:lnTo>
                <a:close/>
                <a:moveTo>
                  <a:pt x="1836975" y="880694"/>
                </a:moveTo>
                <a:lnTo>
                  <a:pt x="1833426" y="880985"/>
                </a:lnTo>
                <a:lnTo>
                  <a:pt x="1834232" y="907388"/>
                </a:lnTo>
                <a:lnTo>
                  <a:pt x="1844459" y="1005677"/>
                </a:lnTo>
                <a:lnTo>
                  <a:pt x="1871645" y="1000224"/>
                </a:lnTo>
                <a:lnTo>
                  <a:pt x="1863525" y="884655"/>
                </a:lnTo>
                <a:close/>
                <a:moveTo>
                  <a:pt x="1983571" y="878497"/>
                </a:moveTo>
                <a:lnTo>
                  <a:pt x="1986456" y="889991"/>
                </a:lnTo>
                <a:lnTo>
                  <a:pt x="1989497" y="912840"/>
                </a:lnTo>
                <a:lnTo>
                  <a:pt x="1996940" y="916651"/>
                </a:lnTo>
                <a:lnTo>
                  <a:pt x="1998554" y="918601"/>
                </a:lnTo>
                <a:lnTo>
                  <a:pt x="1992027" y="890963"/>
                </a:lnTo>
                <a:close/>
                <a:moveTo>
                  <a:pt x="7843937" y="847760"/>
                </a:moveTo>
                <a:cubicBezTo>
                  <a:pt x="7770913" y="852669"/>
                  <a:pt x="7702677" y="876127"/>
                  <a:pt x="7637956" y="918291"/>
                </a:cubicBezTo>
                <a:cubicBezTo>
                  <a:pt x="7522896" y="993253"/>
                  <a:pt x="7429164" y="1132446"/>
                  <a:pt x="7366591" y="1321317"/>
                </a:cubicBezTo>
                <a:lnTo>
                  <a:pt x="7351472" y="1382234"/>
                </a:lnTo>
                <a:lnTo>
                  <a:pt x="7398915" y="1254639"/>
                </a:lnTo>
                <a:cubicBezTo>
                  <a:pt x="7453963" y="1130938"/>
                  <a:pt x="7525387" y="1035809"/>
                  <a:pt x="7609095" y="976523"/>
                </a:cubicBezTo>
                <a:cubicBezTo>
                  <a:pt x="7720707" y="897476"/>
                  <a:pt x="7850962" y="874362"/>
                  <a:pt x="7993731" y="909991"/>
                </a:cubicBezTo>
                <a:cubicBezTo>
                  <a:pt x="8072906" y="930040"/>
                  <a:pt x="8159743" y="971799"/>
                  <a:pt x="8260117" y="1037693"/>
                </a:cubicBezTo>
                <a:cubicBezTo>
                  <a:pt x="8313112" y="1072427"/>
                  <a:pt x="8366619" y="1110993"/>
                  <a:pt x="8419361" y="1152624"/>
                </a:cubicBezTo>
                <a:cubicBezTo>
                  <a:pt x="8462140" y="1186210"/>
                  <a:pt x="8505431" y="1221454"/>
                  <a:pt x="8547062" y="1255679"/>
                </a:cubicBezTo>
                <a:cubicBezTo>
                  <a:pt x="8695610" y="1377027"/>
                  <a:pt x="8847965" y="1500745"/>
                  <a:pt x="9020398" y="1582657"/>
                </a:cubicBezTo>
                <a:lnTo>
                  <a:pt x="9127176" y="1622071"/>
                </a:lnTo>
                <a:lnTo>
                  <a:pt x="9046725" y="1586488"/>
                </a:lnTo>
                <a:cubicBezTo>
                  <a:pt x="8871527" y="1499109"/>
                  <a:pt x="8718884" y="1365597"/>
                  <a:pt x="8570047" y="1235247"/>
                </a:cubicBezTo>
                <a:cubicBezTo>
                  <a:pt x="8529055" y="1199362"/>
                  <a:pt x="8486658" y="1162202"/>
                  <a:pt x="8444772" y="1127083"/>
                </a:cubicBezTo>
                <a:cubicBezTo>
                  <a:pt x="8392798" y="1083282"/>
                  <a:pt x="8339675" y="1042546"/>
                  <a:pt x="8287062" y="1005895"/>
                </a:cubicBezTo>
                <a:cubicBezTo>
                  <a:pt x="8189498" y="937702"/>
                  <a:pt x="8103427" y="893262"/>
                  <a:pt x="8023614" y="869892"/>
                </a:cubicBezTo>
                <a:cubicBezTo>
                  <a:pt x="7987507" y="859294"/>
                  <a:pt x="7952541" y="852335"/>
                  <a:pt x="7918604" y="849028"/>
                </a:cubicBezTo>
                <a:cubicBezTo>
                  <a:pt x="7893151" y="846548"/>
                  <a:pt x="7868278" y="846123"/>
                  <a:pt x="7843937" y="847760"/>
                </a:cubicBezTo>
                <a:close/>
                <a:moveTo>
                  <a:pt x="1946629" y="824042"/>
                </a:moveTo>
                <a:lnTo>
                  <a:pt x="1953594" y="894462"/>
                </a:lnTo>
                <a:lnTo>
                  <a:pt x="1970342" y="903036"/>
                </a:lnTo>
                <a:lnTo>
                  <a:pt x="1958757" y="841921"/>
                </a:lnTo>
                <a:close/>
                <a:moveTo>
                  <a:pt x="3213872" y="809746"/>
                </a:moveTo>
                <a:cubicBezTo>
                  <a:pt x="3095496" y="798508"/>
                  <a:pt x="2982736" y="858145"/>
                  <a:pt x="2879552" y="987123"/>
                </a:cubicBezTo>
                <a:cubicBezTo>
                  <a:pt x="2857843" y="1014068"/>
                  <a:pt x="2836899" y="1043057"/>
                  <a:pt x="2816722" y="1071151"/>
                </a:cubicBezTo>
                <a:cubicBezTo>
                  <a:pt x="2800121" y="1094010"/>
                  <a:pt x="2783009" y="1117762"/>
                  <a:pt x="2765643" y="1140875"/>
                </a:cubicBezTo>
                <a:cubicBezTo>
                  <a:pt x="2722709" y="1199643"/>
                  <a:pt x="2671437" y="1251835"/>
                  <a:pt x="2613423" y="1295778"/>
                </a:cubicBezTo>
                <a:cubicBezTo>
                  <a:pt x="2560849" y="1334496"/>
                  <a:pt x="2493879" y="1365025"/>
                  <a:pt x="2423368" y="1380082"/>
                </a:cubicBezTo>
                <a:lnTo>
                  <a:pt x="2317215" y="1390070"/>
                </a:lnTo>
                <a:lnTo>
                  <a:pt x="2323900" y="1391607"/>
                </a:lnTo>
                <a:cubicBezTo>
                  <a:pt x="2440171" y="1408457"/>
                  <a:pt x="2564705" y="1370770"/>
                  <a:pt x="2648795" y="1316847"/>
                </a:cubicBezTo>
                <a:cubicBezTo>
                  <a:pt x="2704205" y="1281104"/>
                  <a:pt x="2754176" y="1237582"/>
                  <a:pt x="2797186" y="1187613"/>
                </a:cubicBezTo>
                <a:cubicBezTo>
                  <a:pt x="2814552" y="1168203"/>
                  <a:pt x="2831152" y="1148281"/>
                  <a:pt x="2847245" y="1128998"/>
                </a:cubicBezTo>
                <a:cubicBezTo>
                  <a:pt x="2867292" y="1104863"/>
                  <a:pt x="2888108" y="1079833"/>
                  <a:pt x="2909433" y="1056720"/>
                </a:cubicBezTo>
                <a:cubicBezTo>
                  <a:pt x="3014532" y="943194"/>
                  <a:pt x="3123206" y="897092"/>
                  <a:pt x="3241458" y="916248"/>
                </a:cubicBezTo>
                <a:cubicBezTo>
                  <a:pt x="3425600" y="945364"/>
                  <a:pt x="3587525" y="1158881"/>
                  <a:pt x="3670275" y="1332427"/>
                </a:cubicBezTo>
                <a:lnTo>
                  <a:pt x="3686880" y="1368782"/>
                </a:lnTo>
                <a:lnTo>
                  <a:pt x="3678839" y="1303508"/>
                </a:lnTo>
                <a:lnTo>
                  <a:pt x="3671089" y="1283406"/>
                </a:lnTo>
                <a:cubicBezTo>
                  <a:pt x="3661688" y="1260149"/>
                  <a:pt x="3652462" y="1238376"/>
                  <a:pt x="3643203" y="1217241"/>
                </a:cubicBezTo>
                <a:cubicBezTo>
                  <a:pt x="3564666" y="1040503"/>
                  <a:pt x="3405040" y="827752"/>
                  <a:pt x="3213872" y="809746"/>
                </a:cubicBezTo>
                <a:close/>
                <a:moveTo>
                  <a:pt x="1908867" y="798382"/>
                </a:moveTo>
                <a:lnTo>
                  <a:pt x="1914258" y="872448"/>
                </a:lnTo>
                <a:lnTo>
                  <a:pt x="1914750" y="879295"/>
                </a:lnTo>
                <a:lnTo>
                  <a:pt x="1928079" y="881402"/>
                </a:lnTo>
                <a:lnTo>
                  <a:pt x="1940592" y="887807"/>
                </a:lnTo>
                <a:lnTo>
                  <a:pt x="1933973" y="820840"/>
                </a:lnTo>
                <a:lnTo>
                  <a:pt x="1932623" y="814479"/>
                </a:lnTo>
                <a:close/>
                <a:moveTo>
                  <a:pt x="7849111" y="791436"/>
                </a:moveTo>
                <a:cubicBezTo>
                  <a:pt x="7782642" y="796847"/>
                  <a:pt x="7719685" y="817088"/>
                  <a:pt x="7660686" y="852141"/>
                </a:cubicBezTo>
                <a:cubicBezTo>
                  <a:pt x="7538221" y="924932"/>
                  <a:pt x="7441295" y="1060168"/>
                  <a:pt x="7372592" y="1254145"/>
                </a:cubicBezTo>
                <a:lnTo>
                  <a:pt x="7360093" y="1300916"/>
                </a:lnTo>
                <a:lnTo>
                  <a:pt x="7406968" y="1183745"/>
                </a:lnTo>
                <a:cubicBezTo>
                  <a:pt x="7466247" y="1059411"/>
                  <a:pt x="7541957" y="965190"/>
                  <a:pt x="7630167" y="907821"/>
                </a:cubicBezTo>
                <a:cubicBezTo>
                  <a:pt x="7747779" y="831327"/>
                  <a:pt x="7880589" y="814854"/>
                  <a:pt x="8026934" y="857762"/>
                </a:cubicBezTo>
                <a:cubicBezTo>
                  <a:pt x="8108024" y="881513"/>
                  <a:pt x="8195499" y="926592"/>
                  <a:pt x="8294213" y="995679"/>
                </a:cubicBezTo>
                <a:cubicBezTo>
                  <a:pt x="8347208" y="1032585"/>
                  <a:pt x="8400588" y="1073576"/>
                  <a:pt x="8452945" y="1117506"/>
                </a:cubicBezTo>
                <a:cubicBezTo>
                  <a:pt x="8494959" y="1152751"/>
                  <a:pt x="8537355" y="1189913"/>
                  <a:pt x="8578476" y="1225796"/>
                </a:cubicBezTo>
                <a:cubicBezTo>
                  <a:pt x="8775647" y="1398321"/>
                  <a:pt x="8979714" y="1576720"/>
                  <a:pt x="9233072" y="1644018"/>
                </a:cubicBezTo>
                <a:lnTo>
                  <a:pt x="9241551" y="1645476"/>
                </a:lnTo>
                <a:lnTo>
                  <a:pt x="9168827" y="1621080"/>
                </a:lnTo>
                <a:cubicBezTo>
                  <a:pt x="8951896" y="1534327"/>
                  <a:pt x="8773156" y="1367082"/>
                  <a:pt x="8600184" y="1204726"/>
                </a:cubicBezTo>
                <a:cubicBezTo>
                  <a:pt x="8560852" y="1167948"/>
                  <a:pt x="8520243" y="1129892"/>
                  <a:pt x="8480018" y="1093753"/>
                </a:cubicBezTo>
                <a:cubicBezTo>
                  <a:pt x="8427532" y="1046758"/>
                  <a:pt x="8374665" y="1003723"/>
                  <a:pt x="8323072" y="966051"/>
                </a:cubicBezTo>
                <a:cubicBezTo>
                  <a:pt x="8226658" y="894795"/>
                  <a:pt x="8140205" y="846906"/>
                  <a:pt x="8058604" y="819706"/>
                </a:cubicBezTo>
                <a:cubicBezTo>
                  <a:pt x="7985559" y="795444"/>
                  <a:pt x="7915578" y="786025"/>
                  <a:pt x="7849111" y="791436"/>
                </a:cubicBezTo>
                <a:close/>
                <a:moveTo>
                  <a:pt x="1938117" y="780658"/>
                </a:moveTo>
                <a:lnTo>
                  <a:pt x="1943481" y="805767"/>
                </a:lnTo>
                <a:lnTo>
                  <a:pt x="1953165" y="812414"/>
                </a:lnTo>
                <a:lnTo>
                  <a:pt x="1951545" y="803871"/>
                </a:lnTo>
                <a:close/>
                <a:moveTo>
                  <a:pt x="1870006" y="774817"/>
                </a:moveTo>
                <a:lnTo>
                  <a:pt x="1872245" y="817408"/>
                </a:lnTo>
                <a:lnTo>
                  <a:pt x="1875028" y="873016"/>
                </a:lnTo>
                <a:lnTo>
                  <a:pt x="1901776" y="877245"/>
                </a:lnTo>
                <a:lnTo>
                  <a:pt x="1901362" y="872830"/>
                </a:lnTo>
                <a:lnTo>
                  <a:pt x="1895244" y="789150"/>
                </a:lnTo>
                <a:lnTo>
                  <a:pt x="1877063" y="776831"/>
                </a:lnTo>
                <a:close/>
                <a:moveTo>
                  <a:pt x="1829833" y="763359"/>
                </a:moveTo>
                <a:lnTo>
                  <a:pt x="1829848" y="763773"/>
                </a:lnTo>
                <a:lnTo>
                  <a:pt x="1833024" y="867802"/>
                </a:lnTo>
                <a:lnTo>
                  <a:pt x="1839156" y="867345"/>
                </a:lnTo>
                <a:lnTo>
                  <a:pt x="1862569" y="871047"/>
                </a:lnTo>
                <a:lnTo>
                  <a:pt x="1858835" y="817919"/>
                </a:lnTo>
                <a:lnTo>
                  <a:pt x="1856433" y="770945"/>
                </a:lnTo>
                <a:close/>
                <a:moveTo>
                  <a:pt x="1677243" y="747555"/>
                </a:moveTo>
                <a:cubicBezTo>
                  <a:pt x="1524002" y="758410"/>
                  <a:pt x="1354670" y="820217"/>
                  <a:pt x="1211261" y="917525"/>
                </a:cubicBezTo>
                <a:cubicBezTo>
                  <a:pt x="1130681" y="972054"/>
                  <a:pt x="1045251" y="1003979"/>
                  <a:pt x="978207" y="1004872"/>
                </a:cubicBezTo>
                <a:lnTo>
                  <a:pt x="971054" y="1004872"/>
                </a:lnTo>
                <a:cubicBezTo>
                  <a:pt x="899415" y="1004872"/>
                  <a:pt x="851398" y="986612"/>
                  <a:pt x="805042" y="968861"/>
                </a:cubicBezTo>
                <a:cubicBezTo>
                  <a:pt x="785760" y="961583"/>
                  <a:pt x="767626" y="954686"/>
                  <a:pt x="747961" y="949067"/>
                </a:cubicBezTo>
                <a:cubicBezTo>
                  <a:pt x="641842" y="918930"/>
                  <a:pt x="459867" y="930934"/>
                  <a:pt x="296409" y="1063998"/>
                </a:cubicBezTo>
                <a:cubicBezTo>
                  <a:pt x="179849" y="1158913"/>
                  <a:pt x="85127" y="1306768"/>
                  <a:pt x="34383" y="1465324"/>
                </a:cubicBezTo>
                <a:lnTo>
                  <a:pt x="21920" y="1522071"/>
                </a:lnTo>
                <a:lnTo>
                  <a:pt x="72628" y="1397491"/>
                </a:lnTo>
                <a:cubicBezTo>
                  <a:pt x="128865" y="1290414"/>
                  <a:pt x="204847" y="1196234"/>
                  <a:pt x="292322" y="1130659"/>
                </a:cubicBezTo>
                <a:cubicBezTo>
                  <a:pt x="473022" y="996063"/>
                  <a:pt x="682706" y="997594"/>
                  <a:pt x="800830" y="1055954"/>
                </a:cubicBezTo>
                <a:cubicBezTo>
                  <a:pt x="821133" y="1065914"/>
                  <a:pt x="840289" y="1077790"/>
                  <a:pt x="858806" y="1089157"/>
                </a:cubicBezTo>
                <a:cubicBezTo>
                  <a:pt x="907205" y="1118911"/>
                  <a:pt x="956497" y="1149304"/>
                  <a:pt x="1034906" y="1155305"/>
                </a:cubicBezTo>
                <a:cubicBezTo>
                  <a:pt x="1105397" y="1160286"/>
                  <a:pt x="1194150" y="1129765"/>
                  <a:pt x="1277539" y="1070895"/>
                </a:cubicBezTo>
                <a:cubicBezTo>
                  <a:pt x="1419543" y="971544"/>
                  <a:pt x="1585427" y="900286"/>
                  <a:pt x="1732921" y="875257"/>
                </a:cubicBezTo>
                <a:lnTo>
                  <a:pt x="1819303" y="868824"/>
                </a:lnTo>
                <a:lnTo>
                  <a:pt x="1816056" y="764284"/>
                </a:lnTo>
                <a:lnTo>
                  <a:pt x="1815894" y="759383"/>
                </a:lnTo>
                <a:lnTo>
                  <a:pt x="1786373" y="750963"/>
                </a:lnTo>
                <a:cubicBezTo>
                  <a:pt x="1752915" y="746015"/>
                  <a:pt x="1716383" y="744810"/>
                  <a:pt x="1677243" y="747555"/>
                </a:cubicBezTo>
                <a:close/>
                <a:moveTo>
                  <a:pt x="7876821" y="730380"/>
                </a:moveTo>
                <a:cubicBezTo>
                  <a:pt x="7808309" y="733093"/>
                  <a:pt x="7743182" y="751068"/>
                  <a:pt x="7681886" y="784333"/>
                </a:cubicBezTo>
                <a:cubicBezTo>
                  <a:pt x="7554184" y="853803"/>
                  <a:pt x="7451129" y="988655"/>
                  <a:pt x="7377062" y="1185444"/>
                </a:cubicBezTo>
                <a:cubicBezTo>
                  <a:pt x="7342545" y="1279828"/>
                  <a:pt x="7315216" y="1376689"/>
                  <a:pt x="7295333" y="1475198"/>
                </a:cubicBezTo>
                <a:cubicBezTo>
                  <a:pt x="7287033" y="1515041"/>
                  <a:pt x="7279115" y="1555266"/>
                  <a:pt x="7271069" y="1595492"/>
                </a:cubicBezTo>
                <a:cubicBezTo>
                  <a:pt x="7232759" y="1786151"/>
                  <a:pt x="7194449" y="1983193"/>
                  <a:pt x="7108122" y="2149334"/>
                </a:cubicBezTo>
                <a:cubicBezTo>
                  <a:pt x="7083694" y="2196123"/>
                  <a:pt x="7055101" y="2240614"/>
                  <a:pt x="7022691" y="2282270"/>
                </a:cubicBezTo>
                <a:cubicBezTo>
                  <a:pt x="6911846" y="2424018"/>
                  <a:pt x="6747110" y="2505109"/>
                  <a:pt x="6593358" y="2505109"/>
                </a:cubicBezTo>
                <a:cubicBezTo>
                  <a:pt x="6533965" y="2505671"/>
                  <a:pt x="6475248" y="2492568"/>
                  <a:pt x="6421727" y="2466798"/>
                </a:cubicBezTo>
                <a:lnTo>
                  <a:pt x="6331814" y="2404975"/>
                </a:lnTo>
                <a:lnTo>
                  <a:pt x="6347150" y="2423635"/>
                </a:lnTo>
                <a:cubicBezTo>
                  <a:pt x="6372921" y="2447950"/>
                  <a:pt x="6402037" y="2468470"/>
                  <a:pt x="6433605" y="2484548"/>
                </a:cubicBezTo>
                <a:cubicBezTo>
                  <a:pt x="6612387" y="2575982"/>
                  <a:pt x="6861149" y="2507407"/>
                  <a:pt x="7012091" y="2325049"/>
                </a:cubicBezTo>
                <a:cubicBezTo>
                  <a:pt x="7044540" y="2285717"/>
                  <a:pt x="7073221" y="2243434"/>
                  <a:pt x="7097779" y="2198753"/>
                </a:cubicBezTo>
                <a:cubicBezTo>
                  <a:pt x="7188319" y="2032741"/>
                  <a:pt x="7226885" y="1831101"/>
                  <a:pt x="7263791" y="1635973"/>
                </a:cubicBezTo>
                <a:cubicBezTo>
                  <a:pt x="7270048" y="1603536"/>
                  <a:pt x="7276561" y="1571101"/>
                  <a:pt x="7282690" y="1538920"/>
                </a:cubicBezTo>
                <a:cubicBezTo>
                  <a:pt x="7301462" y="1441088"/>
                  <a:pt x="7327066" y="1344699"/>
                  <a:pt x="7359311" y="1250442"/>
                </a:cubicBezTo>
                <a:cubicBezTo>
                  <a:pt x="7429163" y="1053399"/>
                  <a:pt x="7528132" y="915737"/>
                  <a:pt x="7653024" y="841798"/>
                </a:cubicBezTo>
                <a:cubicBezTo>
                  <a:pt x="7774469" y="769647"/>
                  <a:pt x="7912130" y="758410"/>
                  <a:pt x="8061669" y="808212"/>
                </a:cubicBezTo>
                <a:cubicBezTo>
                  <a:pt x="8144674" y="835925"/>
                  <a:pt x="8232405" y="884833"/>
                  <a:pt x="8329841" y="956475"/>
                </a:cubicBezTo>
                <a:cubicBezTo>
                  <a:pt x="8381687" y="994785"/>
                  <a:pt x="8434940" y="1038075"/>
                  <a:pt x="8487807" y="1085452"/>
                </a:cubicBezTo>
                <a:cubicBezTo>
                  <a:pt x="8528034" y="1121719"/>
                  <a:pt x="8568771" y="1159775"/>
                  <a:pt x="8608103" y="1196553"/>
                </a:cubicBezTo>
                <a:cubicBezTo>
                  <a:pt x="8806039" y="1379165"/>
                  <a:pt x="9009850" y="1570717"/>
                  <a:pt x="9267807" y="1640187"/>
                </a:cubicBezTo>
                <a:lnTo>
                  <a:pt x="9279757" y="1642246"/>
                </a:lnTo>
                <a:lnTo>
                  <a:pt x="9201751" y="1615309"/>
                </a:lnTo>
                <a:cubicBezTo>
                  <a:pt x="8982821" y="1524635"/>
                  <a:pt x="8805003" y="1347640"/>
                  <a:pt x="8632365" y="1176121"/>
                </a:cubicBezTo>
                <a:cubicBezTo>
                  <a:pt x="8594055" y="1137811"/>
                  <a:pt x="8553574" y="1097585"/>
                  <a:pt x="8513986" y="1059657"/>
                </a:cubicBezTo>
                <a:cubicBezTo>
                  <a:pt x="8464222" y="1012038"/>
                  <a:pt x="8412093" y="966947"/>
                  <a:pt x="8357808" y="924550"/>
                </a:cubicBezTo>
                <a:cubicBezTo>
                  <a:pt x="8263820" y="851249"/>
                  <a:pt x="8174429" y="798636"/>
                  <a:pt x="8092062" y="767987"/>
                </a:cubicBezTo>
                <a:cubicBezTo>
                  <a:pt x="8017229" y="740212"/>
                  <a:pt x="7945332" y="727666"/>
                  <a:pt x="7876821" y="730380"/>
                </a:cubicBezTo>
                <a:close/>
                <a:moveTo>
                  <a:pt x="1899995" y="718561"/>
                </a:moveTo>
                <a:lnTo>
                  <a:pt x="1905081" y="746342"/>
                </a:lnTo>
                <a:lnTo>
                  <a:pt x="1907613" y="781144"/>
                </a:lnTo>
                <a:lnTo>
                  <a:pt x="1928604" y="795553"/>
                </a:lnTo>
                <a:lnTo>
                  <a:pt x="1918094" y="746051"/>
                </a:lnTo>
                <a:lnTo>
                  <a:pt x="1904239" y="722105"/>
                </a:lnTo>
                <a:close/>
                <a:moveTo>
                  <a:pt x="3189102" y="691238"/>
                </a:moveTo>
                <a:cubicBezTo>
                  <a:pt x="3063954" y="686513"/>
                  <a:pt x="2946471" y="759942"/>
                  <a:pt x="2840350" y="909097"/>
                </a:cubicBezTo>
                <a:cubicBezTo>
                  <a:pt x="2818002" y="940767"/>
                  <a:pt x="2796419" y="974480"/>
                  <a:pt x="2775476" y="1007044"/>
                </a:cubicBezTo>
                <a:cubicBezTo>
                  <a:pt x="2758875" y="1032585"/>
                  <a:pt x="2741635" y="1059912"/>
                  <a:pt x="2724397" y="1085963"/>
                </a:cubicBezTo>
                <a:cubicBezTo>
                  <a:pt x="2682009" y="1151921"/>
                  <a:pt x="2630407" y="1211480"/>
                  <a:pt x="2571154" y="1262829"/>
                </a:cubicBezTo>
                <a:cubicBezTo>
                  <a:pt x="2517911" y="1306966"/>
                  <a:pt x="2450148" y="1342084"/>
                  <a:pt x="2378742" y="1359873"/>
                </a:cubicBezTo>
                <a:lnTo>
                  <a:pt x="2285753" y="1370715"/>
                </a:lnTo>
                <a:lnTo>
                  <a:pt x="2289858" y="1373482"/>
                </a:lnTo>
                <a:lnTo>
                  <a:pt x="2361761" y="1375700"/>
                </a:lnTo>
                <a:cubicBezTo>
                  <a:pt x="2450879" y="1368517"/>
                  <a:pt x="2539410" y="1333266"/>
                  <a:pt x="2604994" y="1284922"/>
                </a:cubicBezTo>
                <a:cubicBezTo>
                  <a:pt x="2661910" y="1241696"/>
                  <a:pt x="2712251" y="1190423"/>
                  <a:pt x="2754404" y="1132702"/>
                </a:cubicBezTo>
                <a:cubicBezTo>
                  <a:pt x="2772155" y="1109716"/>
                  <a:pt x="2789139" y="1086092"/>
                  <a:pt x="2805485" y="1063233"/>
                </a:cubicBezTo>
                <a:cubicBezTo>
                  <a:pt x="2825790" y="1035011"/>
                  <a:pt x="2846734" y="1005895"/>
                  <a:pt x="2869335" y="978695"/>
                </a:cubicBezTo>
                <a:cubicBezTo>
                  <a:pt x="2975457" y="846013"/>
                  <a:pt x="3092047" y="784717"/>
                  <a:pt x="3215405" y="796338"/>
                </a:cubicBezTo>
                <a:cubicBezTo>
                  <a:pt x="3412446" y="814981"/>
                  <a:pt x="3575777" y="1031690"/>
                  <a:pt x="3655717" y="1211750"/>
                </a:cubicBezTo>
                <a:lnTo>
                  <a:pt x="3672392" y="1251174"/>
                </a:lnTo>
                <a:lnTo>
                  <a:pt x="3666102" y="1200113"/>
                </a:lnTo>
                <a:lnTo>
                  <a:pt x="3628902" y="1097457"/>
                </a:lnTo>
                <a:cubicBezTo>
                  <a:pt x="3547044" y="900286"/>
                  <a:pt x="3379373" y="698134"/>
                  <a:pt x="3189102" y="691238"/>
                </a:cubicBezTo>
                <a:close/>
                <a:moveTo>
                  <a:pt x="1865541" y="689799"/>
                </a:moveTo>
                <a:lnTo>
                  <a:pt x="1869255" y="760522"/>
                </a:lnTo>
                <a:lnTo>
                  <a:pt x="1883657" y="764699"/>
                </a:lnTo>
                <a:lnTo>
                  <a:pt x="1893975" y="771781"/>
                </a:lnTo>
                <a:lnTo>
                  <a:pt x="1892230" y="747906"/>
                </a:lnTo>
                <a:lnTo>
                  <a:pt x="1884493" y="705621"/>
                </a:lnTo>
                <a:close/>
                <a:moveTo>
                  <a:pt x="1892999" y="680357"/>
                </a:moveTo>
                <a:lnTo>
                  <a:pt x="1896338" y="698594"/>
                </a:lnTo>
                <a:lnTo>
                  <a:pt x="1907017" y="707570"/>
                </a:lnTo>
                <a:close/>
                <a:moveTo>
                  <a:pt x="7904996" y="668301"/>
                </a:moveTo>
                <a:cubicBezTo>
                  <a:pt x="7834425" y="668316"/>
                  <a:pt x="7767127" y="684023"/>
                  <a:pt x="7703595" y="715374"/>
                </a:cubicBezTo>
                <a:cubicBezTo>
                  <a:pt x="7570148" y="781523"/>
                  <a:pt x="7461857" y="916121"/>
                  <a:pt x="7382043" y="1115590"/>
                </a:cubicBezTo>
                <a:cubicBezTo>
                  <a:pt x="7345265" y="1210791"/>
                  <a:pt x="7316059" y="1308739"/>
                  <a:pt x="7294695" y="1408537"/>
                </a:cubicBezTo>
                <a:cubicBezTo>
                  <a:pt x="7284096" y="1456169"/>
                  <a:pt x="7274136" y="1505207"/>
                  <a:pt x="7264558" y="1552584"/>
                </a:cubicBezTo>
                <a:cubicBezTo>
                  <a:pt x="7226247" y="1737751"/>
                  <a:pt x="7187937" y="1929175"/>
                  <a:pt x="7106719" y="2093144"/>
                </a:cubicBezTo>
                <a:cubicBezTo>
                  <a:pt x="7082891" y="2141338"/>
                  <a:pt x="7054912" y="2187361"/>
                  <a:pt x="7023074" y="2230678"/>
                </a:cubicBezTo>
                <a:cubicBezTo>
                  <a:pt x="6911591" y="2383025"/>
                  <a:pt x="6736514" y="2472161"/>
                  <a:pt x="6576248" y="2472161"/>
                </a:cubicBezTo>
                <a:cubicBezTo>
                  <a:pt x="6505852" y="2473455"/>
                  <a:pt x="6437139" y="2454232"/>
                  <a:pt x="6378175" y="2417581"/>
                </a:cubicBezTo>
                <a:lnTo>
                  <a:pt x="6325385" y="2377241"/>
                </a:lnTo>
                <a:lnTo>
                  <a:pt x="6339360" y="2394264"/>
                </a:lnTo>
                <a:cubicBezTo>
                  <a:pt x="6365680" y="2418745"/>
                  <a:pt x="6395461" y="2439227"/>
                  <a:pt x="6427730" y="2455050"/>
                </a:cubicBezTo>
                <a:cubicBezTo>
                  <a:pt x="6610471" y="2544441"/>
                  <a:pt x="6861914" y="2466798"/>
                  <a:pt x="7012091" y="2273970"/>
                </a:cubicBezTo>
                <a:cubicBezTo>
                  <a:pt x="7044004" y="2232977"/>
                  <a:pt x="7072137" y="2189163"/>
                  <a:pt x="7096119" y="2143075"/>
                </a:cubicBezTo>
                <a:cubicBezTo>
                  <a:pt x="7181551" y="1978725"/>
                  <a:pt x="7220372" y="1782575"/>
                  <a:pt x="7257916" y="1592938"/>
                </a:cubicBezTo>
                <a:cubicBezTo>
                  <a:pt x="7265834" y="1552584"/>
                  <a:pt x="7273917" y="1512397"/>
                  <a:pt x="7282180" y="1472388"/>
                </a:cubicBezTo>
                <a:cubicBezTo>
                  <a:pt x="7302254" y="1373203"/>
                  <a:pt x="7329749" y="1275665"/>
                  <a:pt x="7364419" y="1180591"/>
                </a:cubicBezTo>
                <a:cubicBezTo>
                  <a:pt x="7439762" y="980993"/>
                  <a:pt x="7544350" y="843587"/>
                  <a:pt x="7675500" y="771947"/>
                </a:cubicBezTo>
                <a:cubicBezTo>
                  <a:pt x="7801541" y="703626"/>
                  <a:pt x="7943673" y="697880"/>
                  <a:pt x="8096914" y="754835"/>
                </a:cubicBezTo>
                <a:cubicBezTo>
                  <a:pt x="8180430" y="785994"/>
                  <a:pt x="8271099" y="839245"/>
                  <a:pt x="8366108" y="913312"/>
                </a:cubicBezTo>
                <a:cubicBezTo>
                  <a:pt x="8418210" y="953793"/>
                  <a:pt x="8471078" y="999638"/>
                  <a:pt x="8523436" y="1049441"/>
                </a:cubicBezTo>
                <a:cubicBezTo>
                  <a:pt x="8563152" y="1087752"/>
                  <a:pt x="8603249" y="1127467"/>
                  <a:pt x="8642071" y="1166033"/>
                </a:cubicBezTo>
                <a:cubicBezTo>
                  <a:pt x="8838092" y="1361288"/>
                  <a:pt x="9040882" y="1563184"/>
                  <a:pt x="9301904" y="1635591"/>
                </a:cubicBezTo>
                <a:lnTo>
                  <a:pt x="9313340" y="1637595"/>
                </a:lnTo>
                <a:lnTo>
                  <a:pt x="9234193" y="1609489"/>
                </a:lnTo>
                <a:cubicBezTo>
                  <a:pt x="9013139" y="1514793"/>
                  <a:pt x="8836816" y="1327910"/>
                  <a:pt x="8665185" y="1146111"/>
                </a:cubicBezTo>
                <a:cubicBezTo>
                  <a:pt x="8626875" y="1105757"/>
                  <a:pt x="8587416" y="1063998"/>
                  <a:pt x="8548338" y="1024283"/>
                </a:cubicBezTo>
                <a:cubicBezTo>
                  <a:pt x="8499034" y="974161"/>
                  <a:pt x="8447110" y="926668"/>
                  <a:pt x="8392799" y="882024"/>
                </a:cubicBezTo>
                <a:cubicBezTo>
                  <a:pt x="8299832" y="805403"/>
                  <a:pt x="8210058" y="749726"/>
                  <a:pt x="8126031" y="715374"/>
                </a:cubicBezTo>
                <a:cubicBezTo>
                  <a:pt x="8049411" y="683960"/>
                  <a:pt x="7975568" y="668285"/>
                  <a:pt x="7904996" y="668301"/>
                </a:cubicBezTo>
                <a:close/>
                <a:moveTo>
                  <a:pt x="1826552" y="659134"/>
                </a:moveTo>
                <a:lnTo>
                  <a:pt x="1829381" y="748959"/>
                </a:lnTo>
                <a:lnTo>
                  <a:pt x="1855698" y="756590"/>
                </a:lnTo>
                <a:lnTo>
                  <a:pt x="1851688" y="678234"/>
                </a:lnTo>
                <a:lnTo>
                  <a:pt x="1830916" y="660894"/>
                </a:lnTo>
                <a:close/>
                <a:moveTo>
                  <a:pt x="1854962" y="613361"/>
                </a:moveTo>
                <a:lnTo>
                  <a:pt x="1864199" y="671582"/>
                </a:lnTo>
                <a:lnTo>
                  <a:pt x="1880819" y="685552"/>
                </a:lnTo>
                <a:lnTo>
                  <a:pt x="1872635" y="640830"/>
                </a:lnTo>
                <a:lnTo>
                  <a:pt x="1862043" y="620271"/>
                </a:lnTo>
                <a:close/>
                <a:moveTo>
                  <a:pt x="7933825" y="607467"/>
                </a:moveTo>
                <a:cubicBezTo>
                  <a:pt x="7861275" y="604818"/>
                  <a:pt x="7791965" y="618386"/>
                  <a:pt x="7726454" y="648204"/>
                </a:cubicBezTo>
                <a:cubicBezTo>
                  <a:pt x="7587132" y="710777"/>
                  <a:pt x="7473222" y="845119"/>
                  <a:pt x="7388045" y="1047398"/>
                </a:cubicBezTo>
                <a:cubicBezTo>
                  <a:pt x="7348917" y="1143366"/>
                  <a:pt x="7317822" y="1242424"/>
                  <a:pt x="7295079" y="1343538"/>
                </a:cubicBezTo>
                <a:cubicBezTo>
                  <a:pt x="7282308" y="1399088"/>
                  <a:pt x="7270305" y="1456298"/>
                  <a:pt x="7258811" y="1511720"/>
                </a:cubicBezTo>
                <a:cubicBezTo>
                  <a:pt x="7221395" y="1691269"/>
                  <a:pt x="7182191" y="1877073"/>
                  <a:pt x="7106464" y="2038744"/>
                </a:cubicBezTo>
                <a:cubicBezTo>
                  <a:pt x="7083018" y="2088343"/>
                  <a:pt x="7055472" y="2135885"/>
                  <a:pt x="7024097" y="2180875"/>
                </a:cubicBezTo>
                <a:cubicBezTo>
                  <a:pt x="6922574" y="2326710"/>
                  <a:pt x="6741366" y="2441642"/>
                  <a:pt x="6564372" y="2441769"/>
                </a:cubicBezTo>
                <a:cubicBezTo>
                  <a:pt x="6511580" y="2441998"/>
                  <a:pt x="6459338" y="2430991"/>
                  <a:pt x="6411131" y="2409461"/>
                </a:cubicBezTo>
                <a:lnTo>
                  <a:pt x="6319225" y="2348844"/>
                </a:lnTo>
                <a:lnTo>
                  <a:pt x="6332083" y="2364509"/>
                </a:lnTo>
                <a:cubicBezTo>
                  <a:pt x="6358823" y="2389283"/>
                  <a:pt x="6389242" y="2409792"/>
                  <a:pt x="6422240" y="2425295"/>
                </a:cubicBezTo>
                <a:cubicBezTo>
                  <a:pt x="6606002" y="2511621"/>
                  <a:pt x="6865364" y="2422740"/>
                  <a:pt x="7012731" y="2222761"/>
                </a:cubicBezTo>
                <a:cubicBezTo>
                  <a:pt x="7043992" y="2179981"/>
                  <a:pt x="7071550" y="2134609"/>
                  <a:pt x="7095098" y="2087141"/>
                </a:cubicBezTo>
                <a:cubicBezTo>
                  <a:pt x="7175421" y="1924705"/>
                  <a:pt x="7214244" y="1734175"/>
                  <a:pt x="7251660" y="1549902"/>
                </a:cubicBezTo>
                <a:cubicBezTo>
                  <a:pt x="7261365" y="1502525"/>
                  <a:pt x="7271325" y="1453359"/>
                  <a:pt x="7281925" y="1405600"/>
                </a:cubicBezTo>
                <a:cubicBezTo>
                  <a:pt x="7303443" y="1305112"/>
                  <a:pt x="7332866" y="1206475"/>
                  <a:pt x="7369912" y="1110609"/>
                </a:cubicBezTo>
                <a:cubicBezTo>
                  <a:pt x="7451002" y="907948"/>
                  <a:pt x="7561464" y="771052"/>
                  <a:pt x="7698104" y="703370"/>
                </a:cubicBezTo>
                <a:cubicBezTo>
                  <a:pt x="7828743" y="638625"/>
                  <a:pt x="7974577" y="638497"/>
                  <a:pt x="8131394" y="703370"/>
                </a:cubicBezTo>
                <a:cubicBezTo>
                  <a:pt x="8216827" y="738361"/>
                  <a:pt x="8307750" y="795188"/>
                  <a:pt x="8401739" y="872192"/>
                </a:cubicBezTo>
                <a:cubicBezTo>
                  <a:pt x="8456393" y="917143"/>
                  <a:pt x="8508650" y="964916"/>
                  <a:pt x="8558300" y="1015345"/>
                </a:cubicBezTo>
                <a:cubicBezTo>
                  <a:pt x="8597504" y="1055187"/>
                  <a:pt x="8637091" y="1096946"/>
                  <a:pt x="8675274" y="1137427"/>
                </a:cubicBezTo>
                <a:cubicBezTo>
                  <a:pt x="8870274" y="1343409"/>
                  <a:pt x="9071786" y="1556542"/>
                  <a:pt x="9335873" y="1631248"/>
                </a:cubicBezTo>
                <a:lnTo>
                  <a:pt x="9350389" y="1633804"/>
                </a:lnTo>
                <a:lnTo>
                  <a:pt x="9266285" y="1603114"/>
                </a:lnTo>
                <a:cubicBezTo>
                  <a:pt x="9043572" y="1504557"/>
                  <a:pt x="8867849" y="1307813"/>
                  <a:pt x="8697111" y="1116740"/>
                </a:cubicBezTo>
                <a:cubicBezTo>
                  <a:pt x="8658801" y="1074598"/>
                  <a:pt x="8620491" y="1030925"/>
                  <a:pt x="8582180" y="989039"/>
                </a:cubicBezTo>
                <a:cubicBezTo>
                  <a:pt x="8533820" y="936923"/>
                  <a:pt x="8482612" y="887516"/>
                  <a:pt x="8428811" y="841032"/>
                </a:cubicBezTo>
                <a:cubicBezTo>
                  <a:pt x="8348345" y="769520"/>
                  <a:pt x="8258036" y="709908"/>
                  <a:pt x="8160639" y="664039"/>
                </a:cubicBezTo>
                <a:cubicBezTo>
                  <a:pt x="8082166" y="628985"/>
                  <a:pt x="8006376" y="610116"/>
                  <a:pt x="7933825" y="607467"/>
                </a:cubicBezTo>
                <a:close/>
                <a:moveTo>
                  <a:pt x="1617864" y="607084"/>
                </a:moveTo>
                <a:cubicBezTo>
                  <a:pt x="1460278" y="604146"/>
                  <a:pt x="1279965" y="658802"/>
                  <a:pt x="1135536" y="753430"/>
                </a:cubicBezTo>
                <a:cubicBezTo>
                  <a:pt x="1059680" y="803106"/>
                  <a:pt x="983697" y="834392"/>
                  <a:pt x="921507" y="841416"/>
                </a:cubicBezTo>
                <a:cubicBezTo>
                  <a:pt x="868851" y="847035"/>
                  <a:pt x="815679" y="845579"/>
                  <a:pt x="763413" y="837075"/>
                </a:cubicBezTo>
                <a:cubicBezTo>
                  <a:pt x="742853" y="834392"/>
                  <a:pt x="723443" y="831838"/>
                  <a:pt x="702627" y="830689"/>
                </a:cubicBezTo>
                <a:cubicBezTo>
                  <a:pt x="595996" y="824559"/>
                  <a:pt x="432411" y="862615"/>
                  <a:pt x="293982" y="987123"/>
                </a:cubicBezTo>
                <a:cubicBezTo>
                  <a:pt x="191789" y="1078973"/>
                  <a:pt x="104610" y="1217441"/>
                  <a:pt x="53400" y="1363523"/>
                </a:cubicBezTo>
                <a:lnTo>
                  <a:pt x="37428" y="1424664"/>
                </a:lnTo>
                <a:lnTo>
                  <a:pt x="87760" y="1305115"/>
                </a:lnTo>
                <a:cubicBezTo>
                  <a:pt x="140357" y="1205715"/>
                  <a:pt x="209508" y="1117506"/>
                  <a:pt x="288491" y="1053144"/>
                </a:cubicBezTo>
                <a:cubicBezTo>
                  <a:pt x="455908" y="916887"/>
                  <a:pt x="642862" y="904754"/>
                  <a:pt x="752176" y="935786"/>
                </a:cubicBezTo>
                <a:cubicBezTo>
                  <a:pt x="772349" y="941532"/>
                  <a:pt x="791633" y="948556"/>
                  <a:pt x="810279" y="955964"/>
                </a:cubicBezTo>
                <a:cubicBezTo>
                  <a:pt x="856888" y="973713"/>
                  <a:pt x="905160" y="992102"/>
                  <a:pt x="977440" y="990953"/>
                </a:cubicBezTo>
                <a:cubicBezTo>
                  <a:pt x="1042439" y="990059"/>
                  <a:pt x="1124679" y="959028"/>
                  <a:pt x="1203216" y="905776"/>
                </a:cubicBezTo>
                <a:cubicBezTo>
                  <a:pt x="1348412" y="807319"/>
                  <a:pt x="1520682" y="744618"/>
                  <a:pt x="1675712" y="733635"/>
                </a:cubicBezTo>
                <a:cubicBezTo>
                  <a:pt x="1716416" y="730762"/>
                  <a:pt x="1754415" y="732063"/>
                  <a:pt x="1789233" y="737315"/>
                </a:cubicBezTo>
                <a:lnTo>
                  <a:pt x="1815417" y="744909"/>
                </a:lnTo>
                <a:lnTo>
                  <a:pt x="1812393" y="653418"/>
                </a:lnTo>
                <a:lnTo>
                  <a:pt x="1734488" y="621975"/>
                </a:lnTo>
                <a:cubicBezTo>
                  <a:pt x="1698819" y="612910"/>
                  <a:pt x="1659781" y="607851"/>
                  <a:pt x="1617864" y="607084"/>
                </a:cubicBezTo>
                <a:close/>
                <a:moveTo>
                  <a:pt x="1850521" y="585375"/>
                </a:moveTo>
                <a:lnTo>
                  <a:pt x="1851449" y="591206"/>
                </a:lnTo>
                <a:lnTo>
                  <a:pt x="1854610" y="594308"/>
                </a:lnTo>
                <a:close/>
                <a:moveTo>
                  <a:pt x="1821388" y="580601"/>
                </a:moveTo>
                <a:lnTo>
                  <a:pt x="1824852" y="605137"/>
                </a:lnTo>
                <a:lnTo>
                  <a:pt x="1826103" y="644828"/>
                </a:lnTo>
                <a:lnTo>
                  <a:pt x="1838242" y="649769"/>
                </a:lnTo>
                <a:lnTo>
                  <a:pt x="1848706" y="658563"/>
                </a:lnTo>
                <a:lnTo>
                  <a:pt x="1839078" y="597862"/>
                </a:lnTo>
                <a:close/>
                <a:moveTo>
                  <a:pt x="3163689" y="571073"/>
                </a:moveTo>
                <a:cubicBezTo>
                  <a:pt x="3031647" y="573371"/>
                  <a:pt x="2909564" y="660463"/>
                  <a:pt x="2800507" y="829540"/>
                </a:cubicBezTo>
                <a:cubicBezTo>
                  <a:pt x="2776881" y="866573"/>
                  <a:pt x="2754278" y="906161"/>
                  <a:pt x="2732442" y="943705"/>
                </a:cubicBezTo>
                <a:cubicBezTo>
                  <a:pt x="2716097" y="971926"/>
                  <a:pt x="2699112" y="1001171"/>
                  <a:pt x="2681362" y="1029647"/>
                </a:cubicBezTo>
                <a:cubicBezTo>
                  <a:pt x="2639169" y="1102655"/>
                  <a:pt x="2587130" y="1169519"/>
                  <a:pt x="2526715" y="1228350"/>
                </a:cubicBezTo>
                <a:cubicBezTo>
                  <a:pt x="2467821" y="1282907"/>
                  <a:pt x="2388232" y="1325987"/>
                  <a:pt x="2305412" y="1343688"/>
                </a:cubicBezTo>
                <a:lnTo>
                  <a:pt x="2257235" y="1348737"/>
                </a:lnTo>
                <a:lnTo>
                  <a:pt x="2261808" y="1354571"/>
                </a:lnTo>
                <a:lnTo>
                  <a:pt x="2262767" y="1355218"/>
                </a:lnTo>
                <a:lnTo>
                  <a:pt x="2315311" y="1356355"/>
                </a:lnTo>
                <a:cubicBezTo>
                  <a:pt x="2405487" y="1347144"/>
                  <a:pt x="2495021" y="1306415"/>
                  <a:pt x="2561321" y="1251464"/>
                </a:cubicBezTo>
                <a:cubicBezTo>
                  <a:pt x="2619680" y="1200945"/>
                  <a:pt x="2670520" y="1142330"/>
                  <a:pt x="2712265" y="1077407"/>
                </a:cubicBezTo>
                <a:cubicBezTo>
                  <a:pt x="2729887" y="1051866"/>
                  <a:pt x="2747126" y="1024666"/>
                  <a:pt x="2763345" y="998743"/>
                </a:cubicBezTo>
                <a:cubicBezTo>
                  <a:pt x="2784288" y="966051"/>
                  <a:pt x="2805868" y="932211"/>
                  <a:pt x="2828474" y="900286"/>
                </a:cubicBezTo>
                <a:cubicBezTo>
                  <a:pt x="2937657" y="747044"/>
                  <a:pt x="3058335" y="671956"/>
                  <a:pt x="3188719" y="676681"/>
                </a:cubicBezTo>
                <a:cubicBezTo>
                  <a:pt x="3384864" y="683832"/>
                  <a:pt x="3557005" y="890070"/>
                  <a:pt x="3640521" y="1091327"/>
                </a:cubicBezTo>
                <a:lnTo>
                  <a:pt x="3659136" y="1142681"/>
                </a:lnTo>
                <a:lnTo>
                  <a:pt x="3653729" y="1098055"/>
                </a:lnTo>
                <a:lnTo>
                  <a:pt x="3614088" y="976268"/>
                </a:lnTo>
                <a:cubicBezTo>
                  <a:pt x="3537467" y="778842"/>
                  <a:pt x="3363794" y="567624"/>
                  <a:pt x="3163689" y="571073"/>
                </a:cubicBezTo>
                <a:close/>
                <a:moveTo>
                  <a:pt x="7961982" y="546714"/>
                </a:moveTo>
                <a:cubicBezTo>
                  <a:pt x="7887326" y="541382"/>
                  <a:pt x="7815589" y="552811"/>
                  <a:pt x="7747269" y="581033"/>
                </a:cubicBezTo>
                <a:cubicBezTo>
                  <a:pt x="7601944" y="640670"/>
                  <a:pt x="7482417" y="774628"/>
                  <a:pt x="7392003" y="979206"/>
                </a:cubicBezTo>
                <a:cubicBezTo>
                  <a:pt x="7350526" y="1075940"/>
                  <a:pt x="7317541" y="1176095"/>
                  <a:pt x="7293419" y="1278538"/>
                </a:cubicBezTo>
                <a:cubicBezTo>
                  <a:pt x="7278222" y="1342389"/>
                  <a:pt x="7264174" y="1407643"/>
                  <a:pt x="7250766" y="1471112"/>
                </a:cubicBezTo>
                <a:cubicBezTo>
                  <a:pt x="7213732" y="1645169"/>
                  <a:pt x="7175550" y="1825227"/>
                  <a:pt x="7104165" y="1984215"/>
                </a:cubicBezTo>
                <a:cubicBezTo>
                  <a:pt x="7081510" y="2035015"/>
                  <a:pt x="7054732" y="2083873"/>
                  <a:pt x="7024096" y="2130305"/>
                </a:cubicBezTo>
                <a:cubicBezTo>
                  <a:pt x="6921935" y="2285846"/>
                  <a:pt x="6734852" y="2410482"/>
                  <a:pt x="6552239" y="2410482"/>
                </a:cubicBezTo>
                <a:cubicBezTo>
                  <a:pt x="6501759" y="2410788"/>
                  <a:pt x="6451764" y="2400662"/>
                  <a:pt x="6405383" y="2380727"/>
                </a:cubicBezTo>
                <a:lnTo>
                  <a:pt x="6310743" y="2319658"/>
                </a:lnTo>
                <a:lnTo>
                  <a:pt x="6324294" y="2336160"/>
                </a:lnTo>
                <a:cubicBezTo>
                  <a:pt x="6351570" y="2361176"/>
                  <a:pt x="6382653" y="2381686"/>
                  <a:pt x="6416366" y="2396945"/>
                </a:cubicBezTo>
                <a:cubicBezTo>
                  <a:pt x="6626562" y="2491572"/>
                  <a:pt x="6884647" y="2357359"/>
                  <a:pt x="7012731" y="2172829"/>
                </a:cubicBezTo>
                <a:cubicBezTo>
                  <a:pt x="7043520" y="2128352"/>
                  <a:pt x="7070516" y="2081358"/>
                  <a:pt x="7093438" y="2032358"/>
                </a:cubicBezTo>
                <a:cubicBezTo>
                  <a:pt x="7168910" y="1872094"/>
                  <a:pt x="7207476" y="1687564"/>
                  <a:pt x="7244765" y="1508782"/>
                </a:cubicBezTo>
                <a:cubicBezTo>
                  <a:pt x="7256257" y="1453361"/>
                  <a:pt x="7268262" y="1396023"/>
                  <a:pt x="7281159" y="1340473"/>
                </a:cubicBezTo>
                <a:cubicBezTo>
                  <a:pt x="7303915" y="1238541"/>
                  <a:pt x="7335228" y="1138705"/>
                  <a:pt x="7374764" y="1042035"/>
                </a:cubicBezTo>
                <a:cubicBezTo>
                  <a:pt x="7461346" y="836563"/>
                  <a:pt x="7577554" y="699923"/>
                  <a:pt x="7719558" y="635816"/>
                </a:cubicBezTo>
                <a:cubicBezTo>
                  <a:pt x="7854539" y="574520"/>
                  <a:pt x="8004460" y="579884"/>
                  <a:pt x="8165107" y="651651"/>
                </a:cubicBezTo>
                <a:cubicBezTo>
                  <a:pt x="8263604" y="697968"/>
                  <a:pt x="8354948" y="758180"/>
                  <a:pt x="8436346" y="830433"/>
                </a:cubicBezTo>
                <a:cubicBezTo>
                  <a:pt x="8491040" y="877632"/>
                  <a:pt x="8543104" y="927805"/>
                  <a:pt x="8592269" y="980738"/>
                </a:cubicBezTo>
                <a:cubicBezTo>
                  <a:pt x="8630579" y="1022241"/>
                  <a:pt x="8669911" y="1065914"/>
                  <a:pt x="8707200" y="1108440"/>
                </a:cubicBezTo>
                <a:cubicBezTo>
                  <a:pt x="8900923" y="1325532"/>
                  <a:pt x="9101286" y="1549647"/>
                  <a:pt x="9368566" y="1626778"/>
                </a:cubicBezTo>
                <a:lnTo>
                  <a:pt x="9383216" y="1629300"/>
                </a:lnTo>
                <a:lnTo>
                  <a:pt x="9299848" y="1598100"/>
                </a:lnTo>
                <a:cubicBezTo>
                  <a:pt x="9075148" y="1495594"/>
                  <a:pt x="8900443" y="1288961"/>
                  <a:pt x="8730825" y="1088390"/>
                </a:cubicBezTo>
                <a:cubicBezTo>
                  <a:pt x="8693663" y="1044461"/>
                  <a:pt x="8655224" y="998999"/>
                  <a:pt x="8617170" y="955836"/>
                </a:cubicBezTo>
                <a:cubicBezTo>
                  <a:pt x="8568923" y="900771"/>
                  <a:pt x="8517549" y="848542"/>
                  <a:pt x="8463290" y="799402"/>
                </a:cubicBezTo>
                <a:cubicBezTo>
                  <a:pt x="8382761" y="724978"/>
                  <a:pt x="8292196" y="662213"/>
                  <a:pt x="8194223" y="612959"/>
                </a:cubicBezTo>
                <a:cubicBezTo>
                  <a:pt x="8114219" y="574138"/>
                  <a:pt x="8036640" y="552045"/>
                  <a:pt x="7961982" y="546714"/>
                </a:cubicBezTo>
                <a:close/>
                <a:moveTo>
                  <a:pt x="1811252" y="508844"/>
                </a:moveTo>
                <a:lnTo>
                  <a:pt x="1818294" y="558711"/>
                </a:lnTo>
                <a:lnTo>
                  <a:pt x="1835551" y="575626"/>
                </a:lnTo>
                <a:lnTo>
                  <a:pt x="1830231" y="542084"/>
                </a:lnTo>
                <a:lnTo>
                  <a:pt x="1825092" y="529822"/>
                </a:lnTo>
                <a:lnTo>
                  <a:pt x="1819811" y="518288"/>
                </a:lnTo>
                <a:close/>
                <a:moveTo>
                  <a:pt x="7907649" y="483339"/>
                </a:moveTo>
                <a:cubicBezTo>
                  <a:pt x="7861677" y="486017"/>
                  <a:pt x="7815222" y="495378"/>
                  <a:pt x="7768722" y="512841"/>
                </a:cubicBezTo>
                <a:cubicBezTo>
                  <a:pt x="7494675" y="615640"/>
                  <a:pt x="7358546" y="950217"/>
                  <a:pt x="7292524" y="1212771"/>
                </a:cubicBezTo>
                <a:cubicBezTo>
                  <a:pt x="7274518" y="1284284"/>
                  <a:pt x="7258555" y="1358351"/>
                  <a:pt x="7243104" y="1429864"/>
                </a:cubicBezTo>
                <a:cubicBezTo>
                  <a:pt x="7194577" y="1655001"/>
                  <a:pt x="7144391" y="1887929"/>
                  <a:pt x="7024224" y="2079864"/>
                </a:cubicBezTo>
                <a:cubicBezTo>
                  <a:pt x="6926532" y="2235914"/>
                  <a:pt x="6758733" y="2351613"/>
                  <a:pt x="6596808" y="2374599"/>
                </a:cubicBezTo>
                <a:cubicBezTo>
                  <a:pt x="6577217" y="2377306"/>
                  <a:pt x="6557462" y="2378672"/>
                  <a:pt x="6537682" y="2378685"/>
                </a:cubicBezTo>
                <a:cubicBezTo>
                  <a:pt x="6472009" y="2379547"/>
                  <a:pt x="6407908" y="2361804"/>
                  <a:pt x="6352513" y="2328152"/>
                </a:cubicBezTo>
                <a:lnTo>
                  <a:pt x="6302786" y="2291155"/>
                </a:lnTo>
                <a:lnTo>
                  <a:pt x="6316503" y="2307811"/>
                </a:lnTo>
                <a:cubicBezTo>
                  <a:pt x="6344239" y="2333057"/>
                  <a:pt x="6375948" y="2353553"/>
                  <a:pt x="6410364" y="2368469"/>
                </a:cubicBezTo>
                <a:cubicBezTo>
                  <a:pt x="6625157" y="2461180"/>
                  <a:pt x="6885285" y="2316494"/>
                  <a:pt x="7012858" y="2123026"/>
                </a:cubicBezTo>
                <a:cubicBezTo>
                  <a:pt x="7043021" y="2076952"/>
                  <a:pt x="7069404" y="2028528"/>
                  <a:pt x="7091778" y="1978214"/>
                </a:cubicBezTo>
                <a:cubicBezTo>
                  <a:pt x="7162524" y="1820502"/>
                  <a:pt x="7200707" y="1641210"/>
                  <a:pt x="7237485" y="1467409"/>
                </a:cubicBezTo>
                <a:cubicBezTo>
                  <a:pt x="7251022" y="1403558"/>
                  <a:pt x="7264941" y="1338173"/>
                  <a:pt x="7280265" y="1274579"/>
                </a:cubicBezTo>
                <a:cubicBezTo>
                  <a:pt x="7304489" y="1171320"/>
                  <a:pt x="7337730" y="1070384"/>
                  <a:pt x="7379616" y="972949"/>
                </a:cubicBezTo>
                <a:cubicBezTo>
                  <a:pt x="7471434" y="765050"/>
                  <a:pt x="7593389" y="628154"/>
                  <a:pt x="7742032" y="567624"/>
                </a:cubicBezTo>
                <a:cubicBezTo>
                  <a:pt x="7882503" y="509776"/>
                  <a:pt x="8035745" y="520630"/>
                  <a:pt x="8199842" y="599932"/>
                </a:cubicBezTo>
                <a:cubicBezTo>
                  <a:pt x="8299002" y="649915"/>
                  <a:pt x="8390601" y="713625"/>
                  <a:pt x="8471974" y="789187"/>
                </a:cubicBezTo>
                <a:cubicBezTo>
                  <a:pt x="8526732" y="838631"/>
                  <a:pt x="8578579" y="891207"/>
                  <a:pt x="8627257" y="946642"/>
                </a:cubicBezTo>
                <a:cubicBezTo>
                  <a:pt x="8665568" y="989933"/>
                  <a:pt x="8703878" y="1035395"/>
                  <a:pt x="8741041" y="1079451"/>
                </a:cubicBezTo>
                <a:cubicBezTo>
                  <a:pt x="8933740" y="1307143"/>
                  <a:pt x="9132828" y="1542752"/>
                  <a:pt x="9403172" y="1622181"/>
                </a:cubicBezTo>
                <a:lnTo>
                  <a:pt x="9420372" y="1626176"/>
                </a:lnTo>
                <a:lnTo>
                  <a:pt x="9332431" y="1592427"/>
                </a:lnTo>
                <a:cubicBezTo>
                  <a:pt x="9105827" y="1485879"/>
                  <a:pt x="8932129" y="1269008"/>
                  <a:pt x="8763516" y="1059275"/>
                </a:cubicBezTo>
                <a:cubicBezTo>
                  <a:pt x="8726866" y="1013557"/>
                  <a:pt x="8688937" y="966308"/>
                  <a:pt x="8651521" y="921485"/>
                </a:cubicBezTo>
                <a:cubicBezTo>
                  <a:pt x="8527603" y="773208"/>
                  <a:pt x="8229456" y="464586"/>
                  <a:pt x="7907649" y="483339"/>
                </a:cubicBezTo>
                <a:close/>
                <a:moveTo>
                  <a:pt x="3138020" y="452437"/>
                </a:moveTo>
                <a:cubicBezTo>
                  <a:pt x="2964986" y="463420"/>
                  <a:pt x="2837155" y="621131"/>
                  <a:pt x="2760407" y="751514"/>
                </a:cubicBezTo>
                <a:cubicBezTo>
                  <a:pt x="2734868" y="794166"/>
                  <a:pt x="2711755" y="839118"/>
                  <a:pt x="2688768" y="882664"/>
                </a:cubicBezTo>
                <a:cubicBezTo>
                  <a:pt x="2672804" y="912929"/>
                  <a:pt x="2656331" y="944342"/>
                  <a:pt x="2639476" y="974736"/>
                </a:cubicBezTo>
                <a:cubicBezTo>
                  <a:pt x="2602952" y="1040503"/>
                  <a:pt x="2552255" y="1125040"/>
                  <a:pt x="2483550" y="1195277"/>
                </a:cubicBezTo>
                <a:cubicBezTo>
                  <a:pt x="2424092" y="1255867"/>
                  <a:pt x="2343630" y="1304053"/>
                  <a:pt x="2259745" y="1324317"/>
                </a:cubicBezTo>
                <a:lnTo>
                  <a:pt x="2240002" y="1326747"/>
                </a:lnTo>
                <a:lnTo>
                  <a:pt x="2247666" y="1336526"/>
                </a:lnTo>
                <a:lnTo>
                  <a:pt x="2268927" y="1336696"/>
                </a:lnTo>
                <a:cubicBezTo>
                  <a:pt x="2360791" y="1325194"/>
                  <a:pt x="2451914" y="1279240"/>
                  <a:pt x="2517137" y="1218901"/>
                </a:cubicBezTo>
                <a:cubicBezTo>
                  <a:pt x="2576596" y="1160835"/>
                  <a:pt x="2627841" y="1094928"/>
                  <a:pt x="2669486" y="1023007"/>
                </a:cubicBezTo>
                <a:cubicBezTo>
                  <a:pt x="2686853" y="994785"/>
                  <a:pt x="2703709" y="965542"/>
                  <a:pt x="2719927" y="937320"/>
                </a:cubicBezTo>
                <a:cubicBezTo>
                  <a:pt x="2741892" y="899010"/>
                  <a:pt x="2764622" y="859932"/>
                  <a:pt x="2788503" y="822389"/>
                </a:cubicBezTo>
                <a:cubicBezTo>
                  <a:pt x="2899986" y="648970"/>
                  <a:pt x="3025899" y="559962"/>
                  <a:pt x="3162668" y="557663"/>
                </a:cubicBezTo>
                <a:lnTo>
                  <a:pt x="3167521" y="557663"/>
                </a:lnTo>
                <a:cubicBezTo>
                  <a:pt x="3371839" y="557663"/>
                  <a:pt x="3548321" y="771308"/>
                  <a:pt x="3625837" y="971415"/>
                </a:cubicBezTo>
                <a:lnTo>
                  <a:pt x="3645843" y="1032971"/>
                </a:lnTo>
                <a:lnTo>
                  <a:pt x="3642692" y="1006974"/>
                </a:lnTo>
                <a:lnTo>
                  <a:pt x="3598891" y="856485"/>
                </a:lnTo>
                <a:cubicBezTo>
                  <a:pt x="3525335" y="652163"/>
                  <a:pt x="3349746" y="438390"/>
                  <a:pt x="3138020" y="452437"/>
                </a:cubicBezTo>
                <a:close/>
                <a:moveTo>
                  <a:pt x="3112480" y="334059"/>
                </a:moveTo>
                <a:cubicBezTo>
                  <a:pt x="2930632" y="354108"/>
                  <a:pt x="2798973" y="529953"/>
                  <a:pt x="2720565" y="673872"/>
                </a:cubicBezTo>
                <a:cubicBezTo>
                  <a:pt x="2694131" y="722398"/>
                  <a:pt x="2669486" y="773479"/>
                  <a:pt x="2645349" y="822900"/>
                </a:cubicBezTo>
                <a:cubicBezTo>
                  <a:pt x="2587499" y="942173"/>
                  <a:pt x="2527608" y="1065532"/>
                  <a:pt x="2440133" y="1162585"/>
                </a:cubicBezTo>
                <a:cubicBezTo>
                  <a:pt x="2382908" y="1226217"/>
                  <a:pt x="2306376" y="1277670"/>
                  <a:pt x="2225861" y="1302162"/>
                </a:cubicBezTo>
                <a:lnTo>
                  <a:pt x="2221381" y="1302987"/>
                </a:lnTo>
                <a:lnTo>
                  <a:pt x="2231427" y="1315807"/>
                </a:lnTo>
                <a:lnTo>
                  <a:pt x="2292234" y="1300934"/>
                </a:lnTo>
                <a:cubicBezTo>
                  <a:pt x="2360438" y="1277605"/>
                  <a:pt x="2424550" y="1236092"/>
                  <a:pt x="2473846" y="1185826"/>
                </a:cubicBezTo>
                <a:cubicBezTo>
                  <a:pt x="2541400" y="1116740"/>
                  <a:pt x="2591458" y="1032585"/>
                  <a:pt x="2627086" y="968734"/>
                </a:cubicBezTo>
                <a:cubicBezTo>
                  <a:pt x="2643817" y="938342"/>
                  <a:pt x="2660290" y="907183"/>
                  <a:pt x="2676251" y="876916"/>
                </a:cubicBezTo>
                <a:cubicBezTo>
                  <a:pt x="2699239" y="833243"/>
                  <a:pt x="2722992" y="787525"/>
                  <a:pt x="2748149" y="745257"/>
                </a:cubicBezTo>
                <a:cubicBezTo>
                  <a:pt x="2826558" y="612064"/>
                  <a:pt x="2957577" y="451544"/>
                  <a:pt x="3136489" y="439539"/>
                </a:cubicBezTo>
                <a:cubicBezTo>
                  <a:pt x="3354981" y="424982"/>
                  <a:pt x="3535679" y="643862"/>
                  <a:pt x="3610895" y="852398"/>
                </a:cubicBezTo>
                <a:lnTo>
                  <a:pt x="3612681" y="858522"/>
                </a:lnTo>
                <a:lnTo>
                  <a:pt x="3584078" y="736957"/>
                </a:lnTo>
                <a:cubicBezTo>
                  <a:pt x="3510649" y="518971"/>
                  <a:pt x="3325227" y="310689"/>
                  <a:pt x="3112480" y="334059"/>
                </a:cubicBezTo>
                <a:close/>
                <a:moveTo>
                  <a:pt x="1147215" y="407"/>
                </a:moveTo>
                <a:cubicBezTo>
                  <a:pt x="1257601" y="-3242"/>
                  <a:pt x="1368796" y="17641"/>
                  <a:pt x="1472413" y="63332"/>
                </a:cubicBezTo>
                <a:cubicBezTo>
                  <a:pt x="1601328" y="120798"/>
                  <a:pt x="1699641" y="213101"/>
                  <a:pt x="1758249" y="329039"/>
                </a:cubicBezTo>
                <a:lnTo>
                  <a:pt x="1786700" y="406996"/>
                </a:lnTo>
                <a:lnTo>
                  <a:pt x="1789358" y="410240"/>
                </a:lnTo>
                <a:lnTo>
                  <a:pt x="1842218" y="536587"/>
                </a:lnTo>
                <a:lnTo>
                  <a:pt x="1882973" y="625600"/>
                </a:lnTo>
                <a:lnTo>
                  <a:pt x="1884893" y="636086"/>
                </a:lnTo>
                <a:lnTo>
                  <a:pt x="1923453" y="712053"/>
                </a:lnTo>
                <a:lnTo>
                  <a:pt x="1929377" y="739773"/>
                </a:lnTo>
                <a:lnTo>
                  <a:pt x="1963678" y="799274"/>
                </a:lnTo>
                <a:lnTo>
                  <a:pt x="1974245" y="841358"/>
                </a:lnTo>
                <a:lnTo>
                  <a:pt x="2003775" y="885217"/>
                </a:lnTo>
                <a:lnTo>
                  <a:pt x="2016966" y="940861"/>
                </a:lnTo>
                <a:lnTo>
                  <a:pt x="2042980" y="972309"/>
                </a:lnTo>
                <a:lnTo>
                  <a:pt x="2063295" y="1039763"/>
                </a:lnTo>
                <a:lnTo>
                  <a:pt x="2083717" y="1058763"/>
                </a:lnTo>
                <a:lnTo>
                  <a:pt x="2116151" y="1140539"/>
                </a:lnTo>
                <a:lnTo>
                  <a:pt x="2122156" y="1144196"/>
                </a:lnTo>
                <a:cubicBezTo>
                  <a:pt x="2141809" y="1168664"/>
                  <a:pt x="2157057" y="1196361"/>
                  <a:pt x="2167234" y="1226052"/>
                </a:cubicBezTo>
                <a:lnTo>
                  <a:pt x="2178688" y="1246975"/>
                </a:lnTo>
                <a:lnTo>
                  <a:pt x="2189549" y="1257339"/>
                </a:lnTo>
                <a:lnTo>
                  <a:pt x="2211472" y="1290240"/>
                </a:lnTo>
                <a:lnTo>
                  <a:pt x="2247094" y="1280540"/>
                </a:lnTo>
                <a:cubicBezTo>
                  <a:pt x="2316058" y="1254489"/>
                  <a:pt x="2380830" y="1208592"/>
                  <a:pt x="2430555" y="1153263"/>
                </a:cubicBezTo>
                <a:cubicBezTo>
                  <a:pt x="2516752" y="1057359"/>
                  <a:pt x="2576135" y="935022"/>
                  <a:pt x="2633601" y="816643"/>
                </a:cubicBezTo>
                <a:cubicBezTo>
                  <a:pt x="2656714" y="766200"/>
                  <a:pt x="2682255" y="715120"/>
                  <a:pt x="2708689" y="666721"/>
                </a:cubicBezTo>
                <a:cubicBezTo>
                  <a:pt x="2788628" y="519992"/>
                  <a:pt x="2923356" y="340699"/>
                  <a:pt x="3110948" y="319884"/>
                </a:cubicBezTo>
                <a:cubicBezTo>
                  <a:pt x="3330463" y="295621"/>
                  <a:pt x="3521631" y="508882"/>
                  <a:pt x="3596209" y="731976"/>
                </a:cubicBezTo>
                <a:cubicBezTo>
                  <a:pt x="3621238" y="806107"/>
                  <a:pt x="3637840" y="883207"/>
                  <a:pt x="3650178" y="961136"/>
                </a:cubicBezTo>
                <a:lnTo>
                  <a:pt x="3655588" y="1005734"/>
                </a:lnTo>
                <a:lnTo>
                  <a:pt x="3657123" y="1011003"/>
                </a:lnTo>
                <a:lnTo>
                  <a:pt x="3681868" y="1152846"/>
                </a:lnTo>
                <a:lnTo>
                  <a:pt x="3730277" y="1371927"/>
                </a:lnTo>
                <a:lnTo>
                  <a:pt x="3762222" y="1489116"/>
                </a:lnTo>
                <a:lnTo>
                  <a:pt x="3780191" y="1556250"/>
                </a:lnTo>
                <a:lnTo>
                  <a:pt x="3787121" y="1577103"/>
                </a:lnTo>
                <a:lnTo>
                  <a:pt x="3843492" y="1748247"/>
                </a:lnTo>
                <a:lnTo>
                  <a:pt x="3868027" y="1808305"/>
                </a:lnTo>
                <a:lnTo>
                  <a:pt x="3900174" y="1878706"/>
                </a:lnTo>
                <a:lnTo>
                  <a:pt x="3929799" y="1932955"/>
                </a:lnTo>
                <a:lnTo>
                  <a:pt x="3954380" y="1964143"/>
                </a:lnTo>
                <a:lnTo>
                  <a:pt x="3961539" y="1971292"/>
                </a:lnTo>
                <a:cubicBezTo>
                  <a:pt x="3985059" y="1990717"/>
                  <a:pt x="4010633" y="2007873"/>
                  <a:pt x="4038439" y="2022143"/>
                </a:cubicBezTo>
                <a:cubicBezTo>
                  <a:pt x="4223095" y="2116897"/>
                  <a:pt x="4469175" y="2057900"/>
                  <a:pt x="4696867" y="1864432"/>
                </a:cubicBezTo>
                <a:cubicBezTo>
                  <a:pt x="4774585" y="1795856"/>
                  <a:pt x="4848794" y="1723410"/>
                  <a:pt x="4919194" y="1647339"/>
                </a:cubicBezTo>
                <a:cubicBezTo>
                  <a:pt x="5019823" y="1542113"/>
                  <a:pt x="5123516" y="1433439"/>
                  <a:pt x="5243812" y="1351710"/>
                </a:cubicBezTo>
                <a:cubicBezTo>
                  <a:pt x="5439705" y="1218263"/>
                  <a:pt x="5734568" y="1160159"/>
                  <a:pt x="5919224" y="1347880"/>
                </a:cubicBezTo>
                <a:cubicBezTo>
                  <a:pt x="6034155" y="1464471"/>
                  <a:pt x="6072465" y="1640955"/>
                  <a:pt x="6108605" y="1811563"/>
                </a:cubicBezTo>
                <a:cubicBezTo>
                  <a:pt x="6146916" y="1987152"/>
                  <a:pt x="6185226" y="2169126"/>
                  <a:pt x="6308713" y="2279078"/>
                </a:cubicBezTo>
                <a:cubicBezTo>
                  <a:pt x="6386100" y="2348292"/>
                  <a:pt x="6485069" y="2376642"/>
                  <a:pt x="6594892" y="2361189"/>
                </a:cubicBezTo>
                <a:cubicBezTo>
                  <a:pt x="6753114" y="2338715"/>
                  <a:pt x="6917210" y="2225444"/>
                  <a:pt x="7012858" y="2072584"/>
                </a:cubicBezTo>
                <a:cubicBezTo>
                  <a:pt x="7131748" y="1882693"/>
                  <a:pt x="7181680" y="1651171"/>
                  <a:pt x="7229950" y="1426799"/>
                </a:cubicBezTo>
                <a:cubicBezTo>
                  <a:pt x="7245403" y="1355031"/>
                  <a:pt x="7261493" y="1280837"/>
                  <a:pt x="7279498" y="1209707"/>
                </a:cubicBezTo>
                <a:cubicBezTo>
                  <a:pt x="7346286" y="943961"/>
                  <a:pt x="7484459" y="605296"/>
                  <a:pt x="7763998" y="500454"/>
                </a:cubicBezTo>
                <a:cubicBezTo>
                  <a:pt x="8143653" y="358067"/>
                  <a:pt x="8518330" y="741809"/>
                  <a:pt x="8661737" y="913312"/>
                </a:cubicBezTo>
                <a:cubicBezTo>
                  <a:pt x="8700048" y="958263"/>
                  <a:pt x="8737336" y="1005641"/>
                  <a:pt x="8773987" y="1051357"/>
                </a:cubicBezTo>
                <a:cubicBezTo>
                  <a:pt x="8965539" y="1290032"/>
                  <a:pt x="9163348" y="1536622"/>
                  <a:pt x="9436756" y="1618607"/>
                </a:cubicBezTo>
                <a:cubicBezTo>
                  <a:pt x="9491396" y="1634969"/>
                  <a:pt x="9545806" y="1644107"/>
                  <a:pt x="9599881" y="1646906"/>
                </a:cubicBezTo>
                <a:lnTo>
                  <a:pt x="9715584" y="1639912"/>
                </a:lnTo>
                <a:lnTo>
                  <a:pt x="9717818" y="1639506"/>
                </a:lnTo>
                <a:lnTo>
                  <a:pt x="9729150" y="1636906"/>
                </a:lnTo>
                <a:lnTo>
                  <a:pt x="9815759" y="1612900"/>
                </a:lnTo>
                <a:lnTo>
                  <a:pt x="9857819" y="1599141"/>
                </a:lnTo>
                <a:lnTo>
                  <a:pt x="9944271" y="1565899"/>
                </a:lnTo>
                <a:lnTo>
                  <a:pt x="10052007" y="1517282"/>
                </a:lnTo>
                <a:lnTo>
                  <a:pt x="10150780" y="1462551"/>
                </a:lnTo>
                <a:lnTo>
                  <a:pt x="10279553" y="1382788"/>
                </a:lnTo>
                <a:lnTo>
                  <a:pt x="10301188" y="1367881"/>
                </a:lnTo>
                <a:lnTo>
                  <a:pt x="10416260" y="1282501"/>
                </a:lnTo>
                <a:lnTo>
                  <a:pt x="10473350" y="1237108"/>
                </a:lnTo>
                <a:lnTo>
                  <a:pt x="10563267" y="1158822"/>
                </a:lnTo>
                <a:lnTo>
                  <a:pt x="10651707" y="1076642"/>
                </a:lnTo>
                <a:cubicBezTo>
                  <a:pt x="11038514" y="705160"/>
                  <a:pt x="11422129" y="378243"/>
                  <a:pt x="11861549" y="455120"/>
                </a:cubicBezTo>
                <a:lnTo>
                  <a:pt x="11859122" y="467890"/>
                </a:lnTo>
                <a:cubicBezTo>
                  <a:pt x="11479994" y="401517"/>
                  <a:pt x="11141146" y="641951"/>
                  <a:pt x="10805024" y="950251"/>
                </a:cubicBezTo>
                <a:lnTo>
                  <a:pt x="10802255" y="952857"/>
                </a:lnTo>
                <a:lnTo>
                  <a:pt x="10981553" y="807130"/>
                </a:lnTo>
                <a:cubicBezTo>
                  <a:pt x="11238718" y="617835"/>
                  <a:pt x="11513786" y="487173"/>
                  <a:pt x="11809830" y="538892"/>
                </a:cubicBezTo>
                <a:lnTo>
                  <a:pt x="11807532" y="551662"/>
                </a:lnTo>
                <a:cubicBezTo>
                  <a:pt x="11418426" y="483469"/>
                  <a:pt x="11064055" y="736828"/>
                  <a:pt x="10739055" y="1020836"/>
                </a:cubicBezTo>
                <a:lnTo>
                  <a:pt x="10731040" y="1027950"/>
                </a:lnTo>
                <a:lnTo>
                  <a:pt x="10937615" y="870687"/>
                </a:lnTo>
                <a:cubicBezTo>
                  <a:pt x="11193577" y="694207"/>
                  <a:pt x="11466347" y="573147"/>
                  <a:pt x="11757219" y="624196"/>
                </a:cubicBezTo>
                <a:lnTo>
                  <a:pt x="11754919" y="636967"/>
                </a:lnTo>
                <a:cubicBezTo>
                  <a:pt x="11371815" y="569922"/>
                  <a:pt x="11019743" y="806170"/>
                  <a:pt x="10695765" y="1071151"/>
                </a:cubicBezTo>
                <a:lnTo>
                  <a:pt x="10653670" y="1106052"/>
                </a:lnTo>
                <a:lnTo>
                  <a:pt x="10895766" y="934293"/>
                </a:lnTo>
                <a:cubicBezTo>
                  <a:pt x="11150453" y="770630"/>
                  <a:pt x="11420853" y="659026"/>
                  <a:pt x="11706266" y="709116"/>
                </a:cubicBezTo>
                <a:lnTo>
                  <a:pt x="11703966" y="721886"/>
                </a:lnTo>
                <a:cubicBezTo>
                  <a:pt x="11328141" y="655992"/>
                  <a:pt x="10977218" y="875128"/>
                  <a:pt x="10654134" y="1121465"/>
                </a:cubicBezTo>
                <a:lnTo>
                  <a:pt x="10587595" y="1172622"/>
                </a:lnTo>
                <a:lnTo>
                  <a:pt x="10604074" y="1160925"/>
                </a:lnTo>
                <a:cubicBezTo>
                  <a:pt x="10907619" y="947409"/>
                  <a:pt x="11264289" y="725336"/>
                  <a:pt x="11654673" y="793911"/>
                </a:cubicBezTo>
                <a:lnTo>
                  <a:pt x="11652374" y="806681"/>
                </a:lnTo>
                <a:cubicBezTo>
                  <a:pt x="11266972" y="739255"/>
                  <a:pt x="10913238" y="959923"/>
                  <a:pt x="10611736" y="1171524"/>
                </a:cubicBezTo>
                <a:lnTo>
                  <a:pt x="10499046" y="1251676"/>
                </a:lnTo>
                <a:lnTo>
                  <a:pt x="10561806" y="1210856"/>
                </a:lnTo>
                <a:cubicBezTo>
                  <a:pt x="10864840" y="1015088"/>
                  <a:pt x="11219978" y="811788"/>
                  <a:pt x="11602698" y="878832"/>
                </a:cubicBezTo>
                <a:lnTo>
                  <a:pt x="11600399" y="891602"/>
                </a:lnTo>
                <a:cubicBezTo>
                  <a:pt x="11222659" y="825452"/>
                  <a:pt x="10869947" y="1027220"/>
                  <a:pt x="10569083" y="1221582"/>
                </a:cubicBezTo>
                <a:cubicBezTo>
                  <a:pt x="10528475" y="1247761"/>
                  <a:pt x="10488250" y="1274067"/>
                  <a:pt x="10448662" y="1299991"/>
                </a:cubicBezTo>
                <a:lnTo>
                  <a:pt x="10403185" y="1328465"/>
                </a:lnTo>
                <a:lnTo>
                  <a:pt x="10518769" y="1260020"/>
                </a:lnTo>
                <a:cubicBezTo>
                  <a:pt x="10821167" y="1082005"/>
                  <a:pt x="11175283" y="897476"/>
                  <a:pt x="11549958" y="963242"/>
                </a:cubicBezTo>
                <a:lnTo>
                  <a:pt x="11547658" y="976013"/>
                </a:lnTo>
                <a:cubicBezTo>
                  <a:pt x="11177326" y="911140"/>
                  <a:pt x="10825892" y="1094392"/>
                  <a:pt x="10526049" y="1271258"/>
                </a:cubicBezTo>
                <a:cubicBezTo>
                  <a:pt x="10485440" y="1295177"/>
                  <a:pt x="10445303" y="1318929"/>
                  <a:pt x="10405627" y="1342516"/>
                </a:cubicBezTo>
                <a:lnTo>
                  <a:pt x="10270112" y="1418335"/>
                </a:lnTo>
                <a:lnTo>
                  <a:pt x="10356973" y="1374568"/>
                </a:lnTo>
                <a:lnTo>
                  <a:pt x="10475607" y="1311357"/>
                </a:lnTo>
                <a:lnTo>
                  <a:pt x="10477523" y="1310335"/>
                </a:lnTo>
                <a:cubicBezTo>
                  <a:pt x="10793200" y="1142662"/>
                  <a:pt x="11131992" y="984313"/>
                  <a:pt x="11499132" y="1048547"/>
                </a:cubicBezTo>
                <a:lnTo>
                  <a:pt x="11496834" y="1061317"/>
                </a:lnTo>
                <a:cubicBezTo>
                  <a:pt x="11134162" y="997466"/>
                  <a:pt x="10797542" y="1155049"/>
                  <a:pt x="10483907" y="1321700"/>
                </a:cubicBezTo>
                <a:lnTo>
                  <a:pt x="10482120" y="1322722"/>
                </a:lnTo>
                <a:lnTo>
                  <a:pt x="10363484" y="1385934"/>
                </a:lnTo>
                <a:lnTo>
                  <a:pt x="10206061" y="1466589"/>
                </a:lnTo>
                <a:lnTo>
                  <a:pt x="10315214" y="1417860"/>
                </a:lnTo>
                <a:lnTo>
                  <a:pt x="10394901" y="1380188"/>
                </a:lnTo>
                <a:lnTo>
                  <a:pt x="10435764" y="1360778"/>
                </a:lnTo>
                <a:cubicBezTo>
                  <a:pt x="10750805" y="1211622"/>
                  <a:pt x="11088447" y="1071151"/>
                  <a:pt x="11447542" y="1134107"/>
                </a:cubicBezTo>
                <a:lnTo>
                  <a:pt x="11445244" y="1146878"/>
                </a:lnTo>
                <a:cubicBezTo>
                  <a:pt x="11089980" y="1084559"/>
                  <a:pt x="10754635" y="1223498"/>
                  <a:pt x="10441512" y="1372399"/>
                </a:cubicBezTo>
                <a:lnTo>
                  <a:pt x="10400647" y="1391809"/>
                </a:lnTo>
                <a:lnTo>
                  <a:pt x="10321089" y="1430120"/>
                </a:lnTo>
                <a:lnTo>
                  <a:pt x="10104580" y="1526890"/>
                </a:lnTo>
                <a:lnTo>
                  <a:pt x="10273328" y="1460894"/>
                </a:lnTo>
                <a:lnTo>
                  <a:pt x="10393878" y="1410964"/>
                </a:lnTo>
                <a:cubicBezTo>
                  <a:pt x="10708151" y="1280198"/>
                  <a:pt x="11044517" y="1157732"/>
                  <a:pt x="11395823" y="1219412"/>
                </a:cubicBezTo>
                <a:lnTo>
                  <a:pt x="11393524" y="1232182"/>
                </a:lnTo>
                <a:cubicBezTo>
                  <a:pt x="11045793" y="1171267"/>
                  <a:pt x="10711599" y="1293095"/>
                  <a:pt x="10398987" y="1422967"/>
                </a:cubicBezTo>
                <a:lnTo>
                  <a:pt x="10278437" y="1472899"/>
                </a:lnTo>
                <a:lnTo>
                  <a:pt x="10033185" y="1568834"/>
                </a:lnTo>
                <a:lnTo>
                  <a:pt x="10231316" y="1501248"/>
                </a:lnTo>
                <a:lnTo>
                  <a:pt x="10281119" y="1483626"/>
                </a:lnTo>
                <a:lnTo>
                  <a:pt x="10351992" y="1458085"/>
                </a:lnTo>
                <a:cubicBezTo>
                  <a:pt x="10678653" y="1341238"/>
                  <a:pt x="11000333" y="1240993"/>
                  <a:pt x="11344103" y="1301523"/>
                </a:cubicBezTo>
                <a:lnTo>
                  <a:pt x="11341805" y="1314293"/>
                </a:lnTo>
                <a:cubicBezTo>
                  <a:pt x="11001227" y="1254529"/>
                  <a:pt x="10681463" y="1354008"/>
                  <a:pt x="10356462" y="1470217"/>
                </a:cubicBezTo>
                <a:lnTo>
                  <a:pt x="10285589" y="1495758"/>
                </a:lnTo>
                <a:lnTo>
                  <a:pt x="10235912" y="1513507"/>
                </a:lnTo>
                <a:cubicBezTo>
                  <a:pt x="10159291" y="1540868"/>
                  <a:pt x="10075543" y="1570765"/>
                  <a:pt x="9986568" y="1598668"/>
                </a:cubicBezTo>
                <a:lnTo>
                  <a:pt x="9812354" y="1644091"/>
                </a:lnTo>
                <a:lnTo>
                  <a:pt x="9933392" y="1618249"/>
                </a:lnTo>
                <a:cubicBezTo>
                  <a:pt x="10022555" y="1595054"/>
                  <a:pt x="10108019" y="1569633"/>
                  <a:pt x="10188534" y="1545689"/>
                </a:cubicBezTo>
                <a:lnTo>
                  <a:pt x="10232081" y="1532919"/>
                </a:lnTo>
                <a:lnTo>
                  <a:pt x="10308702" y="1510060"/>
                </a:lnTo>
                <a:cubicBezTo>
                  <a:pt x="10634723" y="1412496"/>
                  <a:pt x="10955127" y="1329746"/>
                  <a:pt x="11291108" y="1388616"/>
                </a:cubicBezTo>
                <a:lnTo>
                  <a:pt x="11288810" y="1401386"/>
                </a:lnTo>
                <a:cubicBezTo>
                  <a:pt x="10955765" y="1343027"/>
                  <a:pt x="10637533" y="1425394"/>
                  <a:pt x="10312661" y="1522574"/>
                </a:cubicBezTo>
                <a:lnTo>
                  <a:pt x="10236040" y="1545433"/>
                </a:lnTo>
                <a:lnTo>
                  <a:pt x="10192493" y="1558203"/>
                </a:lnTo>
                <a:cubicBezTo>
                  <a:pt x="10111531" y="1582275"/>
                  <a:pt x="10025611" y="1607824"/>
                  <a:pt x="9935962" y="1631128"/>
                </a:cubicBezTo>
                <a:lnTo>
                  <a:pt x="9776304" y="1665160"/>
                </a:lnTo>
                <a:lnTo>
                  <a:pt x="9890024" y="1646280"/>
                </a:lnTo>
                <a:cubicBezTo>
                  <a:pt x="9979152" y="1627906"/>
                  <a:pt x="10064729" y="1607529"/>
                  <a:pt x="10145372" y="1588342"/>
                </a:cubicBezTo>
                <a:lnTo>
                  <a:pt x="10182915" y="1579530"/>
                </a:lnTo>
                <a:lnTo>
                  <a:pt x="10265922" y="1559736"/>
                </a:lnTo>
                <a:cubicBezTo>
                  <a:pt x="10603692" y="1478390"/>
                  <a:pt x="10909919" y="1415688"/>
                  <a:pt x="11238495" y="1473282"/>
                </a:cubicBezTo>
                <a:lnTo>
                  <a:pt x="11236069" y="1486052"/>
                </a:lnTo>
                <a:cubicBezTo>
                  <a:pt x="10910302" y="1428969"/>
                  <a:pt x="10605351" y="1491288"/>
                  <a:pt x="10269114" y="1572251"/>
                </a:cubicBezTo>
                <a:cubicBezTo>
                  <a:pt x="10241275" y="1579019"/>
                  <a:pt x="10213564" y="1585021"/>
                  <a:pt x="10185980" y="1592045"/>
                </a:cubicBezTo>
                <a:lnTo>
                  <a:pt x="10148437" y="1600983"/>
                </a:lnTo>
                <a:cubicBezTo>
                  <a:pt x="10067441" y="1620139"/>
                  <a:pt x="9981499" y="1640531"/>
                  <a:pt x="9891972" y="1658940"/>
                </a:cubicBezTo>
                <a:lnTo>
                  <a:pt x="9668652" y="1695942"/>
                </a:lnTo>
                <a:lnTo>
                  <a:pt x="9841578" y="1675601"/>
                </a:lnTo>
                <a:cubicBezTo>
                  <a:pt x="9931440" y="1661953"/>
                  <a:pt x="10019203" y="1646286"/>
                  <a:pt x="10104124" y="1631121"/>
                </a:cubicBezTo>
                <a:lnTo>
                  <a:pt x="10137326" y="1625247"/>
                </a:lnTo>
                <a:cubicBezTo>
                  <a:pt x="10166314" y="1620011"/>
                  <a:pt x="10195558" y="1614904"/>
                  <a:pt x="10224674" y="1609540"/>
                </a:cubicBezTo>
                <a:cubicBezTo>
                  <a:pt x="10561678" y="1548243"/>
                  <a:pt x="10866755" y="1502015"/>
                  <a:pt x="11187286" y="1558459"/>
                </a:cubicBezTo>
                <a:lnTo>
                  <a:pt x="11184988" y="1571229"/>
                </a:lnTo>
                <a:cubicBezTo>
                  <a:pt x="10866629" y="1515552"/>
                  <a:pt x="10562827" y="1561524"/>
                  <a:pt x="10227228" y="1622310"/>
                </a:cubicBezTo>
                <a:cubicBezTo>
                  <a:pt x="10197983" y="1627674"/>
                  <a:pt x="10168869" y="1632781"/>
                  <a:pt x="10139880" y="1637889"/>
                </a:cubicBezTo>
                <a:lnTo>
                  <a:pt x="10106551" y="1643891"/>
                </a:lnTo>
                <a:cubicBezTo>
                  <a:pt x="10021341" y="1659088"/>
                  <a:pt x="9933291" y="1674795"/>
                  <a:pt x="9843115" y="1688477"/>
                </a:cubicBezTo>
                <a:lnTo>
                  <a:pt x="9612741" y="1715530"/>
                </a:lnTo>
                <a:lnTo>
                  <a:pt x="9791576" y="1703131"/>
                </a:lnTo>
                <a:cubicBezTo>
                  <a:pt x="9881940" y="1694301"/>
                  <a:pt x="9971634" y="1683607"/>
                  <a:pt x="10060578" y="1673007"/>
                </a:cubicBezTo>
                <a:lnTo>
                  <a:pt x="10091865" y="1669304"/>
                </a:lnTo>
                <a:lnTo>
                  <a:pt x="10182915" y="1658450"/>
                </a:lnTo>
                <a:cubicBezTo>
                  <a:pt x="10470882" y="1622948"/>
                  <a:pt x="10797414" y="1582722"/>
                  <a:pt x="11135567" y="1641975"/>
                </a:cubicBezTo>
                <a:lnTo>
                  <a:pt x="11133269" y="1654745"/>
                </a:lnTo>
                <a:cubicBezTo>
                  <a:pt x="10797159" y="1595875"/>
                  <a:pt x="10471648" y="1635846"/>
                  <a:pt x="10184448" y="1671220"/>
                </a:cubicBezTo>
                <a:cubicBezTo>
                  <a:pt x="10154056" y="1675050"/>
                  <a:pt x="10123662" y="1678626"/>
                  <a:pt x="10093397" y="1682202"/>
                </a:cubicBezTo>
                <a:lnTo>
                  <a:pt x="10062111" y="1685905"/>
                </a:lnTo>
                <a:cubicBezTo>
                  <a:pt x="9883775" y="1707168"/>
                  <a:pt x="9702407" y="1728813"/>
                  <a:pt x="9518502" y="1735071"/>
                </a:cubicBezTo>
                <a:lnTo>
                  <a:pt x="9392532" y="1733199"/>
                </a:lnTo>
                <a:lnTo>
                  <a:pt x="9475274" y="1737048"/>
                </a:lnTo>
                <a:cubicBezTo>
                  <a:pt x="9655413" y="1738421"/>
                  <a:pt x="9833525" y="1727726"/>
                  <a:pt x="10008603" y="1717191"/>
                </a:cubicBezTo>
                <a:lnTo>
                  <a:pt x="10045636" y="1714893"/>
                </a:lnTo>
                <a:cubicBezTo>
                  <a:pt x="10077651" y="1713105"/>
                  <a:pt x="10109833" y="1711151"/>
                  <a:pt x="10142178" y="1709018"/>
                </a:cubicBezTo>
                <a:cubicBezTo>
                  <a:pt x="10429634" y="1690756"/>
                  <a:pt x="10755145" y="1669813"/>
                  <a:pt x="11084998" y="1727663"/>
                </a:cubicBezTo>
                <a:lnTo>
                  <a:pt x="11082698" y="1740433"/>
                </a:lnTo>
                <a:cubicBezTo>
                  <a:pt x="10754634" y="1682967"/>
                  <a:pt x="10429762" y="1703783"/>
                  <a:pt x="10143073" y="1722172"/>
                </a:cubicBezTo>
                <a:lnTo>
                  <a:pt x="10046402" y="1728045"/>
                </a:lnTo>
                <a:lnTo>
                  <a:pt x="10009498" y="1730217"/>
                </a:lnTo>
                <a:cubicBezTo>
                  <a:pt x="9833908" y="1740752"/>
                  <a:pt x="9655349" y="1751479"/>
                  <a:pt x="9474668" y="1750090"/>
                </a:cubicBezTo>
                <a:lnTo>
                  <a:pt x="9308949" y="1742363"/>
                </a:lnTo>
                <a:lnTo>
                  <a:pt x="9429413" y="1751831"/>
                </a:lnTo>
                <a:cubicBezTo>
                  <a:pt x="9606600" y="1760577"/>
                  <a:pt x="9782189" y="1760355"/>
                  <a:pt x="9954585" y="1760099"/>
                </a:cubicBezTo>
                <a:lnTo>
                  <a:pt x="10001452" y="1760099"/>
                </a:lnTo>
                <a:lnTo>
                  <a:pt x="10099143" y="1760099"/>
                </a:lnTo>
                <a:cubicBezTo>
                  <a:pt x="10399879" y="1758694"/>
                  <a:pt x="10710961" y="1757417"/>
                  <a:pt x="11032129" y="1813606"/>
                </a:cubicBezTo>
                <a:lnTo>
                  <a:pt x="11029831" y="1826376"/>
                </a:lnTo>
                <a:cubicBezTo>
                  <a:pt x="10709810" y="1770315"/>
                  <a:pt x="10399497" y="1771720"/>
                  <a:pt x="10099271" y="1773125"/>
                </a:cubicBezTo>
                <a:lnTo>
                  <a:pt x="9954713" y="1773125"/>
                </a:lnTo>
                <a:cubicBezTo>
                  <a:pt x="9781805" y="1773125"/>
                  <a:pt x="9606216" y="1773349"/>
                  <a:pt x="9428854" y="1764649"/>
                </a:cubicBezTo>
                <a:lnTo>
                  <a:pt x="9280081" y="1753022"/>
                </a:lnTo>
                <a:lnTo>
                  <a:pt x="9385245" y="1764649"/>
                </a:lnTo>
                <a:cubicBezTo>
                  <a:pt x="9559223" y="1780500"/>
                  <a:pt x="9731876" y="1790429"/>
                  <a:pt x="9901590" y="1800198"/>
                </a:cubicBezTo>
                <a:lnTo>
                  <a:pt x="9957650" y="1803517"/>
                </a:lnTo>
                <a:lnTo>
                  <a:pt x="10057259" y="1809136"/>
                </a:lnTo>
                <a:cubicBezTo>
                  <a:pt x="10357356" y="1825738"/>
                  <a:pt x="10667671" y="1842849"/>
                  <a:pt x="10980282" y="1897634"/>
                </a:cubicBezTo>
                <a:lnTo>
                  <a:pt x="10977985" y="1910404"/>
                </a:lnTo>
                <a:cubicBezTo>
                  <a:pt x="10666139" y="1855875"/>
                  <a:pt x="10356207" y="1838763"/>
                  <a:pt x="10056492" y="1822162"/>
                </a:cubicBezTo>
                <a:lnTo>
                  <a:pt x="9956885" y="1816543"/>
                </a:lnTo>
                <a:lnTo>
                  <a:pt x="9900824" y="1813222"/>
                </a:lnTo>
                <a:cubicBezTo>
                  <a:pt x="9730853" y="1803454"/>
                  <a:pt x="9558010" y="1793525"/>
                  <a:pt x="9383777" y="1777642"/>
                </a:cubicBezTo>
                <a:lnTo>
                  <a:pt x="9239442" y="1761671"/>
                </a:lnTo>
                <a:lnTo>
                  <a:pt x="9341253" y="1777483"/>
                </a:lnTo>
                <a:cubicBezTo>
                  <a:pt x="9512165" y="1800230"/>
                  <a:pt x="9682008" y="1819992"/>
                  <a:pt x="9848850" y="1839402"/>
                </a:cubicBezTo>
                <a:lnTo>
                  <a:pt x="10014862" y="1858684"/>
                </a:lnTo>
                <a:cubicBezTo>
                  <a:pt x="10294910" y="1890610"/>
                  <a:pt x="10612375" y="1926750"/>
                  <a:pt x="10928054" y="1982044"/>
                </a:cubicBezTo>
                <a:lnTo>
                  <a:pt x="10925755" y="1994814"/>
                </a:lnTo>
                <a:cubicBezTo>
                  <a:pt x="10610461" y="1939647"/>
                  <a:pt x="10293251" y="1903508"/>
                  <a:pt x="10013329" y="1871583"/>
                </a:cubicBezTo>
                <a:lnTo>
                  <a:pt x="9847318" y="1852300"/>
                </a:lnTo>
                <a:cubicBezTo>
                  <a:pt x="9680093" y="1833145"/>
                  <a:pt x="9509994" y="1813351"/>
                  <a:pt x="9338859" y="1790492"/>
                </a:cubicBezTo>
                <a:lnTo>
                  <a:pt x="8983861" y="1735178"/>
                </a:lnTo>
                <a:lnTo>
                  <a:pt x="10877355" y="2066837"/>
                </a:lnTo>
                <a:lnTo>
                  <a:pt x="10875057" y="2079607"/>
                </a:lnTo>
                <a:lnTo>
                  <a:pt x="7831934" y="1546582"/>
                </a:lnTo>
                <a:cubicBezTo>
                  <a:pt x="7753526" y="1532790"/>
                  <a:pt x="7664773" y="1517210"/>
                  <a:pt x="7583427" y="1542496"/>
                </a:cubicBezTo>
                <a:cubicBezTo>
                  <a:pt x="7479510" y="1574676"/>
                  <a:pt x="7413378" y="1658145"/>
                  <a:pt x="7371545" y="1757124"/>
                </a:cubicBezTo>
                <a:lnTo>
                  <a:pt x="7367697" y="1768680"/>
                </a:lnTo>
                <a:lnTo>
                  <a:pt x="7323075" y="1941077"/>
                </a:lnTo>
                <a:lnTo>
                  <a:pt x="7322366" y="1946198"/>
                </a:lnTo>
                <a:lnTo>
                  <a:pt x="7316148" y="2009628"/>
                </a:lnTo>
                <a:cubicBezTo>
                  <a:pt x="7313594" y="2047938"/>
                  <a:pt x="7311552" y="2088930"/>
                  <a:pt x="7309507" y="2128389"/>
                </a:cubicBezTo>
                <a:lnTo>
                  <a:pt x="7309070" y="2136252"/>
                </a:lnTo>
                <a:lnTo>
                  <a:pt x="7308232" y="2164274"/>
                </a:lnTo>
                <a:lnTo>
                  <a:pt x="7306784" y="2204545"/>
                </a:lnTo>
                <a:lnTo>
                  <a:pt x="7304593" y="2369196"/>
                </a:lnTo>
                <a:lnTo>
                  <a:pt x="7305614" y="2437341"/>
                </a:lnTo>
                <a:cubicBezTo>
                  <a:pt x="7302573" y="2647456"/>
                  <a:pt x="7271517" y="2852489"/>
                  <a:pt x="7126895" y="2975561"/>
                </a:cubicBezTo>
                <a:cubicBezTo>
                  <a:pt x="6943516" y="3131611"/>
                  <a:pt x="6675088" y="3053585"/>
                  <a:pt x="6504734" y="2895746"/>
                </a:cubicBezTo>
                <a:cubicBezTo>
                  <a:pt x="6382395" y="2782347"/>
                  <a:pt x="6291473" y="2632810"/>
                  <a:pt x="6203614" y="2488124"/>
                </a:cubicBezTo>
                <a:cubicBezTo>
                  <a:pt x="6168368" y="2430020"/>
                  <a:pt x="6131846" y="2369873"/>
                  <a:pt x="6093790" y="2313045"/>
                </a:cubicBezTo>
                <a:cubicBezTo>
                  <a:pt x="5926502" y="2062750"/>
                  <a:pt x="5747464" y="1929941"/>
                  <a:pt x="5561787" y="1918576"/>
                </a:cubicBezTo>
                <a:cubicBezTo>
                  <a:pt x="5242534" y="1898782"/>
                  <a:pt x="5011267" y="2225059"/>
                  <a:pt x="4801198" y="2559509"/>
                </a:cubicBezTo>
                <a:cubicBezTo>
                  <a:pt x="4665579" y="2775834"/>
                  <a:pt x="4410305" y="3105560"/>
                  <a:pt x="4115314" y="3105687"/>
                </a:cubicBezTo>
                <a:cubicBezTo>
                  <a:pt x="4069291" y="3105636"/>
                  <a:pt x="4023612" y="3097591"/>
                  <a:pt x="3980334" y="3081935"/>
                </a:cubicBezTo>
                <a:cubicBezTo>
                  <a:pt x="3772053" y="3007869"/>
                  <a:pt x="3655462" y="2773920"/>
                  <a:pt x="3594293" y="2590668"/>
                </a:cubicBezTo>
                <a:cubicBezTo>
                  <a:pt x="3570668" y="2520177"/>
                  <a:pt x="3550620" y="2446876"/>
                  <a:pt x="3531209" y="2376002"/>
                </a:cubicBezTo>
                <a:lnTo>
                  <a:pt x="3522029" y="2344657"/>
                </a:lnTo>
                <a:lnTo>
                  <a:pt x="3492389" y="2262860"/>
                </a:lnTo>
                <a:lnTo>
                  <a:pt x="3453513" y="2154552"/>
                </a:lnTo>
                <a:lnTo>
                  <a:pt x="3386396" y="2002093"/>
                </a:lnTo>
                <a:lnTo>
                  <a:pt x="3315680" y="1880788"/>
                </a:lnTo>
                <a:lnTo>
                  <a:pt x="3284420" y="1836815"/>
                </a:lnTo>
                <a:lnTo>
                  <a:pt x="3245004" y="1791332"/>
                </a:lnTo>
                <a:lnTo>
                  <a:pt x="3236599" y="1783037"/>
                </a:lnTo>
                <a:lnTo>
                  <a:pt x="3189395" y="1743642"/>
                </a:lnTo>
                <a:lnTo>
                  <a:pt x="3143264" y="1711811"/>
                </a:lnTo>
                <a:lnTo>
                  <a:pt x="3114523" y="1695008"/>
                </a:lnTo>
                <a:lnTo>
                  <a:pt x="3093444" y="1685963"/>
                </a:lnTo>
                <a:lnTo>
                  <a:pt x="3046611" y="1669407"/>
                </a:lnTo>
                <a:cubicBezTo>
                  <a:pt x="2999029" y="1657881"/>
                  <a:pt x="2949592" y="1656756"/>
                  <a:pt x="2899725" y="1669303"/>
                </a:cubicBezTo>
                <a:cubicBezTo>
                  <a:pt x="2714303" y="1715913"/>
                  <a:pt x="2607162" y="1926238"/>
                  <a:pt x="2568723" y="2107319"/>
                </a:cubicBezTo>
                <a:cubicBezTo>
                  <a:pt x="2545482" y="2216502"/>
                  <a:pt x="2538331" y="2330796"/>
                  <a:pt x="2531563" y="2441258"/>
                </a:cubicBezTo>
                <a:cubicBezTo>
                  <a:pt x="2525944" y="2530649"/>
                  <a:pt x="2520197" y="2623360"/>
                  <a:pt x="2506023" y="2713134"/>
                </a:cubicBezTo>
                <a:cubicBezTo>
                  <a:pt x="2481886" y="2864843"/>
                  <a:pt x="2421100" y="3075550"/>
                  <a:pt x="2268370" y="3217937"/>
                </a:cubicBezTo>
                <a:cubicBezTo>
                  <a:pt x="2184981" y="3298108"/>
                  <a:pt x="2074353" y="3343773"/>
                  <a:pt x="1958694" y="3345766"/>
                </a:cubicBezTo>
                <a:cubicBezTo>
                  <a:pt x="1894243" y="3346264"/>
                  <a:pt x="1830891" y="3329037"/>
                  <a:pt x="1775571" y="3295963"/>
                </a:cubicBezTo>
                <a:cubicBezTo>
                  <a:pt x="1622330" y="3203124"/>
                  <a:pt x="1558479" y="3015020"/>
                  <a:pt x="1496161" y="2832534"/>
                </a:cubicBezTo>
                <a:lnTo>
                  <a:pt x="1495594" y="2830910"/>
                </a:lnTo>
                <a:lnTo>
                  <a:pt x="1493538" y="2826479"/>
                </a:lnTo>
                <a:cubicBezTo>
                  <a:pt x="1476695" y="2784568"/>
                  <a:pt x="1461268" y="2741517"/>
                  <a:pt x="1445974" y="2698831"/>
                </a:cubicBezTo>
                <a:lnTo>
                  <a:pt x="1409017" y="2605771"/>
                </a:lnTo>
                <a:lnTo>
                  <a:pt x="1328299" y="2466473"/>
                </a:lnTo>
                <a:cubicBezTo>
                  <a:pt x="1103373" y="2150188"/>
                  <a:pt x="695345" y="2006115"/>
                  <a:pt x="349403" y="2143330"/>
                </a:cubicBezTo>
                <a:cubicBezTo>
                  <a:pt x="252126" y="2181865"/>
                  <a:pt x="163254" y="2242571"/>
                  <a:pt x="86037" y="2318954"/>
                </a:cubicBezTo>
                <a:lnTo>
                  <a:pt x="0" y="2420186"/>
                </a:lnTo>
                <a:lnTo>
                  <a:pt x="0" y="2396547"/>
                </a:lnTo>
                <a:lnTo>
                  <a:pt x="79489" y="2304346"/>
                </a:lnTo>
                <a:cubicBezTo>
                  <a:pt x="158074" y="2228060"/>
                  <a:pt x="247369" y="2168998"/>
                  <a:pt x="343784" y="2130816"/>
                </a:cubicBezTo>
                <a:cubicBezTo>
                  <a:pt x="536612" y="2054450"/>
                  <a:pt x="756131" y="2062239"/>
                  <a:pt x="961602" y="2152781"/>
                </a:cubicBezTo>
                <a:cubicBezTo>
                  <a:pt x="1115010" y="2219976"/>
                  <a:pt x="1245952" y="2327607"/>
                  <a:pt x="1341286" y="2462770"/>
                </a:cubicBezTo>
                <a:lnTo>
                  <a:pt x="1376408" y="2523661"/>
                </a:lnTo>
                <a:lnTo>
                  <a:pt x="1364374" y="2493360"/>
                </a:lnTo>
                <a:cubicBezTo>
                  <a:pt x="1224924" y="2201531"/>
                  <a:pt x="932831" y="2020825"/>
                  <a:pt x="636948" y="2013522"/>
                </a:cubicBezTo>
                <a:cubicBezTo>
                  <a:pt x="538322" y="2011088"/>
                  <a:pt x="439274" y="2027922"/>
                  <a:pt x="345316" y="2066327"/>
                </a:cubicBezTo>
                <a:cubicBezTo>
                  <a:pt x="251360" y="2104734"/>
                  <a:pt x="165745" y="2163628"/>
                  <a:pt x="91437" y="2237192"/>
                </a:cubicBezTo>
                <a:lnTo>
                  <a:pt x="0" y="2344677"/>
                </a:lnTo>
                <a:lnTo>
                  <a:pt x="0" y="2323298"/>
                </a:lnTo>
                <a:lnTo>
                  <a:pt x="81630" y="2227406"/>
                </a:lnTo>
                <a:cubicBezTo>
                  <a:pt x="157094" y="2152773"/>
                  <a:pt x="244146" y="2092953"/>
                  <a:pt x="339826" y="2053812"/>
                </a:cubicBezTo>
                <a:cubicBezTo>
                  <a:pt x="524227" y="1978596"/>
                  <a:pt x="734295" y="1982682"/>
                  <a:pt x="931467" y="2065560"/>
                </a:cubicBezTo>
                <a:cubicBezTo>
                  <a:pt x="1077700" y="2126455"/>
                  <a:pt x="1203342" y="2226031"/>
                  <a:pt x="1295705" y="2352280"/>
                </a:cubicBezTo>
                <a:lnTo>
                  <a:pt x="1334073" y="2416241"/>
                </a:lnTo>
                <a:lnTo>
                  <a:pt x="1316613" y="2374343"/>
                </a:lnTo>
                <a:cubicBezTo>
                  <a:pt x="1180995" y="2102146"/>
                  <a:pt x="900922" y="1937053"/>
                  <a:pt x="618783" y="1934982"/>
                </a:cubicBezTo>
                <a:cubicBezTo>
                  <a:pt x="524738" y="1934291"/>
                  <a:pt x="430461" y="1951715"/>
                  <a:pt x="341230" y="1989323"/>
                </a:cubicBezTo>
                <a:cubicBezTo>
                  <a:pt x="207384" y="2045736"/>
                  <a:pt x="90777" y="2146271"/>
                  <a:pt x="1120" y="2271944"/>
                </a:cubicBezTo>
                <a:lnTo>
                  <a:pt x="0" y="2273803"/>
                </a:lnTo>
                <a:lnTo>
                  <a:pt x="0" y="2251780"/>
                </a:lnTo>
                <a:lnTo>
                  <a:pt x="89494" y="2145745"/>
                </a:lnTo>
                <a:cubicBezTo>
                  <a:pt x="161691" y="2073494"/>
                  <a:pt x="244720" y="2015374"/>
                  <a:pt x="335740" y="1977064"/>
                </a:cubicBezTo>
                <a:cubicBezTo>
                  <a:pt x="654306" y="1842978"/>
                  <a:pt x="1034763" y="1960456"/>
                  <a:pt x="1248090" y="2239246"/>
                </a:cubicBezTo>
                <a:lnTo>
                  <a:pt x="1295675" y="2315532"/>
                </a:lnTo>
                <a:lnTo>
                  <a:pt x="1269364" y="2255452"/>
                </a:lnTo>
                <a:cubicBezTo>
                  <a:pt x="1136713" y="2003178"/>
                  <a:pt x="868444" y="1853552"/>
                  <a:pt x="600266" y="1856515"/>
                </a:cubicBezTo>
                <a:cubicBezTo>
                  <a:pt x="510874" y="1857503"/>
                  <a:pt x="421489" y="1875445"/>
                  <a:pt x="337143" y="1912191"/>
                </a:cubicBezTo>
                <a:cubicBezTo>
                  <a:pt x="209665" y="1968029"/>
                  <a:pt x="98440" y="2065583"/>
                  <a:pt x="12584" y="2186745"/>
                </a:cubicBezTo>
                <a:lnTo>
                  <a:pt x="0" y="2207706"/>
                </a:lnTo>
                <a:lnTo>
                  <a:pt x="0" y="2182732"/>
                </a:lnTo>
                <a:lnTo>
                  <a:pt x="2572" y="2178456"/>
                </a:lnTo>
                <a:cubicBezTo>
                  <a:pt x="89837" y="2055544"/>
                  <a:pt x="202913" y="1956583"/>
                  <a:pt x="332546" y="1899932"/>
                </a:cubicBezTo>
                <a:cubicBezTo>
                  <a:pt x="632788" y="1768750"/>
                  <a:pt x="996289" y="1872319"/>
                  <a:pt x="1203097" y="2129706"/>
                </a:cubicBezTo>
                <a:lnTo>
                  <a:pt x="1256259" y="2210733"/>
                </a:lnTo>
                <a:lnTo>
                  <a:pt x="1221603" y="2136562"/>
                </a:lnTo>
                <a:cubicBezTo>
                  <a:pt x="1092307" y="1903730"/>
                  <a:pt x="836010" y="1769741"/>
                  <a:pt x="582064" y="1777959"/>
                </a:cubicBezTo>
                <a:cubicBezTo>
                  <a:pt x="497417" y="1780698"/>
                  <a:pt x="413031" y="1799239"/>
                  <a:pt x="333696" y="1835187"/>
                </a:cubicBezTo>
                <a:cubicBezTo>
                  <a:pt x="211103" y="1890881"/>
                  <a:pt x="104725" y="1984628"/>
                  <a:pt x="22638" y="2100428"/>
                </a:cubicBezTo>
                <a:lnTo>
                  <a:pt x="0" y="2138078"/>
                </a:lnTo>
                <a:lnTo>
                  <a:pt x="0" y="2113221"/>
                </a:lnTo>
                <a:lnTo>
                  <a:pt x="12626" y="2092244"/>
                </a:lnTo>
                <a:cubicBezTo>
                  <a:pt x="96020" y="1974709"/>
                  <a:pt x="204080" y="1879532"/>
                  <a:pt x="328588" y="1822928"/>
                </a:cubicBezTo>
                <a:cubicBezTo>
                  <a:pt x="611734" y="1694653"/>
                  <a:pt x="957942" y="1784113"/>
                  <a:pt x="1157701" y="2020132"/>
                </a:cubicBezTo>
                <a:lnTo>
                  <a:pt x="1222205" y="2113380"/>
                </a:lnTo>
                <a:lnTo>
                  <a:pt x="1173844" y="2017673"/>
                </a:lnTo>
                <a:cubicBezTo>
                  <a:pt x="1048091" y="1805146"/>
                  <a:pt x="803742" y="1686504"/>
                  <a:pt x="563847" y="1699673"/>
                </a:cubicBezTo>
                <a:cubicBezTo>
                  <a:pt x="483881" y="1704063"/>
                  <a:pt x="404412" y="1723098"/>
                  <a:pt x="329993" y="1758184"/>
                </a:cubicBezTo>
                <a:cubicBezTo>
                  <a:pt x="214440" y="1812824"/>
                  <a:pt x="113593" y="1903470"/>
                  <a:pt x="35226" y="2014795"/>
                </a:cubicBezTo>
                <a:lnTo>
                  <a:pt x="0" y="2073509"/>
                </a:lnTo>
                <a:lnTo>
                  <a:pt x="0" y="2048591"/>
                </a:lnTo>
                <a:lnTo>
                  <a:pt x="25216" y="2006599"/>
                </a:lnTo>
                <a:cubicBezTo>
                  <a:pt x="104856" y="1893552"/>
                  <a:pt x="207336" y="1801475"/>
                  <a:pt x="324758" y="1745925"/>
                </a:cubicBezTo>
                <a:cubicBezTo>
                  <a:pt x="628561" y="1602899"/>
                  <a:pt x="1014345" y="1721661"/>
                  <a:pt x="1185848" y="2010777"/>
                </a:cubicBezTo>
                <a:cubicBezTo>
                  <a:pt x="1212725" y="2058231"/>
                  <a:pt x="1237148" y="2107039"/>
                  <a:pt x="1259021" y="2156996"/>
                </a:cubicBezTo>
                <a:cubicBezTo>
                  <a:pt x="1315593" y="2280227"/>
                  <a:pt x="1373951" y="2407545"/>
                  <a:pt x="1495779" y="2465649"/>
                </a:cubicBezTo>
                <a:cubicBezTo>
                  <a:pt x="1609561" y="2519795"/>
                  <a:pt x="1761015" y="2488763"/>
                  <a:pt x="1881820" y="2386475"/>
                </a:cubicBezTo>
                <a:cubicBezTo>
                  <a:pt x="2008870" y="2278656"/>
                  <a:pt x="2116164" y="2149537"/>
                  <a:pt x="2198903" y="2004903"/>
                </a:cubicBezTo>
                <a:cubicBezTo>
                  <a:pt x="2233906" y="1940350"/>
                  <a:pt x="2264783" y="1873638"/>
                  <a:pt x="2291359" y="1805178"/>
                </a:cubicBezTo>
                <a:cubicBezTo>
                  <a:pt x="2309327" y="1758094"/>
                  <a:pt x="2330270" y="1712198"/>
                  <a:pt x="2354060" y="1667772"/>
                </a:cubicBezTo>
                <a:cubicBezTo>
                  <a:pt x="2400160" y="1587575"/>
                  <a:pt x="2466053" y="1540070"/>
                  <a:pt x="2651732" y="1548627"/>
                </a:cubicBezTo>
                <a:lnTo>
                  <a:pt x="2822159" y="1567085"/>
                </a:lnTo>
                <a:lnTo>
                  <a:pt x="2803185" y="1563951"/>
                </a:lnTo>
                <a:cubicBezTo>
                  <a:pt x="2732949" y="1554979"/>
                  <a:pt x="2661692" y="1547605"/>
                  <a:pt x="2601545" y="1541219"/>
                </a:cubicBezTo>
                <a:cubicBezTo>
                  <a:pt x="2555318" y="1536303"/>
                  <a:pt x="2517621" y="1533565"/>
                  <a:pt x="2486403" y="1533045"/>
                </a:cubicBezTo>
                <a:cubicBezTo>
                  <a:pt x="2392745" y="1531482"/>
                  <a:pt x="2357380" y="1549871"/>
                  <a:pt x="2324815" y="1589235"/>
                </a:cubicBezTo>
                <a:cubicBezTo>
                  <a:pt x="2296619" y="1626754"/>
                  <a:pt x="2271756" y="1666660"/>
                  <a:pt x="2250494" y="1708509"/>
                </a:cubicBezTo>
                <a:cubicBezTo>
                  <a:pt x="2220445" y="1764723"/>
                  <a:pt x="2187409" y="1819289"/>
                  <a:pt x="2151525" y="1871966"/>
                </a:cubicBezTo>
                <a:cubicBezTo>
                  <a:pt x="2055417" y="2006449"/>
                  <a:pt x="1942120" y="2127778"/>
                  <a:pt x="1814522" y="2232850"/>
                </a:cubicBezTo>
                <a:cubicBezTo>
                  <a:pt x="1694738" y="2332329"/>
                  <a:pt x="1544816" y="2364383"/>
                  <a:pt x="1432439" y="2314707"/>
                </a:cubicBezTo>
                <a:cubicBezTo>
                  <a:pt x="1311505" y="2261071"/>
                  <a:pt x="1253657" y="2143331"/>
                  <a:pt x="1196447" y="2029549"/>
                </a:cubicBezTo>
                <a:cubicBezTo>
                  <a:pt x="1175304" y="1984943"/>
                  <a:pt x="1151860" y="1941473"/>
                  <a:pt x="1126211" y="1899294"/>
                </a:cubicBezTo>
                <a:cubicBezTo>
                  <a:pt x="963265" y="1642104"/>
                  <a:pt x="604296" y="1544411"/>
                  <a:pt x="326162" y="1681053"/>
                </a:cubicBezTo>
                <a:cubicBezTo>
                  <a:pt x="217648" y="1734640"/>
                  <a:pt x="122278" y="1822203"/>
                  <a:pt x="47597" y="1929075"/>
                </a:cubicBezTo>
                <a:lnTo>
                  <a:pt x="0" y="2008583"/>
                </a:lnTo>
                <a:lnTo>
                  <a:pt x="0" y="1983062"/>
                </a:lnTo>
                <a:lnTo>
                  <a:pt x="37116" y="1920984"/>
                </a:lnTo>
                <a:cubicBezTo>
                  <a:pt x="112871" y="1812443"/>
                  <a:pt x="209634" y="1723497"/>
                  <a:pt x="319777" y="1669048"/>
                </a:cubicBezTo>
                <a:cubicBezTo>
                  <a:pt x="603912" y="1529471"/>
                  <a:pt x="971054" y="1629334"/>
                  <a:pt x="1137066" y="1891632"/>
                </a:cubicBezTo>
                <a:cubicBezTo>
                  <a:pt x="1162992" y="1934169"/>
                  <a:pt x="1186690" y="1978034"/>
                  <a:pt x="1208068" y="2023037"/>
                </a:cubicBezTo>
                <a:cubicBezTo>
                  <a:pt x="1263491" y="2134775"/>
                  <a:pt x="1320957" y="2250217"/>
                  <a:pt x="1437930" y="2301808"/>
                </a:cubicBezTo>
                <a:cubicBezTo>
                  <a:pt x="1545710" y="2349697"/>
                  <a:pt x="1690012" y="2318154"/>
                  <a:pt x="1805839" y="2221995"/>
                </a:cubicBezTo>
                <a:cubicBezTo>
                  <a:pt x="1932531" y="2117957"/>
                  <a:pt x="2045011" y="1997738"/>
                  <a:pt x="2140415" y="1864432"/>
                </a:cubicBezTo>
                <a:cubicBezTo>
                  <a:pt x="2176096" y="1812138"/>
                  <a:pt x="2208914" y="1757954"/>
                  <a:pt x="2238746" y="1702123"/>
                </a:cubicBezTo>
                <a:cubicBezTo>
                  <a:pt x="2260327" y="1659509"/>
                  <a:pt x="2285674" y="1618913"/>
                  <a:pt x="2314474" y="1580807"/>
                </a:cubicBezTo>
                <a:cubicBezTo>
                  <a:pt x="2359166" y="1526789"/>
                  <a:pt x="2409226" y="1507506"/>
                  <a:pt x="2602948" y="1527938"/>
                </a:cubicBezTo>
                <a:cubicBezTo>
                  <a:pt x="2723627" y="1540708"/>
                  <a:pt x="2888745" y="1558203"/>
                  <a:pt x="3001633" y="1583233"/>
                </a:cubicBezTo>
                <a:cubicBezTo>
                  <a:pt x="3049800" y="1593028"/>
                  <a:pt x="3096873" y="1607663"/>
                  <a:pt x="3142105" y="1626907"/>
                </a:cubicBezTo>
                <a:cubicBezTo>
                  <a:pt x="3175715" y="1641887"/>
                  <a:pt x="3207718" y="1660237"/>
                  <a:pt x="3237625" y="1681691"/>
                </a:cubicBezTo>
                <a:cubicBezTo>
                  <a:pt x="3314309" y="1738084"/>
                  <a:pt x="3385731" y="1801296"/>
                  <a:pt x="3451012" y="1870561"/>
                </a:cubicBezTo>
                <a:cubicBezTo>
                  <a:pt x="3514863" y="1935179"/>
                  <a:pt x="3584205" y="2027633"/>
                  <a:pt x="3651759" y="2117024"/>
                </a:cubicBezTo>
                <a:cubicBezTo>
                  <a:pt x="3696454" y="2176406"/>
                  <a:pt x="3742810" y="2237574"/>
                  <a:pt x="3787506" y="2291337"/>
                </a:cubicBezTo>
                <a:cubicBezTo>
                  <a:pt x="3814718" y="2324514"/>
                  <a:pt x="3844626" y="2355392"/>
                  <a:pt x="3876897" y="2383665"/>
                </a:cubicBezTo>
                <a:cubicBezTo>
                  <a:pt x="3967947" y="2462585"/>
                  <a:pt x="4057082" y="2502171"/>
                  <a:pt x="4166140" y="2512005"/>
                </a:cubicBezTo>
                <a:cubicBezTo>
                  <a:pt x="4285796" y="2522732"/>
                  <a:pt x="4397279" y="2499235"/>
                  <a:pt x="4516807" y="2439342"/>
                </a:cubicBezTo>
                <a:cubicBezTo>
                  <a:pt x="4542169" y="2426815"/>
                  <a:pt x="4566727" y="2412743"/>
                  <a:pt x="4590363" y="2397202"/>
                </a:cubicBezTo>
                <a:cubicBezTo>
                  <a:pt x="4702869" y="2322241"/>
                  <a:pt x="4824823" y="2201563"/>
                  <a:pt x="4939754" y="2082289"/>
                </a:cubicBezTo>
                <a:cubicBezTo>
                  <a:pt x="5090698" y="1925728"/>
                  <a:pt x="5255304" y="1769549"/>
                  <a:pt x="5462180" y="1731111"/>
                </a:cubicBezTo>
                <a:cubicBezTo>
                  <a:pt x="5653732" y="1695355"/>
                  <a:pt x="5850392" y="1767123"/>
                  <a:pt x="5987033" y="1922663"/>
                </a:cubicBezTo>
                <a:cubicBezTo>
                  <a:pt x="6022189" y="1963847"/>
                  <a:pt x="6053043" y="2008516"/>
                  <a:pt x="6079106" y="2055984"/>
                </a:cubicBezTo>
                <a:lnTo>
                  <a:pt x="6099211" y="2097565"/>
                </a:lnTo>
                <a:lnTo>
                  <a:pt x="6063527" y="2020483"/>
                </a:lnTo>
                <a:cubicBezTo>
                  <a:pt x="6037668" y="1972697"/>
                  <a:pt x="6006571" y="1927938"/>
                  <a:pt x="5970815" y="1887034"/>
                </a:cubicBezTo>
                <a:cubicBezTo>
                  <a:pt x="5836346" y="1735198"/>
                  <a:pt x="5640707" y="1670709"/>
                  <a:pt x="5447240" y="1714382"/>
                </a:cubicBezTo>
                <a:cubicBezTo>
                  <a:pt x="5251729" y="1758568"/>
                  <a:pt x="5097083" y="1903508"/>
                  <a:pt x="4929539" y="2074373"/>
                </a:cubicBezTo>
                <a:cubicBezTo>
                  <a:pt x="4834529" y="2171298"/>
                  <a:pt x="4693036" y="2308705"/>
                  <a:pt x="4562652" y="2382261"/>
                </a:cubicBezTo>
                <a:cubicBezTo>
                  <a:pt x="4537343" y="2396397"/>
                  <a:pt x="4511061" y="2408682"/>
                  <a:pt x="4483988" y="2419039"/>
                </a:cubicBezTo>
                <a:cubicBezTo>
                  <a:pt x="4370744" y="2465420"/>
                  <a:pt x="4245405" y="2473401"/>
                  <a:pt x="4127191" y="2441769"/>
                </a:cubicBezTo>
                <a:cubicBezTo>
                  <a:pt x="4022093" y="2415080"/>
                  <a:pt x="3935640" y="2365148"/>
                  <a:pt x="3848292" y="2278184"/>
                </a:cubicBezTo>
                <a:cubicBezTo>
                  <a:pt x="3817170" y="2247115"/>
                  <a:pt x="3788170" y="2214014"/>
                  <a:pt x="3761455" y="2179088"/>
                </a:cubicBezTo>
                <a:cubicBezTo>
                  <a:pt x="3737191" y="2147672"/>
                  <a:pt x="3712801" y="2115237"/>
                  <a:pt x="3687005" y="2080758"/>
                </a:cubicBezTo>
                <a:cubicBezTo>
                  <a:pt x="3596465" y="1960336"/>
                  <a:pt x="3502860" y="1835827"/>
                  <a:pt x="3415384" y="1760611"/>
                </a:cubicBezTo>
                <a:cubicBezTo>
                  <a:pt x="3314244" y="1673774"/>
                  <a:pt x="3244905" y="1638018"/>
                  <a:pt x="3190376" y="1614520"/>
                </a:cubicBezTo>
                <a:cubicBezTo>
                  <a:pt x="3159600" y="1601353"/>
                  <a:pt x="3127663" y="1591100"/>
                  <a:pt x="3094983" y="1583872"/>
                </a:cubicBezTo>
                <a:cubicBezTo>
                  <a:pt x="3049061" y="1573962"/>
                  <a:pt x="3002578" y="1566887"/>
                  <a:pt x="2955790" y="1562673"/>
                </a:cubicBezTo>
                <a:cubicBezTo>
                  <a:pt x="2922458" y="1559097"/>
                  <a:pt x="2884531" y="1555650"/>
                  <a:pt x="2844433" y="1552074"/>
                </a:cubicBezTo>
                <a:cubicBezTo>
                  <a:pt x="2751338" y="1543773"/>
                  <a:pt x="2645730" y="1534451"/>
                  <a:pt x="2551868" y="1519127"/>
                </a:cubicBezTo>
                <a:cubicBezTo>
                  <a:pt x="2515092" y="1513125"/>
                  <a:pt x="2483932" y="1507633"/>
                  <a:pt x="2457370" y="1503036"/>
                </a:cubicBezTo>
                <a:cubicBezTo>
                  <a:pt x="2402395" y="1493395"/>
                  <a:pt x="2367532" y="1487266"/>
                  <a:pt x="2342072" y="1486611"/>
                </a:cubicBezTo>
                <a:cubicBezTo>
                  <a:pt x="2316612" y="1485957"/>
                  <a:pt x="2300553" y="1490777"/>
                  <a:pt x="2283186" y="1503036"/>
                </a:cubicBezTo>
                <a:cubicBezTo>
                  <a:pt x="2253048" y="1524235"/>
                  <a:pt x="2223676" y="1563184"/>
                  <a:pt x="2186517" y="1612605"/>
                </a:cubicBezTo>
                <a:cubicBezTo>
                  <a:pt x="2159954" y="1647850"/>
                  <a:pt x="2129944" y="1687820"/>
                  <a:pt x="2092272" y="1731366"/>
                </a:cubicBezTo>
                <a:cubicBezTo>
                  <a:pt x="1983995" y="1853181"/>
                  <a:pt x="1865807" y="1965814"/>
                  <a:pt x="1738922" y="2068116"/>
                </a:cubicBezTo>
                <a:cubicBezTo>
                  <a:pt x="1623991" y="2161337"/>
                  <a:pt x="1481476" y="2193774"/>
                  <a:pt x="1375229" y="2150610"/>
                </a:cubicBezTo>
                <a:cubicBezTo>
                  <a:pt x="1260297" y="2103743"/>
                  <a:pt x="1202194" y="1998007"/>
                  <a:pt x="1146516" y="1895207"/>
                </a:cubicBezTo>
                <a:cubicBezTo>
                  <a:pt x="1125848" y="1855761"/>
                  <a:pt x="1103174" y="1817399"/>
                  <a:pt x="1078579" y="1780276"/>
                </a:cubicBezTo>
                <a:cubicBezTo>
                  <a:pt x="917547" y="1546200"/>
                  <a:pt x="585396" y="1468558"/>
                  <a:pt x="322459" y="1604048"/>
                </a:cubicBezTo>
                <a:cubicBezTo>
                  <a:pt x="219213" y="1657396"/>
                  <a:pt x="128914" y="1741290"/>
                  <a:pt x="58082" y="1842948"/>
                </a:cubicBezTo>
                <a:lnTo>
                  <a:pt x="0" y="1939996"/>
                </a:lnTo>
                <a:lnTo>
                  <a:pt x="0" y="1913969"/>
                </a:lnTo>
                <a:lnTo>
                  <a:pt x="47382" y="1834866"/>
                </a:lnTo>
                <a:cubicBezTo>
                  <a:pt x="119414" y="1731572"/>
                  <a:pt x="211263" y="1646302"/>
                  <a:pt x="316329" y="1592045"/>
                </a:cubicBezTo>
                <a:cubicBezTo>
                  <a:pt x="585143" y="1453872"/>
                  <a:pt x="924827" y="1533046"/>
                  <a:pt x="1089690" y="1772359"/>
                </a:cubicBezTo>
                <a:cubicBezTo>
                  <a:pt x="1114633" y="1810057"/>
                  <a:pt x="1137607" y="1849006"/>
                  <a:pt x="1158520" y="1889078"/>
                </a:cubicBezTo>
                <a:cubicBezTo>
                  <a:pt x="1213050" y="1989323"/>
                  <a:pt x="1269364" y="2093400"/>
                  <a:pt x="1380467" y="2138096"/>
                </a:cubicBezTo>
                <a:cubicBezTo>
                  <a:pt x="1482626" y="2179344"/>
                  <a:pt x="1619650" y="2147672"/>
                  <a:pt x="1730494" y="2057643"/>
                </a:cubicBezTo>
                <a:cubicBezTo>
                  <a:pt x="1856714" y="1955789"/>
                  <a:pt x="1974301" y="1843667"/>
                  <a:pt x="2082056" y="1722428"/>
                </a:cubicBezTo>
                <a:cubicBezTo>
                  <a:pt x="2119472" y="1679137"/>
                  <a:pt x="2149355" y="1639423"/>
                  <a:pt x="2175791" y="1604304"/>
                </a:cubicBezTo>
                <a:cubicBezTo>
                  <a:pt x="2214100" y="1553989"/>
                  <a:pt x="2243598" y="1514913"/>
                  <a:pt x="2275396" y="1491927"/>
                </a:cubicBezTo>
                <a:cubicBezTo>
                  <a:pt x="2314730" y="1464344"/>
                  <a:pt x="2348313" y="1470217"/>
                  <a:pt x="2459798" y="1489757"/>
                </a:cubicBezTo>
                <a:lnTo>
                  <a:pt x="2496468" y="1496018"/>
                </a:lnTo>
                <a:lnTo>
                  <a:pt x="2400467" y="1471499"/>
                </a:lnTo>
                <a:cubicBezTo>
                  <a:pt x="2366964" y="1461076"/>
                  <a:pt x="2333998" y="1448930"/>
                  <a:pt x="2301703" y="1435099"/>
                </a:cubicBezTo>
                <a:cubicBezTo>
                  <a:pt x="2282726" y="1425202"/>
                  <a:pt x="2261988" y="1419123"/>
                  <a:pt x="2240661" y="1417221"/>
                </a:cubicBezTo>
                <a:cubicBezTo>
                  <a:pt x="2197626" y="1439186"/>
                  <a:pt x="2137606" y="1494609"/>
                  <a:pt x="2047194" y="1577997"/>
                </a:cubicBezTo>
                <a:lnTo>
                  <a:pt x="2033147" y="1590767"/>
                </a:lnTo>
                <a:cubicBezTo>
                  <a:pt x="1936859" y="1679520"/>
                  <a:pt x="1805583" y="1790620"/>
                  <a:pt x="1663579" y="1903508"/>
                </a:cubicBezTo>
                <a:cubicBezTo>
                  <a:pt x="1552352" y="1992004"/>
                  <a:pt x="1420053" y="2023803"/>
                  <a:pt x="1318785" y="1986769"/>
                </a:cubicBezTo>
                <a:cubicBezTo>
                  <a:pt x="1208196" y="1946671"/>
                  <a:pt x="1151626" y="1852938"/>
                  <a:pt x="1096968" y="1762271"/>
                </a:cubicBezTo>
                <a:cubicBezTo>
                  <a:pt x="1076736" y="1727459"/>
                  <a:pt x="1054743" y="1693707"/>
                  <a:pt x="1031074" y="1661131"/>
                </a:cubicBezTo>
                <a:cubicBezTo>
                  <a:pt x="874641" y="1454766"/>
                  <a:pt x="562411" y="1395767"/>
                  <a:pt x="318756" y="1527044"/>
                </a:cubicBezTo>
                <a:cubicBezTo>
                  <a:pt x="190544" y="1596642"/>
                  <a:pt x="82604" y="1717096"/>
                  <a:pt x="9735" y="1859562"/>
                </a:cubicBezTo>
                <a:lnTo>
                  <a:pt x="0" y="1886744"/>
                </a:lnTo>
                <a:lnTo>
                  <a:pt x="0" y="1849699"/>
                </a:lnTo>
                <a:lnTo>
                  <a:pt x="60014" y="1749248"/>
                </a:lnTo>
                <a:cubicBezTo>
                  <a:pt x="128326" y="1650422"/>
                  <a:pt x="214584" y="1568276"/>
                  <a:pt x="312371" y="1515168"/>
                </a:cubicBezTo>
                <a:cubicBezTo>
                  <a:pt x="561008" y="1380954"/>
                  <a:pt x="881537" y="1441485"/>
                  <a:pt x="1041803" y="1653086"/>
                </a:cubicBezTo>
                <a:cubicBezTo>
                  <a:pt x="1065824" y="1685930"/>
                  <a:pt x="1088078" y="1720027"/>
                  <a:pt x="1108461" y="1755247"/>
                </a:cubicBezTo>
                <a:cubicBezTo>
                  <a:pt x="1161968" y="1843872"/>
                  <a:pt x="1217262" y="1935561"/>
                  <a:pt x="1322999" y="1974126"/>
                </a:cubicBezTo>
                <a:cubicBezTo>
                  <a:pt x="1420435" y="2009628"/>
                  <a:pt x="1547626" y="1978596"/>
                  <a:pt x="1655024" y="1893037"/>
                </a:cubicBezTo>
                <a:cubicBezTo>
                  <a:pt x="1796899" y="1780276"/>
                  <a:pt x="1927794" y="1669431"/>
                  <a:pt x="2023824" y="1580935"/>
                </a:cubicBezTo>
                <a:lnTo>
                  <a:pt x="2037872" y="1568165"/>
                </a:lnTo>
                <a:cubicBezTo>
                  <a:pt x="2130200" y="1483115"/>
                  <a:pt x="2191113" y="1426926"/>
                  <a:pt x="2236064" y="1404578"/>
                </a:cubicBezTo>
                <a:lnTo>
                  <a:pt x="2237471" y="1403813"/>
                </a:lnTo>
                <a:lnTo>
                  <a:pt x="2239129" y="1403813"/>
                </a:lnTo>
                <a:cubicBezTo>
                  <a:pt x="2262767" y="1405408"/>
                  <a:pt x="2285805" y="1411884"/>
                  <a:pt x="2306811" y="1422840"/>
                </a:cubicBezTo>
                <a:cubicBezTo>
                  <a:pt x="2338731" y="1436523"/>
                  <a:pt x="2371316" y="1448533"/>
                  <a:pt x="2404435" y="1458828"/>
                </a:cubicBezTo>
                <a:lnTo>
                  <a:pt x="2424117" y="1463844"/>
                </a:lnTo>
                <a:lnTo>
                  <a:pt x="2307466" y="1416805"/>
                </a:lnTo>
                <a:lnTo>
                  <a:pt x="2290091" y="1403038"/>
                </a:lnTo>
                <a:lnTo>
                  <a:pt x="2280103" y="1396983"/>
                </a:lnTo>
                <a:lnTo>
                  <a:pt x="2254326" y="1389254"/>
                </a:lnTo>
                <a:lnTo>
                  <a:pt x="2249145" y="1385649"/>
                </a:lnTo>
                <a:lnTo>
                  <a:pt x="2219086" y="1372817"/>
                </a:lnTo>
                <a:lnTo>
                  <a:pt x="2212055" y="1371562"/>
                </a:lnTo>
                <a:lnTo>
                  <a:pt x="2176885" y="1355242"/>
                </a:lnTo>
                <a:lnTo>
                  <a:pt x="2164470" y="1352945"/>
                </a:lnTo>
                <a:lnTo>
                  <a:pt x="2147494" y="1344457"/>
                </a:lnTo>
                <a:lnTo>
                  <a:pt x="2112291" y="1360554"/>
                </a:lnTo>
                <a:cubicBezTo>
                  <a:pt x="2075671" y="1380251"/>
                  <a:pt x="2030337" y="1409878"/>
                  <a:pt x="1974276" y="1450551"/>
                </a:cubicBezTo>
                <a:cubicBezTo>
                  <a:pt x="1836616" y="1550158"/>
                  <a:pt x="1706870" y="1647211"/>
                  <a:pt x="1588490" y="1739156"/>
                </a:cubicBezTo>
                <a:cubicBezTo>
                  <a:pt x="1482755" y="1821523"/>
                  <a:pt x="1357606" y="1854087"/>
                  <a:pt x="1261958" y="1823182"/>
                </a:cubicBezTo>
                <a:cubicBezTo>
                  <a:pt x="1157117" y="1789725"/>
                  <a:pt x="1101567" y="1708253"/>
                  <a:pt x="1047805" y="1629078"/>
                </a:cubicBezTo>
                <a:cubicBezTo>
                  <a:pt x="1028015" y="1599105"/>
                  <a:pt x="1006704" y="1570155"/>
                  <a:pt x="983954" y="1542368"/>
                </a:cubicBezTo>
                <a:cubicBezTo>
                  <a:pt x="850889" y="1385551"/>
                  <a:pt x="564454" y="1308036"/>
                  <a:pt x="315436" y="1449785"/>
                </a:cubicBezTo>
                <a:cubicBezTo>
                  <a:pt x="196291" y="1517914"/>
                  <a:pt x="94928" y="1633419"/>
                  <a:pt x="25331" y="1768863"/>
                </a:cubicBezTo>
                <a:lnTo>
                  <a:pt x="0" y="1837855"/>
                </a:lnTo>
                <a:lnTo>
                  <a:pt x="0" y="1801440"/>
                </a:lnTo>
                <a:lnTo>
                  <a:pt x="14301" y="1762525"/>
                </a:lnTo>
                <a:cubicBezTo>
                  <a:pt x="85063" y="1624863"/>
                  <a:pt x="188054" y="1507442"/>
                  <a:pt x="308923" y="1438164"/>
                </a:cubicBezTo>
                <a:cubicBezTo>
                  <a:pt x="564326" y="1293095"/>
                  <a:pt x="858040" y="1372781"/>
                  <a:pt x="994425" y="1533685"/>
                </a:cubicBezTo>
                <a:cubicBezTo>
                  <a:pt x="1017238" y="1561945"/>
                  <a:pt x="1038594" y="1591355"/>
                  <a:pt x="1058402" y="1621798"/>
                </a:cubicBezTo>
                <a:cubicBezTo>
                  <a:pt x="1110889" y="1698419"/>
                  <a:pt x="1165160" y="1778488"/>
                  <a:pt x="1265534" y="1810541"/>
                </a:cubicBezTo>
                <a:cubicBezTo>
                  <a:pt x="1356968" y="1839784"/>
                  <a:pt x="1477392" y="1808369"/>
                  <a:pt x="1579808" y="1728812"/>
                </a:cubicBezTo>
                <a:cubicBezTo>
                  <a:pt x="1698186" y="1636867"/>
                  <a:pt x="1828058" y="1539558"/>
                  <a:pt x="1965849" y="1439824"/>
                </a:cubicBezTo>
                <a:cubicBezTo>
                  <a:pt x="2024592" y="1397299"/>
                  <a:pt x="2071393" y="1366843"/>
                  <a:pt x="2109225" y="1346873"/>
                </a:cubicBezTo>
                <a:lnTo>
                  <a:pt x="2131277" y="1337121"/>
                </a:lnTo>
                <a:lnTo>
                  <a:pt x="2114515" y="1332392"/>
                </a:lnTo>
                <a:lnTo>
                  <a:pt x="2096050" y="1322529"/>
                </a:lnTo>
                <a:lnTo>
                  <a:pt x="2066085" y="1313631"/>
                </a:lnTo>
                <a:lnTo>
                  <a:pt x="2052206" y="1305726"/>
                </a:lnTo>
                <a:lnTo>
                  <a:pt x="2017532" y="1295464"/>
                </a:lnTo>
                <a:lnTo>
                  <a:pt x="1983446" y="1274795"/>
                </a:lnTo>
                <a:lnTo>
                  <a:pt x="1914640" y="1309825"/>
                </a:lnTo>
                <a:cubicBezTo>
                  <a:pt x="1774768" y="1389011"/>
                  <a:pt x="1640414" y="1477586"/>
                  <a:pt x="1512509" y="1574932"/>
                </a:cubicBezTo>
                <a:cubicBezTo>
                  <a:pt x="1412137" y="1651553"/>
                  <a:pt x="1294010" y="1683605"/>
                  <a:pt x="1204494" y="1659599"/>
                </a:cubicBezTo>
                <a:cubicBezTo>
                  <a:pt x="1105143" y="1633035"/>
                  <a:pt x="1050486" y="1563566"/>
                  <a:pt x="997743" y="1496523"/>
                </a:cubicBezTo>
                <a:cubicBezTo>
                  <a:pt x="978476" y="1471225"/>
                  <a:pt x="957933" y="1446937"/>
                  <a:pt x="936192" y="1423734"/>
                </a:cubicBezTo>
                <a:cubicBezTo>
                  <a:pt x="808492" y="1293223"/>
                  <a:pt x="546704" y="1230904"/>
                  <a:pt x="311351" y="1372653"/>
                </a:cubicBezTo>
                <a:cubicBezTo>
                  <a:pt x="199994" y="1440271"/>
                  <a:pt x="105336" y="1549615"/>
                  <a:pt x="39554" y="1677189"/>
                </a:cubicBezTo>
                <a:lnTo>
                  <a:pt x="0" y="1783074"/>
                </a:lnTo>
                <a:lnTo>
                  <a:pt x="0" y="1746016"/>
                </a:lnTo>
                <a:lnTo>
                  <a:pt x="28315" y="1670437"/>
                </a:lnTo>
                <a:cubicBezTo>
                  <a:pt x="95311" y="1540741"/>
                  <a:pt x="191629" y="1429545"/>
                  <a:pt x="304965" y="1360776"/>
                </a:cubicBezTo>
                <a:cubicBezTo>
                  <a:pt x="546193" y="1215326"/>
                  <a:pt x="815771" y="1279558"/>
                  <a:pt x="946408" y="1413900"/>
                </a:cubicBezTo>
                <a:cubicBezTo>
                  <a:pt x="968488" y="1437410"/>
                  <a:pt x="989333" y="1462044"/>
                  <a:pt x="1008854" y="1487712"/>
                </a:cubicBezTo>
                <a:cubicBezTo>
                  <a:pt x="1060445" y="1553606"/>
                  <a:pt x="1112932" y="1621798"/>
                  <a:pt x="1208069" y="1647338"/>
                </a:cubicBezTo>
                <a:cubicBezTo>
                  <a:pt x="1293630" y="1670324"/>
                  <a:pt x="1407156" y="1638656"/>
                  <a:pt x="1504462" y="1564844"/>
                </a:cubicBezTo>
                <a:cubicBezTo>
                  <a:pt x="1632740" y="1467254"/>
                  <a:pt x="1767477" y="1378476"/>
                  <a:pt x="1907744" y="1299098"/>
                </a:cubicBezTo>
                <a:lnTo>
                  <a:pt x="1970807" y="1267133"/>
                </a:lnTo>
                <a:lnTo>
                  <a:pt x="1959081" y="1260022"/>
                </a:lnTo>
                <a:cubicBezTo>
                  <a:pt x="1933462" y="1239573"/>
                  <a:pt x="1912538" y="1216355"/>
                  <a:pt x="1895427" y="1190814"/>
                </a:cubicBezTo>
                <a:lnTo>
                  <a:pt x="1880648" y="1160671"/>
                </a:lnTo>
                <a:lnTo>
                  <a:pt x="1854366" y="1169737"/>
                </a:lnTo>
                <a:cubicBezTo>
                  <a:pt x="1706079" y="1233268"/>
                  <a:pt x="1565829" y="1314116"/>
                  <a:pt x="1436526" y="1410580"/>
                </a:cubicBezTo>
                <a:cubicBezTo>
                  <a:pt x="1340113" y="1481966"/>
                  <a:pt x="1232207" y="1513892"/>
                  <a:pt x="1147156" y="1496012"/>
                </a:cubicBezTo>
                <a:cubicBezTo>
                  <a:pt x="1053295" y="1476220"/>
                  <a:pt x="999789" y="1419391"/>
                  <a:pt x="947942" y="1364226"/>
                </a:cubicBezTo>
                <a:cubicBezTo>
                  <a:pt x="929139" y="1343499"/>
                  <a:pt x="909276" y="1323769"/>
                  <a:pt x="888434" y="1305100"/>
                </a:cubicBezTo>
                <a:cubicBezTo>
                  <a:pt x="765072" y="1198852"/>
                  <a:pt x="519504" y="1159392"/>
                  <a:pt x="307137" y="1295649"/>
                </a:cubicBezTo>
                <a:cubicBezTo>
                  <a:pt x="204976" y="1361607"/>
                  <a:pt x="116957" y="1466034"/>
                  <a:pt x="54447" y="1586681"/>
                </a:cubicBezTo>
                <a:lnTo>
                  <a:pt x="0" y="1728239"/>
                </a:lnTo>
                <a:lnTo>
                  <a:pt x="0" y="1688171"/>
                </a:lnTo>
                <a:lnTo>
                  <a:pt x="41614" y="1579530"/>
                </a:lnTo>
                <a:cubicBezTo>
                  <a:pt x="104889" y="1457702"/>
                  <a:pt x="194504" y="1352605"/>
                  <a:pt x="299857" y="1284412"/>
                </a:cubicBezTo>
                <a:cubicBezTo>
                  <a:pt x="520014" y="1143046"/>
                  <a:pt x="766989" y="1182251"/>
                  <a:pt x="897245" y="1294884"/>
                </a:cubicBezTo>
                <a:cubicBezTo>
                  <a:pt x="918699" y="1313400"/>
                  <a:pt x="938493" y="1334599"/>
                  <a:pt x="957774" y="1354903"/>
                </a:cubicBezTo>
                <a:cubicBezTo>
                  <a:pt x="1008089" y="1408537"/>
                  <a:pt x="1059936" y="1463960"/>
                  <a:pt x="1149325" y="1482604"/>
                </a:cubicBezTo>
                <a:cubicBezTo>
                  <a:pt x="1230417" y="1499717"/>
                  <a:pt x="1334494" y="1468685"/>
                  <a:pt x="1427970" y="1399599"/>
                </a:cubicBezTo>
                <a:cubicBezTo>
                  <a:pt x="1558133" y="1302418"/>
                  <a:pt x="1699324" y="1220983"/>
                  <a:pt x="1848619" y="1156966"/>
                </a:cubicBezTo>
                <a:lnTo>
                  <a:pt x="1874505" y="1148146"/>
                </a:lnTo>
                <a:lnTo>
                  <a:pt x="1854656" y="1107667"/>
                </a:lnTo>
                <a:lnTo>
                  <a:pt x="1833705" y="1022350"/>
                </a:lnTo>
                <a:lnTo>
                  <a:pt x="1795877" y="1030031"/>
                </a:lnTo>
                <a:cubicBezTo>
                  <a:pt x="1658216" y="1068852"/>
                  <a:pt x="1499484" y="1148154"/>
                  <a:pt x="1361693" y="1247123"/>
                </a:cubicBezTo>
                <a:cubicBezTo>
                  <a:pt x="1270897" y="1312633"/>
                  <a:pt x="1170141" y="1344814"/>
                  <a:pt x="1090965" y="1333321"/>
                </a:cubicBezTo>
                <a:cubicBezTo>
                  <a:pt x="1002981" y="1320551"/>
                  <a:pt x="950495" y="1276110"/>
                  <a:pt x="899415" y="1233075"/>
                </a:cubicBezTo>
                <a:cubicBezTo>
                  <a:pt x="880003" y="1216729"/>
                  <a:pt x="861743" y="1201278"/>
                  <a:pt x="841564" y="1187359"/>
                </a:cubicBezTo>
                <a:cubicBezTo>
                  <a:pt x="719228" y="1103586"/>
                  <a:pt x="495240" y="1087752"/>
                  <a:pt x="303815" y="1219539"/>
                </a:cubicBezTo>
                <a:cubicBezTo>
                  <a:pt x="197863" y="1292448"/>
                  <a:pt x="108195" y="1407662"/>
                  <a:pt x="48514" y="1538362"/>
                </a:cubicBezTo>
                <a:lnTo>
                  <a:pt x="0" y="1671412"/>
                </a:lnTo>
                <a:lnTo>
                  <a:pt x="0" y="1561947"/>
                </a:lnTo>
                <a:lnTo>
                  <a:pt x="11374" y="1510053"/>
                </a:lnTo>
                <a:lnTo>
                  <a:pt x="2185" y="1508400"/>
                </a:lnTo>
                <a:cubicBezTo>
                  <a:pt x="36280" y="1307016"/>
                  <a:pt x="144827" y="1103459"/>
                  <a:pt x="285426" y="977290"/>
                </a:cubicBezTo>
                <a:cubicBezTo>
                  <a:pt x="426025" y="851121"/>
                  <a:pt x="593570" y="811022"/>
                  <a:pt x="702881" y="817281"/>
                </a:cubicBezTo>
                <a:cubicBezTo>
                  <a:pt x="724208" y="818430"/>
                  <a:pt x="743874" y="820984"/>
                  <a:pt x="764690" y="823792"/>
                </a:cubicBezTo>
                <a:cubicBezTo>
                  <a:pt x="815861" y="832106"/>
                  <a:pt x="867916" y="833525"/>
                  <a:pt x="919464" y="828008"/>
                </a:cubicBezTo>
                <a:cubicBezTo>
                  <a:pt x="979612" y="821240"/>
                  <a:pt x="1053551" y="790719"/>
                  <a:pt x="1127745" y="742192"/>
                </a:cubicBezTo>
                <a:cubicBezTo>
                  <a:pt x="1274346" y="646161"/>
                  <a:pt x="1458108" y="590483"/>
                  <a:pt x="1617606" y="593548"/>
                </a:cubicBezTo>
                <a:cubicBezTo>
                  <a:pt x="1660962" y="594346"/>
                  <a:pt x="1701364" y="599630"/>
                  <a:pt x="1738305" y="609100"/>
                </a:cubicBezTo>
                <a:lnTo>
                  <a:pt x="1811919" y="639057"/>
                </a:lnTo>
                <a:lnTo>
                  <a:pt x="1810853" y="606766"/>
                </a:lnTo>
                <a:lnTo>
                  <a:pt x="1804955" y="564570"/>
                </a:lnTo>
                <a:lnTo>
                  <a:pt x="1784641" y="544749"/>
                </a:lnTo>
                <a:cubicBezTo>
                  <a:pt x="1724493" y="501985"/>
                  <a:pt x="1647874" y="474850"/>
                  <a:pt x="1558483" y="466102"/>
                </a:cubicBezTo>
                <a:cubicBezTo>
                  <a:pt x="1394130" y="449883"/>
                  <a:pt x="1207686" y="495856"/>
                  <a:pt x="1060446" y="588950"/>
                </a:cubicBezTo>
                <a:cubicBezTo>
                  <a:pt x="1010900" y="620236"/>
                  <a:pt x="936831" y="660846"/>
                  <a:pt x="865447" y="677446"/>
                </a:cubicBezTo>
                <a:cubicBezTo>
                  <a:pt x="821792" y="687343"/>
                  <a:pt x="777627" y="694852"/>
                  <a:pt x="733150" y="699922"/>
                </a:cubicBezTo>
                <a:cubicBezTo>
                  <a:pt x="707607" y="703242"/>
                  <a:pt x="682835" y="706435"/>
                  <a:pt x="656528" y="711415"/>
                </a:cubicBezTo>
                <a:cubicBezTo>
                  <a:pt x="517484" y="740263"/>
                  <a:pt x="389939" y="809209"/>
                  <a:pt x="289641" y="909735"/>
                </a:cubicBezTo>
                <a:cubicBezTo>
                  <a:pt x="168580" y="1031945"/>
                  <a:pt x="71144" y="1213026"/>
                  <a:pt x="28876" y="1394362"/>
                </a:cubicBezTo>
                <a:lnTo>
                  <a:pt x="16106" y="1391297"/>
                </a:lnTo>
                <a:cubicBezTo>
                  <a:pt x="58885" y="1207662"/>
                  <a:pt x="157599" y="1024156"/>
                  <a:pt x="280447" y="900286"/>
                </a:cubicBezTo>
                <a:cubicBezTo>
                  <a:pt x="382086" y="797422"/>
                  <a:pt x="512016" y="727098"/>
                  <a:pt x="653719" y="698262"/>
                </a:cubicBezTo>
                <a:cubicBezTo>
                  <a:pt x="680025" y="693154"/>
                  <a:pt x="704798" y="689962"/>
                  <a:pt x="730340" y="686641"/>
                </a:cubicBezTo>
                <a:cubicBezTo>
                  <a:pt x="774430" y="681456"/>
                  <a:pt x="818208" y="673909"/>
                  <a:pt x="861488" y="664038"/>
                </a:cubicBezTo>
                <a:cubicBezTo>
                  <a:pt x="930958" y="647820"/>
                  <a:pt x="1003620" y="607849"/>
                  <a:pt x="1052401" y="577201"/>
                </a:cubicBezTo>
                <a:cubicBezTo>
                  <a:pt x="1202579" y="482575"/>
                  <a:pt x="1392089" y="435835"/>
                  <a:pt x="1559377" y="452310"/>
                </a:cubicBezTo>
                <a:cubicBezTo>
                  <a:pt x="1651577" y="461377"/>
                  <a:pt x="1730847" y="489566"/>
                  <a:pt x="1792941" y="533863"/>
                </a:cubicBezTo>
                <a:lnTo>
                  <a:pt x="1801890" y="542632"/>
                </a:lnTo>
                <a:lnTo>
                  <a:pt x="1794601" y="490474"/>
                </a:lnTo>
                <a:lnTo>
                  <a:pt x="1738829" y="428941"/>
                </a:lnTo>
                <a:cubicBezTo>
                  <a:pt x="1675457" y="377062"/>
                  <a:pt x="1594049" y="341146"/>
                  <a:pt x="1498973" y="324736"/>
                </a:cubicBezTo>
                <a:cubicBezTo>
                  <a:pt x="1320874" y="297229"/>
                  <a:pt x="1138750" y="332539"/>
                  <a:pt x="983826" y="424599"/>
                </a:cubicBezTo>
                <a:cubicBezTo>
                  <a:pt x="928030" y="459639"/>
                  <a:pt x="869176" y="489561"/>
                  <a:pt x="807982" y="513990"/>
                </a:cubicBezTo>
                <a:lnTo>
                  <a:pt x="765202" y="529952"/>
                </a:lnTo>
                <a:cubicBezTo>
                  <a:pt x="706332" y="551662"/>
                  <a:pt x="659849" y="568263"/>
                  <a:pt x="609790" y="592398"/>
                </a:cubicBezTo>
                <a:cubicBezTo>
                  <a:pt x="486400" y="649046"/>
                  <a:pt x="376187" y="730814"/>
                  <a:pt x="286195" y="832476"/>
                </a:cubicBezTo>
                <a:cubicBezTo>
                  <a:pt x="183012" y="950983"/>
                  <a:pt x="94642" y="1113419"/>
                  <a:pt x="43562" y="1278409"/>
                </a:cubicBezTo>
                <a:lnTo>
                  <a:pt x="30792" y="1274451"/>
                </a:lnTo>
                <a:cubicBezTo>
                  <a:pt x="82510" y="1107800"/>
                  <a:pt x="171902" y="943450"/>
                  <a:pt x="276105" y="823665"/>
                </a:cubicBezTo>
                <a:cubicBezTo>
                  <a:pt x="367360" y="720406"/>
                  <a:pt x="479134" y="637285"/>
                  <a:pt x="604299" y="579627"/>
                </a:cubicBezTo>
                <a:cubicBezTo>
                  <a:pt x="655379" y="556003"/>
                  <a:pt x="701608" y="538636"/>
                  <a:pt x="760732" y="516798"/>
                </a:cubicBezTo>
                <a:lnTo>
                  <a:pt x="803513" y="500964"/>
                </a:lnTo>
                <a:cubicBezTo>
                  <a:pt x="863891" y="476879"/>
                  <a:pt x="922010" y="447470"/>
                  <a:pt x="977185" y="413105"/>
                </a:cubicBezTo>
                <a:cubicBezTo>
                  <a:pt x="1134752" y="319819"/>
                  <a:pt x="1319777" y="284038"/>
                  <a:pt x="1500763" y="311838"/>
                </a:cubicBezTo>
                <a:cubicBezTo>
                  <a:pt x="1598519" y="328695"/>
                  <a:pt x="1682194" y="365729"/>
                  <a:pt x="1747371" y="419251"/>
                </a:cubicBezTo>
                <a:lnTo>
                  <a:pt x="1791466" y="468032"/>
                </a:lnTo>
                <a:lnTo>
                  <a:pt x="1789752" y="455758"/>
                </a:lnTo>
                <a:lnTo>
                  <a:pt x="1774216" y="412664"/>
                </a:lnTo>
                <a:lnTo>
                  <a:pt x="1693031" y="313691"/>
                </a:lnTo>
                <a:cubicBezTo>
                  <a:pt x="1626451" y="252681"/>
                  <a:pt x="1540542" y="208209"/>
                  <a:pt x="1439849" y="184520"/>
                </a:cubicBezTo>
                <a:cubicBezTo>
                  <a:pt x="1259458" y="143439"/>
                  <a:pt x="1070248" y="170499"/>
                  <a:pt x="908612" y="260503"/>
                </a:cubicBezTo>
                <a:lnTo>
                  <a:pt x="868129" y="283744"/>
                </a:lnTo>
                <a:cubicBezTo>
                  <a:pt x="829817" y="306219"/>
                  <a:pt x="788825" y="329462"/>
                  <a:pt x="751921" y="349638"/>
                </a:cubicBezTo>
                <a:cubicBezTo>
                  <a:pt x="685832" y="385357"/>
                  <a:pt x="622789" y="426438"/>
                  <a:pt x="563434" y="472487"/>
                </a:cubicBezTo>
                <a:cubicBezTo>
                  <a:pt x="457472" y="553731"/>
                  <a:pt x="362971" y="648932"/>
                  <a:pt x="282491" y="755473"/>
                </a:cubicBezTo>
                <a:cubicBezTo>
                  <a:pt x="191046" y="881132"/>
                  <a:pt x="115672" y="1017720"/>
                  <a:pt x="58120" y="1162074"/>
                </a:cubicBezTo>
                <a:lnTo>
                  <a:pt x="45350" y="1157094"/>
                </a:lnTo>
                <a:cubicBezTo>
                  <a:pt x="103433" y="1011475"/>
                  <a:pt x="179541" y="873724"/>
                  <a:pt x="271892" y="747044"/>
                </a:cubicBezTo>
                <a:cubicBezTo>
                  <a:pt x="353036" y="639521"/>
                  <a:pt x="448307" y="543438"/>
                  <a:pt x="555134" y="461377"/>
                </a:cubicBezTo>
                <a:cubicBezTo>
                  <a:pt x="615078" y="415009"/>
                  <a:pt x="678715" y="373620"/>
                  <a:pt x="745408" y="337635"/>
                </a:cubicBezTo>
                <a:cubicBezTo>
                  <a:pt x="782186" y="317457"/>
                  <a:pt x="820624" y="295365"/>
                  <a:pt x="861361" y="271868"/>
                </a:cubicBezTo>
                <a:lnTo>
                  <a:pt x="901843" y="248626"/>
                </a:lnTo>
                <a:cubicBezTo>
                  <a:pt x="1066411" y="156911"/>
                  <a:pt x="1259084" y="129302"/>
                  <a:pt x="1442786" y="171112"/>
                </a:cubicBezTo>
                <a:cubicBezTo>
                  <a:pt x="1546032" y="195566"/>
                  <a:pt x="1634114" y="241284"/>
                  <a:pt x="1702385" y="303985"/>
                </a:cubicBezTo>
                <a:lnTo>
                  <a:pt x="1760742" y="375280"/>
                </a:lnTo>
                <a:lnTo>
                  <a:pt x="1746199" y="334933"/>
                </a:lnTo>
                <a:cubicBezTo>
                  <a:pt x="1689218" y="221522"/>
                  <a:pt x="1592963" y="131493"/>
                  <a:pt x="1466537" y="75081"/>
                </a:cubicBezTo>
                <a:cubicBezTo>
                  <a:pt x="1263109" y="-14579"/>
                  <a:pt x="1029950" y="-6866"/>
                  <a:pt x="832885" y="96023"/>
                </a:cubicBezTo>
                <a:cubicBezTo>
                  <a:pt x="473022" y="290002"/>
                  <a:pt x="250821" y="709501"/>
                  <a:pt x="72550" y="1047143"/>
                </a:cubicBezTo>
                <a:lnTo>
                  <a:pt x="60674" y="1040886"/>
                </a:lnTo>
                <a:cubicBezTo>
                  <a:pt x="239456" y="702093"/>
                  <a:pt x="462804" y="280552"/>
                  <a:pt x="826882" y="84659"/>
                </a:cubicBezTo>
                <a:cubicBezTo>
                  <a:pt x="927256" y="32230"/>
                  <a:pt x="1036831" y="4053"/>
                  <a:pt x="1147215" y="407"/>
                </a:cubicBezTo>
                <a:close/>
              </a:path>
            </a:pathLst>
          </a:custGeom>
          <a:gradFill>
            <a:gsLst>
              <a:gs pos="84000">
                <a:schemeClr val="accent1"/>
              </a:gs>
              <a:gs pos="18000">
                <a:schemeClr val="accent1">
                  <a:alpha val="0"/>
                </a:schemeClr>
              </a:gs>
            </a:gsLst>
            <a:lin ang="1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3" name="任意多边形: 形状 152"/>
          <p:cNvSpPr/>
          <p:nvPr/>
        </p:nvSpPr>
        <p:spPr>
          <a:xfrm flipH="1">
            <a:off x="0" y="2108913"/>
            <a:ext cx="12192000" cy="2800590"/>
          </a:xfrm>
          <a:custGeom>
            <a:avLst/>
            <a:gdLst>
              <a:gd name="connsiteX0" fmla="*/ 7415159 w 12192000"/>
              <a:gd name="connsiteY0" fmla="*/ 2052768 h 2800590"/>
              <a:gd name="connsiteX1" fmla="*/ 7424315 w 12192000"/>
              <a:gd name="connsiteY1" fmla="*/ 2055211 h 2800590"/>
              <a:gd name="connsiteX2" fmla="*/ 7416996 w 12192000"/>
              <a:gd name="connsiteY2" fmla="*/ 2052826 h 2800590"/>
              <a:gd name="connsiteX3" fmla="*/ 7361715 w 12192000"/>
              <a:gd name="connsiteY3" fmla="*/ 2034807 h 2800590"/>
              <a:gd name="connsiteX4" fmla="*/ 7348238 w 12192000"/>
              <a:gd name="connsiteY4" fmla="*/ 2034908 h 2800590"/>
              <a:gd name="connsiteX5" fmla="*/ 7363068 w 12192000"/>
              <a:gd name="connsiteY5" fmla="*/ 2038866 h 2800590"/>
              <a:gd name="connsiteX6" fmla="*/ 7375662 w 12192000"/>
              <a:gd name="connsiteY6" fmla="*/ 2039353 h 2800590"/>
              <a:gd name="connsiteX7" fmla="*/ 7237931 w 12192000"/>
              <a:gd name="connsiteY7" fmla="*/ 2014458 h 2800590"/>
              <a:gd name="connsiteX8" fmla="*/ 7223641 w 12192000"/>
              <a:gd name="connsiteY8" fmla="*/ 2014745 h 2800590"/>
              <a:gd name="connsiteX9" fmla="*/ 7228966 w 12192000"/>
              <a:gd name="connsiteY9" fmla="*/ 2016203 h 2800590"/>
              <a:gd name="connsiteX10" fmla="*/ 7245653 w 12192000"/>
              <a:gd name="connsiteY10" fmla="*/ 2016990 h 2800590"/>
              <a:gd name="connsiteX11" fmla="*/ 7295722 w 12192000"/>
              <a:gd name="connsiteY11" fmla="*/ 2013298 h 2800590"/>
              <a:gd name="connsiteX12" fmla="*/ 7272588 w 12192000"/>
              <a:gd name="connsiteY12" fmla="*/ 2013762 h 2800590"/>
              <a:gd name="connsiteX13" fmla="*/ 7288337 w 12192000"/>
              <a:gd name="connsiteY13" fmla="*/ 2018922 h 2800590"/>
              <a:gd name="connsiteX14" fmla="*/ 7288716 w 12192000"/>
              <a:gd name="connsiteY14" fmla="*/ 2019023 h 2800590"/>
              <a:gd name="connsiteX15" fmla="*/ 7317448 w 12192000"/>
              <a:gd name="connsiteY15" fmla="*/ 2020379 h 2800590"/>
              <a:gd name="connsiteX16" fmla="*/ 7098054 w 12192000"/>
              <a:gd name="connsiteY16" fmla="*/ 1994842 h 2800590"/>
              <a:gd name="connsiteX17" fmla="*/ 7099479 w 12192000"/>
              <a:gd name="connsiteY17" fmla="*/ 1995240 h 2800590"/>
              <a:gd name="connsiteX18" fmla="*/ 7111340 w 12192000"/>
              <a:gd name="connsiteY18" fmla="*/ 1996028 h 2800590"/>
              <a:gd name="connsiteX19" fmla="*/ 7109934 w 12192000"/>
              <a:gd name="connsiteY19" fmla="*/ 1995564 h 2800590"/>
              <a:gd name="connsiteX20" fmla="*/ 7174474 w 12192000"/>
              <a:gd name="connsiteY20" fmla="*/ 1993648 h 2800590"/>
              <a:gd name="connsiteX21" fmla="*/ 7149951 w 12192000"/>
              <a:gd name="connsiteY21" fmla="*/ 1994574 h 2800590"/>
              <a:gd name="connsiteX22" fmla="*/ 7169338 w 12192000"/>
              <a:gd name="connsiteY22" fmla="*/ 1999881 h 2800590"/>
              <a:gd name="connsiteX23" fmla="*/ 7199611 w 12192000"/>
              <a:gd name="connsiteY23" fmla="*/ 2001892 h 2800590"/>
              <a:gd name="connsiteX24" fmla="*/ 7234740 w 12192000"/>
              <a:gd name="connsiteY24" fmla="*/ 1991372 h 2800590"/>
              <a:gd name="connsiteX25" fmla="*/ 7207393 w 12192000"/>
              <a:gd name="connsiteY25" fmla="*/ 1992405 h 2800590"/>
              <a:gd name="connsiteX26" fmla="*/ 7238611 w 12192000"/>
              <a:gd name="connsiteY26" fmla="*/ 2002631 h 2800590"/>
              <a:gd name="connsiteX27" fmla="*/ 7262422 w 12192000"/>
              <a:gd name="connsiteY27" fmla="*/ 2002000 h 2800590"/>
              <a:gd name="connsiteX28" fmla="*/ 7021930 w 12192000"/>
              <a:gd name="connsiteY28" fmla="*/ 1973533 h 2800590"/>
              <a:gd name="connsiteX29" fmla="*/ 7049243 w 12192000"/>
              <a:gd name="connsiteY29" fmla="*/ 1981178 h 2800590"/>
              <a:gd name="connsiteX30" fmla="*/ 7054758 w 12192000"/>
              <a:gd name="connsiteY30" fmla="*/ 1981634 h 2800590"/>
              <a:gd name="connsiteX31" fmla="*/ 7067412 w 12192000"/>
              <a:gd name="connsiteY31" fmla="*/ 1981538 h 2800590"/>
              <a:gd name="connsiteX32" fmla="*/ 7043232 w 12192000"/>
              <a:gd name="connsiteY32" fmla="*/ 1973561 h 2800590"/>
              <a:gd name="connsiteX33" fmla="*/ 7038786 w 12192000"/>
              <a:gd name="connsiteY33" fmla="*/ 1973835 h 2800590"/>
              <a:gd name="connsiteX34" fmla="*/ 6966981 w 12192000"/>
              <a:gd name="connsiteY34" fmla="*/ 1972548 h 2800590"/>
              <a:gd name="connsiteX35" fmla="*/ 6975007 w 12192000"/>
              <a:gd name="connsiteY35" fmla="*/ 1975048 h 2800590"/>
              <a:gd name="connsiteX36" fmla="*/ 6989026 w 12192000"/>
              <a:gd name="connsiteY36" fmla="*/ 1976206 h 2800590"/>
              <a:gd name="connsiteX37" fmla="*/ 6978656 w 12192000"/>
              <a:gd name="connsiteY37" fmla="*/ 1972757 h 2800590"/>
              <a:gd name="connsiteX38" fmla="*/ 7107011 w 12192000"/>
              <a:gd name="connsiteY38" fmla="*/ 1969633 h 2800590"/>
              <a:gd name="connsiteX39" fmla="*/ 7078271 w 12192000"/>
              <a:gd name="connsiteY39" fmla="*/ 1971403 h 2800590"/>
              <a:gd name="connsiteX40" fmla="*/ 7108040 w 12192000"/>
              <a:gd name="connsiteY40" fmla="*/ 1981231 h 2800590"/>
              <a:gd name="connsiteX41" fmla="*/ 7135966 w 12192000"/>
              <a:gd name="connsiteY41" fmla="*/ 1981020 h 2800590"/>
              <a:gd name="connsiteX42" fmla="*/ 7131740 w 12192000"/>
              <a:gd name="connsiteY42" fmla="*/ 1979634 h 2800590"/>
              <a:gd name="connsiteX43" fmla="*/ 7167573 w 12192000"/>
              <a:gd name="connsiteY43" fmla="*/ 1965584 h 2800590"/>
              <a:gd name="connsiteX44" fmla="*/ 7164379 w 12192000"/>
              <a:gd name="connsiteY44" fmla="*/ 1966100 h 2800590"/>
              <a:gd name="connsiteX45" fmla="*/ 7133340 w 12192000"/>
              <a:gd name="connsiteY45" fmla="*/ 1968012 h 2800590"/>
              <a:gd name="connsiteX46" fmla="*/ 7135083 w 12192000"/>
              <a:gd name="connsiteY46" fmla="*/ 1968716 h 2800590"/>
              <a:gd name="connsiteX47" fmla="*/ 7171815 w 12192000"/>
              <a:gd name="connsiteY47" fmla="*/ 1980749 h 2800590"/>
              <a:gd name="connsiteX48" fmla="*/ 7202940 w 12192000"/>
              <a:gd name="connsiteY48" fmla="*/ 1980514 h 2800590"/>
              <a:gd name="connsiteX49" fmla="*/ 7205833 w 12192000"/>
              <a:gd name="connsiteY49" fmla="*/ 1980273 h 2800590"/>
              <a:gd name="connsiteX50" fmla="*/ 6856581 w 12192000"/>
              <a:gd name="connsiteY50" fmla="*/ 1956712 h 2800590"/>
              <a:gd name="connsiteX51" fmla="*/ 6859953 w 12192000"/>
              <a:gd name="connsiteY51" fmla="*/ 1957523 h 2800590"/>
              <a:gd name="connsiteX52" fmla="*/ 6885749 w 12192000"/>
              <a:gd name="connsiteY52" fmla="*/ 1960086 h 2800590"/>
              <a:gd name="connsiteX53" fmla="*/ 6877435 w 12192000"/>
              <a:gd name="connsiteY53" fmla="*/ 1957495 h 2800590"/>
              <a:gd name="connsiteX54" fmla="*/ 6876599 w 12192000"/>
              <a:gd name="connsiteY54" fmla="*/ 1957526 h 2800590"/>
              <a:gd name="connsiteX55" fmla="*/ 6927221 w 12192000"/>
              <a:gd name="connsiteY55" fmla="*/ 1955654 h 2800590"/>
              <a:gd name="connsiteX56" fmla="*/ 6914298 w 12192000"/>
              <a:gd name="connsiteY56" fmla="*/ 1956132 h 2800590"/>
              <a:gd name="connsiteX57" fmla="*/ 6930103 w 12192000"/>
              <a:gd name="connsiteY57" fmla="*/ 1961056 h 2800590"/>
              <a:gd name="connsiteX58" fmla="*/ 6943965 w 12192000"/>
              <a:gd name="connsiteY58" fmla="*/ 1961221 h 2800590"/>
              <a:gd name="connsiteX59" fmla="*/ 6984313 w 12192000"/>
              <a:gd name="connsiteY59" fmla="*/ 1953543 h 2800590"/>
              <a:gd name="connsiteX60" fmla="*/ 6960200 w 12192000"/>
              <a:gd name="connsiteY60" fmla="*/ 1954435 h 2800590"/>
              <a:gd name="connsiteX61" fmla="*/ 6981991 w 12192000"/>
              <a:gd name="connsiteY61" fmla="*/ 1961675 h 2800590"/>
              <a:gd name="connsiteX62" fmla="*/ 7008140 w 12192000"/>
              <a:gd name="connsiteY62" fmla="*/ 1961986 h 2800590"/>
              <a:gd name="connsiteX63" fmla="*/ 6992586 w 12192000"/>
              <a:gd name="connsiteY63" fmla="*/ 1956856 h 2800590"/>
              <a:gd name="connsiteX64" fmla="*/ 7049421 w 12192000"/>
              <a:gd name="connsiteY64" fmla="*/ 1946341 h 2800590"/>
              <a:gd name="connsiteX65" fmla="*/ 7015999 w 12192000"/>
              <a:gd name="connsiteY65" fmla="*/ 1950845 h 2800590"/>
              <a:gd name="connsiteX66" fmla="*/ 7048674 w 12192000"/>
              <a:gd name="connsiteY66" fmla="*/ 1961632 h 2800590"/>
              <a:gd name="connsiteX67" fmla="*/ 7082166 w 12192000"/>
              <a:gd name="connsiteY67" fmla="*/ 1959584 h 2800590"/>
              <a:gd name="connsiteX68" fmla="*/ 7100787 w 12192000"/>
              <a:gd name="connsiteY68" fmla="*/ 1939419 h 2800590"/>
              <a:gd name="connsiteX69" fmla="*/ 7072127 w 12192000"/>
              <a:gd name="connsiteY69" fmla="*/ 1943281 h 2800590"/>
              <a:gd name="connsiteX70" fmla="*/ 7108496 w 12192000"/>
              <a:gd name="connsiteY70" fmla="*/ 1957974 h 2800590"/>
              <a:gd name="connsiteX71" fmla="*/ 7142362 w 12192000"/>
              <a:gd name="connsiteY71" fmla="*/ 1955903 h 2800590"/>
              <a:gd name="connsiteX72" fmla="*/ 7111279 w 12192000"/>
              <a:gd name="connsiteY72" fmla="*/ 1943969 h 2800590"/>
              <a:gd name="connsiteX73" fmla="*/ 6748535 w 12192000"/>
              <a:gd name="connsiteY73" fmla="*/ 1938183 h 2800590"/>
              <a:gd name="connsiteX74" fmla="*/ 6739575 w 12192000"/>
              <a:gd name="connsiteY74" fmla="*/ 1938349 h 2800590"/>
              <a:gd name="connsiteX75" fmla="*/ 6747984 w 12192000"/>
              <a:gd name="connsiteY75" fmla="*/ 1940460 h 2800590"/>
              <a:gd name="connsiteX76" fmla="*/ 6756671 w 12192000"/>
              <a:gd name="connsiteY76" fmla="*/ 1940762 h 2800590"/>
              <a:gd name="connsiteX77" fmla="*/ 6811685 w 12192000"/>
              <a:gd name="connsiteY77" fmla="*/ 1937007 h 2800590"/>
              <a:gd name="connsiteX78" fmla="*/ 6788060 w 12192000"/>
              <a:gd name="connsiteY78" fmla="*/ 1937447 h 2800590"/>
              <a:gd name="connsiteX79" fmla="*/ 6803665 w 12192000"/>
              <a:gd name="connsiteY79" fmla="*/ 1942396 h 2800590"/>
              <a:gd name="connsiteX80" fmla="*/ 6832158 w 12192000"/>
              <a:gd name="connsiteY80" fmla="*/ 1943387 h 2800590"/>
              <a:gd name="connsiteX81" fmla="*/ 6864466 w 12192000"/>
              <a:gd name="connsiteY81" fmla="*/ 1934786 h 2800590"/>
              <a:gd name="connsiteX82" fmla="*/ 6851828 w 12192000"/>
              <a:gd name="connsiteY82" fmla="*/ 1936260 h 2800590"/>
              <a:gd name="connsiteX83" fmla="*/ 6850598 w 12192000"/>
              <a:gd name="connsiteY83" fmla="*/ 1936283 h 2800590"/>
              <a:gd name="connsiteX84" fmla="*/ 6877950 w 12192000"/>
              <a:gd name="connsiteY84" fmla="*/ 1944805 h 2800590"/>
              <a:gd name="connsiteX85" fmla="*/ 6892947 w 12192000"/>
              <a:gd name="connsiteY85" fmla="*/ 1944257 h 2800590"/>
              <a:gd name="connsiteX86" fmla="*/ 6920996 w 12192000"/>
              <a:gd name="connsiteY86" fmla="*/ 1928191 h 2800590"/>
              <a:gd name="connsiteX87" fmla="*/ 6891555 w 12192000"/>
              <a:gd name="connsiteY87" fmla="*/ 1931626 h 2800590"/>
              <a:gd name="connsiteX88" fmla="*/ 6925938 w 12192000"/>
              <a:gd name="connsiteY88" fmla="*/ 1943050 h 2800590"/>
              <a:gd name="connsiteX89" fmla="*/ 6955413 w 12192000"/>
              <a:gd name="connsiteY89" fmla="*/ 1941971 h 2800590"/>
              <a:gd name="connsiteX90" fmla="*/ 6630313 w 12192000"/>
              <a:gd name="connsiteY90" fmla="*/ 1922045 h 2800590"/>
              <a:gd name="connsiteX91" fmla="*/ 6634137 w 12192000"/>
              <a:gd name="connsiteY91" fmla="*/ 1922204 h 2800590"/>
              <a:gd name="connsiteX92" fmla="*/ 6633699 w 12192000"/>
              <a:gd name="connsiteY92" fmla="*/ 1922063 h 2800590"/>
              <a:gd name="connsiteX93" fmla="*/ 6696031 w 12192000"/>
              <a:gd name="connsiteY93" fmla="*/ 1921538 h 2800590"/>
              <a:gd name="connsiteX94" fmla="*/ 6687005 w 12192000"/>
              <a:gd name="connsiteY94" fmla="*/ 1922340 h 2800590"/>
              <a:gd name="connsiteX95" fmla="*/ 6675542 w 12192000"/>
              <a:gd name="connsiteY95" fmla="*/ 1922280 h 2800590"/>
              <a:gd name="connsiteX96" fmla="*/ 6683408 w 12192000"/>
              <a:gd name="connsiteY96" fmla="*/ 1924255 h 2800590"/>
              <a:gd name="connsiteX97" fmla="*/ 6707803 w 12192000"/>
              <a:gd name="connsiteY97" fmla="*/ 1925270 h 2800590"/>
              <a:gd name="connsiteX98" fmla="*/ 6985839 w 12192000"/>
              <a:gd name="connsiteY98" fmla="*/ 1920626 h 2800590"/>
              <a:gd name="connsiteX99" fmla="*/ 6948030 w 12192000"/>
              <a:gd name="connsiteY99" fmla="*/ 1925037 h 2800590"/>
              <a:gd name="connsiteX100" fmla="*/ 6987373 w 12192000"/>
              <a:gd name="connsiteY100" fmla="*/ 1940802 h 2800590"/>
              <a:gd name="connsiteX101" fmla="*/ 6998391 w 12192000"/>
              <a:gd name="connsiteY101" fmla="*/ 1940399 h 2800590"/>
              <a:gd name="connsiteX102" fmla="*/ 7025671 w 12192000"/>
              <a:gd name="connsiteY102" fmla="*/ 1936736 h 2800590"/>
              <a:gd name="connsiteX103" fmla="*/ 6747394 w 12192000"/>
              <a:gd name="connsiteY103" fmla="*/ 1916974 h 2800590"/>
              <a:gd name="connsiteX104" fmla="*/ 6728730 w 12192000"/>
              <a:gd name="connsiteY104" fmla="*/ 1918632 h 2800590"/>
              <a:gd name="connsiteX105" fmla="*/ 6755981 w 12192000"/>
              <a:gd name="connsiteY105" fmla="*/ 1927274 h 2800590"/>
              <a:gd name="connsiteX106" fmla="*/ 6758842 w 12192000"/>
              <a:gd name="connsiteY106" fmla="*/ 1927393 h 2800590"/>
              <a:gd name="connsiteX107" fmla="*/ 6776771 w 12192000"/>
              <a:gd name="connsiteY107" fmla="*/ 1926128 h 2800590"/>
              <a:gd name="connsiteX108" fmla="*/ 7042274 w 12192000"/>
              <a:gd name="connsiteY108" fmla="*/ 1914042 h 2800590"/>
              <a:gd name="connsiteX109" fmla="*/ 7009283 w 12192000"/>
              <a:gd name="connsiteY109" fmla="*/ 1917891 h 2800590"/>
              <a:gd name="connsiteX110" fmla="*/ 7048379 w 12192000"/>
              <a:gd name="connsiteY110" fmla="*/ 1933686 h 2800590"/>
              <a:gd name="connsiteX111" fmla="*/ 7078302 w 12192000"/>
              <a:gd name="connsiteY111" fmla="*/ 1929667 h 2800590"/>
              <a:gd name="connsiteX112" fmla="*/ 6804942 w 12192000"/>
              <a:gd name="connsiteY112" fmla="*/ 1911860 h 2800590"/>
              <a:gd name="connsiteX113" fmla="*/ 6779480 w 12192000"/>
              <a:gd name="connsiteY113" fmla="*/ 1914123 h 2800590"/>
              <a:gd name="connsiteX114" fmla="*/ 6810390 w 12192000"/>
              <a:gd name="connsiteY114" fmla="*/ 1923754 h 2800590"/>
              <a:gd name="connsiteX115" fmla="*/ 6831187 w 12192000"/>
              <a:gd name="connsiteY115" fmla="*/ 1922286 h 2800590"/>
              <a:gd name="connsiteX116" fmla="*/ 6866542 w 12192000"/>
              <a:gd name="connsiteY116" fmla="*/ 1906387 h 2800590"/>
              <a:gd name="connsiteX117" fmla="*/ 6830487 w 12192000"/>
              <a:gd name="connsiteY117" fmla="*/ 1909591 h 2800590"/>
              <a:gd name="connsiteX118" fmla="*/ 6857217 w 12192000"/>
              <a:gd name="connsiteY118" fmla="*/ 1920216 h 2800590"/>
              <a:gd name="connsiteX119" fmla="*/ 6857793 w 12192000"/>
              <a:gd name="connsiteY119" fmla="*/ 1920408 h 2800590"/>
              <a:gd name="connsiteX120" fmla="*/ 6894998 w 12192000"/>
              <a:gd name="connsiteY120" fmla="*/ 1917781 h 2800590"/>
              <a:gd name="connsiteX121" fmla="*/ 6583364 w 12192000"/>
              <a:gd name="connsiteY121" fmla="*/ 1905804 h 2800590"/>
              <a:gd name="connsiteX122" fmla="*/ 6565962 w 12192000"/>
              <a:gd name="connsiteY122" fmla="*/ 1906530 h 2800590"/>
              <a:gd name="connsiteX123" fmla="*/ 6569529 w 12192000"/>
              <a:gd name="connsiteY123" fmla="*/ 1907465 h 2800590"/>
              <a:gd name="connsiteX124" fmla="*/ 6593302 w 12192000"/>
              <a:gd name="connsiteY124" fmla="*/ 1909014 h 2800590"/>
              <a:gd name="connsiteX125" fmla="*/ 6639067 w 12192000"/>
              <a:gd name="connsiteY125" fmla="*/ 1903479 h 2800590"/>
              <a:gd name="connsiteX126" fmla="*/ 6618866 w 12192000"/>
              <a:gd name="connsiteY126" fmla="*/ 1904322 h 2800590"/>
              <a:gd name="connsiteX127" fmla="*/ 6629093 w 12192000"/>
              <a:gd name="connsiteY127" fmla="*/ 1907624 h 2800590"/>
              <a:gd name="connsiteX128" fmla="*/ 6649374 w 12192000"/>
              <a:gd name="connsiteY128" fmla="*/ 1906747 h 2800590"/>
              <a:gd name="connsiteX129" fmla="*/ 6692817 w 12192000"/>
              <a:gd name="connsiteY129" fmla="*/ 1898120 h 2800590"/>
              <a:gd name="connsiteX130" fmla="*/ 6672415 w 12192000"/>
              <a:gd name="connsiteY130" fmla="*/ 1900773 h 2800590"/>
              <a:gd name="connsiteX131" fmla="*/ 6686224 w 12192000"/>
              <a:gd name="connsiteY131" fmla="*/ 1905152 h 2800590"/>
              <a:gd name="connsiteX132" fmla="*/ 6708224 w 12192000"/>
              <a:gd name="connsiteY132" fmla="*/ 1904200 h 2800590"/>
              <a:gd name="connsiteX133" fmla="*/ 6926685 w 12192000"/>
              <a:gd name="connsiteY133" fmla="*/ 1896701 h 2800590"/>
              <a:gd name="connsiteX134" fmla="*/ 6893603 w 12192000"/>
              <a:gd name="connsiteY134" fmla="*/ 1903228 h 2800590"/>
              <a:gd name="connsiteX135" fmla="*/ 6924692 w 12192000"/>
              <a:gd name="connsiteY135" fmla="*/ 1915685 h 2800590"/>
              <a:gd name="connsiteX136" fmla="*/ 6966351 w 12192000"/>
              <a:gd name="connsiteY136" fmla="*/ 1912744 h 2800590"/>
              <a:gd name="connsiteX137" fmla="*/ 6458122 w 12192000"/>
              <a:gd name="connsiteY137" fmla="*/ 1892721 h 2800590"/>
              <a:gd name="connsiteX138" fmla="*/ 6462148 w 12192000"/>
              <a:gd name="connsiteY138" fmla="*/ 1893827 h 2800590"/>
              <a:gd name="connsiteX139" fmla="*/ 6474796 w 12192000"/>
              <a:gd name="connsiteY139" fmla="*/ 1893617 h 2800590"/>
              <a:gd name="connsiteX140" fmla="*/ 6472505 w 12192000"/>
              <a:gd name="connsiteY140" fmla="*/ 1892863 h 2800590"/>
              <a:gd name="connsiteX141" fmla="*/ 6751236 w 12192000"/>
              <a:gd name="connsiteY141" fmla="*/ 1890525 h 2800590"/>
              <a:gd name="connsiteX142" fmla="*/ 6717791 w 12192000"/>
              <a:gd name="connsiteY142" fmla="*/ 1894873 h 2800590"/>
              <a:gd name="connsiteX143" fmla="*/ 6718121 w 12192000"/>
              <a:gd name="connsiteY143" fmla="*/ 1895003 h 2800590"/>
              <a:gd name="connsiteX144" fmla="*/ 6742831 w 12192000"/>
              <a:gd name="connsiteY144" fmla="*/ 1902703 h 2800590"/>
              <a:gd name="connsiteX145" fmla="*/ 6778055 w 12192000"/>
              <a:gd name="connsiteY145" fmla="*/ 1901179 h 2800590"/>
              <a:gd name="connsiteX146" fmla="*/ 6531981 w 12192000"/>
              <a:gd name="connsiteY146" fmla="*/ 1889205 h 2800590"/>
              <a:gd name="connsiteX147" fmla="*/ 6509721 w 12192000"/>
              <a:gd name="connsiteY147" fmla="*/ 1891396 h 2800590"/>
              <a:gd name="connsiteX148" fmla="*/ 6514470 w 12192000"/>
              <a:gd name="connsiteY148" fmla="*/ 1892960 h 2800590"/>
              <a:gd name="connsiteX149" fmla="*/ 6542182 w 12192000"/>
              <a:gd name="connsiteY149" fmla="*/ 1892500 h 2800590"/>
              <a:gd name="connsiteX150" fmla="*/ 6978650 w 12192000"/>
              <a:gd name="connsiteY150" fmla="*/ 1886448 h 2800590"/>
              <a:gd name="connsiteX151" fmla="*/ 6946941 w 12192000"/>
              <a:gd name="connsiteY151" fmla="*/ 1892704 h 2800590"/>
              <a:gd name="connsiteX152" fmla="*/ 6990660 w 12192000"/>
              <a:gd name="connsiteY152" fmla="*/ 1910367 h 2800590"/>
              <a:gd name="connsiteX153" fmla="*/ 7020604 w 12192000"/>
              <a:gd name="connsiteY153" fmla="*/ 1904644 h 2800590"/>
              <a:gd name="connsiteX154" fmla="*/ 6579341 w 12192000"/>
              <a:gd name="connsiteY154" fmla="*/ 1884544 h 2800590"/>
              <a:gd name="connsiteX155" fmla="*/ 6562681 w 12192000"/>
              <a:gd name="connsiteY155" fmla="*/ 1886184 h 2800590"/>
              <a:gd name="connsiteX156" fmla="*/ 6580291 w 12192000"/>
              <a:gd name="connsiteY156" fmla="*/ 1891869 h 2800590"/>
              <a:gd name="connsiteX157" fmla="*/ 6601344 w 12192000"/>
              <a:gd name="connsiteY157" fmla="*/ 1891520 h 2800590"/>
              <a:gd name="connsiteX158" fmla="*/ 6808377 w 12192000"/>
              <a:gd name="connsiteY158" fmla="*/ 1883097 h 2800590"/>
              <a:gd name="connsiteX159" fmla="*/ 6774813 w 12192000"/>
              <a:gd name="connsiteY159" fmla="*/ 1887460 h 2800590"/>
              <a:gd name="connsiteX160" fmla="*/ 6806255 w 12192000"/>
              <a:gd name="connsiteY160" fmla="*/ 1899959 h 2800590"/>
              <a:gd name="connsiteX161" fmla="*/ 6819421 w 12192000"/>
              <a:gd name="connsiteY161" fmla="*/ 1899389 h 2800590"/>
              <a:gd name="connsiteX162" fmla="*/ 6840638 w 12192000"/>
              <a:gd name="connsiteY162" fmla="*/ 1896014 h 2800590"/>
              <a:gd name="connsiteX163" fmla="*/ 6364858 w 12192000"/>
              <a:gd name="connsiteY163" fmla="*/ 1878813 h 2800590"/>
              <a:gd name="connsiteX164" fmla="*/ 6359872 w 12192000"/>
              <a:gd name="connsiteY164" fmla="*/ 1879224 h 2800590"/>
              <a:gd name="connsiteX165" fmla="*/ 6361688 w 12192000"/>
              <a:gd name="connsiteY165" fmla="*/ 1879612 h 2800590"/>
              <a:gd name="connsiteX166" fmla="*/ 6368291 w 12192000"/>
              <a:gd name="connsiteY166" fmla="*/ 1879757 h 2800590"/>
              <a:gd name="connsiteX167" fmla="*/ 6642628 w 12192000"/>
              <a:gd name="connsiteY167" fmla="*/ 1878316 h 2800590"/>
              <a:gd name="connsiteX168" fmla="*/ 6611318 w 12192000"/>
              <a:gd name="connsiteY168" fmla="*/ 1881397 h 2800590"/>
              <a:gd name="connsiteX169" fmla="*/ 6641158 w 12192000"/>
              <a:gd name="connsiteY169" fmla="*/ 1890860 h 2800590"/>
              <a:gd name="connsiteX170" fmla="*/ 6655815 w 12192000"/>
              <a:gd name="connsiteY170" fmla="*/ 1890617 h 2800590"/>
              <a:gd name="connsiteX171" fmla="*/ 6669351 w 12192000"/>
              <a:gd name="connsiteY171" fmla="*/ 1888860 h 2800590"/>
              <a:gd name="connsiteX172" fmla="*/ 6416800 w 12192000"/>
              <a:gd name="connsiteY172" fmla="*/ 1874533 h 2800590"/>
              <a:gd name="connsiteX173" fmla="*/ 6397638 w 12192000"/>
              <a:gd name="connsiteY173" fmla="*/ 1876112 h 2800590"/>
              <a:gd name="connsiteX174" fmla="*/ 6414636 w 12192000"/>
              <a:gd name="connsiteY174" fmla="*/ 1880780 h 2800590"/>
              <a:gd name="connsiteX175" fmla="*/ 6437303 w 12192000"/>
              <a:gd name="connsiteY175" fmla="*/ 1881280 h 2800590"/>
              <a:gd name="connsiteX176" fmla="*/ 6864079 w 12192000"/>
              <a:gd name="connsiteY176" fmla="*/ 1871380 h 2800590"/>
              <a:gd name="connsiteX177" fmla="*/ 6832035 w 12192000"/>
              <a:gd name="connsiteY177" fmla="*/ 1878556 h 2800590"/>
              <a:gd name="connsiteX178" fmla="*/ 6865667 w 12192000"/>
              <a:gd name="connsiteY178" fmla="*/ 1892033 h 2800590"/>
              <a:gd name="connsiteX179" fmla="*/ 6901176 w 12192000"/>
              <a:gd name="connsiteY179" fmla="*/ 1886384 h 2800590"/>
              <a:gd name="connsiteX180" fmla="*/ 6472380 w 12192000"/>
              <a:gd name="connsiteY180" fmla="*/ 1869953 h 2800590"/>
              <a:gd name="connsiteX181" fmla="*/ 6450158 w 12192000"/>
              <a:gd name="connsiteY181" fmla="*/ 1871784 h 2800590"/>
              <a:gd name="connsiteX182" fmla="*/ 6473792 w 12192000"/>
              <a:gd name="connsiteY182" fmla="*/ 1879566 h 2800590"/>
              <a:gd name="connsiteX183" fmla="*/ 6496777 w 12192000"/>
              <a:gd name="connsiteY183" fmla="*/ 1877834 h 2800590"/>
              <a:gd name="connsiteX184" fmla="*/ 6271827 w 12192000"/>
              <a:gd name="connsiteY184" fmla="*/ 1869237 h 2800590"/>
              <a:gd name="connsiteX185" fmla="*/ 6269073 w 12192000"/>
              <a:gd name="connsiteY185" fmla="*/ 1869425 h 2800590"/>
              <a:gd name="connsiteX186" fmla="*/ 6270053 w 12192000"/>
              <a:gd name="connsiteY186" fmla="*/ 1869646 h 2800590"/>
              <a:gd name="connsiteX187" fmla="*/ 6273907 w 12192000"/>
              <a:gd name="connsiteY187" fmla="*/ 1869834 h 2800590"/>
              <a:gd name="connsiteX188" fmla="*/ 6696740 w 12192000"/>
              <a:gd name="connsiteY188" fmla="*/ 1868877 h 2800590"/>
              <a:gd name="connsiteX189" fmla="*/ 6666392 w 12192000"/>
              <a:gd name="connsiteY189" fmla="*/ 1874585 h 2800590"/>
              <a:gd name="connsiteX190" fmla="*/ 6694338 w 12192000"/>
              <a:gd name="connsiteY190" fmla="*/ 1885616 h 2800590"/>
              <a:gd name="connsiteX191" fmla="*/ 6727907 w 12192000"/>
              <a:gd name="connsiteY191" fmla="*/ 1881258 h 2800590"/>
              <a:gd name="connsiteX192" fmla="*/ 6324241 w 12192000"/>
              <a:gd name="connsiteY192" fmla="*/ 1865662 h 2800590"/>
              <a:gd name="connsiteX193" fmla="*/ 6308720 w 12192000"/>
              <a:gd name="connsiteY193" fmla="*/ 1866721 h 2800590"/>
              <a:gd name="connsiteX194" fmla="*/ 6316126 w 12192000"/>
              <a:gd name="connsiteY194" fmla="*/ 1868854 h 2800590"/>
              <a:gd name="connsiteX195" fmla="*/ 6331693 w 12192000"/>
              <a:gd name="connsiteY195" fmla="*/ 1868160 h 2800590"/>
              <a:gd name="connsiteX196" fmla="*/ 6529313 w 12192000"/>
              <a:gd name="connsiteY196" fmla="*/ 1865262 h 2800590"/>
              <a:gd name="connsiteX197" fmla="*/ 6504266 w 12192000"/>
              <a:gd name="connsiteY197" fmla="*/ 1867326 h 2800590"/>
              <a:gd name="connsiteX198" fmla="*/ 6529237 w 12192000"/>
              <a:gd name="connsiteY198" fmla="*/ 1875387 h 2800590"/>
              <a:gd name="connsiteX199" fmla="*/ 6550938 w 12192000"/>
              <a:gd name="connsiteY199" fmla="*/ 1873751 h 2800590"/>
              <a:gd name="connsiteX200" fmla="*/ 6378581 w 12192000"/>
              <a:gd name="connsiteY200" fmla="*/ 1861957 h 2800590"/>
              <a:gd name="connsiteX201" fmla="*/ 6353685 w 12192000"/>
              <a:gd name="connsiteY201" fmla="*/ 1863655 h 2800590"/>
              <a:gd name="connsiteX202" fmla="*/ 6360010 w 12192000"/>
              <a:gd name="connsiteY202" fmla="*/ 1865779 h 2800590"/>
              <a:gd name="connsiteX203" fmla="*/ 6363512 w 12192000"/>
              <a:gd name="connsiteY203" fmla="*/ 1866741 h 2800590"/>
              <a:gd name="connsiteX204" fmla="*/ 6389587 w 12192000"/>
              <a:gd name="connsiteY204" fmla="*/ 1865578 h 2800590"/>
              <a:gd name="connsiteX205" fmla="*/ 6748536 w 12192000"/>
              <a:gd name="connsiteY205" fmla="*/ 1859136 h 2800590"/>
              <a:gd name="connsiteX206" fmla="*/ 6718002 w 12192000"/>
              <a:gd name="connsiteY206" fmla="*/ 1864879 h 2800590"/>
              <a:gd name="connsiteX207" fmla="*/ 6751503 w 12192000"/>
              <a:gd name="connsiteY207" fmla="*/ 1878195 h 2800590"/>
              <a:gd name="connsiteX208" fmla="*/ 6785204 w 12192000"/>
              <a:gd name="connsiteY208" fmla="*/ 1873819 h 2800590"/>
              <a:gd name="connsiteX209" fmla="*/ 6919745 w 12192000"/>
              <a:gd name="connsiteY209" fmla="*/ 1858914 h 2800590"/>
              <a:gd name="connsiteX210" fmla="*/ 6883433 w 12192000"/>
              <a:gd name="connsiteY210" fmla="*/ 1867046 h 2800590"/>
              <a:gd name="connsiteX211" fmla="*/ 6922789 w 12192000"/>
              <a:gd name="connsiteY211" fmla="*/ 1882946 h 2800590"/>
              <a:gd name="connsiteX212" fmla="*/ 6957751 w 12192000"/>
              <a:gd name="connsiteY212" fmla="*/ 1877385 h 2800590"/>
              <a:gd name="connsiteX213" fmla="*/ 6955011 w 12192000"/>
              <a:gd name="connsiteY213" fmla="*/ 1876197 h 2800590"/>
              <a:gd name="connsiteX214" fmla="*/ 6229522 w 12192000"/>
              <a:gd name="connsiteY214" fmla="*/ 1857083 h 2800590"/>
              <a:gd name="connsiteX215" fmla="*/ 6218498 w 12192000"/>
              <a:gd name="connsiteY215" fmla="*/ 1858003 h 2800590"/>
              <a:gd name="connsiteX216" fmla="*/ 6226424 w 12192000"/>
              <a:gd name="connsiteY216" fmla="*/ 1859793 h 2800590"/>
              <a:gd name="connsiteX217" fmla="*/ 6236985 w 12192000"/>
              <a:gd name="connsiteY217" fmla="*/ 1859227 h 2800590"/>
              <a:gd name="connsiteX218" fmla="*/ 6582428 w 12192000"/>
              <a:gd name="connsiteY218" fmla="*/ 1854560 h 2800590"/>
              <a:gd name="connsiteX219" fmla="*/ 6553040 w 12192000"/>
              <a:gd name="connsiteY219" fmla="*/ 1860999 h 2800590"/>
              <a:gd name="connsiteX220" fmla="*/ 6578458 w 12192000"/>
              <a:gd name="connsiteY220" fmla="*/ 1870977 h 2800590"/>
              <a:gd name="connsiteX221" fmla="*/ 6580241 w 12192000"/>
              <a:gd name="connsiteY221" fmla="*/ 1871542 h 2800590"/>
              <a:gd name="connsiteX222" fmla="*/ 6617143 w 12192000"/>
              <a:gd name="connsiteY222" fmla="*/ 1868761 h 2800590"/>
              <a:gd name="connsiteX223" fmla="*/ 6618032 w 12192000"/>
              <a:gd name="connsiteY223" fmla="*/ 1868610 h 2800590"/>
              <a:gd name="connsiteX224" fmla="*/ 6425457 w 12192000"/>
              <a:gd name="connsiteY224" fmla="*/ 1853979 h 2800590"/>
              <a:gd name="connsiteX225" fmla="*/ 6406882 w 12192000"/>
              <a:gd name="connsiteY225" fmla="*/ 1857534 h 2800590"/>
              <a:gd name="connsiteX226" fmla="*/ 6426332 w 12192000"/>
              <a:gd name="connsiteY226" fmla="*/ 1863939 h 2800590"/>
              <a:gd name="connsiteX227" fmla="*/ 6450435 w 12192000"/>
              <a:gd name="connsiteY227" fmla="*/ 1862864 h 2800590"/>
              <a:gd name="connsiteX228" fmla="*/ 6437447 w 12192000"/>
              <a:gd name="connsiteY228" fmla="*/ 1858669 h 2800590"/>
              <a:gd name="connsiteX229" fmla="*/ 6284670 w 12192000"/>
              <a:gd name="connsiteY229" fmla="*/ 1852402 h 2800590"/>
              <a:gd name="connsiteX230" fmla="*/ 6283946 w 12192000"/>
              <a:gd name="connsiteY230" fmla="*/ 1852541 h 2800590"/>
              <a:gd name="connsiteX231" fmla="*/ 6264978 w 12192000"/>
              <a:gd name="connsiteY231" fmla="*/ 1854124 h 2800590"/>
              <a:gd name="connsiteX232" fmla="*/ 6275521 w 12192000"/>
              <a:gd name="connsiteY232" fmla="*/ 1857160 h 2800590"/>
              <a:gd name="connsiteX233" fmla="*/ 6295647 w 12192000"/>
              <a:gd name="connsiteY233" fmla="*/ 1856080 h 2800590"/>
              <a:gd name="connsiteX234" fmla="*/ 6803258 w 12192000"/>
              <a:gd name="connsiteY234" fmla="*/ 1844669 h 2800590"/>
              <a:gd name="connsiteX235" fmla="*/ 6771131 w 12192000"/>
              <a:gd name="connsiteY235" fmla="*/ 1854151 h 2800590"/>
              <a:gd name="connsiteX236" fmla="*/ 6811646 w 12192000"/>
              <a:gd name="connsiteY236" fmla="*/ 1870386 h 2800590"/>
              <a:gd name="connsiteX237" fmla="*/ 6813582 w 12192000"/>
              <a:gd name="connsiteY237" fmla="*/ 1870135 h 2800590"/>
              <a:gd name="connsiteX238" fmla="*/ 6844100 w 12192000"/>
              <a:gd name="connsiteY238" fmla="*/ 1863300 h 2800590"/>
              <a:gd name="connsiteX239" fmla="*/ 6831368 w 12192000"/>
              <a:gd name="connsiteY239" fmla="*/ 1858151 h 2800590"/>
              <a:gd name="connsiteX240" fmla="*/ 6325642 w 12192000"/>
              <a:gd name="connsiteY240" fmla="*/ 1844536 h 2800590"/>
              <a:gd name="connsiteX241" fmla="*/ 6307271 w 12192000"/>
              <a:gd name="connsiteY241" fmla="*/ 1848063 h 2800590"/>
              <a:gd name="connsiteX242" fmla="*/ 6326250 w 12192000"/>
              <a:gd name="connsiteY242" fmla="*/ 1854439 h 2800590"/>
              <a:gd name="connsiteX243" fmla="*/ 6339937 w 12192000"/>
              <a:gd name="connsiteY243" fmla="*/ 1853705 h 2800590"/>
              <a:gd name="connsiteX244" fmla="*/ 6349664 w 12192000"/>
              <a:gd name="connsiteY244" fmla="*/ 1852441 h 2800590"/>
              <a:gd name="connsiteX245" fmla="*/ 6475953 w 12192000"/>
              <a:gd name="connsiteY245" fmla="*/ 1844315 h 2800590"/>
              <a:gd name="connsiteX246" fmla="*/ 6448980 w 12192000"/>
              <a:gd name="connsiteY246" fmla="*/ 1849478 h 2800590"/>
              <a:gd name="connsiteX247" fmla="*/ 6478960 w 12192000"/>
              <a:gd name="connsiteY247" fmla="*/ 1859156 h 2800590"/>
              <a:gd name="connsiteX248" fmla="*/ 6504899 w 12192000"/>
              <a:gd name="connsiteY248" fmla="*/ 1855678 h 2800590"/>
              <a:gd name="connsiteX249" fmla="*/ 6186873 w 12192000"/>
              <a:gd name="connsiteY249" fmla="*/ 1843959 h 2800590"/>
              <a:gd name="connsiteX250" fmla="*/ 6167813 w 12192000"/>
              <a:gd name="connsiteY250" fmla="*/ 1846088 h 2800590"/>
              <a:gd name="connsiteX251" fmla="*/ 6173842 w 12192000"/>
              <a:gd name="connsiteY251" fmla="*/ 1847918 h 2800590"/>
              <a:gd name="connsiteX252" fmla="*/ 6179271 w 12192000"/>
              <a:gd name="connsiteY252" fmla="*/ 1849144 h 2800590"/>
              <a:gd name="connsiteX253" fmla="*/ 6198133 w 12192000"/>
              <a:gd name="connsiteY253" fmla="*/ 1847827 h 2800590"/>
              <a:gd name="connsiteX254" fmla="*/ 6632876 w 12192000"/>
              <a:gd name="connsiteY254" fmla="*/ 1843507 h 2800590"/>
              <a:gd name="connsiteX255" fmla="*/ 6603798 w 12192000"/>
              <a:gd name="connsiteY255" fmla="*/ 1849878 h 2800590"/>
              <a:gd name="connsiteX256" fmla="*/ 6641295 w 12192000"/>
              <a:gd name="connsiteY256" fmla="*/ 1864679 h 2800590"/>
              <a:gd name="connsiteX257" fmla="*/ 6672781 w 12192000"/>
              <a:gd name="connsiteY257" fmla="*/ 1859359 h 2800590"/>
              <a:gd name="connsiteX258" fmla="*/ 6056940 w 12192000"/>
              <a:gd name="connsiteY258" fmla="*/ 1842726 h 2800590"/>
              <a:gd name="connsiteX259" fmla="*/ 6054961 w 12192000"/>
              <a:gd name="connsiteY259" fmla="*/ 1843039 h 2800590"/>
              <a:gd name="connsiteX260" fmla="*/ 6055994 w 12192000"/>
              <a:gd name="connsiteY260" fmla="*/ 1843309 h 2800590"/>
              <a:gd name="connsiteX261" fmla="*/ 6058785 w 12192000"/>
              <a:gd name="connsiteY261" fmla="*/ 1843178 h 2800590"/>
              <a:gd name="connsiteX262" fmla="*/ 6098158 w 12192000"/>
              <a:gd name="connsiteY262" fmla="*/ 1836223 h 2800590"/>
              <a:gd name="connsiteX263" fmla="*/ 6092719 w 12192000"/>
              <a:gd name="connsiteY263" fmla="*/ 1837081 h 2800590"/>
              <a:gd name="connsiteX264" fmla="*/ 6108127 w 12192000"/>
              <a:gd name="connsiteY264" fmla="*/ 1840848 h 2800590"/>
              <a:gd name="connsiteX265" fmla="*/ 6112744 w 12192000"/>
              <a:gd name="connsiteY265" fmla="*/ 1840630 h 2800590"/>
              <a:gd name="connsiteX266" fmla="*/ 6234223 w 12192000"/>
              <a:gd name="connsiteY266" fmla="*/ 1835496 h 2800590"/>
              <a:gd name="connsiteX267" fmla="*/ 6213965 w 12192000"/>
              <a:gd name="connsiteY267" fmla="*/ 1839432 h 2800590"/>
              <a:gd name="connsiteX268" fmla="*/ 6234339 w 12192000"/>
              <a:gd name="connsiteY268" fmla="*/ 1845299 h 2800590"/>
              <a:gd name="connsiteX269" fmla="*/ 6243385 w 12192000"/>
              <a:gd name="connsiteY269" fmla="*/ 1844668 h 2800590"/>
              <a:gd name="connsiteX270" fmla="*/ 6255459 w 12192000"/>
              <a:gd name="connsiteY270" fmla="*/ 1842613 h 2800590"/>
              <a:gd name="connsiteX271" fmla="*/ 6376400 w 12192000"/>
              <a:gd name="connsiteY271" fmla="*/ 1834792 h 2800590"/>
              <a:gd name="connsiteX272" fmla="*/ 6352026 w 12192000"/>
              <a:gd name="connsiteY272" fmla="*/ 1839472 h 2800590"/>
              <a:gd name="connsiteX273" fmla="*/ 6379602 w 12192000"/>
              <a:gd name="connsiteY273" fmla="*/ 1848552 h 2800590"/>
              <a:gd name="connsiteX274" fmla="*/ 6403608 w 12192000"/>
              <a:gd name="connsiteY274" fmla="*/ 1845434 h 2800590"/>
              <a:gd name="connsiteX275" fmla="*/ 6530171 w 12192000"/>
              <a:gd name="connsiteY275" fmla="*/ 1833939 h 2800590"/>
              <a:gd name="connsiteX276" fmla="*/ 6499199 w 12192000"/>
              <a:gd name="connsiteY276" fmla="*/ 1839867 h 2800590"/>
              <a:gd name="connsiteX277" fmla="*/ 6530675 w 12192000"/>
              <a:gd name="connsiteY277" fmla="*/ 1852222 h 2800590"/>
              <a:gd name="connsiteX278" fmla="*/ 6564878 w 12192000"/>
              <a:gd name="connsiteY278" fmla="*/ 1847635 h 2800590"/>
              <a:gd name="connsiteX279" fmla="*/ 6684861 w 12192000"/>
              <a:gd name="connsiteY279" fmla="*/ 1832118 h 2800590"/>
              <a:gd name="connsiteX280" fmla="*/ 6653094 w 12192000"/>
              <a:gd name="connsiteY280" fmla="*/ 1839078 h 2800590"/>
              <a:gd name="connsiteX281" fmla="*/ 6694769 w 12192000"/>
              <a:gd name="connsiteY281" fmla="*/ 1855644 h 2800590"/>
              <a:gd name="connsiteX282" fmla="*/ 6726445 w 12192000"/>
              <a:gd name="connsiteY282" fmla="*/ 1850291 h 2800590"/>
              <a:gd name="connsiteX283" fmla="*/ 6706968 w 12192000"/>
              <a:gd name="connsiteY283" fmla="*/ 1842492 h 2800590"/>
              <a:gd name="connsiteX284" fmla="*/ 6008018 w 12192000"/>
              <a:gd name="connsiteY284" fmla="*/ 1830379 h 2800590"/>
              <a:gd name="connsiteX285" fmla="*/ 6007223 w 12192000"/>
              <a:gd name="connsiteY285" fmla="*/ 1830529 h 2800590"/>
              <a:gd name="connsiteX286" fmla="*/ 6019621 w 12192000"/>
              <a:gd name="connsiteY286" fmla="*/ 1833779 h 2800590"/>
              <a:gd name="connsiteX287" fmla="*/ 6020093 w 12192000"/>
              <a:gd name="connsiteY287" fmla="*/ 1833724 h 2800590"/>
              <a:gd name="connsiteX288" fmla="*/ 6013719 w 12192000"/>
              <a:gd name="connsiteY288" fmla="*/ 1832167 h 2800590"/>
              <a:gd name="connsiteX289" fmla="*/ 5638107 w 12192000"/>
              <a:gd name="connsiteY289" fmla="*/ 1830330 h 2800590"/>
              <a:gd name="connsiteX290" fmla="*/ 5642142 w 12192000"/>
              <a:gd name="connsiteY290" fmla="*/ 1830989 h 2800590"/>
              <a:gd name="connsiteX291" fmla="*/ 5644341 w 12192000"/>
              <a:gd name="connsiteY291" fmla="*/ 1831161 h 2800590"/>
              <a:gd name="connsiteX292" fmla="*/ 6142760 w 12192000"/>
              <a:gd name="connsiteY292" fmla="*/ 1828802 h 2800590"/>
              <a:gd name="connsiteX293" fmla="*/ 6138285 w 12192000"/>
              <a:gd name="connsiteY293" fmla="*/ 1829892 h 2800590"/>
              <a:gd name="connsiteX294" fmla="*/ 6122616 w 12192000"/>
              <a:gd name="connsiteY294" fmla="*/ 1832364 h 2800590"/>
              <a:gd name="connsiteX295" fmla="*/ 6138947 w 12192000"/>
              <a:gd name="connsiteY295" fmla="*/ 1837323 h 2800590"/>
              <a:gd name="connsiteX296" fmla="*/ 6158791 w 12192000"/>
              <a:gd name="connsiteY296" fmla="*/ 1834310 h 2800590"/>
              <a:gd name="connsiteX297" fmla="*/ 6857815 w 12192000"/>
              <a:gd name="connsiteY297" fmla="*/ 1828566 h 2800590"/>
              <a:gd name="connsiteX298" fmla="*/ 6819324 w 12192000"/>
              <a:gd name="connsiteY298" fmla="*/ 1839927 h 2800590"/>
              <a:gd name="connsiteX299" fmla="*/ 6835478 w 12192000"/>
              <a:gd name="connsiteY299" fmla="*/ 1847671 h 2800590"/>
              <a:gd name="connsiteX300" fmla="*/ 6863442 w 12192000"/>
              <a:gd name="connsiteY300" fmla="*/ 1858969 h 2800590"/>
              <a:gd name="connsiteX301" fmla="*/ 6902160 w 12192000"/>
              <a:gd name="connsiteY301" fmla="*/ 1850297 h 2800590"/>
              <a:gd name="connsiteX302" fmla="*/ 6276738 w 12192000"/>
              <a:gd name="connsiteY302" fmla="*/ 1827234 h 2800590"/>
              <a:gd name="connsiteX303" fmla="*/ 6256797 w 12192000"/>
              <a:gd name="connsiteY303" fmla="*/ 1831109 h 2800590"/>
              <a:gd name="connsiteX304" fmla="*/ 6279080 w 12192000"/>
              <a:gd name="connsiteY304" fmla="*/ 1838594 h 2800590"/>
              <a:gd name="connsiteX305" fmla="*/ 6297868 w 12192000"/>
              <a:gd name="connsiteY305" fmla="*/ 1835397 h 2800590"/>
              <a:gd name="connsiteX306" fmla="*/ 6296550 w 12192000"/>
              <a:gd name="connsiteY306" fmla="*/ 1834963 h 2800590"/>
              <a:gd name="connsiteX307" fmla="*/ 6426966 w 12192000"/>
              <a:gd name="connsiteY307" fmla="*/ 1825085 h 2800590"/>
              <a:gd name="connsiteX308" fmla="*/ 6398867 w 12192000"/>
              <a:gd name="connsiteY308" fmla="*/ 1830479 h 2800590"/>
              <a:gd name="connsiteX309" fmla="*/ 6428756 w 12192000"/>
              <a:gd name="connsiteY309" fmla="*/ 1842167 h 2800590"/>
              <a:gd name="connsiteX310" fmla="*/ 6440464 w 12192000"/>
              <a:gd name="connsiteY310" fmla="*/ 1840646 h 2800590"/>
              <a:gd name="connsiteX311" fmla="*/ 6457132 w 12192000"/>
              <a:gd name="connsiteY311" fmla="*/ 1836927 h 2800590"/>
              <a:gd name="connsiteX312" fmla="*/ 5815218 w 12192000"/>
              <a:gd name="connsiteY312" fmla="*/ 1825071 h 2800590"/>
              <a:gd name="connsiteX313" fmla="*/ 5814887 w 12192000"/>
              <a:gd name="connsiteY313" fmla="*/ 1825150 h 2800590"/>
              <a:gd name="connsiteX314" fmla="*/ 5823401 w 12192000"/>
              <a:gd name="connsiteY314" fmla="*/ 1826846 h 2800590"/>
              <a:gd name="connsiteX315" fmla="*/ 5932651 w 12192000"/>
              <a:gd name="connsiteY315" fmla="*/ 1823580 h 2800590"/>
              <a:gd name="connsiteX316" fmla="*/ 5926436 w 12192000"/>
              <a:gd name="connsiteY316" fmla="*/ 1825289 h 2800590"/>
              <a:gd name="connsiteX317" fmla="*/ 5948148 w 12192000"/>
              <a:gd name="connsiteY317" fmla="*/ 1829569 h 2800590"/>
              <a:gd name="connsiteX318" fmla="*/ 5952421 w 12192000"/>
              <a:gd name="connsiteY318" fmla="*/ 1828758 h 2800590"/>
              <a:gd name="connsiteX319" fmla="*/ 6579921 w 12192000"/>
              <a:gd name="connsiteY319" fmla="*/ 1822314 h 2800590"/>
              <a:gd name="connsiteX320" fmla="*/ 6565810 w 12192000"/>
              <a:gd name="connsiteY320" fmla="*/ 1827118 h 2800590"/>
              <a:gd name="connsiteX321" fmla="*/ 6552559 w 12192000"/>
              <a:gd name="connsiteY321" fmla="*/ 1829654 h 2800590"/>
              <a:gd name="connsiteX322" fmla="*/ 6586771 w 12192000"/>
              <a:gd name="connsiteY322" fmla="*/ 1843158 h 2800590"/>
              <a:gd name="connsiteX323" fmla="*/ 6614921 w 12192000"/>
              <a:gd name="connsiteY323" fmla="*/ 1836374 h 2800590"/>
              <a:gd name="connsiteX324" fmla="*/ 6582394 w 12192000"/>
              <a:gd name="connsiteY324" fmla="*/ 1823453 h 2800590"/>
              <a:gd name="connsiteX325" fmla="*/ 6051519 w 12192000"/>
              <a:gd name="connsiteY325" fmla="*/ 1822132 h 2800590"/>
              <a:gd name="connsiteX326" fmla="*/ 6040282 w 12192000"/>
              <a:gd name="connsiteY326" fmla="*/ 1824262 h 2800590"/>
              <a:gd name="connsiteX327" fmla="*/ 6059954 w 12192000"/>
              <a:gd name="connsiteY327" fmla="*/ 1829071 h 2800590"/>
              <a:gd name="connsiteX328" fmla="*/ 6070438 w 12192000"/>
              <a:gd name="connsiteY328" fmla="*/ 1827848 h 2800590"/>
              <a:gd name="connsiteX329" fmla="*/ 6184169 w 12192000"/>
              <a:gd name="connsiteY329" fmla="*/ 1818722 h 2800590"/>
              <a:gd name="connsiteX330" fmla="*/ 6165596 w 12192000"/>
              <a:gd name="connsiteY330" fmla="*/ 1823243 h 2800590"/>
              <a:gd name="connsiteX331" fmla="*/ 6185834 w 12192000"/>
              <a:gd name="connsiteY331" fmla="*/ 1830204 h 2800590"/>
              <a:gd name="connsiteX332" fmla="*/ 6208269 w 12192000"/>
              <a:gd name="connsiteY332" fmla="*/ 1826798 h 2800590"/>
              <a:gd name="connsiteX333" fmla="*/ 5843797 w 12192000"/>
              <a:gd name="connsiteY333" fmla="*/ 1818286 h 2800590"/>
              <a:gd name="connsiteX334" fmla="*/ 5841640 w 12192000"/>
              <a:gd name="connsiteY334" fmla="*/ 1818798 h 2800590"/>
              <a:gd name="connsiteX335" fmla="*/ 5859783 w 12192000"/>
              <a:gd name="connsiteY335" fmla="*/ 1822738 h 2800590"/>
              <a:gd name="connsiteX336" fmla="*/ 6744697 w 12192000"/>
              <a:gd name="connsiteY336" fmla="*/ 1816585 h 2800590"/>
              <a:gd name="connsiteX337" fmla="*/ 6729815 w 12192000"/>
              <a:gd name="connsiteY337" fmla="*/ 1822269 h 2800590"/>
              <a:gd name="connsiteX338" fmla="*/ 6705667 w 12192000"/>
              <a:gd name="connsiteY338" fmla="*/ 1827559 h 2800590"/>
              <a:gd name="connsiteX339" fmla="*/ 6710889 w 12192000"/>
              <a:gd name="connsiteY339" fmla="*/ 1830012 h 2800590"/>
              <a:gd name="connsiteX340" fmla="*/ 6749004 w 12192000"/>
              <a:gd name="connsiteY340" fmla="*/ 1845285 h 2800590"/>
              <a:gd name="connsiteX341" fmla="*/ 6784018 w 12192000"/>
              <a:gd name="connsiteY341" fmla="*/ 1835443 h 2800590"/>
              <a:gd name="connsiteX342" fmla="*/ 5961250 w 12192000"/>
              <a:gd name="connsiteY342" fmla="*/ 1815713 h 2800590"/>
              <a:gd name="connsiteX343" fmla="*/ 5956094 w 12192000"/>
              <a:gd name="connsiteY343" fmla="*/ 1817132 h 2800590"/>
              <a:gd name="connsiteX344" fmla="*/ 5980301 w 12192000"/>
              <a:gd name="connsiteY344" fmla="*/ 1823475 h 2800590"/>
              <a:gd name="connsiteX345" fmla="*/ 5983853 w 12192000"/>
              <a:gd name="connsiteY345" fmla="*/ 1822802 h 2800590"/>
              <a:gd name="connsiteX346" fmla="*/ 6327000 w 12192000"/>
              <a:gd name="connsiteY346" fmla="*/ 1815470 h 2800590"/>
              <a:gd name="connsiteX347" fmla="*/ 6304757 w 12192000"/>
              <a:gd name="connsiteY347" fmla="*/ 1821789 h 2800590"/>
              <a:gd name="connsiteX348" fmla="*/ 6300710 w 12192000"/>
              <a:gd name="connsiteY348" fmla="*/ 1822575 h 2800590"/>
              <a:gd name="connsiteX349" fmla="*/ 6325416 w 12192000"/>
              <a:gd name="connsiteY349" fmla="*/ 1830710 h 2800590"/>
              <a:gd name="connsiteX350" fmla="*/ 6353671 w 12192000"/>
              <a:gd name="connsiteY350" fmla="*/ 1825902 h 2800590"/>
              <a:gd name="connsiteX351" fmla="*/ 6093874 w 12192000"/>
              <a:gd name="connsiteY351" fmla="*/ 1812005 h 2800590"/>
              <a:gd name="connsiteX352" fmla="*/ 6077100 w 12192000"/>
              <a:gd name="connsiteY352" fmla="*/ 1817283 h 2800590"/>
              <a:gd name="connsiteX353" fmla="*/ 6074545 w 12192000"/>
              <a:gd name="connsiteY353" fmla="*/ 1817767 h 2800590"/>
              <a:gd name="connsiteX354" fmla="*/ 6097386 w 12192000"/>
              <a:gd name="connsiteY354" fmla="*/ 1824703 h 2800590"/>
              <a:gd name="connsiteX355" fmla="*/ 6100651 w 12192000"/>
              <a:gd name="connsiteY355" fmla="*/ 1824321 h 2800590"/>
              <a:gd name="connsiteX356" fmla="*/ 6118108 w 12192000"/>
              <a:gd name="connsiteY356" fmla="*/ 1820332 h 2800590"/>
              <a:gd name="connsiteX357" fmla="*/ 6473141 w 12192000"/>
              <a:gd name="connsiteY357" fmla="*/ 1811435 h 2800590"/>
              <a:gd name="connsiteX358" fmla="*/ 6447321 w 12192000"/>
              <a:gd name="connsiteY358" fmla="*/ 1819504 h 2800590"/>
              <a:gd name="connsiteX359" fmla="*/ 6479179 w 12192000"/>
              <a:gd name="connsiteY359" fmla="*/ 1832008 h 2800590"/>
              <a:gd name="connsiteX360" fmla="*/ 6508627 w 12192000"/>
              <a:gd name="connsiteY360" fmla="*/ 1825438 h 2800590"/>
              <a:gd name="connsiteX361" fmla="*/ 5879803 w 12192000"/>
              <a:gd name="connsiteY361" fmla="*/ 1809739 h 2800590"/>
              <a:gd name="connsiteX362" fmla="*/ 5870399 w 12192000"/>
              <a:gd name="connsiteY362" fmla="*/ 1811971 h 2800590"/>
              <a:gd name="connsiteX363" fmla="*/ 5896870 w 12192000"/>
              <a:gd name="connsiteY363" fmla="*/ 1819352 h 2800590"/>
              <a:gd name="connsiteX364" fmla="*/ 5908421 w 12192000"/>
              <a:gd name="connsiteY364" fmla="*/ 1817780 h 2800590"/>
              <a:gd name="connsiteX365" fmla="*/ 5909436 w 12192000"/>
              <a:gd name="connsiteY365" fmla="*/ 1817500 h 2800590"/>
              <a:gd name="connsiteX366" fmla="*/ 6227739 w 12192000"/>
              <a:gd name="connsiteY366" fmla="*/ 1808115 h 2800590"/>
              <a:gd name="connsiteX367" fmla="*/ 6204897 w 12192000"/>
              <a:gd name="connsiteY367" fmla="*/ 1813676 h 2800590"/>
              <a:gd name="connsiteX368" fmla="*/ 6232852 w 12192000"/>
              <a:gd name="connsiteY368" fmla="*/ 1823066 h 2800590"/>
              <a:gd name="connsiteX369" fmla="*/ 6256757 w 12192000"/>
              <a:gd name="connsiteY369" fmla="*/ 1819437 h 2800590"/>
              <a:gd name="connsiteX370" fmla="*/ 6628633 w 12192000"/>
              <a:gd name="connsiteY370" fmla="*/ 1805730 h 2800590"/>
              <a:gd name="connsiteX371" fmla="*/ 6596619 w 12192000"/>
              <a:gd name="connsiteY371" fmla="*/ 1816629 h 2800590"/>
              <a:gd name="connsiteX372" fmla="*/ 6634450 w 12192000"/>
              <a:gd name="connsiteY372" fmla="*/ 1831667 h 2800590"/>
              <a:gd name="connsiteX373" fmla="*/ 6667121 w 12192000"/>
              <a:gd name="connsiteY373" fmla="*/ 1823793 h 2800590"/>
              <a:gd name="connsiteX374" fmla="*/ 6001252 w 12192000"/>
              <a:gd name="connsiteY374" fmla="*/ 1804711 h 2800590"/>
              <a:gd name="connsiteX375" fmla="*/ 5985834 w 12192000"/>
              <a:gd name="connsiteY375" fmla="*/ 1808951 h 2800590"/>
              <a:gd name="connsiteX376" fmla="*/ 6012918 w 12192000"/>
              <a:gd name="connsiteY376" fmla="*/ 1817294 h 2800590"/>
              <a:gd name="connsiteX377" fmla="*/ 6028619 w 12192000"/>
              <a:gd name="connsiteY377" fmla="*/ 1814318 h 2800590"/>
              <a:gd name="connsiteX378" fmla="*/ 6370786 w 12192000"/>
              <a:gd name="connsiteY378" fmla="*/ 1803032 h 2800590"/>
              <a:gd name="connsiteX379" fmla="*/ 6346394 w 12192000"/>
              <a:gd name="connsiteY379" fmla="*/ 1809961 h 2800590"/>
              <a:gd name="connsiteX380" fmla="*/ 6377007 w 12192000"/>
              <a:gd name="connsiteY380" fmla="*/ 1821932 h 2800590"/>
              <a:gd name="connsiteX381" fmla="*/ 6406254 w 12192000"/>
              <a:gd name="connsiteY381" fmla="*/ 1816955 h 2800590"/>
              <a:gd name="connsiteX382" fmla="*/ 5915314 w 12192000"/>
              <a:gd name="connsiteY382" fmla="*/ 1801309 h 2800590"/>
              <a:gd name="connsiteX383" fmla="*/ 5905029 w 12192000"/>
              <a:gd name="connsiteY383" fmla="*/ 1803751 h 2800590"/>
              <a:gd name="connsiteX384" fmla="*/ 5932881 w 12192000"/>
              <a:gd name="connsiteY384" fmla="*/ 1811049 h 2800590"/>
              <a:gd name="connsiteX385" fmla="*/ 5940068 w 12192000"/>
              <a:gd name="connsiteY385" fmla="*/ 1809071 h 2800590"/>
              <a:gd name="connsiteX386" fmla="*/ 6132154 w 12192000"/>
              <a:gd name="connsiteY386" fmla="*/ 1799960 h 2800590"/>
              <a:gd name="connsiteX387" fmla="*/ 6114266 w 12192000"/>
              <a:gd name="connsiteY387" fmla="*/ 1805588 h 2800590"/>
              <a:gd name="connsiteX388" fmla="*/ 6141553 w 12192000"/>
              <a:gd name="connsiteY388" fmla="*/ 1814974 h 2800590"/>
              <a:gd name="connsiteX389" fmla="*/ 6160241 w 12192000"/>
              <a:gd name="connsiteY389" fmla="*/ 1810703 h 2800590"/>
              <a:gd name="connsiteX390" fmla="*/ 6156714 w 12192000"/>
              <a:gd name="connsiteY390" fmla="*/ 1809522 h 2800590"/>
              <a:gd name="connsiteX391" fmla="*/ 6794535 w 12192000"/>
              <a:gd name="connsiteY391" fmla="*/ 1797556 h 2800590"/>
              <a:gd name="connsiteX392" fmla="*/ 6759134 w 12192000"/>
              <a:gd name="connsiteY392" fmla="*/ 1811073 h 2800590"/>
              <a:gd name="connsiteX393" fmla="*/ 6800377 w 12192000"/>
              <a:gd name="connsiteY393" fmla="*/ 1830844 h 2800590"/>
              <a:gd name="connsiteX394" fmla="*/ 6839834 w 12192000"/>
              <a:gd name="connsiteY394" fmla="*/ 1819754 h 2800590"/>
              <a:gd name="connsiteX395" fmla="*/ 6522666 w 12192000"/>
              <a:gd name="connsiteY395" fmla="*/ 1795957 h 2800590"/>
              <a:gd name="connsiteX396" fmla="*/ 6491703 w 12192000"/>
              <a:gd name="connsiteY396" fmla="*/ 1805634 h 2800590"/>
              <a:gd name="connsiteX397" fmla="*/ 6529871 w 12192000"/>
              <a:gd name="connsiteY397" fmla="*/ 1820699 h 2800590"/>
              <a:gd name="connsiteX398" fmla="*/ 6561219 w 12192000"/>
              <a:gd name="connsiteY398" fmla="*/ 1813705 h 2800590"/>
              <a:gd name="connsiteX399" fmla="*/ 6272087 w 12192000"/>
              <a:gd name="connsiteY399" fmla="*/ 1793993 h 2800590"/>
              <a:gd name="connsiteX400" fmla="*/ 6248715 w 12192000"/>
              <a:gd name="connsiteY400" fmla="*/ 1802314 h 2800590"/>
              <a:gd name="connsiteX401" fmla="*/ 6279704 w 12192000"/>
              <a:gd name="connsiteY401" fmla="*/ 1814403 h 2800590"/>
              <a:gd name="connsiteX402" fmla="*/ 6306135 w 12192000"/>
              <a:gd name="connsiteY402" fmla="*/ 1807310 h 2800590"/>
              <a:gd name="connsiteX403" fmla="*/ 6040903 w 12192000"/>
              <a:gd name="connsiteY403" fmla="*/ 1793805 h 2800590"/>
              <a:gd name="connsiteX404" fmla="*/ 6019693 w 12192000"/>
              <a:gd name="connsiteY404" fmla="*/ 1799638 h 2800590"/>
              <a:gd name="connsiteX405" fmla="*/ 6050024 w 12192000"/>
              <a:gd name="connsiteY405" fmla="*/ 1810262 h 2800590"/>
              <a:gd name="connsiteX406" fmla="*/ 6074494 w 12192000"/>
              <a:gd name="connsiteY406" fmla="*/ 1805624 h 2800590"/>
              <a:gd name="connsiteX407" fmla="*/ 6074917 w 12192000"/>
              <a:gd name="connsiteY407" fmla="*/ 1805492 h 2800590"/>
              <a:gd name="connsiteX408" fmla="*/ 5955224 w 12192000"/>
              <a:gd name="connsiteY408" fmla="*/ 1788555 h 2800590"/>
              <a:gd name="connsiteX409" fmla="*/ 5938439 w 12192000"/>
              <a:gd name="connsiteY409" fmla="*/ 1794353 h 2800590"/>
              <a:gd name="connsiteX410" fmla="*/ 5964448 w 12192000"/>
              <a:gd name="connsiteY410" fmla="*/ 1802364 h 2800590"/>
              <a:gd name="connsiteX411" fmla="*/ 5981330 w 12192000"/>
              <a:gd name="connsiteY411" fmla="*/ 1797718 h 2800590"/>
              <a:gd name="connsiteX412" fmla="*/ 6419502 w 12192000"/>
              <a:gd name="connsiteY412" fmla="*/ 1788009 h 2800590"/>
              <a:gd name="connsiteX413" fmla="*/ 6409251 w 12192000"/>
              <a:gd name="connsiteY413" fmla="*/ 1792105 h 2800590"/>
              <a:gd name="connsiteX414" fmla="*/ 6390842 w 12192000"/>
              <a:gd name="connsiteY414" fmla="*/ 1797335 h 2800590"/>
              <a:gd name="connsiteX415" fmla="*/ 6426823 w 12192000"/>
              <a:gd name="connsiteY415" fmla="*/ 1811458 h 2800590"/>
              <a:gd name="connsiteX416" fmla="*/ 6453444 w 12192000"/>
              <a:gd name="connsiteY416" fmla="*/ 1803352 h 2800590"/>
              <a:gd name="connsiteX417" fmla="*/ 6683274 w 12192000"/>
              <a:gd name="connsiteY417" fmla="*/ 1787128 h 2800590"/>
              <a:gd name="connsiteX418" fmla="*/ 6646345 w 12192000"/>
              <a:gd name="connsiteY418" fmla="*/ 1799700 h 2800590"/>
              <a:gd name="connsiteX419" fmla="*/ 6687295 w 12192000"/>
              <a:gd name="connsiteY419" fmla="*/ 1818931 h 2800590"/>
              <a:gd name="connsiteX420" fmla="*/ 6728753 w 12192000"/>
              <a:gd name="connsiteY420" fmla="*/ 1808939 h 2800590"/>
              <a:gd name="connsiteX421" fmla="*/ 6173495 w 12192000"/>
              <a:gd name="connsiteY421" fmla="*/ 1786951 h 2800590"/>
              <a:gd name="connsiteX422" fmla="*/ 6149511 w 12192000"/>
              <a:gd name="connsiteY422" fmla="*/ 1794498 h 2800590"/>
              <a:gd name="connsiteX423" fmla="*/ 6160061 w 12192000"/>
              <a:gd name="connsiteY423" fmla="*/ 1798615 h 2800590"/>
              <a:gd name="connsiteX424" fmla="*/ 6181550 w 12192000"/>
              <a:gd name="connsiteY424" fmla="*/ 1805834 h 2800590"/>
              <a:gd name="connsiteX425" fmla="*/ 6206990 w 12192000"/>
              <a:gd name="connsiteY425" fmla="*/ 1800020 h 2800590"/>
              <a:gd name="connsiteX426" fmla="*/ 6085110 w 12192000"/>
              <a:gd name="connsiteY426" fmla="*/ 1781645 h 2800590"/>
              <a:gd name="connsiteX427" fmla="*/ 6062631 w 12192000"/>
              <a:gd name="connsiteY427" fmla="*/ 1787828 h 2800590"/>
              <a:gd name="connsiteX428" fmla="*/ 6095313 w 12192000"/>
              <a:gd name="connsiteY428" fmla="*/ 1799069 h 2800590"/>
              <a:gd name="connsiteX429" fmla="*/ 6114415 w 12192000"/>
              <a:gd name="connsiteY429" fmla="*/ 1793054 h 2800590"/>
              <a:gd name="connsiteX430" fmla="*/ 6573774 w 12192000"/>
              <a:gd name="connsiteY430" fmla="*/ 1779985 h 2800590"/>
              <a:gd name="connsiteX431" fmla="*/ 6539215 w 12192000"/>
              <a:gd name="connsiteY431" fmla="*/ 1790786 h 2800590"/>
              <a:gd name="connsiteX432" fmla="*/ 6579901 w 12192000"/>
              <a:gd name="connsiteY432" fmla="*/ 1809537 h 2800590"/>
              <a:gd name="connsiteX433" fmla="*/ 6589925 w 12192000"/>
              <a:gd name="connsiteY433" fmla="*/ 1807300 h 2800590"/>
              <a:gd name="connsiteX434" fmla="*/ 6613929 w 12192000"/>
              <a:gd name="connsiteY434" fmla="*/ 1798830 h 2800590"/>
              <a:gd name="connsiteX435" fmla="*/ 6313157 w 12192000"/>
              <a:gd name="connsiteY435" fmla="*/ 1779369 h 2800590"/>
              <a:gd name="connsiteX436" fmla="*/ 6289607 w 12192000"/>
              <a:gd name="connsiteY436" fmla="*/ 1787755 h 2800590"/>
              <a:gd name="connsiteX437" fmla="*/ 6325989 w 12192000"/>
              <a:gd name="connsiteY437" fmla="*/ 1801982 h 2800590"/>
              <a:gd name="connsiteX438" fmla="*/ 6351008 w 12192000"/>
              <a:gd name="connsiteY438" fmla="*/ 1795268 h 2800590"/>
              <a:gd name="connsiteX439" fmla="*/ 6333157 w 12192000"/>
              <a:gd name="connsiteY439" fmla="*/ 1788261 h 2800590"/>
              <a:gd name="connsiteX440" fmla="*/ 5992077 w 12192000"/>
              <a:gd name="connsiteY440" fmla="*/ 1775824 h 2800590"/>
              <a:gd name="connsiteX441" fmla="*/ 5971750 w 12192000"/>
              <a:gd name="connsiteY441" fmla="*/ 1782845 h 2800590"/>
              <a:gd name="connsiteX442" fmla="*/ 5999745 w 12192000"/>
              <a:gd name="connsiteY442" fmla="*/ 1792651 h 2800590"/>
              <a:gd name="connsiteX443" fmla="*/ 6020735 w 12192000"/>
              <a:gd name="connsiteY443" fmla="*/ 1786875 h 2800590"/>
              <a:gd name="connsiteX444" fmla="*/ 6017265 w 12192000"/>
              <a:gd name="connsiteY444" fmla="*/ 1785683 h 2800590"/>
              <a:gd name="connsiteX445" fmla="*/ 6218154 w 12192000"/>
              <a:gd name="connsiteY445" fmla="*/ 1772898 h 2800590"/>
              <a:gd name="connsiteX446" fmla="*/ 6193332 w 12192000"/>
              <a:gd name="connsiteY446" fmla="*/ 1780709 h 2800590"/>
              <a:gd name="connsiteX447" fmla="*/ 6229593 w 12192000"/>
              <a:gd name="connsiteY447" fmla="*/ 1794855 h 2800590"/>
              <a:gd name="connsiteX448" fmla="*/ 6239454 w 12192000"/>
              <a:gd name="connsiteY448" fmla="*/ 1792601 h 2800590"/>
              <a:gd name="connsiteX449" fmla="*/ 6254675 w 12192000"/>
              <a:gd name="connsiteY449" fmla="*/ 1787183 h 2800590"/>
              <a:gd name="connsiteX450" fmla="*/ 6465490 w 12192000"/>
              <a:gd name="connsiteY450" fmla="*/ 1769636 h 2800590"/>
              <a:gd name="connsiteX451" fmla="*/ 6435174 w 12192000"/>
              <a:gd name="connsiteY451" fmla="*/ 1781748 h 2800590"/>
              <a:gd name="connsiteX452" fmla="*/ 6462536 w 12192000"/>
              <a:gd name="connsiteY452" fmla="*/ 1794121 h 2800590"/>
              <a:gd name="connsiteX453" fmla="*/ 6471778 w 12192000"/>
              <a:gd name="connsiteY453" fmla="*/ 1797768 h 2800590"/>
              <a:gd name="connsiteX454" fmla="*/ 6504775 w 12192000"/>
              <a:gd name="connsiteY454" fmla="*/ 1787721 h 2800590"/>
              <a:gd name="connsiteX455" fmla="*/ 6736370 w 12192000"/>
              <a:gd name="connsiteY455" fmla="*/ 1769052 h 2800590"/>
              <a:gd name="connsiteX456" fmla="*/ 6698425 w 12192000"/>
              <a:gd name="connsiteY456" fmla="*/ 1781970 h 2800590"/>
              <a:gd name="connsiteX457" fmla="*/ 6745554 w 12192000"/>
              <a:gd name="connsiteY457" fmla="*/ 1804563 h 2800590"/>
              <a:gd name="connsiteX458" fmla="*/ 6780786 w 12192000"/>
              <a:gd name="connsiteY458" fmla="*/ 1790817 h 2800590"/>
              <a:gd name="connsiteX459" fmla="*/ 6122989 w 12192000"/>
              <a:gd name="connsiteY459" fmla="*/ 1767245 h 2800590"/>
              <a:gd name="connsiteX460" fmla="*/ 6101082 w 12192000"/>
              <a:gd name="connsiteY460" fmla="*/ 1775596 h 2800590"/>
              <a:gd name="connsiteX461" fmla="*/ 6131792 w 12192000"/>
              <a:gd name="connsiteY461" fmla="*/ 1787582 h 2800590"/>
              <a:gd name="connsiteX462" fmla="*/ 6155766 w 12192000"/>
              <a:gd name="connsiteY462" fmla="*/ 1780034 h 2800590"/>
              <a:gd name="connsiteX463" fmla="*/ 6361955 w 12192000"/>
              <a:gd name="connsiteY463" fmla="*/ 1761993 h 2800590"/>
              <a:gd name="connsiteX464" fmla="*/ 6330388 w 12192000"/>
              <a:gd name="connsiteY464" fmla="*/ 1773234 h 2800590"/>
              <a:gd name="connsiteX465" fmla="*/ 6337545 w 12192000"/>
              <a:gd name="connsiteY465" fmla="*/ 1776415 h 2800590"/>
              <a:gd name="connsiteX466" fmla="*/ 6371539 w 12192000"/>
              <a:gd name="connsiteY466" fmla="*/ 1789758 h 2800590"/>
              <a:gd name="connsiteX467" fmla="*/ 6404064 w 12192000"/>
              <a:gd name="connsiteY467" fmla="*/ 1781030 h 2800590"/>
              <a:gd name="connsiteX468" fmla="*/ 6033449 w 12192000"/>
              <a:gd name="connsiteY468" fmla="*/ 1761532 h 2800590"/>
              <a:gd name="connsiteX469" fmla="*/ 6010582 w 12192000"/>
              <a:gd name="connsiteY469" fmla="*/ 1769432 h 2800590"/>
              <a:gd name="connsiteX470" fmla="*/ 6021129 w 12192000"/>
              <a:gd name="connsiteY470" fmla="*/ 1773553 h 2800590"/>
              <a:gd name="connsiteX471" fmla="*/ 6042472 w 12192000"/>
              <a:gd name="connsiteY471" fmla="*/ 1780894 h 2800590"/>
              <a:gd name="connsiteX472" fmla="*/ 6066324 w 12192000"/>
              <a:gd name="connsiteY472" fmla="*/ 1774331 h 2800590"/>
              <a:gd name="connsiteX473" fmla="*/ 6623086 w 12192000"/>
              <a:gd name="connsiteY473" fmla="*/ 1758263 h 2800590"/>
              <a:gd name="connsiteX474" fmla="*/ 6589685 w 12192000"/>
              <a:gd name="connsiteY474" fmla="*/ 1773093 h 2800590"/>
              <a:gd name="connsiteX475" fmla="*/ 6631378 w 12192000"/>
              <a:gd name="connsiteY475" fmla="*/ 1792672 h 2800590"/>
              <a:gd name="connsiteX476" fmla="*/ 6667934 w 12192000"/>
              <a:gd name="connsiteY476" fmla="*/ 1779772 h 2800590"/>
              <a:gd name="connsiteX477" fmla="*/ 6262882 w 12192000"/>
              <a:gd name="connsiteY477" fmla="*/ 1757016 h 2800590"/>
              <a:gd name="connsiteX478" fmla="*/ 6245714 w 12192000"/>
              <a:gd name="connsiteY478" fmla="*/ 1764226 h 2800590"/>
              <a:gd name="connsiteX479" fmla="*/ 6236694 w 12192000"/>
              <a:gd name="connsiteY479" fmla="*/ 1767064 h 2800590"/>
              <a:gd name="connsiteX480" fmla="*/ 6272195 w 12192000"/>
              <a:gd name="connsiteY480" fmla="*/ 1780946 h 2800590"/>
              <a:gd name="connsiteX481" fmla="*/ 6296916 w 12192000"/>
              <a:gd name="connsiteY481" fmla="*/ 1772147 h 2800590"/>
              <a:gd name="connsiteX482" fmla="*/ 6512070 w 12192000"/>
              <a:gd name="connsiteY482" fmla="*/ 1751028 h 2800590"/>
              <a:gd name="connsiteX483" fmla="*/ 6480401 w 12192000"/>
              <a:gd name="connsiteY483" fmla="*/ 1763680 h 2800590"/>
              <a:gd name="connsiteX484" fmla="*/ 6521507 w 12192000"/>
              <a:gd name="connsiteY484" fmla="*/ 1782625 h 2800590"/>
              <a:gd name="connsiteX485" fmla="*/ 6556617 w 12192000"/>
              <a:gd name="connsiteY485" fmla="*/ 1771934 h 2800590"/>
              <a:gd name="connsiteX486" fmla="*/ 6166529 w 12192000"/>
              <a:gd name="connsiteY486" fmla="*/ 1750647 h 2800590"/>
              <a:gd name="connsiteX487" fmla="*/ 6141108 w 12192000"/>
              <a:gd name="connsiteY487" fmla="*/ 1760337 h 2800590"/>
              <a:gd name="connsiteX488" fmla="*/ 6175596 w 12192000"/>
              <a:gd name="connsiteY488" fmla="*/ 1773790 h 2800590"/>
              <a:gd name="connsiteX489" fmla="*/ 6201068 w 12192000"/>
              <a:gd name="connsiteY489" fmla="*/ 1765769 h 2800590"/>
              <a:gd name="connsiteX490" fmla="*/ 6072238 w 12192000"/>
              <a:gd name="connsiteY490" fmla="*/ 1746806 h 2800590"/>
              <a:gd name="connsiteX491" fmla="*/ 6056334 w 12192000"/>
              <a:gd name="connsiteY491" fmla="*/ 1753627 h 2800590"/>
              <a:gd name="connsiteX492" fmla="*/ 6050211 w 12192000"/>
              <a:gd name="connsiteY492" fmla="*/ 1755742 h 2800590"/>
              <a:gd name="connsiteX493" fmla="*/ 6084409 w 12192000"/>
              <a:gd name="connsiteY493" fmla="*/ 1769089 h 2800590"/>
              <a:gd name="connsiteX494" fmla="*/ 6106297 w 12192000"/>
              <a:gd name="connsiteY494" fmla="*/ 1760732 h 2800590"/>
              <a:gd name="connsiteX495" fmla="*/ 6084385 w 12192000"/>
              <a:gd name="connsiteY495" fmla="*/ 1752183 h 2800590"/>
              <a:gd name="connsiteX496" fmla="*/ 6410325 w 12192000"/>
              <a:gd name="connsiteY496" fmla="*/ 1744241 h 2800590"/>
              <a:gd name="connsiteX497" fmla="*/ 6405257 w 12192000"/>
              <a:gd name="connsiteY497" fmla="*/ 1746575 h 2800590"/>
              <a:gd name="connsiteX498" fmla="*/ 6378475 w 12192000"/>
              <a:gd name="connsiteY498" fmla="*/ 1756111 h 2800590"/>
              <a:gd name="connsiteX499" fmla="*/ 6419993 w 12192000"/>
              <a:gd name="connsiteY499" fmla="*/ 1774884 h 2800590"/>
              <a:gd name="connsiteX500" fmla="*/ 6450438 w 12192000"/>
              <a:gd name="connsiteY500" fmla="*/ 1762707 h 2800590"/>
              <a:gd name="connsiteX501" fmla="*/ 12076909 w 12192000"/>
              <a:gd name="connsiteY501" fmla="*/ 1742260 h 2800590"/>
              <a:gd name="connsiteX502" fmla="*/ 12083481 w 12192000"/>
              <a:gd name="connsiteY502" fmla="*/ 1744974 h 2800590"/>
              <a:gd name="connsiteX503" fmla="*/ 12052012 w 12192000"/>
              <a:gd name="connsiteY503" fmla="*/ 1785279 h 2800590"/>
              <a:gd name="connsiteX504" fmla="*/ 12070601 w 12192000"/>
              <a:gd name="connsiteY504" fmla="*/ 1786628 h 2800590"/>
              <a:gd name="connsiteX505" fmla="*/ 12152814 w 12192000"/>
              <a:gd name="connsiteY505" fmla="*/ 1772756 h 2800590"/>
              <a:gd name="connsiteX506" fmla="*/ 12172888 w 12192000"/>
              <a:gd name="connsiteY506" fmla="*/ 1762183 h 2800590"/>
              <a:gd name="connsiteX507" fmla="*/ 12146767 w 12192000"/>
              <a:gd name="connsiteY507" fmla="*/ 1760943 h 2800590"/>
              <a:gd name="connsiteX508" fmla="*/ 6308534 w 12192000"/>
              <a:gd name="connsiteY508" fmla="*/ 1737845 h 2800590"/>
              <a:gd name="connsiteX509" fmla="*/ 6278831 w 12192000"/>
              <a:gd name="connsiteY509" fmla="*/ 1750319 h 2800590"/>
              <a:gd name="connsiteX510" fmla="*/ 6314144 w 12192000"/>
              <a:gd name="connsiteY510" fmla="*/ 1766015 h 2800590"/>
              <a:gd name="connsiteX511" fmla="*/ 6345870 w 12192000"/>
              <a:gd name="connsiteY511" fmla="*/ 1754722 h 2800590"/>
              <a:gd name="connsiteX512" fmla="*/ 6670971 w 12192000"/>
              <a:gd name="connsiteY512" fmla="*/ 1737003 h 2800590"/>
              <a:gd name="connsiteX513" fmla="*/ 6636525 w 12192000"/>
              <a:gd name="connsiteY513" fmla="*/ 1752296 h 2800590"/>
              <a:gd name="connsiteX514" fmla="*/ 6682855 w 12192000"/>
              <a:gd name="connsiteY514" fmla="*/ 1774506 h 2800590"/>
              <a:gd name="connsiteX515" fmla="*/ 6720436 w 12192000"/>
              <a:gd name="connsiteY515" fmla="*/ 1761244 h 2800590"/>
              <a:gd name="connsiteX516" fmla="*/ 6210691 w 12192000"/>
              <a:gd name="connsiteY516" fmla="*/ 1733812 h 2800590"/>
              <a:gd name="connsiteX517" fmla="*/ 6182688 w 12192000"/>
              <a:gd name="connsiteY517" fmla="*/ 1744487 h 2800590"/>
              <a:gd name="connsiteX518" fmla="*/ 6213902 w 12192000"/>
              <a:gd name="connsiteY518" fmla="*/ 1758152 h 2800590"/>
              <a:gd name="connsiteX519" fmla="*/ 6218968 w 12192000"/>
              <a:gd name="connsiteY519" fmla="*/ 1760133 h 2800590"/>
              <a:gd name="connsiteX520" fmla="*/ 6242051 w 12192000"/>
              <a:gd name="connsiteY520" fmla="*/ 1752865 h 2800590"/>
              <a:gd name="connsiteX521" fmla="*/ 6247960 w 12192000"/>
              <a:gd name="connsiteY521" fmla="*/ 1750382 h 2800590"/>
              <a:gd name="connsiteX522" fmla="*/ 6564403 w 12192000"/>
              <a:gd name="connsiteY522" fmla="*/ 1730120 h 2800590"/>
              <a:gd name="connsiteX523" fmla="*/ 6528619 w 12192000"/>
              <a:gd name="connsiteY523" fmla="*/ 1744416 h 2800590"/>
              <a:gd name="connsiteX524" fmla="*/ 6574476 w 12192000"/>
              <a:gd name="connsiteY524" fmla="*/ 1765951 h 2800590"/>
              <a:gd name="connsiteX525" fmla="*/ 6607992 w 12192000"/>
              <a:gd name="connsiteY525" fmla="*/ 1751024 h 2800590"/>
              <a:gd name="connsiteX526" fmla="*/ 6115439 w 12192000"/>
              <a:gd name="connsiteY526" fmla="*/ 1728278 h 2800590"/>
              <a:gd name="connsiteX527" fmla="*/ 6088528 w 12192000"/>
              <a:gd name="connsiteY527" fmla="*/ 1739820 h 2800590"/>
              <a:gd name="connsiteX528" fmla="*/ 6088648 w 12192000"/>
              <a:gd name="connsiteY528" fmla="*/ 1739873 h 2800590"/>
              <a:gd name="connsiteX529" fmla="*/ 6124401 w 12192000"/>
              <a:gd name="connsiteY529" fmla="*/ 1753820 h 2800590"/>
              <a:gd name="connsiteX530" fmla="*/ 6150778 w 12192000"/>
              <a:gd name="connsiteY530" fmla="*/ 1743750 h 2800590"/>
              <a:gd name="connsiteX531" fmla="*/ 6454371 w 12192000"/>
              <a:gd name="connsiteY531" fmla="*/ 1723951 h 2800590"/>
              <a:gd name="connsiteX532" fmla="*/ 6424277 w 12192000"/>
              <a:gd name="connsiteY532" fmla="*/ 1737813 h 2800590"/>
              <a:gd name="connsiteX533" fmla="*/ 6465350 w 12192000"/>
              <a:gd name="connsiteY533" fmla="*/ 1756742 h 2800590"/>
              <a:gd name="connsiteX534" fmla="*/ 6497146 w 12192000"/>
              <a:gd name="connsiteY534" fmla="*/ 1744024 h 2800590"/>
              <a:gd name="connsiteX535" fmla="*/ 6354500 w 12192000"/>
              <a:gd name="connsiteY535" fmla="*/ 1718542 h 2800590"/>
              <a:gd name="connsiteX536" fmla="*/ 6323851 w 12192000"/>
              <a:gd name="connsiteY536" fmla="*/ 1731413 h 2800590"/>
              <a:gd name="connsiteX537" fmla="*/ 6362395 w 12192000"/>
              <a:gd name="connsiteY537" fmla="*/ 1748840 h 2800590"/>
              <a:gd name="connsiteX538" fmla="*/ 6395058 w 12192000"/>
              <a:gd name="connsiteY538" fmla="*/ 1737213 h 2800590"/>
              <a:gd name="connsiteX539" fmla="*/ 6254741 w 12192000"/>
              <a:gd name="connsiteY539" fmla="*/ 1713526 h 2800590"/>
              <a:gd name="connsiteX540" fmla="*/ 6226023 w 12192000"/>
              <a:gd name="connsiteY540" fmla="*/ 1726848 h 2800590"/>
              <a:gd name="connsiteX541" fmla="*/ 6263903 w 12192000"/>
              <a:gd name="connsiteY541" fmla="*/ 1743684 h 2800590"/>
              <a:gd name="connsiteX542" fmla="*/ 6293731 w 12192000"/>
              <a:gd name="connsiteY542" fmla="*/ 1731152 h 2800590"/>
              <a:gd name="connsiteX543" fmla="*/ 6157588 w 12192000"/>
              <a:gd name="connsiteY543" fmla="*/ 1710202 h 2800590"/>
              <a:gd name="connsiteX544" fmla="*/ 6130708 w 12192000"/>
              <a:gd name="connsiteY544" fmla="*/ 1721730 h 2800590"/>
              <a:gd name="connsiteX545" fmla="*/ 6166926 w 12192000"/>
              <a:gd name="connsiteY545" fmla="*/ 1737586 h 2800590"/>
              <a:gd name="connsiteX546" fmla="*/ 6195039 w 12192000"/>
              <a:gd name="connsiteY546" fmla="*/ 1726852 h 2800590"/>
              <a:gd name="connsiteX547" fmla="*/ 6611787 w 12192000"/>
              <a:gd name="connsiteY547" fmla="*/ 1706426 h 2800590"/>
              <a:gd name="connsiteX548" fmla="*/ 6577194 w 12192000"/>
              <a:gd name="connsiteY548" fmla="*/ 1723854 h 2800590"/>
              <a:gd name="connsiteX549" fmla="*/ 6621407 w 12192000"/>
              <a:gd name="connsiteY549" fmla="*/ 1745049 h 2800590"/>
              <a:gd name="connsiteX550" fmla="*/ 6655974 w 12192000"/>
              <a:gd name="connsiteY550" fmla="*/ 1729654 h 2800590"/>
              <a:gd name="connsiteX551" fmla="*/ 6649025 w 12192000"/>
              <a:gd name="connsiteY551" fmla="*/ 1726249 h 2800590"/>
              <a:gd name="connsiteX552" fmla="*/ 6505333 w 12192000"/>
              <a:gd name="connsiteY552" fmla="*/ 1700474 h 2800590"/>
              <a:gd name="connsiteX553" fmla="*/ 6469852 w 12192000"/>
              <a:gd name="connsiteY553" fmla="*/ 1716819 h 2800590"/>
              <a:gd name="connsiteX554" fmla="*/ 6513693 w 12192000"/>
              <a:gd name="connsiteY554" fmla="*/ 1737406 h 2800590"/>
              <a:gd name="connsiteX555" fmla="*/ 6549625 w 12192000"/>
              <a:gd name="connsiteY555" fmla="*/ 1723034 h 2800590"/>
              <a:gd name="connsiteX556" fmla="*/ 6539068 w 12192000"/>
              <a:gd name="connsiteY556" fmla="*/ 1717970 h 2800590"/>
              <a:gd name="connsiteX557" fmla="*/ 6399395 w 12192000"/>
              <a:gd name="connsiteY557" fmla="*/ 1697118 h 2800590"/>
              <a:gd name="connsiteX558" fmla="*/ 6369040 w 12192000"/>
              <a:gd name="connsiteY558" fmla="*/ 1712356 h 2800590"/>
              <a:gd name="connsiteX559" fmla="*/ 6409714 w 12192000"/>
              <a:gd name="connsiteY559" fmla="*/ 1731101 h 2800590"/>
              <a:gd name="connsiteX560" fmla="*/ 6439938 w 12192000"/>
              <a:gd name="connsiteY560" fmla="*/ 1717177 h 2800590"/>
              <a:gd name="connsiteX561" fmla="*/ 6428487 w 12192000"/>
              <a:gd name="connsiteY561" fmla="*/ 1711804 h 2800590"/>
              <a:gd name="connsiteX562" fmla="*/ 6299642 w 12192000"/>
              <a:gd name="connsiteY562" fmla="*/ 1692697 h 2800590"/>
              <a:gd name="connsiteX563" fmla="*/ 6269328 w 12192000"/>
              <a:gd name="connsiteY563" fmla="*/ 1706759 h 2800590"/>
              <a:gd name="connsiteX564" fmla="*/ 6309045 w 12192000"/>
              <a:gd name="connsiteY564" fmla="*/ 1724718 h 2800590"/>
              <a:gd name="connsiteX565" fmla="*/ 6339824 w 12192000"/>
              <a:gd name="connsiteY565" fmla="*/ 1711786 h 2800590"/>
              <a:gd name="connsiteX566" fmla="*/ 6317769 w 12192000"/>
              <a:gd name="connsiteY566" fmla="*/ 1701633 h 2800590"/>
              <a:gd name="connsiteX567" fmla="*/ 6203815 w 12192000"/>
              <a:gd name="connsiteY567" fmla="*/ 1690376 h 2800590"/>
              <a:gd name="connsiteX568" fmla="*/ 6173356 w 12192000"/>
              <a:gd name="connsiteY568" fmla="*/ 1703439 h 2800590"/>
              <a:gd name="connsiteX569" fmla="*/ 6211391 w 12192000"/>
              <a:gd name="connsiteY569" fmla="*/ 1720344 h 2800590"/>
              <a:gd name="connsiteX570" fmla="*/ 6240210 w 12192000"/>
              <a:gd name="connsiteY570" fmla="*/ 1706958 h 2800590"/>
              <a:gd name="connsiteX571" fmla="*/ 6208185 w 12192000"/>
              <a:gd name="connsiteY571" fmla="*/ 1692480 h 2800590"/>
              <a:gd name="connsiteX572" fmla="*/ 6553868 w 12192000"/>
              <a:gd name="connsiteY572" fmla="*/ 1675593 h 2800590"/>
              <a:gd name="connsiteX573" fmla="*/ 6523032 w 12192000"/>
              <a:gd name="connsiteY573" fmla="*/ 1692321 h 2800590"/>
              <a:gd name="connsiteX574" fmla="*/ 6518193 w 12192000"/>
              <a:gd name="connsiteY574" fmla="*/ 1694550 h 2800590"/>
              <a:gd name="connsiteX575" fmla="*/ 6543778 w 12192000"/>
              <a:gd name="connsiteY575" fmla="*/ 1707835 h 2800590"/>
              <a:gd name="connsiteX576" fmla="*/ 6563488 w 12192000"/>
              <a:gd name="connsiteY576" fmla="*/ 1717284 h 2800590"/>
              <a:gd name="connsiteX577" fmla="*/ 6598759 w 12192000"/>
              <a:gd name="connsiteY577" fmla="*/ 1699490 h 2800590"/>
              <a:gd name="connsiteX578" fmla="*/ 6449938 w 12192000"/>
              <a:gd name="connsiteY578" fmla="*/ 1671745 h 2800590"/>
              <a:gd name="connsiteX579" fmla="*/ 6413872 w 12192000"/>
              <a:gd name="connsiteY579" fmla="*/ 1689851 h 2800590"/>
              <a:gd name="connsiteX580" fmla="*/ 6433006 w 12192000"/>
              <a:gd name="connsiteY580" fmla="*/ 1699515 h 2800590"/>
              <a:gd name="connsiteX581" fmla="*/ 6455423 w 12192000"/>
              <a:gd name="connsiteY581" fmla="*/ 1710042 h 2800590"/>
              <a:gd name="connsiteX582" fmla="*/ 6491625 w 12192000"/>
              <a:gd name="connsiteY582" fmla="*/ 1693364 h 2800590"/>
              <a:gd name="connsiteX583" fmla="*/ 6347061 w 12192000"/>
              <a:gd name="connsiteY583" fmla="*/ 1670701 h 2800590"/>
              <a:gd name="connsiteX584" fmla="*/ 6313306 w 12192000"/>
              <a:gd name="connsiteY584" fmla="*/ 1686358 h 2800590"/>
              <a:gd name="connsiteX585" fmla="*/ 6322874 w 12192000"/>
              <a:gd name="connsiteY585" fmla="*/ 1691079 h 2800590"/>
              <a:gd name="connsiteX586" fmla="*/ 6354460 w 12192000"/>
              <a:gd name="connsiteY586" fmla="*/ 1705637 h 2800590"/>
              <a:gd name="connsiteX587" fmla="*/ 6363771 w 12192000"/>
              <a:gd name="connsiteY587" fmla="*/ 1701725 h 2800590"/>
              <a:gd name="connsiteX588" fmla="*/ 6386206 w 12192000"/>
              <a:gd name="connsiteY588" fmla="*/ 1690460 h 2800590"/>
              <a:gd name="connsiteX589" fmla="*/ 6252313 w 12192000"/>
              <a:gd name="connsiteY589" fmla="*/ 1669364 h 2800590"/>
              <a:gd name="connsiteX590" fmla="*/ 6248446 w 12192000"/>
              <a:gd name="connsiteY590" fmla="*/ 1671235 h 2800590"/>
              <a:gd name="connsiteX591" fmla="*/ 6218841 w 12192000"/>
              <a:gd name="connsiteY591" fmla="*/ 1683931 h 2800590"/>
              <a:gd name="connsiteX592" fmla="*/ 6254790 w 12192000"/>
              <a:gd name="connsiteY592" fmla="*/ 1700186 h 2800590"/>
              <a:gd name="connsiteX593" fmla="*/ 6285704 w 12192000"/>
              <a:gd name="connsiteY593" fmla="*/ 1685826 h 2800590"/>
              <a:gd name="connsiteX594" fmla="*/ 6499706 w 12192000"/>
              <a:gd name="connsiteY594" fmla="*/ 1646762 h 2800590"/>
              <a:gd name="connsiteX595" fmla="*/ 6462310 w 12192000"/>
              <a:gd name="connsiteY595" fmla="*/ 1665535 h 2800590"/>
              <a:gd name="connsiteX596" fmla="*/ 6504491 w 12192000"/>
              <a:gd name="connsiteY596" fmla="*/ 1687436 h 2800590"/>
              <a:gd name="connsiteX597" fmla="*/ 6518342 w 12192000"/>
              <a:gd name="connsiteY597" fmla="*/ 1681055 h 2800590"/>
              <a:gd name="connsiteX598" fmla="*/ 6541015 w 12192000"/>
              <a:gd name="connsiteY598" fmla="*/ 1668752 h 2800590"/>
              <a:gd name="connsiteX599" fmla="*/ 6299335 w 12192000"/>
              <a:gd name="connsiteY599" fmla="*/ 1646610 h 2800590"/>
              <a:gd name="connsiteX600" fmla="*/ 6265716 w 12192000"/>
              <a:gd name="connsiteY600" fmla="*/ 1662878 h 2800590"/>
              <a:gd name="connsiteX601" fmla="*/ 6299365 w 12192000"/>
              <a:gd name="connsiteY601" fmla="*/ 1679480 h 2800590"/>
              <a:gd name="connsiteX602" fmla="*/ 6333261 w 12192000"/>
              <a:gd name="connsiteY602" fmla="*/ 1663735 h 2800590"/>
              <a:gd name="connsiteX603" fmla="*/ 6400162 w 12192000"/>
              <a:gd name="connsiteY603" fmla="*/ 1645929 h 2800590"/>
              <a:gd name="connsiteX604" fmla="*/ 6397663 w 12192000"/>
              <a:gd name="connsiteY604" fmla="*/ 1647227 h 2800590"/>
              <a:gd name="connsiteX605" fmla="*/ 6362125 w 12192000"/>
              <a:gd name="connsiteY605" fmla="*/ 1663712 h 2800590"/>
              <a:gd name="connsiteX606" fmla="*/ 6400685 w 12192000"/>
              <a:gd name="connsiteY606" fmla="*/ 1683190 h 2800590"/>
              <a:gd name="connsiteX607" fmla="*/ 6436923 w 12192000"/>
              <a:gd name="connsiteY607" fmla="*/ 1664995 h 2800590"/>
              <a:gd name="connsiteX608" fmla="*/ 9022713 w 12192000"/>
              <a:gd name="connsiteY608" fmla="*/ 1644110 h 2800590"/>
              <a:gd name="connsiteX609" fmla="*/ 8943229 w 12192000"/>
              <a:gd name="connsiteY609" fmla="*/ 1740052 h 2800590"/>
              <a:gd name="connsiteX610" fmla="*/ 8415304 w 12192000"/>
              <a:gd name="connsiteY610" fmla="*/ 2049467 h 2800590"/>
              <a:gd name="connsiteX611" fmla="*/ 8010565 w 12192000"/>
              <a:gd name="connsiteY611" fmla="*/ 2121528 h 2800590"/>
              <a:gd name="connsiteX612" fmla="*/ 7803702 w 12192000"/>
              <a:gd name="connsiteY612" fmla="*/ 2122212 h 2800590"/>
              <a:gd name="connsiteX613" fmla="*/ 7817064 w 12192000"/>
              <a:gd name="connsiteY613" fmla="*/ 2124434 h 2800590"/>
              <a:gd name="connsiteX614" fmla="*/ 9078755 w 12192000"/>
              <a:gd name="connsiteY614" fmla="*/ 1752434 h 2800590"/>
              <a:gd name="connsiteX615" fmla="*/ 9116080 w 12192000"/>
              <a:gd name="connsiteY615" fmla="*/ 1710336 h 2800590"/>
              <a:gd name="connsiteX616" fmla="*/ 6352173 w 12192000"/>
              <a:gd name="connsiteY616" fmla="*/ 1621040 h 2800590"/>
              <a:gd name="connsiteX617" fmla="*/ 6314109 w 12192000"/>
              <a:gd name="connsiteY617" fmla="*/ 1639459 h 2800590"/>
              <a:gd name="connsiteX618" fmla="*/ 6348321 w 12192000"/>
              <a:gd name="connsiteY618" fmla="*/ 1656740 h 2800590"/>
              <a:gd name="connsiteX619" fmla="*/ 6386666 w 12192000"/>
              <a:gd name="connsiteY619" fmla="*/ 1638929 h 2800590"/>
              <a:gd name="connsiteX620" fmla="*/ 6449752 w 12192000"/>
              <a:gd name="connsiteY620" fmla="*/ 1620170 h 2800590"/>
              <a:gd name="connsiteX621" fmla="*/ 6412353 w 12192000"/>
              <a:gd name="connsiteY621" fmla="*/ 1639596 h 2800590"/>
              <a:gd name="connsiteX622" fmla="*/ 6449301 w 12192000"/>
              <a:gd name="connsiteY622" fmla="*/ 1658780 h 2800590"/>
              <a:gd name="connsiteX623" fmla="*/ 6486858 w 12192000"/>
              <a:gd name="connsiteY623" fmla="*/ 1639922 h 2800590"/>
              <a:gd name="connsiteX624" fmla="*/ 6404144 w 12192000"/>
              <a:gd name="connsiteY624" fmla="*/ 1595891 h 2800590"/>
              <a:gd name="connsiteX625" fmla="*/ 6364824 w 12192000"/>
              <a:gd name="connsiteY625" fmla="*/ 1614918 h 2800590"/>
              <a:gd name="connsiteX626" fmla="*/ 6399171 w 12192000"/>
              <a:gd name="connsiteY626" fmla="*/ 1632751 h 2800590"/>
              <a:gd name="connsiteX627" fmla="*/ 6436734 w 12192000"/>
              <a:gd name="connsiteY627" fmla="*/ 1613240 h 2800590"/>
              <a:gd name="connsiteX628" fmla="*/ 8918022 w 12192000"/>
              <a:gd name="connsiteY628" fmla="*/ 1578218 h 2800590"/>
              <a:gd name="connsiteX629" fmla="*/ 8900757 w 12192000"/>
              <a:gd name="connsiteY629" fmla="*/ 1604696 h 2800590"/>
              <a:gd name="connsiteX630" fmla="*/ 8247368 w 12192000"/>
              <a:gd name="connsiteY630" fmla="*/ 2037436 h 2800590"/>
              <a:gd name="connsiteX631" fmla="*/ 7847405 w 12192000"/>
              <a:gd name="connsiteY631" fmla="*/ 2101358 h 2800590"/>
              <a:gd name="connsiteX632" fmla="*/ 7701260 w 12192000"/>
              <a:gd name="connsiteY632" fmla="*/ 2099832 h 2800590"/>
              <a:gd name="connsiteX633" fmla="*/ 7811887 w 12192000"/>
              <a:gd name="connsiteY633" fmla="*/ 2111134 h 2800590"/>
              <a:gd name="connsiteX634" fmla="*/ 8938924 w 12192000"/>
              <a:gd name="connsiteY634" fmla="*/ 1726200 h 2800590"/>
              <a:gd name="connsiteX635" fmla="*/ 9012674 w 12192000"/>
              <a:gd name="connsiteY635" fmla="*/ 1636989 h 2800590"/>
              <a:gd name="connsiteX636" fmla="*/ 8984627 w 12192000"/>
              <a:gd name="connsiteY636" fmla="*/ 1617094 h 2800590"/>
              <a:gd name="connsiteX637" fmla="*/ 9094791 w 12192000"/>
              <a:gd name="connsiteY637" fmla="*/ 1544136 h 2800590"/>
              <a:gd name="connsiteX638" fmla="*/ 9067080 w 12192000"/>
              <a:gd name="connsiteY638" fmla="*/ 1590557 h 2800590"/>
              <a:gd name="connsiteX639" fmla="*/ 9031145 w 12192000"/>
              <a:gd name="connsiteY639" fmla="*/ 1633933 h 2800590"/>
              <a:gd name="connsiteX640" fmla="*/ 9124584 w 12192000"/>
              <a:gd name="connsiteY640" fmla="*/ 1700745 h 2800590"/>
              <a:gd name="connsiteX641" fmla="*/ 9154540 w 12192000"/>
              <a:gd name="connsiteY641" fmla="*/ 1666957 h 2800590"/>
              <a:gd name="connsiteX642" fmla="*/ 9194457 w 12192000"/>
              <a:gd name="connsiteY642" fmla="*/ 1610765 h 2800590"/>
              <a:gd name="connsiteX643" fmla="*/ 9124965 w 12192000"/>
              <a:gd name="connsiteY643" fmla="*/ 1561892 h 2800590"/>
              <a:gd name="connsiteX644" fmla="*/ 8805080 w 12192000"/>
              <a:gd name="connsiteY644" fmla="*/ 1516258 h 2800590"/>
              <a:gd name="connsiteX645" fmla="*/ 8734556 w 12192000"/>
              <a:gd name="connsiteY645" fmla="*/ 1615859 h 2800590"/>
              <a:gd name="connsiteX646" fmla="*/ 7645848 w 12192000"/>
              <a:gd name="connsiteY646" fmla="*/ 2078377 h 2800590"/>
              <a:gd name="connsiteX647" fmla="*/ 7546141 w 12192000"/>
              <a:gd name="connsiteY647" fmla="*/ 2074401 h 2800590"/>
              <a:gd name="connsiteX648" fmla="*/ 7555543 w 12192000"/>
              <a:gd name="connsiteY648" fmla="*/ 2076852 h 2800590"/>
              <a:gd name="connsiteX649" fmla="*/ 7612260 w 12192000"/>
              <a:gd name="connsiteY649" fmla="*/ 2083809 h 2800590"/>
              <a:gd name="connsiteX650" fmla="*/ 8890214 w 12192000"/>
              <a:gd name="connsiteY650" fmla="*/ 1596510 h 2800590"/>
              <a:gd name="connsiteX651" fmla="*/ 8906475 w 12192000"/>
              <a:gd name="connsiteY651" fmla="*/ 1571478 h 2800590"/>
              <a:gd name="connsiteX652" fmla="*/ 8849856 w 12192000"/>
              <a:gd name="connsiteY652" fmla="*/ 1538430 h 2800590"/>
              <a:gd name="connsiteX653" fmla="*/ 8981954 w 12192000"/>
              <a:gd name="connsiteY653" fmla="*/ 1479027 h 2800590"/>
              <a:gd name="connsiteX654" fmla="*/ 8979006 w 12192000"/>
              <a:gd name="connsiteY654" fmla="*/ 1484688 h 2800590"/>
              <a:gd name="connsiteX655" fmla="*/ 8925005 w 12192000"/>
              <a:gd name="connsiteY655" fmla="*/ 1567507 h 2800590"/>
              <a:gd name="connsiteX656" fmla="*/ 9000644 w 12192000"/>
              <a:gd name="connsiteY656" fmla="*/ 1612124 h 2800590"/>
              <a:gd name="connsiteX657" fmla="*/ 9021124 w 12192000"/>
              <a:gd name="connsiteY657" fmla="*/ 1626768 h 2800590"/>
              <a:gd name="connsiteX658" fmla="*/ 9056289 w 12192000"/>
              <a:gd name="connsiteY658" fmla="*/ 1584231 h 2800590"/>
              <a:gd name="connsiteX659" fmla="*/ 9083998 w 12192000"/>
              <a:gd name="connsiteY659" fmla="*/ 1537785 h 2800590"/>
              <a:gd name="connsiteX660" fmla="*/ 8995161 w 12192000"/>
              <a:gd name="connsiteY660" fmla="*/ 1485509 h 2800590"/>
              <a:gd name="connsiteX661" fmla="*/ 8691617 w 12192000"/>
              <a:gd name="connsiteY661" fmla="*/ 1460076 h 2800590"/>
              <a:gd name="connsiteX662" fmla="*/ 8656185 w 12192000"/>
              <a:gd name="connsiteY662" fmla="*/ 1515968 h 2800590"/>
              <a:gd name="connsiteX663" fmla="*/ 8569349 w 12192000"/>
              <a:gd name="connsiteY663" fmla="*/ 1628758 h 2800590"/>
              <a:gd name="connsiteX664" fmla="*/ 7545385 w 12192000"/>
              <a:gd name="connsiteY664" fmla="*/ 2056881 h 2800590"/>
              <a:gd name="connsiteX665" fmla="*/ 7469765 w 12192000"/>
              <a:gd name="connsiteY665" fmla="*/ 2054493 h 2800590"/>
              <a:gd name="connsiteX666" fmla="*/ 7494640 w 12192000"/>
              <a:gd name="connsiteY666" fmla="*/ 2060977 h 2800590"/>
              <a:gd name="connsiteX667" fmla="*/ 7620751 w 12192000"/>
              <a:gd name="connsiteY667" fmla="*/ 2066807 h 2800590"/>
              <a:gd name="connsiteX668" fmla="*/ 8724882 w 12192000"/>
              <a:gd name="connsiteY668" fmla="*/ 1608913 h 2800590"/>
              <a:gd name="connsiteX669" fmla="*/ 8794299 w 12192000"/>
              <a:gd name="connsiteY669" fmla="*/ 1510920 h 2800590"/>
              <a:gd name="connsiteX670" fmla="*/ 9153619 w 12192000"/>
              <a:gd name="connsiteY670" fmla="*/ 1439886 h 2800590"/>
              <a:gd name="connsiteX671" fmla="*/ 9141143 w 12192000"/>
              <a:gd name="connsiteY671" fmla="*/ 1466489 h 2800590"/>
              <a:gd name="connsiteX672" fmla="*/ 9100979 w 12192000"/>
              <a:gd name="connsiteY672" fmla="*/ 1533771 h 2800590"/>
              <a:gd name="connsiteX673" fmla="*/ 9131719 w 12192000"/>
              <a:gd name="connsiteY673" fmla="*/ 1551859 h 2800590"/>
              <a:gd name="connsiteX674" fmla="*/ 9201462 w 12192000"/>
              <a:gd name="connsiteY674" fmla="*/ 1600904 h 2800590"/>
              <a:gd name="connsiteX675" fmla="*/ 9222117 w 12192000"/>
              <a:gd name="connsiteY675" fmla="*/ 1571828 h 2800590"/>
              <a:gd name="connsiteX676" fmla="*/ 9259087 w 12192000"/>
              <a:gd name="connsiteY676" fmla="*/ 1504131 h 2800590"/>
              <a:gd name="connsiteX677" fmla="*/ 9200235 w 12192000"/>
              <a:gd name="connsiteY677" fmla="*/ 1464624 h 2800590"/>
              <a:gd name="connsiteX678" fmla="*/ 8862484 w 12192000"/>
              <a:gd name="connsiteY678" fmla="*/ 1420392 h 2800590"/>
              <a:gd name="connsiteX679" fmla="*/ 8816991 w 12192000"/>
              <a:gd name="connsiteY679" fmla="*/ 1499436 h 2800590"/>
              <a:gd name="connsiteX680" fmla="*/ 8812420 w 12192000"/>
              <a:gd name="connsiteY680" fmla="*/ 1505892 h 2800590"/>
              <a:gd name="connsiteX681" fmla="*/ 8866799 w 12192000"/>
              <a:gd name="connsiteY681" fmla="*/ 1533173 h 2800590"/>
              <a:gd name="connsiteX682" fmla="*/ 8913473 w 12192000"/>
              <a:gd name="connsiteY682" fmla="*/ 1560705 h 2800590"/>
              <a:gd name="connsiteX683" fmla="*/ 8967827 w 12192000"/>
              <a:gd name="connsiteY683" fmla="*/ 1477033 h 2800590"/>
              <a:gd name="connsiteX684" fmla="*/ 8969873 w 12192000"/>
              <a:gd name="connsiteY684" fmla="*/ 1473098 h 2800590"/>
              <a:gd name="connsiteX685" fmla="*/ 8576311 w 12192000"/>
              <a:gd name="connsiteY685" fmla="*/ 1413683 h 2800590"/>
              <a:gd name="connsiteX686" fmla="*/ 8575085 w 12192000"/>
              <a:gd name="connsiteY686" fmla="*/ 1415753 h 2800590"/>
              <a:gd name="connsiteX687" fmla="*/ 8402157 w 12192000"/>
              <a:gd name="connsiteY687" fmla="*/ 1641781 h 2800590"/>
              <a:gd name="connsiteX688" fmla="*/ 7744801 w 12192000"/>
              <a:gd name="connsiteY688" fmla="*/ 1997126 h 2800590"/>
              <a:gd name="connsiteX689" fmla="*/ 7457954 w 12192000"/>
              <a:gd name="connsiteY689" fmla="*/ 2034092 h 2800590"/>
              <a:gd name="connsiteX690" fmla="*/ 7401520 w 12192000"/>
              <a:gd name="connsiteY690" fmla="*/ 2034511 h 2800590"/>
              <a:gd name="connsiteX691" fmla="*/ 7421845 w 12192000"/>
              <a:gd name="connsiteY691" fmla="*/ 2041142 h 2800590"/>
              <a:gd name="connsiteX692" fmla="*/ 7517389 w 12192000"/>
              <a:gd name="connsiteY692" fmla="*/ 2044842 h 2800590"/>
              <a:gd name="connsiteX693" fmla="*/ 8559055 w 12192000"/>
              <a:gd name="connsiteY693" fmla="*/ 1620572 h 2800590"/>
              <a:gd name="connsiteX694" fmla="*/ 8645289 w 12192000"/>
              <a:gd name="connsiteY694" fmla="*/ 1508536 h 2800590"/>
              <a:gd name="connsiteX695" fmla="*/ 8679195 w 12192000"/>
              <a:gd name="connsiteY695" fmla="*/ 1454979 h 2800590"/>
              <a:gd name="connsiteX696" fmla="*/ 9034988 w 12192000"/>
              <a:gd name="connsiteY696" fmla="*/ 1377177 h 2800590"/>
              <a:gd name="connsiteX697" fmla="*/ 8987515 w 12192000"/>
              <a:gd name="connsiteY697" fmla="*/ 1468347 h 2800590"/>
              <a:gd name="connsiteX698" fmla="*/ 9001216 w 12192000"/>
              <a:gd name="connsiteY698" fmla="*/ 1475071 h 2800590"/>
              <a:gd name="connsiteX699" fmla="*/ 9090182 w 12192000"/>
              <a:gd name="connsiteY699" fmla="*/ 1527419 h 2800590"/>
              <a:gd name="connsiteX700" fmla="*/ 9129790 w 12192000"/>
              <a:gd name="connsiteY700" fmla="*/ 1461027 h 2800590"/>
              <a:gd name="connsiteX701" fmla="*/ 9142470 w 12192000"/>
              <a:gd name="connsiteY701" fmla="*/ 1433969 h 2800590"/>
              <a:gd name="connsiteX702" fmla="*/ 9037100 w 12192000"/>
              <a:gd name="connsiteY702" fmla="*/ 1378052 h 2800590"/>
              <a:gd name="connsiteX703" fmla="*/ 6908378 w 12192000"/>
              <a:gd name="connsiteY703" fmla="*/ 1376011 h 2800590"/>
              <a:gd name="connsiteX704" fmla="*/ 6785928 w 12192000"/>
              <a:gd name="connsiteY704" fmla="*/ 1418776 h 2800590"/>
              <a:gd name="connsiteX705" fmla="*/ 6435668 w 12192000"/>
              <a:gd name="connsiteY705" fmla="*/ 1580635 h 2800590"/>
              <a:gd name="connsiteX706" fmla="*/ 6418397 w 12192000"/>
              <a:gd name="connsiteY706" fmla="*/ 1588994 h 2800590"/>
              <a:gd name="connsiteX707" fmla="*/ 6450491 w 12192000"/>
              <a:gd name="connsiteY707" fmla="*/ 1606094 h 2800590"/>
              <a:gd name="connsiteX708" fmla="*/ 6571852 w 12192000"/>
              <a:gd name="connsiteY708" fmla="*/ 1543054 h 2800590"/>
              <a:gd name="connsiteX709" fmla="*/ 6740719 w 12192000"/>
              <a:gd name="connsiteY709" fmla="*/ 1455256 h 2800590"/>
              <a:gd name="connsiteX710" fmla="*/ 8461575 w 12192000"/>
              <a:gd name="connsiteY710" fmla="*/ 1371683 h 2800590"/>
              <a:gd name="connsiteX711" fmla="*/ 8420374 w 12192000"/>
              <a:gd name="connsiteY711" fmla="*/ 1434745 h 2800590"/>
              <a:gd name="connsiteX712" fmla="*/ 8237570 w 12192000"/>
              <a:gd name="connsiteY712" fmla="*/ 1654433 h 2800590"/>
              <a:gd name="connsiteX713" fmla="*/ 7371403 w 12192000"/>
              <a:gd name="connsiteY713" fmla="*/ 2011779 h 2800590"/>
              <a:gd name="connsiteX714" fmla="*/ 7334131 w 12192000"/>
              <a:gd name="connsiteY714" fmla="*/ 2012527 h 2800590"/>
              <a:gd name="connsiteX715" fmla="*/ 7365093 w 12192000"/>
              <a:gd name="connsiteY715" fmla="*/ 2022628 h 2800590"/>
              <a:gd name="connsiteX716" fmla="*/ 7378725 w 12192000"/>
              <a:gd name="connsiteY716" fmla="*/ 2023271 h 2800590"/>
              <a:gd name="connsiteX717" fmla="*/ 8392730 w 12192000"/>
              <a:gd name="connsiteY717" fmla="*/ 1633223 h 2800590"/>
              <a:gd name="connsiteX718" fmla="*/ 8483452 w 12192000"/>
              <a:gd name="connsiteY718" fmla="*/ 1524848 h 2800590"/>
              <a:gd name="connsiteX719" fmla="*/ 8564126 w 12192000"/>
              <a:gd name="connsiteY719" fmla="*/ 1408792 h 2800590"/>
              <a:gd name="connsiteX720" fmla="*/ 8502070 w 12192000"/>
              <a:gd name="connsiteY720" fmla="*/ 1383883 h 2800590"/>
              <a:gd name="connsiteX721" fmla="*/ 8745498 w 12192000"/>
              <a:gd name="connsiteY721" fmla="*/ 1371283 h 2800590"/>
              <a:gd name="connsiteX722" fmla="*/ 8732696 w 12192000"/>
              <a:gd name="connsiteY722" fmla="*/ 1395272 h 2800590"/>
              <a:gd name="connsiteX723" fmla="*/ 8698272 w 12192000"/>
              <a:gd name="connsiteY723" fmla="*/ 1449577 h 2800590"/>
              <a:gd name="connsiteX724" fmla="*/ 8708468 w 12192000"/>
              <a:gd name="connsiteY724" fmla="*/ 1453740 h 2800590"/>
              <a:gd name="connsiteX725" fmla="*/ 8801678 w 12192000"/>
              <a:gd name="connsiteY725" fmla="*/ 1500502 h 2800590"/>
              <a:gd name="connsiteX726" fmla="*/ 8806804 w 12192000"/>
              <a:gd name="connsiteY726" fmla="*/ 1493267 h 2800590"/>
              <a:gd name="connsiteX727" fmla="*/ 8851802 w 12192000"/>
              <a:gd name="connsiteY727" fmla="*/ 1415150 h 2800590"/>
              <a:gd name="connsiteX728" fmla="*/ 8814795 w 12192000"/>
              <a:gd name="connsiteY728" fmla="*/ 1396987 h 2800590"/>
              <a:gd name="connsiteX729" fmla="*/ 8347664 w 12192000"/>
              <a:gd name="connsiteY729" fmla="*/ 1337363 h 2800590"/>
              <a:gd name="connsiteX730" fmla="*/ 8263151 w 12192000"/>
              <a:gd name="connsiteY730" fmla="*/ 1455039 h 2800590"/>
              <a:gd name="connsiteX731" fmla="*/ 8070253 w 12192000"/>
              <a:gd name="connsiteY731" fmla="*/ 1667579 h 2800590"/>
              <a:gd name="connsiteX732" fmla="*/ 7374465 w 12192000"/>
              <a:gd name="connsiteY732" fmla="*/ 1977340 h 2800590"/>
              <a:gd name="connsiteX733" fmla="*/ 7265135 w 12192000"/>
              <a:gd name="connsiteY733" fmla="*/ 1989510 h 2800590"/>
              <a:gd name="connsiteX734" fmla="*/ 7273907 w 12192000"/>
              <a:gd name="connsiteY734" fmla="*/ 1992880 h 2800590"/>
              <a:gd name="connsiteX735" fmla="*/ 7298901 w 12192000"/>
              <a:gd name="connsiteY735" fmla="*/ 2001034 h 2800590"/>
              <a:gd name="connsiteX736" fmla="*/ 7368729 w 12192000"/>
              <a:gd name="connsiteY736" fmla="*/ 1999184 h 2800590"/>
              <a:gd name="connsiteX737" fmla="*/ 8228144 w 12192000"/>
              <a:gd name="connsiteY737" fmla="*/ 1645378 h 2800590"/>
              <a:gd name="connsiteX738" fmla="*/ 8409785 w 12192000"/>
              <a:gd name="connsiteY738" fmla="*/ 1426978 h 2800590"/>
              <a:gd name="connsiteX739" fmla="*/ 8448504 w 12192000"/>
              <a:gd name="connsiteY739" fmla="*/ 1367745 h 2800590"/>
              <a:gd name="connsiteX740" fmla="*/ 9202723 w 12192000"/>
              <a:gd name="connsiteY740" fmla="*/ 1335182 h 2800590"/>
              <a:gd name="connsiteX741" fmla="*/ 9158875 w 12192000"/>
              <a:gd name="connsiteY741" fmla="*/ 1428679 h 2800590"/>
              <a:gd name="connsiteX742" fmla="*/ 9207317 w 12192000"/>
              <a:gd name="connsiteY742" fmla="*/ 1454386 h 2800590"/>
              <a:gd name="connsiteX743" fmla="*/ 9265084 w 12192000"/>
              <a:gd name="connsiteY743" fmla="*/ 1493149 h 2800590"/>
              <a:gd name="connsiteX744" fmla="*/ 9291524 w 12192000"/>
              <a:gd name="connsiteY744" fmla="*/ 1444735 h 2800590"/>
              <a:gd name="connsiteX745" fmla="*/ 9313198 w 12192000"/>
              <a:gd name="connsiteY745" fmla="*/ 1393080 h 2800590"/>
              <a:gd name="connsiteX746" fmla="*/ 8627354 w 12192000"/>
              <a:gd name="connsiteY746" fmla="*/ 1327460 h 2800590"/>
              <a:gd name="connsiteX747" fmla="*/ 8582939 w 12192000"/>
              <a:gd name="connsiteY747" fmla="*/ 1402486 h 2800590"/>
              <a:gd name="connsiteX748" fmla="*/ 8685830 w 12192000"/>
              <a:gd name="connsiteY748" fmla="*/ 1444497 h 2800590"/>
              <a:gd name="connsiteX749" fmla="*/ 8721302 w 12192000"/>
              <a:gd name="connsiteY749" fmla="*/ 1388466 h 2800590"/>
              <a:gd name="connsiteX750" fmla="*/ 8732950 w 12192000"/>
              <a:gd name="connsiteY750" fmla="*/ 1366629 h 2800590"/>
              <a:gd name="connsiteX751" fmla="*/ 8911903 w 12192000"/>
              <a:gd name="connsiteY751" fmla="*/ 1326137 h 2800590"/>
              <a:gd name="connsiteX752" fmla="*/ 8888462 w 12192000"/>
              <a:gd name="connsiteY752" fmla="*/ 1375257 h 2800590"/>
              <a:gd name="connsiteX753" fmla="*/ 8868500 w 12192000"/>
              <a:gd name="connsiteY753" fmla="*/ 1409940 h 2800590"/>
              <a:gd name="connsiteX754" fmla="*/ 8975427 w 12192000"/>
              <a:gd name="connsiteY754" fmla="*/ 1462414 h 2800590"/>
              <a:gd name="connsiteX755" fmla="*/ 9022440 w 12192000"/>
              <a:gd name="connsiteY755" fmla="*/ 1371973 h 2800590"/>
              <a:gd name="connsiteX756" fmla="*/ 7083656 w 12192000"/>
              <a:gd name="connsiteY756" fmla="*/ 1323573 h 2800590"/>
              <a:gd name="connsiteX757" fmla="*/ 7063123 w 12192000"/>
              <a:gd name="connsiteY757" fmla="*/ 1328737 h 2800590"/>
              <a:gd name="connsiteX758" fmla="*/ 6918640 w 12192000"/>
              <a:gd name="connsiteY758" fmla="*/ 1384544 h 2800590"/>
              <a:gd name="connsiteX759" fmla="*/ 6577683 w 12192000"/>
              <a:gd name="connsiteY759" fmla="*/ 1553721 h 2800590"/>
              <a:gd name="connsiteX760" fmla="*/ 6463504 w 12192000"/>
              <a:gd name="connsiteY760" fmla="*/ 1613027 h 2800590"/>
              <a:gd name="connsiteX761" fmla="*/ 6500822 w 12192000"/>
              <a:gd name="connsiteY761" fmla="*/ 1632910 h 2800590"/>
              <a:gd name="connsiteX762" fmla="*/ 6541130 w 12192000"/>
              <a:gd name="connsiteY762" fmla="*/ 1612671 h 2800590"/>
              <a:gd name="connsiteX763" fmla="*/ 6713619 w 12192000"/>
              <a:gd name="connsiteY763" fmla="*/ 1516635 h 2800590"/>
              <a:gd name="connsiteX764" fmla="*/ 7046019 w 12192000"/>
              <a:gd name="connsiteY764" fmla="*/ 1339397 h 2800590"/>
              <a:gd name="connsiteX765" fmla="*/ 8236814 w 12192000"/>
              <a:gd name="connsiteY765" fmla="*/ 1308645 h 2800590"/>
              <a:gd name="connsiteX766" fmla="*/ 8107463 w 12192000"/>
              <a:gd name="connsiteY766" fmla="*/ 1473070 h 2800590"/>
              <a:gd name="connsiteX767" fmla="*/ 7904178 w 12192000"/>
              <a:gd name="connsiteY767" fmla="*/ 1678866 h 2800590"/>
              <a:gd name="connsiteX768" fmla="*/ 7374611 w 12192000"/>
              <a:gd name="connsiteY768" fmla="*/ 1932134 h 2800590"/>
              <a:gd name="connsiteX769" fmla="*/ 7192415 w 12192000"/>
              <a:gd name="connsiteY769" fmla="*/ 1961570 h 2800590"/>
              <a:gd name="connsiteX770" fmla="*/ 7234813 w 12192000"/>
              <a:gd name="connsiteY770" fmla="*/ 1977860 h 2800590"/>
              <a:gd name="connsiteX771" fmla="*/ 7328805 w 12192000"/>
              <a:gd name="connsiteY771" fmla="*/ 1970033 h 2800590"/>
              <a:gd name="connsiteX772" fmla="*/ 8061943 w 12192000"/>
              <a:gd name="connsiteY772" fmla="*/ 1657533 h 2800590"/>
              <a:gd name="connsiteX773" fmla="*/ 8253632 w 12192000"/>
              <a:gd name="connsiteY773" fmla="*/ 1446233 h 2800590"/>
              <a:gd name="connsiteX774" fmla="*/ 8334628 w 12192000"/>
              <a:gd name="connsiteY774" fmla="*/ 1333435 h 2800590"/>
              <a:gd name="connsiteX775" fmla="*/ 8280049 w 12192000"/>
              <a:gd name="connsiteY775" fmla="*/ 1316991 h 2800590"/>
              <a:gd name="connsiteX776" fmla="*/ 7198881 w 12192000"/>
              <a:gd name="connsiteY776" fmla="*/ 1294599 h 2800590"/>
              <a:gd name="connsiteX777" fmla="*/ 7160033 w 12192000"/>
              <a:gd name="connsiteY777" fmla="*/ 1304368 h 2800590"/>
              <a:gd name="connsiteX778" fmla="*/ 7050980 w 12192000"/>
              <a:gd name="connsiteY778" fmla="*/ 1350187 h 2800590"/>
              <a:gd name="connsiteX779" fmla="*/ 6719325 w 12192000"/>
              <a:gd name="connsiteY779" fmla="*/ 1527054 h 2800590"/>
              <a:gd name="connsiteX780" fmla="*/ 6546187 w 12192000"/>
              <a:gd name="connsiteY780" fmla="*/ 1623428 h 2800590"/>
              <a:gd name="connsiteX781" fmla="*/ 6513667 w 12192000"/>
              <a:gd name="connsiteY781" fmla="*/ 1639754 h 2800590"/>
              <a:gd name="connsiteX782" fmla="*/ 6554431 w 12192000"/>
              <a:gd name="connsiteY782" fmla="*/ 1661473 h 2800590"/>
              <a:gd name="connsiteX783" fmla="*/ 6688742 w 12192000"/>
              <a:gd name="connsiteY783" fmla="*/ 1588593 h 2800590"/>
              <a:gd name="connsiteX784" fmla="*/ 6854267 w 12192000"/>
              <a:gd name="connsiteY784" fmla="*/ 1489721 h 2800590"/>
              <a:gd name="connsiteX785" fmla="*/ 7177364 w 12192000"/>
              <a:gd name="connsiteY785" fmla="*/ 1304421 h 2800590"/>
              <a:gd name="connsiteX786" fmla="*/ 8514477 w 12192000"/>
              <a:gd name="connsiteY786" fmla="*/ 1290711 h 2800590"/>
              <a:gd name="connsiteX787" fmla="*/ 8468532 w 12192000"/>
              <a:gd name="connsiteY787" fmla="*/ 1361035 h 2800590"/>
              <a:gd name="connsiteX788" fmla="*/ 8521367 w 12192000"/>
              <a:gd name="connsiteY788" fmla="*/ 1377345 h 2800590"/>
              <a:gd name="connsiteX789" fmla="*/ 8570843 w 12192000"/>
              <a:gd name="connsiteY789" fmla="*/ 1397547 h 2800590"/>
              <a:gd name="connsiteX790" fmla="*/ 8615010 w 12192000"/>
              <a:gd name="connsiteY790" fmla="*/ 1322882 h 2800590"/>
              <a:gd name="connsiteX791" fmla="*/ 8562901 w 12192000"/>
              <a:gd name="connsiteY791" fmla="*/ 1303553 h 2800590"/>
              <a:gd name="connsiteX792" fmla="*/ 8128139 w 12192000"/>
              <a:gd name="connsiteY792" fmla="*/ 1287664 h 2800590"/>
              <a:gd name="connsiteX793" fmla="*/ 7951993 w 12192000"/>
              <a:gd name="connsiteY793" fmla="*/ 1492992 h 2800590"/>
              <a:gd name="connsiteX794" fmla="*/ 7738102 w 12192000"/>
              <a:gd name="connsiteY794" fmla="*/ 1691765 h 2800590"/>
              <a:gd name="connsiteX795" fmla="*/ 7207777 w 12192000"/>
              <a:gd name="connsiteY795" fmla="*/ 1925001 h 2800590"/>
              <a:gd name="connsiteX796" fmla="*/ 7125938 w 12192000"/>
              <a:gd name="connsiteY796" fmla="*/ 1936030 h 2800590"/>
              <a:gd name="connsiteX797" fmla="*/ 7170810 w 12192000"/>
              <a:gd name="connsiteY797" fmla="*/ 1953270 h 2800590"/>
              <a:gd name="connsiteX798" fmla="*/ 7370457 w 12192000"/>
              <a:gd name="connsiteY798" fmla="*/ 1921115 h 2800590"/>
              <a:gd name="connsiteX799" fmla="*/ 7895497 w 12192000"/>
              <a:gd name="connsiteY799" fmla="*/ 1670184 h 2800590"/>
              <a:gd name="connsiteX800" fmla="*/ 8097509 w 12192000"/>
              <a:gd name="connsiteY800" fmla="*/ 1465582 h 2800590"/>
              <a:gd name="connsiteX801" fmla="*/ 8223062 w 12192000"/>
              <a:gd name="connsiteY801" fmla="*/ 1305990 h 2800590"/>
              <a:gd name="connsiteX802" fmla="*/ 9077977 w 12192000"/>
              <a:gd name="connsiteY802" fmla="*/ 1280331 h 2800590"/>
              <a:gd name="connsiteX803" fmla="*/ 9045546 w 12192000"/>
              <a:gd name="connsiteY803" fmla="*/ 1356901 h 2800590"/>
              <a:gd name="connsiteX804" fmla="*/ 9040676 w 12192000"/>
              <a:gd name="connsiteY804" fmla="*/ 1366254 h 2800590"/>
              <a:gd name="connsiteX805" fmla="*/ 9043255 w 12192000"/>
              <a:gd name="connsiteY805" fmla="*/ 1367323 h 2800590"/>
              <a:gd name="connsiteX806" fmla="*/ 9147722 w 12192000"/>
              <a:gd name="connsiteY806" fmla="*/ 1422761 h 2800590"/>
              <a:gd name="connsiteX807" fmla="*/ 9191001 w 12192000"/>
              <a:gd name="connsiteY807" fmla="*/ 1330405 h 2800590"/>
              <a:gd name="connsiteX808" fmla="*/ 9191427 w 12192000"/>
              <a:gd name="connsiteY808" fmla="*/ 1329262 h 2800590"/>
              <a:gd name="connsiteX809" fmla="*/ 9164366 w 12192000"/>
              <a:gd name="connsiteY809" fmla="*/ 1315079 h 2800590"/>
              <a:gd name="connsiteX810" fmla="*/ 8794850 w 12192000"/>
              <a:gd name="connsiteY810" fmla="*/ 1278798 h 2800590"/>
              <a:gd name="connsiteX811" fmla="*/ 8751196 w 12192000"/>
              <a:gd name="connsiteY811" fmla="*/ 1360603 h 2800590"/>
              <a:gd name="connsiteX812" fmla="*/ 8819877 w 12192000"/>
              <a:gd name="connsiteY812" fmla="*/ 1386078 h 2800590"/>
              <a:gd name="connsiteX813" fmla="*/ 8857822 w 12192000"/>
              <a:gd name="connsiteY813" fmla="*/ 1404699 h 2800590"/>
              <a:gd name="connsiteX814" fmla="*/ 8877935 w 12192000"/>
              <a:gd name="connsiteY814" fmla="*/ 1369784 h 2800590"/>
              <a:gd name="connsiteX815" fmla="*/ 8900919 w 12192000"/>
              <a:gd name="connsiteY815" fmla="*/ 1321582 h 2800590"/>
              <a:gd name="connsiteX816" fmla="*/ 8807401 w 12192000"/>
              <a:gd name="connsiteY816" fmla="*/ 1282803 h 2800590"/>
              <a:gd name="connsiteX817" fmla="*/ 7297395 w 12192000"/>
              <a:gd name="connsiteY817" fmla="*/ 1277932 h 2800590"/>
              <a:gd name="connsiteX818" fmla="*/ 7246990 w 12192000"/>
              <a:gd name="connsiteY818" fmla="*/ 1286215 h 2800590"/>
              <a:gd name="connsiteX819" fmla="*/ 7182822 w 12192000"/>
              <a:gd name="connsiteY819" fmla="*/ 1315459 h 2800590"/>
              <a:gd name="connsiteX820" fmla="*/ 6860344 w 12192000"/>
              <a:gd name="connsiteY820" fmla="*/ 1500264 h 2800590"/>
              <a:gd name="connsiteX821" fmla="*/ 6694175 w 12192000"/>
              <a:gd name="connsiteY821" fmla="*/ 1599477 h 2800590"/>
              <a:gd name="connsiteX822" fmla="*/ 6567277 w 12192000"/>
              <a:gd name="connsiteY822" fmla="*/ 1668318 h 2800590"/>
              <a:gd name="connsiteX823" fmla="*/ 6612639 w 12192000"/>
              <a:gd name="connsiteY823" fmla="*/ 1692488 h 2800590"/>
              <a:gd name="connsiteX824" fmla="*/ 6674128 w 12192000"/>
              <a:gd name="connsiteY824" fmla="*/ 1661467 h 2800590"/>
              <a:gd name="connsiteX825" fmla="*/ 6996158 w 12192000"/>
              <a:gd name="connsiteY825" fmla="*/ 1463798 h 2800590"/>
              <a:gd name="connsiteX826" fmla="*/ 7150839 w 12192000"/>
              <a:gd name="connsiteY826" fmla="*/ 1364559 h 2800590"/>
              <a:gd name="connsiteX827" fmla="*/ 7253032 w 12192000"/>
              <a:gd name="connsiteY827" fmla="*/ 1269881 h 2800590"/>
              <a:gd name="connsiteX828" fmla="*/ 7230293 w 12192000"/>
              <a:gd name="connsiteY828" fmla="*/ 1276569 h 2800590"/>
              <a:gd name="connsiteX829" fmla="*/ 7242691 w 12192000"/>
              <a:gd name="connsiteY829" fmla="*/ 1274601 h 2800590"/>
              <a:gd name="connsiteX830" fmla="*/ 8024203 w 12192000"/>
              <a:gd name="connsiteY830" fmla="*/ 1267599 h 2800590"/>
              <a:gd name="connsiteX831" fmla="*/ 7998192 w 12192000"/>
              <a:gd name="connsiteY831" fmla="*/ 1296110 h 2800590"/>
              <a:gd name="connsiteX832" fmla="*/ 7571654 w 12192000"/>
              <a:gd name="connsiteY832" fmla="*/ 1704044 h 2800590"/>
              <a:gd name="connsiteX833" fmla="*/ 7195417 w 12192000"/>
              <a:gd name="connsiteY833" fmla="*/ 1879967 h 2800590"/>
              <a:gd name="connsiteX834" fmla="*/ 7064848 w 12192000"/>
              <a:gd name="connsiteY834" fmla="*/ 1910039 h 2800590"/>
              <a:gd name="connsiteX835" fmla="*/ 7102572 w 12192000"/>
              <a:gd name="connsiteY835" fmla="*/ 1926408 h 2800590"/>
              <a:gd name="connsiteX836" fmla="*/ 7204223 w 12192000"/>
              <a:gd name="connsiteY836" fmla="*/ 1912756 h 2800590"/>
              <a:gd name="connsiteX837" fmla="*/ 7730290 w 12192000"/>
              <a:gd name="connsiteY837" fmla="*/ 1681719 h 2800590"/>
              <a:gd name="connsiteX838" fmla="*/ 7942798 w 12192000"/>
              <a:gd name="connsiteY838" fmla="*/ 1483783 h 2800590"/>
              <a:gd name="connsiteX839" fmla="*/ 8113590 w 12192000"/>
              <a:gd name="connsiteY839" fmla="*/ 1284855 h 2800590"/>
              <a:gd name="connsiteX840" fmla="*/ 7400295 w 12192000"/>
              <a:gd name="connsiteY840" fmla="*/ 1261829 h 2800590"/>
              <a:gd name="connsiteX841" fmla="*/ 7389711 w 12192000"/>
              <a:gd name="connsiteY841" fmla="*/ 1262762 h 2800590"/>
              <a:gd name="connsiteX842" fmla="*/ 7334272 w 12192000"/>
              <a:gd name="connsiteY842" fmla="*/ 1271872 h 2800590"/>
              <a:gd name="connsiteX843" fmla="*/ 7315658 w 12192000"/>
              <a:gd name="connsiteY843" fmla="*/ 1281102 h 2800590"/>
              <a:gd name="connsiteX844" fmla="*/ 7002607 w 12192000"/>
              <a:gd name="connsiteY844" fmla="*/ 1473968 h 2800590"/>
              <a:gd name="connsiteX845" fmla="*/ 6679400 w 12192000"/>
              <a:gd name="connsiteY845" fmla="*/ 1672361 h 2800590"/>
              <a:gd name="connsiteX846" fmla="*/ 6625672 w 12192000"/>
              <a:gd name="connsiteY846" fmla="*/ 1699431 h 2800590"/>
              <a:gd name="connsiteX847" fmla="*/ 6654302 w 12192000"/>
              <a:gd name="connsiteY847" fmla="*/ 1714685 h 2800590"/>
              <a:gd name="connsiteX848" fmla="*/ 6671096 w 12192000"/>
              <a:gd name="connsiteY848" fmla="*/ 1722920 h 2800590"/>
              <a:gd name="connsiteX849" fmla="*/ 6720475 w 12192000"/>
              <a:gd name="connsiteY849" fmla="*/ 1700928 h 2800590"/>
              <a:gd name="connsiteX850" fmla="*/ 7136806 w 12192000"/>
              <a:gd name="connsiteY850" fmla="*/ 1437629 h 2800590"/>
              <a:gd name="connsiteX851" fmla="*/ 7286682 w 12192000"/>
              <a:gd name="connsiteY851" fmla="*/ 1334203 h 2800590"/>
              <a:gd name="connsiteX852" fmla="*/ 8402498 w 12192000"/>
              <a:gd name="connsiteY852" fmla="*/ 1261013 h 2800590"/>
              <a:gd name="connsiteX853" fmla="*/ 8355683 w 12192000"/>
              <a:gd name="connsiteY853" fmla="*/ 1326198 h 2800590"/>
              <a:gd name="connsiteX854" fmla="*/ 8455517 w 12192000"/>
              <a:gd name="connsiteY854" fmla="*/ 1357017 h 2800590"/>
              <a:gd name="connsiteX855" fmla="*/ 8501168 w 12192000"/>
              <a:gd name="connsiteY855" fmla="*/ 1287181 h 2800590"/>
              <a:gd name="connsiteX856" fmla="*/ 7920518 w 12192000"/>
              <a:gd name="connsiteY856" fmla="*/ 1256050 h 2800590"/>
              <a:gd name="connsiteX857" fmla="*/ 7855063 w 12192000"/>
              <a:gd name="connsiteY857" fmla="*/ 1322157 h 2800590"/>
              <a:gd name="connsiteX858" fmla="*/ 7405704 w 12192000"/>
              <a:gd name="connsiteY858" fmla="*/ 1717563 h 2800590"/>
              <a:gd name="connsiteX859" fmla="*/ 7028711 w 12192000"/>
              <a:gd name="connsiteY859" fmla="*/ 1876571 h 2800590"/>
              <a:gd name="connsiteX860" fmla="*/ 7000531 w 12192000"/>
              <a:gd name="connsiteY860" fmla="*/ 1882131 h 2800590"/>
              <a:gd name="connsiteX861" fmla="*/ 7042686 w 12192000"/>
              <a:gd name="connsiteY861" fmla="*/ 1900423 h 2800590"/>
              <a:gd name="connsiteX862" fmla="*/ 7145525 w 12192000"/>
              <a:gd name="connsiteY862" fmla="*/ 1880766 h 2800590"/>
              <a:gd name="connsiteX863" fmla="*/ 7564957 w 12192000"/>
              <a:gd name="connsiteY863" fmla="*/ 1694245 h 2800590"/>
              <a:gd name="connsiteX864" fmla="*/ 7989262 w 12192000"/>
              <a:gd name="connsiteY864" fmla="*/ 1288172 h 2800590"/>
              <a:gd name="connsiteX865" fmla="*/ 8009814 w 12192000"/>
              <a:gd name="connsiteY865" fmla="*/ 1265646 h 2800590"/>
              <a:gd name="connsiteX866" fmla="*/ 7498235 w 12192000"/>
              <a:gd name="connsiteY866" fmla="*/ 1253189 h 2800590"/>
              <a:gd name="connsiteX867" fmla="*/ 7427825 w 12192000"/>
              <a:gd name="connsiteY867" fmla="*/ 1259400 h 2800590"/>
              <a:gd name="connsiteX868" fmla="*/ 7293719 w 12192000"/>
              <a:gd name="connsiteY868" fmla="*/ 1344870 h 2800590"/>
              <a:gd name="connsiteX869" fmla="*/ 7144124 w 12192000"/>
              <a:gd name="connsiteY869" fmla="*/ 1448047 h 2800590"/>
              <a:gd name="connsiteX870" fmla="*/ 6726048 w 12192000"/>
              <a:gd name="connsiteY870" fmla="*/ 1712550 h 2800590"/>
              <a:gd name="connsiteX871" fmla="*/ 6686112 w 12192000"/>
              <a:gd name="connsiteY871" fmla="*/ 1730281 h 2800590"/>
              <a:gd name="connsiteX872" fmla="*/ 6737072 w 12192000"/>
              <a:gd name="connsiteY872" fmla="*/ 1755266 h 2800590"/>
              <a:gd name="connsiteX873" fmla="*/ 6880200 w 12192000"/>
              <a:gd name="connsiteY873" fmla="*/ 1684523 h 2800590"/>
              <a:gd name="connsiteX874" fmla="*/ 7278200 w 12192000"/>
              <a:gd name="connsiteY874" fmla="*/ 1412450 h 2800590"/>
              <a:gd name="connsiteX875" fmla="*/ 7423315 w 12192000"/>
              <a:gd name="connsiteY875" fmla="*/ 1304699 h 2800590"/>
              <a:gd name="connsiteX876" fmla="*/ 7817370 w 12192000"/>
              <a:gd name="connsiteY876" fmla="*/ 1248670 h 2800590"/>
              <a:gd name="connsiteX877" fmla="*/ 7713174 w 12192000"/>
              <a:gd name="connsiteY877" fmla="*/ 1345847 h 2800590"/>
              <a:gd name="connsiteX878" fmla="*/ 7240497 w 12192000"/>
              <a:gd name="connsiteY878" fmla="*/ 1728850 h 2800590"/>
              <a:gd name="connsiteX879" fmla="*/ 7091608 w 12192000"/>
              <a:gd name="connsiteY879" fmla="*/ 1802288 h 2800590"/>
              <a:gd name="connsiteX880" fmla="*/ 6938219 w 12192000"/>
              <a:gd name="connsiteY880" fmla="*/ 1853885 h 2800590"/>
              <a:gd name="connsiteX881" fmla="*/ 6959662 w 12192000"/>
              <a:gd name="connsiteY881" fmla="*/ 1864398 h 2800590"/>
              <a:gd name="connsiteX882" fmla="*/ 6980772 w 12192000"/>
              <a:gd name="connsiteY882" fmla="*/ 1873558 h 2800590"/>
              <a:gd name="connsiteX883" fmla="*/ 7092995 w 12192000"/>
              <a:gd name="connsiteY883" fmla="*/ 1844823 h 2800590"/>
              <a:gd name="connsiteX884" fmla="*/ 7399254 w 12192000"/>
              <a:gd name="connsiteY884" fmla="*/ 1705657 h 2800590"/>
              <a:gd name="connsiteX885" fmla="*/ 7846505 w 12192000"/>
              <a:gd name="connsiteY885" fmla="*/ 1311986 h 2800590"/>
              <a:gd name="connsiteX886" fmla="*/ 7903658 w 12192000"/>
              <a:gd name="connsiteY886" fmla="*/ 1254238 h 2800590"/>
              <a:gd name="connsiteX887" fmla="*/ 7878257 w 12192000"/>
              <a:gd name="connsiteY887" fmla="*/ 1251508 h 2800590"/>
              <a:gd name="connsiteX888" fmla="*/ 7598077 w 12192000"/>
              <a:gd name="connsiteY888" fmla="*/ 1246784 h 2800590"/>
              <a:gd name="connsiteX889" fmla="*/ 7563710 w 12192000"/>
              <a:gd name="connsiteY889" fmla="*/ 1247413 h 2800590"/>
              <a:gd name="connsiteX890" fmla="*/ 7523070 w 12192000"/>
              <a:gd name="connsiteY890" fmla="*/ 1250999 h 2800590"/>
              <a:gd name="connsiteX891" fmla="*/ 7430432 w 12192000"/>
              <a:gd name="connsiteY891" fmla="*/ 1314668 h 2800590"/>
              <a:gd name="connsiteX892" fmla="*/ 7285643 w 12192000"/>
              <a:gd name="connsiteY892" fmla="*/ 1422745 h 2800590"/>
              <a:gd name="connsiteX893" fmla="*/ 6885967 w 12192000"/>
              <a:gd name="connsiteY893" fmla="*/ 1696021 h 2800590"/>
              <a:gd name="connsiteX894" fmla="*/ 6751482 w 12192000"/>
              <a:gd name="connsiteY894" fmla="*/ 1762331 h 2800590"/>
              <a:gd name="connsiteX895" fmla="*/ 6796823 w 12192000"/>
              <a:gd name="connsiteY895" fmla="*/ 1784561 h 2800590"/>
              <a:gd name="connsiteX896" fmla="*/ 6901151 w 12192000"/>
              <a:gd name="connsiteY896" fmla="*/ 1743857 h 2800590"/>
              <a:gd name="connsiteX897" fmla="*/ 7418974 w 12192000"/>
              <a:gd name="connsiteY897" fmla="*/ 1387768 h 2800590"/>
              <a:gd name="connsiteX898" fmla="*/ 7559190 w 12192000"/>
              <a:gd name="connsiteY898" fmla="*/ 1275645 h 2800590"/>
              <a:gd name="connsiteX899" fmla="*/ 7360660 w 12192000"/>
              <a:gd name="connsiteY899" fmla="*/ 1245333 h 2800590"/>
              <a:gd name="connsiteX900" fmla="*/ 7316496 w 12192000"/>
              <a:gd name="connsiteY900" fmla="*/ 1254538 h 2800590"/>
              <a:gd name="connsiteX901" fmla="*/ 7288386 w 12192000"/>
              <a:gd name="connsiteY901" fmla="*/ 1267349 h 2800590"/>
              <a:gd name="connsiteX902" fmla="*/ 7329420 w 12192000"/>
              <a:gd name="connsiteY902" fmla="*/ 1260837 h 2800590"/>
              <a:gd name="connsiteX903" fmla="*/ 7697677 w 12192000"/>
              <a:gd name="connsiteY903" fmla="*/ 1244960 h 2800590"/>
              <a:gd name="connsiteX904" fmla="*/ 7620016 w 12192000"/>
              <a:gd name="connsiteY904" fmla="*/ 1246382 h 2800590"/>
              <a:gd name="connsiteX905" fmla="*/ 7567842 w 12192000"/>
              <a:gd name="connsiteY905" fmla="*/ 1285025 h 2800590"/>
              <a:gd name="connsiteX906" fmla="*/ 7427532 w 12192000"/>
              <a:gd name="connsiteY906" fmla="*/ 1396946 h 2800590"/>
              <a:gd name="connsiteX907" fmla="*/ 6907229 w 12192000"/>
              <a:gd name="connsiteY907" fmla="*/ 1754524 h 2800590"/>
              <a:gd name="connsiteX908" fmla="*/ 6810721 w 12192000"/>
              <a:gd name="connsiteY908" fmla="*/ 1791375 h 2800590"/>
              <a:gd name="connsiteX909" fmla="*/ 6858121 w 12192000"/>
              <a:gd name="connsiteY909" fmla="*/ 1814614 h 2800590"/>
              <a:gd name="connsiteX910" fmla="*/ 6909942 w 12192000"/>
              <a:gd name="connsiteY910" fmla="*/ 1800048 h 2800590"/>
              <a:gd name="connsiteX911" fmla="*/ 7067970 w 12192000"/>
              <a:gd name="connsiteY911" fmla="*/ 1730834 h 2800590"/>
              <a:gd name="connsiteX912" fmla="*/ 7561980 w 12192000"/>
              <a:gd name="connsiteY912" fmla="*/ 1361970 h 2800590"/>
              <a:gd name="connsiteX913" fmla="*/ 7697188 w 12192000"/>
              <a:gd name="connsiteY913" fmla="*/ 1245351 h 2800590"/>
              <a:gd name="connsiteX914" fmla="*/ 7726471 w 12192000"/>
              <a:gd name="connsiteY914" fmla="*/ 1244433 h 2800590"/>
              <a:gd name="connsiteX915" fmla="*/ 7719299 w 12192000"/>
              <a:gd name="connsiteY915" fmla="*/ 1244564 h 2800590"/>
              <a:gd name="connsiteX916" fmla="*/ 7705266 w 12192000"/>
              <a:gd name="connsiteY916" fmla="*/ 1255801 h 2800590"/>
              <a:gd name="connsiteX917" fmla="*/ 7570043 w 12192000"/>
              <a:gd name="connsiteY917" fmla="*/ 1372264 h 2800590"/>
              <a:gd name="connsiteX918" fmla="*/ 7073923 w 12192000"/>
              <a:gd name="connsiteY918" fmla="*/ 1742617 h 2800590"/>
              <a:gd name="connsiteX919" fmla="*/ 6925168 w 12192000"/>
              <a:gd name="connsiteY919" fmla="*/ 1808686 h 2800590"/>
              <a:gd name="connsiteX920" fmla="*/ 6875769 w 12192000"/>
              <a:gd name="connsiteY920" fmla="*/ 1823267 h 2800590"/>
              <a:gd name="connsiteX921" fmla="*/ 6921889 w 12192000"/>
              <a:gd name="connsiteY921" fmla="*/ 1845879 h 2800590"/>
              <a:gd name="connsiteX922" fmla="*/ 6926580 w 12192000"/>
              <a:gd name="connsiteY922" fmla="*/ 1844828 h 2800590"/>
              <a:gd name="connsiteX923" fmla="*/ 7234295 w 12192000"/>
              <a:gd name="connsiteY923" fmla="*/ 1717936 h 2800590"/>
              <a:gd name="connsiteX924" fmla="*/ 7704616 w 12192000"/>
              <a:gd name="connsiteY924" fmla="*/ 1336669 h 2800590"/>
              <a:gd name="connsiteX925" fmla="*/ 7799973 w 12192000"/>
              <a:gd name="connsiteY925" fmla="*/ 1247859 h 2800590"/>
              <a:gd name="connsiteX926" fmla="*/ 8678196 w 12192000"/>
              <a:gd name="connsiteY926" fmla="*/ 1241578 h 2800590"/>
              <a:gd name="connsiteX927" fmla="*/ 8633563 w 12192000"/>
              <a:gd name="connsiteY927" fmla="*/ 1316972 h 2800590"/>
              <a:gd name="connsiteX928" fmla="*/ 8738647 w 12192000"/>
              <a:gd name="connsiteY928" fmla="*/ 1355949 h 2800590"/>
              <a:gd name="connsiteX929" fmla="*/ 8781991 w 12192000"/>
              <a:gd name="connsiteY929" fmla="*/ 1274695 h 2800590"/>
              <a:gd name="connsiteX930" fmla="*/ 8292280 w 12192000"/>
              <a:gd name="connsiteY930" fmla="*/ 1237928 h 2800590"/>
              <a:gd name="connsiteX931" fmla="*/ 8286190 w 12192000"/>
              <a:gd name="connsiteY931" fmla="*/ 1245879 h 2800590"/>
              <a:gd name="connsiteX932" fmla="*/ 8245140 w 12192000"/>
              <a:gd name="connsiteY932" fmla="*/ 1298060 h 2800590"/>
              <a:gd name="connsiteX933" fmla="*/ 8300785 w 12192000"/>
              <a:gd name="connsiteY933" fmla="*/ 1309252 h 2800590"/>
              <a:gd name="connsiteX934" fmla="*/ 8342702 w 12192000"/>
              <a:gd name="connsiteY934" fmla="*/ 1322191 h 2800590"/>
              <a:gd name="connsiteX935" fmla="*/ 8389171 w 12192000"/>
              <a:gd name="connsiteY935" fmla="*/ 1257478 h 2800590"/>
              <a:gd name="connsiteX936" fmla="*/ 8359052 w 12192000"/>
              <a:gd name="connsiteY936" fmla="*/ 1249490 h 2800590"/>
              <a:gd name="connsiteX937" fmla="*/ 3772967 w 12192000"/>
              <a:gd name="connsiteY937" fmla="*/ 1234460 h 2800590"/>
              <a:gd name="connsiteX938" fmla="*/ 3759919 w 12192000"/>
              <a:gd name="connsiteY938" fmla="*/ 1242380 h 2800590"/>
              <a:gd name="connsiteX939" fmla="*/ 3785813 w 12192000"/>
              <a:gd name="connsiteY939" fmla="*/ 1251572 h 2800590"/>
              <a:gd name="connsiteX940" fmla="*/ 4283630 w 12192000"/>
              <a:gd name="connsiteY940" fmla="*/ 1472357 h 2800590"/>
              <a:gd name="connsiteX941" fmla="*/ 4452931 w 12192000"/>
              <a:gd name="connsiteY941" fmla="*/ 1551860 h 2800590"/>
              <a:gd name="connsiteX942" fmla="*/ 5407410 w 12192000"/>
              <a:gd name="connsiteY942" fmla="*/ 1843154 h 2800590"/>
              <a:gd name="connsiteX943" fmla="*/ 5443339 w 12192000"/>
              <a:gd name="connsiteY943" fmla="*/ 1843923 h 2800590"/>
              <a:gd name="connsiteX944" fmla="*/ 5358510 w 12192000"/>
              <a:gd name="connsiteY944" fmla="*/ 1833264 h 2800590"/>
              <a:gd name="connsiteX945" fmla="*/ 4604126 w 12192000"/>
              <a:gd name="connsiteY945" fmla="*/ 1589813 h 2800590"/>
              <a:gd name="connsiteX946" fmla="*/ 4498576 w 12192000"/>
              <a:gd name="connsiteY946" fmla="*/ 1542310 h 2800590"/>
              <a:gd name="connsiteX947" fmla="*/ 4380870 w 12192000"/>
              <a:gd name="connsiteY947" fmla="*/ 1488233 h 2800590"/>
              <a:gd name="connsiteX948" fmla="*/ 3803930 w 12192000"/>
              <a:gd name="connsiteY948" fmla="*/ 1244067 h 2800590"/>
              <a:gd name="connsiteX949" fmla="*/ 9241159 w 12192000"/>
              <a:gd name="connsiteY949" fmla="*/ 1232114 h 2800590"/>
              <a:gd name="connsiteX950" fmla="*/ 9206975 w 12192000"/>
              <a:gd name="connsiteY950" fmla="*/ 1323795 h 2800590"/>
              <a:gd name="connsiteX951" fmla="*/ 9317857 w 12192000"/>
              <a:gd name="connsiteY951" fmla="*/ 1381979 h 2800590"/>
              <a:gd name="connsiteX952" fmla="*/ 9347884 w 12192000"/>
              <a:gd name="connsiteY952" fmla="*/ 1310420 h 2800590"/>
              <a:gd name="connsiteX953" fmla="*/ 9356399 w 12192000"/>
              <a:gd name="connsiteY953" fmla="*/ 1284177 h 2800590"/>
              <a:gd name="connsiteX954" fmla="*/ 8956987 w 12192000"/>
              <a:gd name="connsiteY954" fmla="*/ 1231666 h 2800590"/>
              <a:gd name="connsiteX955" fmla="*/ 8917198 w 12192000"/>
              <a:gd name="connsiteY955" fmla="*/ 1315042 h 2800590"/>
              <a:gd name="connsiteX956" fmla="*/ 9028120 w 12192000"/>
              <a:gd name="connsiteY956" fmla="*/ 1361046 h 2800590"/>
              <a:gd name="connsiteX957" fmla="*/ 9033918 w 12192000"/>
              <a:gd name="connsiteY957" fmla="*/ 1349893 h 2800590"/>
              <a:gd name="connsiteX958" fmla="*/ 9065537 w 12192000"/>
              <a:gd name="connsiteY958" fmla="*/ 1275328 h 2800590"/>
              <a:gd name="connsiteX959" fmla="*/ 7458984 w 12192000"/>
              <a:gd name="connsiteY959" fmla="*/ 1226244 h 2800590"/>
              <a:gd name="connsiteX960" fmla="*/ 7437614 w 12192000"/>
              <a:gd name="connsiteY960" fmla="*/ 1229293 h 2800590"/>
              <a:gd name="connsiteX961" fmla="*/ 7407480 w 12192000"/>
              <a:gd name="connsiteY961" fmla="*/ 1235574 h 2800590"/>
              <a:gd name="connsiteX962" fmla="*/ 7369293 w 12192000"/>
              <a:gd name="connsiteY962" fmla="*/ 1254508 h 2800590"/>
              <a:gd name="connsiteX963" fmla="*/ 7415268 w 12192000"/>
              <a:gd name="connsiteY963" fmla="*/ 1247212 h 2800590"/>
              <a:gd name="connsiteX964" fmla="*/ 7424346 w 12192000"/>
              <a:gd name="connsiteY964" fmla="*/ 1246508 h 2800590"/>
              <a:gd name="connsiteX965" fmla="*/ 7441300 w 12192000"/>
              <a:gd name="connsiteY965" fmla="*/ 1235708 h 2800590"/>
              <a:gd name="connsiteX966" fmla="*/ 3795571 w 12192000"/>
              <a:gd name="connsiteY966" fmla="*/ 1220742 h 2800590"/>
              <a:gd name="connsiteX967" fmla="*/ 3786696 w 12192000"/>
              <a:gd name="connsiteY967" fmla="*/ 1226128 h 2800590"/>
              <a:gd name="connsiteX968" fmla="*/ 3807567 w 12192000"/>
              <a:gd name="connsiteY968" fmla="*/ 1232590 h 2800590"/>
              <a:gd name="connsiteX969" fmla="*/ 4386080 w 12192000"/>
              <a:gd name="connsiteY969" fmla="*/ 1477318 h 2800590"/>
              <a:gd name="connsiteX970" fmla="*/ 4503784 w 12192000"/>
              <a:gd name="connsiteY970" fmla="*/ 1531519 h 2800590"/>
              <a:gd name="connsiteX971" fmla="*/ 4609085 w 12192000"/>
              <a:gd name="connsiteY971" fmla="*/ 1578899 h 2800590"/>
              <a:gd name="connsiteX972" fmla="*/ 5433938 w 12192000"/>
              <a:gd name="connsiteY972" fmla="*/ 1832044 h 2800590"/>
              <a:gd name="connsiteX973" fmla="*/ 5517492 w 12192000"/>
              <a:gd name="connsiteY973" fmla="*/ 1839186 h 2800590"/>
              <a:gd name="connsiteX974" fmla="*/ 5483263 w 12192000"/>
              <a:gd name="connsiteY974" fmla="*/ 1835438 h 2800590"/>
              <a:gd name="connsiteX975" fmla="*/ 4760775 w 12192000"/>
              <a:gd name="connsiteY975" fmla="*/ 1616851 h 2800590"/>
              <a:gd name="connsiteX976" fmla="*/ 4653487 w 12192000"/>
              <a:gd name="connsiteY976" fmla="*/ 1570464 h 2800590"/>
              <a:gd name="connsiteX977" fmla="*/ 4482947 w 12192000"/>
              <a:gd name="connsiteY977" fmla="*/ 1493938 h 2800590"/>
              <a:gd name="connsiteX978" fmla="*/ 3832558 w 12192000"/>
              <a:gd name="connsiteY978" fmla="*/ 1230650 h 2800590"/>
              <a:gd name="connsiteX979" fmla="*/ 8185621 w 12192000"/>
              <a:gd name="connsiteY979" fmla="*/ 1219460 h 2800590"/>
              <a:gd name="connsiteX980" fmla="*/ 8142067 w 12192000"/>
              <a:gd name="connsiteY980" fmla="*/ 1271429 h 2800590"/>
              <a:gd name="connsiteX981" fmla="*/ 8137751 w 12192000"/>
              <a:gd name="connsiteY981" fmla="*/ 1276461 h 2800590"/>
              <a:gd name="connsiteX982" fmla="*/ 8231464 w 12192000"/>
              <a:gd name="connsiteY982" fmla="*/ 1295309 h 2800590"/>
              <a:gd name="connsiteX983" fmla="*/ 8275523 w 12192000"/>
              <a:gd name="connsiteY983" fmla="*/ 1239305 h 2800590"/>
              <a:gd name="connsiteX984" fmla="*/ 8278420 w 12192000"/>
              <a:gd name="connsiteY984" fmla="*/ 1235528 h 2800590"/>
              <a:gd name="connsiteX985" fmla="*/ 7420516 w 12192000"/>
              <a:gd name="connsiteY985" fmla="*/ 1215628 h 2800590"/>
              <a:gd name="connsiteX986" fmla="*/ 7408799 w 12192000"/>
              <a:gd name="connsiteY986" fmla="*/ 1218400 h 2800590"/>
              <a:gd name="connsiteX987" fmla="*/ 7377311 w 12192000"/>
              <a:gd name="connsiteY987" fmla="*/ 1229585 h 2800590"/>
              <a:gd name="connsiteX988" fmla="*/ 7403313 w 12192000"/>
              <a:gd name="connsiteY988" fmla="*/ 1224165 h 2800590"/>
              <a:gd name="connsiteX989" fmla="*/ 3709932 w 12192000"/>
              <a:gd name="connsiteY989" fmla="*/ 1214903 h 2800590"/>
              <a:gd name="connsiteX990" fmla="*/ 3699088 w 12192000"/>
              <a:gd name="connsiteY990" fmla="*/ 1220785 h 2800590"/>
              <a:gd name="connsiteX991" fmla="*/ 3744466 w 12192000"/>
              <a:gd name="connsiteY991" fmla="*/ 1236894 h 2800590"/>
              <a:gd name="connsiteX992" fmla="*/ 3756760 w 12192000"/>
              <a:gd name="connsiteY992" fmla="*/ 1229432 h 2800590"/>
              <a:gd name="connsiteX993" fmla="*/ 8564761 w 12192000"/>
              <a:gd name="connsiteY993" fmla="*/ 1213746 h 2800590"/>
              <a:gd name="connsiteX994" fmla="*/ 8521382 w 12192000"/>
              <a:gd name="connsiteY994" fmla="*/ 1280143 h 2800590"/>
              <a:gd name="connsiteX995" fmla="*/ 8566621 w 12192000"/>
              <a:gd name="connsiteY995" fmla="*/ 1292142 h 2800590"/>
              <a:gd name="connsiteX996" fmla="*/ 8621215 w 12192000"/>
              <a:gd name="connsiteY996" fmla="*/ 1312392 h 2800590"/>
              <a:gd name="connsiteX997" fmla="*/ 8665288 w 12192000"/>
              <a:gd name="connsiteY997" fmla="*/ 1237886 h 2800590"/>
              <a:gd name="connsiteX998" fmla="*/ 7557965 w 12192000"/>
              <a:gd name="connsiteY998" fmla="*/ 1212121 h 2800590"/>
              <a:gd name="connsiteX999" fmla="*/ 7495491 w 12192000"/>
              <a:gd name="connsiteY999" fmla="*/ 1221035 h 2800590"/>
              <a:gd name="connsiteX1000" fmla="*/ 7452090 w 12192000"/>
              <a:gd name="connsiteY1000" fmla="*/ 1244357 h 2800590"/>
              <a:gd name="connsiteX1001" fmla="*/ 7518577 w 12192000"/>
              <a:gd name="connsiteY1001" fmla="*/ 1239202 h 2800590"/>
              <a:gd name="connsiteX1002" fmla="*/ 3815214 w 12192000"/>
              <a:gd name="connsiteY1002" fmla="*/ 1208820 h 2800590"/>
              <a:gd name="connsiteX1003" fmla="*/ 3809329 w 12192000"/>
              <a:gd name="connsiteY1003" fmla="*/ 1212392 h 2800590"/>
              <a:gd name="connsiteX1004" fmla="*/ 3931612 w 12192000"/>
              <a:gd name="connsiteY1004" fmla="*/ 1250885 h 2800590"/>
              <a:gd name="connsiteX1005" fmla="*/ 4488405 w 12192000"/>
              <a:gd name="connsiteY1005" fmla="*/ 1483023 h 2800590"/>
              <a:gd name="connsiteX1006" fmla="*/ 4658821 w 12192000"/>
              <a:gd name="connsiteY1006" fmla="*/ 1559425 h 2800590"/>
              <a:gd name="connsiteX1007" fmla="*/ 4765983 w 12192000"/>
              <a:gd name="connsiteY1007" fmla="*/ 1605813 h 2800590"/>
              <a:gd name="connsiteX1008" fmla="*/ 5484517 w 12192000"/>
              <a:gd name="connsiteY1008" fmla="*/ 1823438 h 2800590"/>
              <a:gd name="connsiteX1009" fmla="*/ 5589940 w 12192000"/>
              <a:gd name="connsiteY1009" fmla="*/ 1835030 h 2800590"/>
              <a:gd name="connsiteX1010" fmla="*/ 5472291 w 12192000"/>
              <a:gd name="connsiteY1010" fmla="*/ 1815844 h 2800590"/>
              <a:gd name="connsiteX1011" fmla="*/ 4916801 w 12192000"/>
              <a:gd name="connsiteY1011" fmla="*/ 1643270 h 2800590"/>
              <a:gd name="connsiteX1012" fmla="*/ 4807778 w 12192000"/>
              <a:gd name="connsiteY1012" fmla="*/ 1597875 h 2800590"/>
              <a:gd name="connsiteX1013" fmla="*/ 4583782 w 12192000"/>
              <a:gd name="connsiteY1013" fmla="*/ 1499767 h 2800590"/>
              <a:gd name="connsiteX1014" fmla="*/ 3959369 w 12192000"/>
              <a:gd name="connsiteY1014" fmla="*/ 1248971 h 2800590"/>
              <a:gd name="connsiteX1015" fmla="*/ 4059743 w 12192000"/>
              <a:gd name="connsiteY1015" fmla="*/ 1208044 h 2800590"/>
              <a:gd name="connsiteX1016" fmla="*/ 4266319 w 12192000"/>
              <a:gd name="connsiteY1016" fmla="*/ 1265566 h 2800590"/>
              <a:gd name="connsiteX1017" fmla="*/ 4890382 w 12192000"/>
              <a:gd name="connsiteY1017" fmla="*/ 1510185 h 2800590"/>
              <a:gd name="connsiteX1018" fmla="*/ 5277481 w 12192000"/>
              <a:gd name="connsiteY1018" fmla="*/ 1670804 h 2800590"/>
              <a:gd name="connsiteX1019" fmla="*/ 5391463 w 12192000"/>
              <a:gd name="connsiteY1019" fmla="*/ 1712850 h 2800590"/>
              <a:gd name="connsiteX1020" fmla="*/ 5690095 w 12192000"/>
              <a:gd name="connsiteY1020" fmla="*/ 1800291 h 2800590"/>
              <a:gd name="connsiteX1021" fmla="*/ 5786652 w 12192000"/>
              <a:gd name="connsiteY1021" fmla="*/ 1819525 h 2800590"/>
              <a:gd name="connsiteX1022" fmla="*/ 5788085 w 12192000"/>
              <a:gd name="connsiteY1022" fmla="*/ 1819185 h 2800590"/>
              <a:gd name="connsiteX1023" fmla="*/ 5736550 w 12192000"/>
              <a:gd name="connsiteY1023" fmla="*/ 1808007 h 2800590"/>
              <a:gd name="connsiteX1024" fmla="*/ 5543648 w 12192000"/>
              <a:gd name="connsiteY1024" fmla="*/ 1750927 h 2800590"/>
              <a:gd name="connsiteX1025" fmla="*/ 5427556 w 12192000"/>
              <a:gd name="connsiteY1025" fmla="*/ 1709749 h 2800590"/>
              <a:gd name="connsiteX1026" fmla="*/ 4984522 w 12192000"/>
              <a:gd name="connsiteY1026" fmla="*/ 1528170 h 2800590"/>
              <a:gd name="connsiteX1027" fmla="*/ 4191973 w 12192000"/>
              <a:gd name="connsiteY1027" fmla="*/ 1235336 h 2800590"/>
              <a:gd name="connsiteX1028" fmla="*/ 8079921 w 12192000"/>
              <a:gd name="connsiteY1028" fmla="*/ 1206521 h 2800590"/>
              <a:gd name="connsiteX1029" fmla="*/ 8034499 w 12192000"/>
              <a:gd name="connsiteY1029" fmla="*/ 1256313 h 2800590"/>
              <a:gd name="connsiteX1030" fmla="*/ 8041782 w 12192000"/>
              <a:gd name="connsiteY1030" fmla="*/ 1257159 h 2800590"/>
              <a:gd name="connsiteX1031" fmla="*/ 8123293 w 12192000"/>
              <a:gd name="connsiteY1031" fmla="*/ 1273553 h 2800590"/>
              <a:gd name="connsiteX1032" fmla="*/ 8132145 w 12192000"/>
              <a:gd name="connsiteY1032" fmla="*/ 1263243 h 2800590"/>
              <a:gd name="connsiteX1033" fmla="*/ 8171014 w 12192000"/>
              <a:gd name="connsiteY1033" fmla="*/ 1216930 h 2800590"/>
              <a:gd name="connsiteX1034" fmla="*/ 8152084 w 12192000"/>
              <a:gd name="connsiteY1034" fmla="*/ 1213653 h 2800590"/>
              <a:gd name="connsiteX1035" fmla="*/ 7654950 w 12192000"/>
              <a:gd name="connsiteY1035" fmla="*/ 1204574 h 2800590"/>
              <a:gd name="connsiteX1036" fmla="*/ 7585347 w 12192000"/>
              <a:gd name="connsiteY1036" fmla="*/ 1208767 h 2800590"/>
              <a:gd name="connsiteX1037" fmla="*/ 7579965 w 12192000"/>
              <a:gd name="connsiteY1037" fmla="*/ 1211894 h 2800590"/>
              <a:gd name="connsiteX1038" fmla="*/ 7542986 w 12192000"/>
              <a:gd name="connsiteY1038" fmla="*/ 1237310 h 2800590"/>
              <a:gd name="connsiteX1039" fmla="*/ 7588482 w 12192000"/>
              <a:gd name="connsiteY1039" fmla="*/ 1233783 h 2800590"/>
              <a:gd name="connsiteX1040" fmla="*/ 7615905 w 12192000"/>
              <a:gd name="connsiteY1040" fmla="*/ 1233552 h 2800590"/>
              <a:gd name="connsiteX1041" fmla="*/ 3731036 w 12192000"/>
              <a:gd name="connsiteY1041" fmla="*/ 1203455 h 2800590"/>
              <a:gd name="connsiteX1042" fmla="*/ 3724651 w 12192000"/>
              <a:gd name="connsiteY1042" fmla="*/ 1206919 h 2800590"/>
              <a:gd name="connsiteX1043" fmla="*/ 3770477 w 12192000"/>
              <a:gd name="connsiteY1043" fmla="*/ 1221107 h 2800590"/>
              <a:gd name="connsiteX1044" fmla="*/ 3778577 w 12192000"/>
              <a:gd name="connsiteY1044" fmla="*/ 1216190 h 2800590"/>
              <a:gd name="connsiteX1045" fmla="*/ 2805513 w 12192000"/>
              <a:gd name="connsiteY1045" fmla="*/ 1202423 h 2800590"/>
              <a:gd name="connsiteX1046" fmla="*/ 2778391 w 12192000"/>
              <a:gd name="connsiteY1046" fmla="*/ 1206545 h 2800590"/>
              <a:gd name="connsiteX1047" fmla="*/ 2736862 w 12192000"/>
              <a:gd name="connsiteY1047" fmla="*/ 1216144 h 2800590"/>
              <a:gd name="connsiteX1048" fmla="*/ 3962690 w 12192000"/>
              <a:gd name="connsiteY1048" fmla="*/ 1201668 h 2800590"/>
              <a:gd name="connsiteX1049" fmla="*/ 4134276 w 12192000"/>
              <a:gd name="connsiteY1049" fmla="*/ 1246606 h 2800590"/>
              <a:gd name="connsiteX1050" fmla="*/ 4790290 w 12192000"/>
              <a:gd name="connsiteY1050" fmla="*/ 1502248 h 2800590"/>
              <a:gd name="connsiteX1051" fmla="*/ 5122319 w 12192000"/>
              <a:gd name="connsiteY1051" fmla="*/ 1642154 h 2800590"/>
              <a:gd name="connsiteX1052" fmla="*/ 5234564 w 12192000"/>
              <a:gd name="connsiteY1052" fmla="*/ 1685316 h 2800590"/>
              <a:gd name="connsiteX1053" fmla="*/ 5612507 w 12192000"/>
              <a:gd name="connsiteY1053" fmla="*/ 1798718 h 2800590"/>
              <a:gd name="connsiteX1054" fmla="*/ 5700915 w 12192000"/>
              <a:gd name="connsiteY1054" fmla="*/ 1815337 h 2800590"/>
              <a:gd name="connsiteX1055" fmla="*/ 5687361 w 12192000"/>
              <a:gd name="connsiteY1055" fmla="*/ 1812632 h 2800590"/>
              <a:gd name="connsiteX1056" fmla="*/ 5386998 w 12192000"/>
              <a:gd name="connsiteY1056" fmla="*/ 1724385 h 2800590"/>
              <a:gd name="connsiteX1057" fmla="*/ 5272642 w 12192000"/>
              <a:gd name="connsiteY1057" fmla="*/ 1682215 h 2800590"/>
              <a:gd name="connsiteX1058" fmla="*/ 4885173 w 12192000"/>
              <a:gd name="connsiteY1058" fmla="*/ 1520976 h 2800590"/>
              <a:gd name="connsiteX1059" fmla="*/ 4048967 w 12192000"/>
              <a:gd name="connsiteY1059" fmla="*/ 1217599 h 2800590"/>
              <a:gd name="connsiteX1060" fmla="*/ 3831660 w 12192000"/>
              <a:gd name="connsiteY1060" fmla="*/ 1198839 h 2800590"/>
              <a:gd name="connsiteX1061" fmla="*/ 3831436 w 12192000"/>
              <a:gd name="connsiteY1061" fmla="*/ 1198975 h 2800590"/>
              <a:gd name="connsiteX1062" fmla="*/ 3871419 w 12192000"/>
              <a:gd name="connsiteY1062" fmla="*/ 1209331 h 2800590"/>
              <a:gd name="connsiteX1063" fmla="*/ 4589735 w 12192000"/>
              <a:gd name="connsiteY1063" fmla="*/ 1488729 h 2800590"/>
              <a:gd name="connsiteX1064" fmla="*/ 4812988 w 12192000"/>
              <a:gd name="connsiteY1064" fmla="*/ 1586712 h 2800590"/>
              <a:gd name="connsiteX1065" fmla="*/ 4921761 w 12192000"/>
              <a:gd name="connsiteY1065" fmla="*/ 1631983 h 2800590"/>
              <a:gd name="connsiteX1066" fmla="*/ 5474309 w 12192000"/>
              <a:gd name="connsiteY1066" fmla="*/ 1803587 h 2800590"/>
              <a:gd name="connsiteX1067" fmla="*/ 5625594 w 12192000"/>
              <a:gd name="connsiteY1067" fmla="*/ 1828287 h 2800590"/>
              <a:gd name="connsiteX1068" fmla="*/ 5452069 w 12192000"/>
              <a:gd name="connsiteY1068" fmla="*/ 1791389 h 2800590"/>
              <a:gd name="connsiteX1069" fmla="*/ 5074319 w 12192000"/>
              <a:gd name="connsiteY1069" fmla="*/ 1670307 h 2800590"/>
              <a:gd name="connsiteX1070" fmla="*/ 4963560 w 12192000"/>
              <a:gd name="connsiteY1070" fmla="*/ 1626029 h 2800590"/>
              <a:gd name="connsiteX1071" fmla="*/ 4685610 w 12192000"/>
              <a:gd name="connsiteY1071" fmla="*/ 1506836 h 2800590"/>
              <a:gd name="connsiteX1072" fmla="*/ 4000067 w 12192000"/>
              <a:gd name="connsiteY1072" fmla="*/ 1240258 h 2800590"/>
              <a:gd name="connsiteX1073" fmla="*/ 7977190 w 12192000"/>
              <a:gd name="connsiteY1073" fmla="*/ 1198813 h 2800590"/>
              <a:gd name="connsiteX1074" fmla="*/ 7932043 w 12192000"/>
              <a:gd name="connsiteY1074" fmla="*/ 1244410 h 2800590"/>
              <a:gd name="connsiteX1075" fmla="*/ 8019876 w 12192000"/>
              <a:gd name="connsiteY1075" fmla="*/ 1254614 h 2800590"/>
              <a:gd name="connsiteX1076" fmla="*/ 8065087 w 12192000"/>
              <a:gd name="connsiteY1076" fmla="*/ 1205055 h 2800590"/>
              <a:gd name="connsiteX1077" fmla="*/ 8012969 w 12192000"/>
              <a:gd name="connsiteY1077" fmla="*/ 1199905 h 2800590"/>
              <a:gd name="connsiteX1078" fmla="*/ 7755789 w 12192000"/>
              <a:gd name="connsiteY1078" fmla="*/ 1198498 h 2800590"/>
              <a:gd name="connsiteX1079" fmla="*/ 7678372 w 12192000"/>
              <a:gd name="connsiteY1079" fmla="*/ 1203162 h 2800590"/>
              <a:gd name="connsiteX1080" fmla="*/ 7637587 w 12192000"/>
              <a:gd name="connsiteY1080" fmla="*/ 1233369 h 2800590"/>
              <a:gd name="connsiteX1081" fmla="*/ 7712969 w 12192000"/>
              <a:gd name="connsiteY1081" fmla="*/ 1232734 h 2800590"/>
              <a:gd name="connsiteX1082" fmla="*/ 3654639 w 12192000"/>
              <a:gd name="connsiteY1082" fmla="*/ 1197748 h 2800590"/>
              <a:gd name="connsiteX1083" fmla="*/ 3646459 w 12192000"/>
              <a:gd name="connsiteY1083" fmla="*/ 1202102 h 2800590"/>
              <a:gd name="connsiteX1084" fmla="*/ 3683456 w 12192000"/>
              <a:gd name="connsiteY1084" fmla="*/ 1215236 h 2800590"/>
              <a:gd name="connsiteX1085" fmla="*/ 3686553 w 12192000"/>
              <a:gd name="connsiteY1085" fmla="*/ 1213279 h 2800590"/>
              <a:gd name="connsiteX1086" fmla="*/ 3693153 w 12192000"/>
              <a:gd name="connsiteY1086" fmla="*/ 1209697 h 2800590"/>
              <a:gd name="connsiteX1087" fmla="*/ 7876606 w 12192000"/>
              <a:gd name="connsiteY1087" fmla="*/ 1195742 h 2800590"/>
              <a:gd name="connsiteX1088" fmla="*/ 7842987 w 12192000"/>
              <a:gd name="connsiteY1088" fmla="*/ 1224779 h 2800590"/>
              <a:gd name="connsiteX1089" fmla="*/ 7830027 w 12192000"/>
              <a:gd name="connsiteY1089" fmla="*/ 1236864 h 2800590"/>
              <a:gd name="connsiteX1090" fmla="*/ 7901394 w 12192000"/>
              <a:gd name="connsiteY1090" fmla="*/ 1240850 h 2800590"/>
              <a:gd name="connsiteX1091" fmla="*/ 7915307 w 12192000"/>
              <a:gd name="connsiteY1091" fmla="*/ 1242466 h 2800590"/>
              <a:gd name="connsiteX1092" fmla="*/ 7959057 w 12192000"/>
              <a:gd name="connsiteY1092" fmla="*/ 1198259 h 2800590"/>
              <a:gd name="connsiteX1093" fmla="*/ 7826782 w 12192000"/>
              <a:gd name="connsiteY1093" fmla="*/ 1194222 h 2800590"/>
              <a:gd name="connsiteX1094" fmla="*/ 7778542 w 12192000"/>
              <a:gd name="connsiteY1094" fmla="*/ 1197128 h 2800590"/>
              <a:gd name="connsiteX1095" fmla="*/ 7734298 w 12192000"/>
              <a:gd name="connsiteY1095" fmla="*/ 1232555 h 2800590"/>
              <a:gd name="connsiteX1096" fmla="*/ 7750428 w 12192000"/>
              <a:gd name="connsiteY1096" fmla="*/ 1232419 h 2800590"/>
              <a:gd name="connsiteX1097" fmla="*/ 7812812 w 12192000"/>
              <a:gd name="connsiteY1097" fmla="*/ 1235903 h 2800590"/>
              <a:gd name="connsiteX1098" fmla="*/ 7834894 w 12192000"/>
              <a:gd name="connsiteY1098" fmla="*/ 1215337 h 2800590"/>
              <a:gd name="connsiteX1099" fmla="*/ 7858207 w 12192000"/>
              <a:gd name="connsiteY1099" fmla="*/ 1195181 h 2800590"/>
              <a:gd name="connsiteX1100" fmla="*/ 8840572 w 12192000"/>
              <a:gd name="connsiteY1100" fmla="*/ 1193117 h 2800590"/>
              <a:gd name="connsiteX1101" fmla="*/ 8800702 w 12192000"/>
              <a:gd name="connsiteY1101" fmla="*/ 1267832 h 2800590"/>
              <a:gd name="connsiteX1102" fmla="*/ 8812268 w 12192000"/>
              <a:gd name="connsiteY1102" fmla="*/ 1271524 h 2800590"/>
              <a:gd name="connsiteX1103" fmla="*/ 8906210 w 12192000"/>
              <a:gd name="connsiteY1103" fmla="*/ 1310485 h 2800590"/>
              <a:gd name="connsiteX1104" fmla="*/ 8945917 w 12192000"/>
              <a:gd name="connsiteY1104" fmla="*/ 1227213 h 2800590"/>
              <a:gd name="connsiteX1105" fmla="*/ 8922123 w 12192000"/>
              <a:gd name="connsiteY1105" fmla="*/ 1217642 h 2800590"/>
              <a:gd name="connsiteX1106" fmla="*/ 3753059 w 12192000"/>
              <a:gd name="connsiteY1106" fmla="*/ 1191509 h 2800590"/>
              <a:gd name="connsiteX1107" fmla="*/ 3749361 w 12192000"/>
              <a:gd name="connsiteY1107" fmla="*/ 1193515 h 2800590"/>
              <a:gd name="connsiteX1108" fmla="*/ 3793200 w 12192000"/>
              <a:gd name="connsiteY1108" fmla="*/ 1207315 h 2800590"/>
              <a:gd name="connsiteX1109" fmla="*/ 3798424 w 12192000"/>
              <a:gd name="connsiteY1109" fmla="*/ 1204144 h 2800590"/>
              <a:gd name="connsiteX1110" fmla="*/ 3850612 w 12192000"/>
              <a:gd name="connsiteY1110" fmla="*/ 1190976 h 2800590"/>
              <a:gd name="connsiteX1111" fmla="*/ 4003178 w 12192000"/>
              <a:gd name="connsiteY1111" fmla="*/ 1228485 h 2800590"/>
              <a:gd name="connsiteX1112" fmla="*/ 4690449 w 12192000"/>
              <a:gd name="connsiteY1112" fmla="*/ 1495674 h 2800590"/>
              <a:gd name="connsiteX1113" fmla="*/ 4968149 w 12192000"/>
              <a:gd name="connsiteY1113" fmla="*/ 1614742 h 2800590"/>
              <a:gd name="connsiteX1114" fmla="*/ 5078660 w 12192000"/>
              <a:gd name="connsiteY1114" fmla="*/ 1659021 h 2800590"/>
              <a:gd name="connsiteX1115" fmla="*/ 5631691 w 12192000"/>
              <a:gd name="connsiteY1115" fmla="*/ 1817206 h 2800590"/>
              <a:gd name="connsiteX1116" fmla="*/ 5664500 w 12192000"/>
              <a:gd name="connsiteY1116" fmla="*/ 1821593 h 2800590"/>
              <a:gd name="connsiteX1117" fmla="*/ 5610430 w 12192000"/>
              <a:gd name="connsiteY1117" fmla="*/ 1811445 h 2800590"/>
              <a:gd name="connsiteX1118" fmla="*/ 5230347 w 12192000"/>
              <a:gd name="connsiteY1118" fmla="*/ 1697223 h 2800590"/>
              <a:gd name="connsiteX1119" fmla="*/ 5117729 w 12192000"/>
              <a:gd name="connsiteY1119" fmla="*/ 1653936 h 2800590"/>
              <a:gd name="connsiteX1120" fmla="*/ 4785329 w 12192000"/>
              <a:gd name="connsiteY1120" fmla="*/ 1513907 h 2800590"/>
              <a:gd name="connsiteX1121" fmla="*/ 3905961 w 12192000"/>
              <a:gd name="connsiteY1121" fmla="*/ 1199864 h 2800590"/>
              <a:gd name="connsiteX1122" fmla="*/ 7525024 w 12192000"/>
              <a:gd name="connsiteY1122" fmla="*/ 1190903 h 2800590"/>
              <a:gd name="connsiteX1123" fmla="*/ 7472526 w 12192000"/>
              <a:gd name="connsiteY1123" fmla="*/ 1203323 h 2800590"/>
              <a:gd name="connsiteX1124" fmla="*/ 7447455 w 12192000"/>
              <a:gd name="connsiteY1124" fmla="*/ 1215753 h 2800590"/>
              <a:gd name="connsiteX1125" fmla="*/ 7489903 w 12192000"/>
              <a:gd name="connsiteY1125" fmla="*/ 1209698 h 2800590"/>
              <a:gd name="connsiteX1126" fmla="*/ 8454297 w 12192000"/>
              <a:gd name="connsiteY1126" fmla="*/ 1187996 h 2800590"/>
              <a:gd name="connsiteX1127" fmla="*/ 8430559 w 12192000"/>
              <a:gd name="connsiteY1127" fmla="*/ 1221941 h 2800590"/>
              <a:gd name="connsiteX1128" fmla="*/ 8409981 w 12192000"/>
              <a:gd name="connsiteY1128" fmla="*/ 1250594 h 2800590"/>
              <a:gd name="connsiteX1129" fmla="*/ 8508076 w 12192000"/>
              <a:gd name="connsiteY1129" fmla="*/ 1276613 h 2800590"/>
              <a:gd name="connsiteX1130" fmla="*/ 8551286 w 12192000"/>
              <a:gd name="connsiteY1130" fmla="*/ 1210510 h 2800590"/>
              <a:gd name="connsiteX1131" fmla="*/ 8463100 w 12192000"/>
              <a:gd name="connsiteY1131" fmla="*/ 1189334 h 2800590"/>
              <a:gd name="connsiteX1132" fmla="*/ 3673081 w 12192000"/>
              <a:gd name="connsiteY1132" fmla="*/ 1187931 h 2800590"/>
              <a:gd name="connsiteX1133" fmla="*/ 3669492 w 12192000"/>
              <a:gd name="connsiteY1133" fmla="*/ 1189841 h 2800590"/>
              <a:gd name="connsiteX1134" fmla="*/ 3707857 w 12192000"/>
              <a:gd name="connsiteY1134" fmla="*/ 1201719 h 2800590"/>
              <a:gd name="connsiteX1135" fmla="*/ 3713376 w 12192000"/>
              <a:gd name="connsiteY1135" fmla="*/ 1198725 h 2800590"/>
              <a:gd name="connsiteX1136" fmla="*/ 3997792 w 12192000"/>
              <a:gd name="connsiteY1136" fmla="*/ 1182693 h 2800590"/>
              <a:gd name="connsiteX1137" fmla="*/ 4194826 w 12192000"/>
              <a:gd name="connsiteY1137" fmla="*/ 1223801 h 2800590"/>
              <a:gd name="connsiteX1138" fmla="*/ 4988614 w 12192000"/>
              <a:gd name="connsiteY1138" fmla="*/ 1517255 h 2800590"/>
              <a:gd name="connsiteX1139" fmla="*/ 5431153 w 12192000"/>
              <a:gd name="connsiteY1139" fmla="*/ 1698586 h 2800590"/>
              <a:gd name="connsiteX1140" fmla="*/ 5546748 w 12192000"/>
              <a:gd name="connsiteY1140" fmla="*/ 1739640 h 2800590"/>
              <a:gd name="connsiteX1141" fmla="*/ 5738504 w 12192000"/>
              <a:gd name="connsiteY1141" fmla="*/ 1796401 h 2800590"/>
              <a:gd name="connsiteX1142" fmla="*/ 5814510 w 12192000"/>
              <a:gd name="connsiteY1142" fmla="*/ 1812907 h 2800590"/>
              <a:gd name="connsiteX1143" fmla="*/ 5819891 w 12192000"/>
              <a:gd name="connsiteY1143" fmla="*/ 1811628 h 2800590"/>
              <a:gd name="connsiteX1144" fmla="*/ 5700794 w 12192000"/>
              <a:gd name="connsiteY1144" fmla="*/ 1778461 h 2800590"/>
              <a:gd name="connsiteX1145" fmla="*/ 5582964 w 12192000"/>
              <a:gd name="connsiteY1145" fmla="*/ 1738276 h 2800590"/>
              <a:gd name="connsiteX1146" fmla="*/ 5083993 w 12192000"/>
              <a:gd name="connsiteY1146" fmla="*/ 1535859 h 2800590"/>
              <a:gd name="connsiteX1147" fmla="*/ 4335597 w 12192000"/>
              <a:gd name="connsiteY1147" fmla="*/ 1253692 h 2800590"/>
              <a:gd name="connsiteX1148" fmla="*/ 4093990 w 12192000"/>
              <a:gd name="connsiteY1148" fmla="*/ 1197630 h 2800590"/>
              <a:gd name="connsiteX1149" fmla="*/ 9119705 w 12192000"/>
              <a:gd name="connsiteY1149" fmla="*/ 1181816 h 2800590"/>
              <a:gd name="connsiteX1150" fmla="*/ 9082719 w 12192000"/>
              <a:gd name="connsiteY1150" fmla="*/ 1269137 h 2800590"/>
              <a:gd name="connsiteX1151" fmla="*/ 9169221 w 12192000"/>
              <a:gd name="connsiteY1151" fmla="*/ 1303984 h 2800590"/>
              <a:gd name="connsiteX1152" fmla="*/ 9195678 w 12192000"/>
              <a:gd name="connsiteY1152" fmla="*/ 1317867 h 2800590"/>
              <a:gd name="connsiteX1153" fmla="*/ 9229617 w 12192000"/>
              <a:gd name="connsiteY1153" fmla="*/ 1226900 h 2800590"/>
              <a:gd name="connsiteX1154" fmla="*/ 9166856 w 12192000"/>
              <a:gd name="connsiteY1154" fmla="*/ 1198546 h 2800590"/>
              <a:gd name="connsiteX1155" fmla="*/ 3602441 w 12192000"/>
              <a:gd name="connsiteY1155" fmla="*/ 1181763 h 2800590"/>
              <a:gd name="connsiteX1156" fmla="*/ 3594905 w 12192000"/>
              <a:gd name="connsiteY1156" fmla="*/ 1185099 h 2800590"/>
              <a:gd name="connsiteX1157" fmla="*/ 3614914 w 12192000"/>
              <a:gd name="connsiteY1157" fmla="*/ 1190904 h 2800590"/>
              <a:gd name="connsiteX1158" fmla="*/ 3628839 w 12192000"/>
              <a:gd name="connsiteY1158" fmla="*/ 1195848 h 2800590"/>
              <a:gd name="connsiteX1159" fmla="*/ 3636090 w 12192000"/>
              <a:gd name="connsiteY1159" fmla="*/ 1191993 h 2800590"/>
              <a:gd name="connsiteX1160" fmla="*/ 3605206 w 12192000"/>
              <a:gd name="connsiteY1160" fmla="*/ 1182411 h 2800590"/>
              <a:gd name="connsiteX1161" fmla="*/ 3920484 w 12192000"/>
              <a:gd name="connsiteY1161" fmla="*/ 1181666 h 2800590"/>
              <a:gd name="connsiteX1162" fmla="*/ 4027561 w 12192000"/>
              <a:gd name="connsiteY1162" fmla="*/ 1201402 h 2800590"/>
              <a:gd name="connsiteX1163" fmla="*/ 3951604 w 12192000"/>
              <a:gd name="connsiteY1163" fmla="*/ 1185724 h 2800590"/>
              <a:gd name="connsiteX1164" fmla="*/ 3692769 w 12192000"/>
              <a:gd name="connsiteY1164" fmla="*/ 1178718 h 2800590"/>
              <a:gd name="connsiteX1165" fmla="*/ 3692435 w 12192000"/>
              <a:gd name="connsiteY1165" fmla="*/ 1178868 h 2800590"/>
              <a:gd name="connsiteX1166" fmla="*/ 3732018 w 12192000"/>
              <a:gd name="connsiteY1166" fmla="*/ 1188610 h 2800590"/>
              <a:gd name="connsiteX1167" fmla="*/ 3734722 w 12192000"/>
              <a:gd name="connsiteY1167" fmla="*/ 1187143 h 2800590"/>
              <a:gd name="connsiteX1168" fmla="*/ 3620389 w 12192000"/>
              <a:gd name="connsiteY1168" fmla="*/ 1173816 h 2800590"/>
              <a:gd name="connsiteX1169" fmla="*/ 3619297 w 12192000"/>
              <a:gd name="connsiteY1169" fmla="*/ 1174300 h 2800590"/>
              <a:gd name="connsiteX1170" fmla="*/ 3650944 w 12192000"/>
              <a:gd name="connsiteY1170" fmla="*/ 1184098 h 2800590"/>
              <a:gd name="connsiteX1171" fmla="*/ 3653567 w 12192000"/>
              <a:gd name="connsiteY1171" fmla="*/ 1182703 h 2800590"/>
              <a:gd name="connsiteX1172" fmla="*/ 7622262 w 12192000"/>
              <a:gd name="connsiteY1172" fmla="*/ 1173080 h 2800590"/>
              <a:gd name="connsiteX1173" fmla="*/ 7568201 w 12192000"/>
              <a:gd name="connsiteY1173" fmla="*/ 1181965 h 2800590"/>
              <a:gd name="connsiteX1174" fmla="*/ 7526236 w 12192000"/>
              <a:gd name="connsiteY1174" fmla="*/ 1204515 h 2800590"/>
              <a:gd name="connsiteX1175" fmla="*/ 7577238 w 12192000"/>
              <a:gd name="connsiteY1175" fmla="*/ 1197238 h 2800590"/>
              <a:gd name="connsiteX1176" fmla="*/ 7581168 w 12192000"/>
              <a:gd name="connsiteY1176" fmla="*/ 1197002 h 2800590"/>
              <a:gd name="connsiteX1177" fmla="*/ 8343434 w 12192000"/>
              <a:gd name="connsiteY1177" fmla="*/ 1171145 h 2800590"/>
              <a:gd name="connsiteX1178" fmla="*/ 8300505 w 12192000"/>
              <a:gd name="connsiteY1178" fmla="*/ 1227190 h 2800590"/>
              <a:gd name="connsiteX1179" fmla="*/ 8361711 w 12192000"/>
              <a:gd name="connsiteY1179" fmla="*/ 1237790 h 2800590"/>
              <a:gd name="connsiteX1180" fmla="*/ 8396653 w 12192000"/>
              <a:gd name="connsiteY1180" fmla="*/ 1247059 h 2800590"/>
              <a:gd name="connsiteX1181" fmla="*/ 8420389 w 12192000"/>
              <a:gd name="connsiteY1181" fmla="*/ 1214003 h 2800590"/>
              <a:gd name="connsiteX1182" fmla="*/ 8440128 w 12192000"/>
              <a:gd name="connsiteY1182" fmla="*/ 1185842 h 2800590"/>
              <a:gd name="connsiteX1183" fmla="*/ 3553224 w 12192000"/>
              <a:gd name="connsiteY1183" fmla="*/ 1170225 h 2800590"/>
              <a:gd name="connsiteX1184" fmla="*/ 3548880 w 12192000"/>
              <a:gd name="connsiteY1184" fmla="*/ 1171747 h 2800590"/>
              <a:gd name="connsiteX1185" fmla="*/ 3576539 w 12192000"/>
              <a:gd name="connsiteY1185" fmla="*/ 1179771 h 2800590"/>
              <a:gd name="connsiteX1186" fmla="*/ 3582574 w 12192000"/>
              <a:gd name="connsiteY1186" fmla="*/ 1177106 h 2800590"/>
              <a:gd name="connsiteX1187" fmla="*/ 7575250 w 12192000"/>
              <a:gd name="connsiteY1187" fmla="*/ 1164023 h 2800590"/>
              <a:gd name="connsiteX1188" fmla="*/ 7565066 w 12192000"/>
              <a:gd name="connsiteY1188" fmla="*/ 1166719 h 2800590"/>
              <a:gd name="connsiteX1189" fmla="*/ 7548674 w 12192000"/>
              <a:gd name="connsiteY1189" fmla="*/ 1173116 h 2800590"/>
              <a:gd name="connsiteX1190" fmla="*/ 7562508 w 12192000"/>
              <a:gd name="connsiteY1190" fmla="*/ 1170842 h 2800590"/>
              <a:gd name="connsiteX1191" fmla="*/ 8724871 w 12192000"/>
              <a:gd name="connsiteY1191" fmla="*/ 1162515 h 2800590"/>
              <a:gd name="connsiteX1192" fmla="*/ 8720293 w 12192000"/>
              <a:gd name="connsiteY1192" fmla="*/ 1170468 h 2800590"/>
              <a:gd name="connsiteX1193" fmla="*/ 8684590 w 12192000"/>
              <a:gd name="connsiteY1193" fmla="*/ 1230778 h 2800590"/>
              <a:gd name="connsiteX1194" fmla="*/ 8787841 w 12192000"/>
              <a:gd name="connsiteY1194" fmla="*/ 1263728 h 2800590"/>
              <a:gd name="connsiteX1195" fmla="*/ 8827590 w 12192000"/>
              <a:gd name="connsiteY1195" fmla="*/ 1189213 h 2800590"/>
              <a:gd name="connsiteX1196" fmla="*/ 8778463 w 12192000"/>
              <a:gd name="connsiteY1196" fmla="*/ 1174438 h 2800590"/>
              <a:gd name="connsiteX1197" fmla="*/ 3512900 w 12192000"/>
              <a:gd name="connsiteY1197" fmla="*/ 1160773 h 2800590"/>
              <a:gd name="connsiteX1198" fmla="*/ 3512064 w 12192000"/>
              <a:gd name="connsiteY1198" fmla="*/ 1161066 h 2800590"/>
              <a:gd name="connsiteX1199" fmla="*/ 3528407 w 12192000"/>
              <a:gd name="connsiteY1199" fmla="*/ 1165808 h 2800590"/>
              <a:gd name="connsiteX1200" fmla="*/ 3530387 w 12192000"/>
              <a:gd name="connsiteY1200" fmla="*/ 1164872 h 2800590"/>
              <a:gd name="connsiteX1201" fmla="*/ 7716528 w 12192000"/>
              <a:gd name="connsiteY1201" fmla="*/ 1160251 h 2800590"/>
              <a:gd name="connsiteX1202" fmla="*/ 7685738 w 12192000"/>
              <a:gd name="connsiteY1202" fmla="*/ 1162648 h 2800590"/>
              <a:gd name="connsiteX1203" fmla="*/ 7656406 w 12192000"/>
              <a:gd name="connsiteY1203" fmla="*/ 1167469 h 2800590"/>
              <a:gd name="connsiteX1204" fmla="*/ 7608413 w 12192000"/>
              <a:gd name="connsiteY1204" fmla="*/ 1195361 h 2800590"/>
              <a:gd name="connsiteX1205" fmla="*/ 7672567 w 12192000"/>
              <a:gd name="connsiteY1205" fmla="*/ 1191498 h 2800590"/>
              <a:gd name="connsiteX1206" fmla="*/ 7704244 w 12192000"/>
              <a:gd name="connsiteY1206" fmla="*/ 1167987 h 2800590"/>
              <a:gd name="connsiteX1207" fmla="*/ 3905769 w 12192000"/>
              <a:gd name="connsiteY1207" fmla="*/ 1157566 h 2800590"/>
              <a:gd name="connsiteX1208" fmla="*/ 3904718 w 12192000"/>
              <a:gd name="connsiteY1208" fmla="*/ 1158072 h 2800590"/>
              <a:gd name="connsiteX1209" fmla="*/ 4096221 w 12192000"/>
              <a:gd name="connsiteY1209" fmla="*/ 1184607 h 2800590"/>
              <a:gd name="connsiteX1210" fmla="*/ 4338698 w 12192000"/>
              <a:gd name="connsiteY1210" fmla="*/ 1240917 h 2800590"/>
              <a:gd name="connsiteX1211" fmla="*/ 5088708 w 12192000"/>
              <a:gd name="connsiteY1211" fmla="*/ 1523704 h 2800590"/>
              <a:gd name="connsiteX1212" fmla="*/ 5587058 w 12192000"/>
              <a:gd name="connsiteY1212" fmla="*/ 1725749 h 2800590"/>
              <a:gd name="connsiteX1213" fmla="*/ 5704391 w 12192000"/>
              <a:gd name="connsiteY1213" fmla="*/ 1765686 h 2800590"/>
              <a:gd name="connsiteX1214" fmla="*/ 5846495 w 12192000"/>
              <a:gd name="connsiteY1214" fmla="*/ 1805307 h 2800590"/>
              <a:gd name="connsiteX1215" fmla="*/ 5855413 w 12192000"/>
              <a:gd name="connsiteY1215" fmla="*/ 1803188 h 2800590"/>
              <a:gd name="connsiteX1216" fmla="*/ 5738250 w 12192000"/>
              <a:gd name="connsiteY1216" fmla="*/ 1764943 h 2800590"/>
              <a:gd name="connsiteX1217" fmla="*/ 5182970 w 12192000"/>
              <a:gd name="connsiteY1217" fmla="*/ 1541690 h 2800590"/>
              <a:gd name="connsiteX1218" fmla="*/ 4479101 w 12192000"/>
              <a:gd name="connsiteY1218" fmla="*/ 1270437 h 2800590"/>
              <a:gd name="connsiteX1219" fmla="*/ 4236375 w 12192000"/>
              <a:gd name="connsiteY1219" fmla="*/ 1208422 h 2800590"/>
              <a:gd name="connsiteX1220" fmla="*/ 4042170 w 12192000"/>
              <a:gd name="connsiteY1220" fmla="*/ 1173175 h 2800590"/>
              <a:gd name="connsiteX1221" fmla="*/ 8238574 w 12192000"/>
              <a:gd name="connsiteY1221" fmla="*/ 1156276 h 2800590"/>
              <a:gd name="connsiteX1222" fmla="*/ 8194525 w 12192000"/>
              <a:gd name="connsiteY1222" fmla="*/ 1208836 h 2800590"/>
              <a:gd name="connsiteX1223" fmla="*/ 8286656 w 12192000"/>
              <a:gd name="connsiteY1223" fmla="*/ 1224792 h 2800590"/>
              <a:gd name="connsiteX1224" fmla="*/ 8329440 w 12192000"/>
              <a:gd name="connsiteY1224" fmla="*/ 1169017 h 2800590"/>
              <a:gd name="connsiteX1225" fmla="*/ 8253503 w 12192000"/>
              <a:gd name="connsiteY1225" fmla="*/ 1157475 h 2800590"/>
              <a:gd name="connsiteX1226" fmla="*/ 3878790 w 12192000"/>
              <a:gd name="connsiteY1226" fmla="*/ 1154479 h 2800590"/>
              <a:gd name="connsiteX1227" fmla="*/ 3881836 w 12192000"/>
              <a:gd name="connsiteY1227" fmla="*/ 1154901 h 2800590"/>
              <a:gd name="connsiteX1228" fmla="*/ 3881960 w 12192000"/>
              <a:gd name="connsiteY1228" fmla="*/ 1154841 h 2800590"/>
              <a:gd name="connsiteX1229" fmla="*/ 7813027 w 12192000"/>
              <a:gd name="connsiteY1229" fmla="*/ 1152737 h 2800590"/>
              <a:gd name="connsiteX1230" fmla="*/ 7743816 w 12192000"/>
              <a:gd name="connsiteY1230" fmla="*/ 1158126 h 2800590"/>
              <a:gd name="connsiteX1231" fmla="*/ 7712802 w 12192000"/>
              <a:gd name="connsiteY1231" fmla="*/ 1177662 h 2800590"/>
              <a:gd name="connsiteX1232" fmla="*/ 7696029 w 12192000"/>
              <a:gd name="connsiteY1232" fmla="*/ 1190085 h 2800590"/>
              <a:gd name="connsiteX1233" fmla="*/ 7772038 w 12192000"/>
              <a:gd name="connsiteY1233" fmla="*/ 1185508 h 2800590"/>
              <a:gd name="connsiteX1234" fmla="*/ 8134705 w 12192000"/>
              <a:gd name="connsiteY1234" fmla="*/ 1147934 h 2800590"/>
              <a:gd name="connsiteX1235" fmla="*/ 8117168 w 12192000"/>
              <a:gd name="connsiteY1235" fmla="*/ 1165693 h 2800590"/>
              <a:gd name="connsiteX1236" fmla="*/ 8090006 w 12192000"/>
              <a:gd name="connsiteY1236" fmla="*/ 1195467 h 2800590"/>
              <a:gd name="connsiteX1237" fmla="*/ 8153664 w 12192000"/>
              <a:gd name="connsiteY1237" fmla="*/ 1201759 h 2800590"/>
              <a:gd name="connsiteX1238" fmla="*/ 8179929 w 12192000"/>
              <a:gd name="connsiteY1238" fmla="*/ 1206308 h 2800590"/>
              <a:gd name="connsiteX1239" fmla="*/ 8222971 w 12192000"/>
              <a:gd name="connsiteY1239" fmla="*/ 1155023 h 2800590"/>
              <a:gd name="connsiteX1240" fmla="*/ 3927242 w 12192000"/>
              <a:gd name="connsiteY1240" fmla="*/ 1147745 h 2800590"/>
              <a:gd name="connsiteX1241" fmla="*/ 4043970 w 12192000"/>
              <a:gd name="connsiteY1241" fmla="*/ 1161107 h 2800590"/>
              <a:gd name="connsiteX1242" fmla="*/ 4238980 w 12192000"/>
              <a:gd name="connsiteY1242" fmla="*/ 1196515 h 2800590"/>
              <a:gd name="connsiteX1243" fmla="*/ 4482697 w 12192000"/>
              <a:gd name="connsiteY1243" fmla="*/ 1258530 h 2800590"/>
              <a:gd name="connsiteX1244" fmla="*/ 5187807 w 12192000"/>
              <a:gd name="connsiteY1244" fmla="*/ 1530279 h 2800590"/>
              <a:gd name="connsiteX1245" fmla="*/ 5742343 w 12192000"/>
              <a:gd name="connsiteY1245" fmla="*/ 1753532 h 2800590"/>
              <a:gd name="connsiteX1246" fmla="*/ 5861534 w 12192000"/>
              <a:gd name="connsiteY1246" fmla="*/ 1792354 h 2800590"/>
              <a:gd name="connsiteX1247" fmla="*/ 5880308 w 12192000"/>
              <a:gd name="connsiteY1247" fmla="*/ 1797273 h 2800590"/>
              <a:gd name="connsiteX1248" fmla="*/ 5892902 w 12192000"/>
              <a:gd name="connsiteY1248" fmla="*/ 1794281 h 2800590"/>
              <a:gd name="connsiteX1249" fmla="*/ 5892295 w 12192000"/>
              <a:gd name="connsiteY1249" fmla="*/ 1794090 h 2800590"/>
              <a:gd name="connsiteX1250" fmla="*/ 5280209 w 12192000"/>
              <a:gd name="connsiteY1250" fmla="*/ 1549131 h 2800590"/>
              <a:gd name="connsiteX1251" fmla="*/ 4621362 w 12192000"/>
              <a:gd name="connsiteY1251" fmla="*/ 1288669 h 2800590"/>
              <a:gd name="connsiteX1252" fmla="*/ 4377272 w 12192000"/>
              <a:gd name="connsiteY1252" fmla="*/ 1220701 h 2800590"/>
              <a:gd name="connsiteX1253" fmla="*/ 3976336 w 12192000"/>
              <a:gd name="connsiteY1253" fmla="*/ 1151303 h 2800590"/>
              <a:gd name="connsiteX1254" fmla="*/ 8034356 w 12192000"/>
              <a:gd name="connsiteY1254" fmla="*/ 1145178 h 2800590"/>
              <a:gd name="connsiteX1255" fmla="*/ 7989429 w 12192000"/>
              <a:gd name="connsiteY1255" fmla="*/ 1187191 h 2800590"/>
              <a:gd name="connsiteX1256" fmla="*/ 8013825 w 12192000"/>
              <a:gd name="connsiteY1256" fmla="*/ 1187936 h 2800590"/>
              <a:gd name="connsiteX1257" fmla="*/ 8075172 w 12192000"/>
              <a:gd name="connsiteY1257" fmla="*/ 1194001 h 2800590"/>
              <a:gd name="connsiteX1258" fmla="*/ 8108564 w 12192000"/>
              <a:gd name="connsiteY1258" fmla="*/ 1157398 h 2800590"/>
              <a:gd name="connsiteX1259" fmla="*/ 8119156 w 12192000"/>
              <a:gd name="connsiteY1259" fmla="*/ 1146685 h 2800590"/>
              <a:gd name="connsiteX1260" fmla="*/ 8113689 w 12192000"/>
              <a:gd name="connsiteY1260" fmla="*/ 1146246 h 2800590"/>
              <a:gd name="connsiteX1261" fmla="*/ 7916635 w 12192000"/>
              <a:gd name="connsiteY1261" fmla="*/ 1144669 h 2800590"/>
              <a:gd name="connsiteX1262" fmla="*/ 7836241 w 12192000"/>
              <a:gd name="connsiteY1262" fmla="*/ 1150929 h 2800590"/>
              <a:gd name="connsiteX1263" fmla="*/ 7794763 w 12192000"/>
              <a:gd name="connsiteY1263" fmla="*/ 1184139 h 2800590"/>
              <a:gd name="connsiteX1264" fmla="*/ 7826667 w 12192000"/>
              <a:gd name="connsiteY1264" fmla="*/ 1182218 h 2800590"/>
              <a:gd name="connsiteX1265" fmla="*/ 7871613 w 12192000"/>
              <a:gd name="connsiteY1265" fmla="*/ 1183591 h 2800590"/>
              <a:gd name="connsiteX1266" fmla="*/ 7936673 w 12192000"/>
              <a:gd name="connsiteY1266" fmla="*/ 1143863 h 2800590"/>
              <a:gd name="connsiteX1267" fmla="*/ 7890022 w 12192000"/>
              <a:gd name="connsiteY1267" fmla="*/ 1184154 h 2800590"/>
              <a:gd name="connsiteX1268" fmla="*/ 7970581 w 12192000"/>
              <a:gd name="connsiteY1268" fmla="*/ 1186615 h 2800590"/>
              <a:gd name="connsiteX1269" fmla="*/ 7971279 w 12192000"/>
              <a:gd name="connsiteY1269" fmla="*/ 1185911 h 2800590"/>
              <a:gd name="connsiteX1270" fmla="*/ 8015083 w 12192000"/>
              <a:gd name="connsiteY1270" fmla="*/ 1144919 h 2800590"/>
              <a:gd name="connsiteX1271" fmla="*/ 8999784 w 12192000"/>
              <a:gd name="connsiteY1271" fmla="*/ 1141989 h 2800590"/>
              <a:gd name="connsiteX1272" fmla="*/ 8962263 w 12192000"/>
              <a:gd name="connsiteY1272" fmla="*/ 1220612 h 2800590"/>
              <a:gd name="connsiteX1273" fmla="*/ 9070286 w 12192000"/>
              <a:gd name="connsiteY1273" fmla="*/ 1264129 h 2800590"/>
              <a:gd name="connsiteX1274" fmla="*/ 9107089 w 12192000"/>
              <a:gd name="connsiteY1274" fmla="*/ 1177340 h 2800590"/>
              <a:gd name="connsiteX1275" fmla="*/ 9037718 w 12192000"/>
              <a:gd name="connsiteY1275" fmla="*/ 1152727 h 2800590"/>
              <a:gd name="connsiteX1276" fmla="*/ 8613448 w 12192000"/>
              <a:gd name="connsiteY1276" fmla="*/ 1137724 h 2800590"/>
              <a:gd name="connsiteX1277" fmla="*/ 8576667 w 12192000"/>
              <a:gd name="connsiteY1277" fmla="*/ 1195523 h 2800590"/>
              <a:gd name="connsiteX1278" fmla="*/ 8571823 w 12192000"/>
              <a:gd name="connsiteY1278" fmla="*/ 1202938 h 2800590"/>
              <a:gd name="connsiteX1279" fmla="*/ 8671772 w 12192000"/>
              <a:gd name="connsiteY1279" fmla="*/ 1226925 h 2800590"/>
              <a:gd name="connsiteX1280" fmla="*/ 8709130 w 12192000"/>
              <a:gd name="connsiteY1280" fmla="*/ 1163771 h 2800590"/>
              <a:gd name="connsiteX1281" fmla="*/ 8711559 w 12192000"/>
              <a:gd name="connsiteY1281" fmla="*/ 1159553 h 2800590"/>
              <a:gd name="connsiteX1282" fmla="*/ 7686054 w 12192000"/>
              <a:gd name="connsiteY1282" fmla="*/ 1135945 h 2800590"/>
              <a:gd name="connsiteX1283" fmla="*/ 7669374 w 12192000"/>
              <a:gd name="connsiteY1283" fmla="*/ 1139109 h 2800590"/>
              <a:gd name="connsiteX1284" fmla="*/ 7643175 w 12192000"/>
              <a:gd name="connsiteY1284" fmla="*/ 1146044 h 2800590"/>
              <a:gd name="connsiteX1285" fmla="*/ 7604135 w 12192000"/>
              <a:gd name="connsiteY1285" fmla="*/ 1162655 h 2800590"/>
              <a:gd name="connsiteX1286" fmla="*/ 7600529 w 12192000"/>
              <a:gd name="connsiteY1286" fmla="*/ 1164593 h 2800590"/>
              <a:gd name="connsiteX1287" fmla="*/ 7651131 w 12192000"/>
              <a:gd name="connsiteY1287" fmla="*/ 1156275 h 2800590"/>
              <a:gd name="connsiteX1288" fmla="*/ 3953193 w 12192000"/>
              <a:gd name="connsiteY1288" fmla="*/ 1134760 h 2800590"/>
              <a:gd name="connsiteX1289" fmla="*/ 3949528 w 12192000"/>
              <a:gd name="connsiteY1289" fmla="*/ 1136523 h 2800590"/>
              <a:gd name="connsiteX1290" fmla="*/ 3977552 w 12192000"/>
              <a:gd name="connsiteY1290" fmla="*/ 1138550 h 2800590"/>
              <a:gd name="connsiteX1291" fmla="*/ 4380373 w 12192000"/>
              <a:gd name="connsiteY1291" fmla="*/ 1208049 h 2800590"/>
              <a:gd name="connsiteX1292" fmla="*/ 4625332 w 12192000"/>
              <a:gd name="connsiteY1292" fmla="*/ 1276266 h 2800590"/>
              <a:gd name="connsiteX1293" fmla="*/ 5285417 w 12192000"/>
              <a:gd name="connsiteY1293" fmla="*/ 1536728 h 2800590"/>
              <a:gd name="connsiteX1294" fmla="*/ 5896511 w 12192000"/>
              <a:gd name="connsiteY1294" fmla="*/ 1781439 h 2800590"/>
              <a:gd name="connsiteX1295" fmla="*/ 5918477 w 12192000"/>
              <a:gd name="connsiteY1295" fmla="*/ 1788204 h 2800590"/>
              <a:gd name="connsiteX1296" fmla="*/ 5922055 w 12192000"/>
              <a:gd name="connsiteY1296" fmla="*/ 1787354 h 2800590"/>
              <a:gd name="connsiteX1297" fmla="*/ 5937040 w 12192000"/>
              <a:gd name="connsiteY1297" fmla="*/ 1782172 h 2800590"/>
              <a:gd name="connsiteX1298" fmla="*/ 5876669 w 12192000"/>
              <a:gd name="connsiteY1298" fmla="*/ 1760981 h 2800590"/>
              <a:gd name="connsiteX1299" fmla="*/ 5377821 w 12192000"/>
              <a:gd name="connsiteY1299" fmla="*/ 1553844 h 2800590"/>
              <a:gd name="connsiteX1300" fmla="*/ 4764121 w 12192000"/>
              <a:gd name="connsiteY1300" fmla="*/ 1305784 h 2800590"/>
              <a:gd name="connsiteX1301" fmla="*/ 4518913 w 12192000"/>
              <a:gd name="connsiteY1301" fmla="*/ 1231367 h 2800590"/>
              <a:gd name="connsiteX1302" fmla="*/ 4056340 w 12192000"/>
              <a:gd name="connsiteY1302" fmla="*/ 1143778 h 2800590"/>
              <a:gd name="connsiteX1303" fmla="*/ 9278969 w 12192000"/>
              <a:gd name="connsiteY1303" fmla="*/ 1130709 h 2800590"/>
              <a:gd name="connsiteX1304" fmla="*/ 9245577 w 12192000"/>
              <a:gd name="connsiteY1304" fmla="*/ 1220267 h 2800590"/>
              <a:gd name="connsiteX1305" fmla="*/ 9360322 w 12192000"/>
              <a:gd name="connsiteY1305" fmla="*/ 1272086 h 2800590"/>
              <a:gd name="connsiteX1306" fmla="*/ 9390536 w 12192000"/>
              <a:gd name="connsiteY1306" fmla="*/ 1178976 h 2800590"/>
              <a:gd name="connsiteX1307" fmla="*/ 9288673 w 12192000"/>
              <a:gd name="connsiteY1307" fmla="*/ 1134014 h 2800590"/>
              <a:gd name="connsiteX1308" fmla="*/ 3879781 w 12192000"/>
              <a:gd name="connsiteY1308" fmla="*/ 1129785 h 2800590"/>
              <a:gd name="connsiteX1309" fmla="*/ 3876569 w 12192000"/>
              <a:gd name="connsiteY1309" fmla="*/ 1131244 h 2800590"/>
              <a:gd name="connsiteX1310" fmla="*/ 3923900 w 12192000"/>
              <a:gd name="connsiteY1310" fmla="*/ 1134669 h 2800590"/>
              <a:gd name="connsiteX1311" fmla="*/ 3928244 w 12192000"/>
              <a:gd name="connsiteY1311" fmla="*/ 1132579 h 2800590"/>
              <a:gd name="connsiteX1312" fmla="*/ 3903710 w 12192000"/>
              <a:gd name="connsiteY1312" fmla="*/ 1130434 h 2800590"/>
              <a:gd name="connsiteX1313" fmla="*/ 3842350 w 12192000"/>
              <a:gd name="connsiteY1313" fmla="*/ 1128769 h 2800590"/>
              <a:gd name="connsiteX1314" fmla="*/ 3850310 w 12192000"/>
              <a:gd name="connsiteY1314" fmla="*/ 1129345 h 2800590"/>
              <a:gd name="connsiteX1315" fmla="*/ 3851057 w 12192000"/>
              <a:gd name="connsiteY1315" fmla="*/ 1129005 h 2800590"/>
              <a:gd name="connsiteX1316" fmla="*/ 3108141 w 12192000"/>
              <a:gd name="connsiteY1316" fmla="*/ 1128134 h 2800590"/>
              <a:gd name="connsiteX1317" fmla="*/ 3060666 w 12192000"/>
              <a:gd name="connsiteY1317" fmla="*/ 1128731 h 2800590"/>
              <a:gd name="connsiteX1318" fmla="*/ 1803660 w 12192000"/>
              <a:gd name="connsiteY1318" fmla="*/ 1427830 h 2800590"/>
              <a:gd name="connsiteX1319" fmla="*/ 1694017 w 12192000"/>
              <a:gd name="connsiteY1319" fmla="*/ 1466031 h 2800590"/>
              <a:gd name="connsiteX1320" fmla="*/ 1674421 w 12192000"/>
              <a:gd name="connsiteY1320" fmla="*/ 1472853 h 2800590"/>
              <a:gd name="connsiteX1321" fmla="*/ 850865 w 12192000"/>
              <a:gd name="connsiteY1321" fmla="*/ 1705284 h 2800590"/>
              <a:gd name="connsiteX1322" fmla="*/ 208762 w 12192000"/>
              <a:gd name="connsiteY1322" fmla="*/ 1718900 h 2800590"/>
              <a:gd name="connsiteX1323" fmla="*/ 80078 w 12192000"/>
              <a:gd name="connsiteY1323" fmla="*/ 1686079 h 2800590"/>
              <a:gd name="connsiteX1324" fmla="*/ 170699 w 12192000"/>
              <a:gd name="connsiteY1324" fmla="*/ 1713965 h 2800590"/>
              <a:gd name="connsiteX1325" fmla="*/ 972783 w 12192000"/>
              <a:gd name="connsiteY1325" fmla="*/ 1695486 h 2800590"/>
              <a:gd name="connsiteX1326" fmla="*/ 1794356 w 12192000"/>
              <a:gd name="connsiteY1326" fmla="*/ 1441473 h 2800590"/>
              <a:gd name="connsiteX1327" fmla="*/ 1925084 w 12192000"/>
              <a:gd name="connsiteY1327" fmla="*/ 1395831 h 2800590"/>
              <a:gd name="connsiteX1328" fmla="*/ 3003729 w 12192000"/>
              <a:gd name="connsiteY1328" fmla="*/ 1134572 h 2800590"/>
              <a:gd name="connsiteX1329" fmla="*/ 3977217 w 12192000"/>
              <a:gd name="connsiteY1329" fmla="*/ 1123207 h 2800590"/>
              <a:gd name="connsiteX1330" fmla="*/ 3971051 w 12192000"/>
              <a:gd name="connsiteY1330" fmla="*/ 1126172 h 2800590"/>
              <a:gd name="connsiteX1331" fmla="*/ 4006870 w 12192000"/>
              <a:gd name="connsiteY1331" fmla="*/ 1128080 h 2800590"/>
              <a:gd name="connsiteX1332" fmla="*/ 4522509 w 12192000"/>
              <a:gd name="connsiteY1332" fmla="*/ 1221692 h 2800590"/>
              <a:gd name="connsiteX1333" fmla="*/ 4768586 w 12192000"/>
              <a:gd name="connsiteY1333" fmla="*/ 1296110 h 2800590"/>
              <a:gd name="connsiteX1334" fmla="*/ 5383276 w 12192000"/>
              <a:gd name="connsiteY1334" fmla="*/ 1544169 h 2800590"/>
              <a:gd name="connsiteX1335" fmla="*/ 5881409 w 12192000"/>
              <a:gd name="connsiteY1335" fmla="*/ 1751202 h 2800590"/>
              <a:gd name="connsiteX1336" fmla="*/ 5953540 w 12192000"/>
              <a:gd name="connsiteY1336" fmla="*/ 1776466 h 2800590"/>
              <a:gd name="connsiteX1337" fmla="*/ 5974870 w 12192000"/>
              <a:gd name="connsiteY1337" fmla="*/ 1769090 h 2800590"/>
              <a:gd name="connsiteX1338" fmla="*/ 5834265 w 12192000"/>
              <a:gd name="connsiteY1338" fmla="*/ 1714059 h 2800590"/>
              <a:gd name="connsiteX1339" fmla="*/ 5475928 w 12192000"/>
              <a:gd name="connsiteY1339" fmla="*/ 1559673 h 2800590"/>
              <a:gd name="connsiteX1340" fmla="*/ 4907749 w 12192000"/>
              <a:gd name="connsiteY1340" fmla="*/ 1324017 h 2800590"/>
              <a:gd name="connsiteX1341" fmla="*/ 4661178 w 12192000"/>
              <a:gd name="connsiteY1341" fmla="*/ 1244142 h 2800590"/>
              <a:gd name="connsiteX1342" fmla="*/ 4032884 w 12192000"/>
              <a:gd name="connsiteY1342" fmla="*/ 1125892 h 2800590"/>
              <a:gd name="connsiteX1343" fmla="*/ 3902221 w 12192000"/>
              <a:gd name="connsiteY1343" fmla="*/ 1119589 h 2800590"/>
              <a:gd name="connsiteX1344" fmla="*/ 3896474 w 12192000"/>
              <a:gd name="connsiteY1344" fmla="*/ 1122200 h 2800590"/>
              <a:gd name="connsiteX1345" fmla="*/ 3944505 w 12192000"/>
              <a:gd name="connsiteY1345" fmla="*/ 1124758 h 2800590"/>
              <a:gd name="connsiteX1346" fmla="*/ 3950418 w 12192000"/>
              <a:gd name="connsiteY1346" fmla="*/ 1121914 h 2800590"/>
              <a:gd name="connsiteX1347" fmla="*/ 8502795 w 12192000"/>
              <a:gd name="connsiteY1347" fmla="*/ 1118644 h 2800590"/>
              <a:gd name="connsiteX1348" fmla="*/ 8462029 w 12192000"/>
              <a:gd name="connsiteY1348" fmla="*/ 1176940 h 2800590"/>
              <a:gd name="connsiteX1349" fmla="*/ 8466026 w 12192000"/>
              <a:gd name="connsiteY1349" fmla="*/ 1177547 h 2800590"/>
              <a:gd name="connsiteX1350" fmla="*/ 8558350 w 12192000"/>
              <a:gd name="connsiteY1350" fmla="*/ 1199704 h 2800590"/>
              <a:gd name="connsiteX1351" fmla="*/ 8565380 w 12192000"/>
              <a:gd name="connsiteY1351" fmla="*/ 1188949 h 2800590"/>
              <a:gd name="connsiteX1352" fmla="*/ 8599893 w 12192000"/>
              <a:gd name="connsiteY1352" fmla="*/ 1134708 h 2800590"/>
              <a:gd name="connsiteX1353" fmla="*/ 8567372 w 12192000"/>
              <a:gd name="connsiteY1353" fmla="*/ 1127473 h 2800590"/>
              <a:gd name="connsiteX1354" fmla="*/ 7784884 w 12192000"/>
              <a:gd name="connsiteY1354" fmla="*/ 1117200 h 2800590"/>
              <a:gd name="connsiteX1355" fmla="*/ 7722563 w 12192000"/>
              <a:gd name="connsiteY1355" fmla="*/ 1129021 h 2800590"/>
              <a:gd name="connsiteX1356" fmla="*/ 7685208 w 12192000"/>
              <a:gd name="connsiteY1356" fmla="*/ 1150730 h 2800590"/>
              <a:gd name="connsiteX1357" fmla="*/ 7738206 w 12192000"/>
              <a:gd name="connsiteY1357" fmla="*/ 1146598 h 2800590"/>
              <a:gd name="connsiteX1358" fmla="*/ 3843523 w 12192000"/>
              <a:gd name="connsiteY1358" fmla="*/ 1116757 h 2800590"/>
              <a:gd name="connsiteX1359" fmla="*/ 3837038 w 12192000"/>
              <a:gd name="connsiteY1359" fmla="*/ 1119034 h 2800590"/>
              <a:gd name="connsiteX1360" fmla="*/ 3869218 w 12192000"/>
              <a:gd name="connsiteY1360" fmla="*/ 1120748 h 2800590"/>
              <a:gd name="connsiteX1361" fmla="*/ 3874690 w 12192000"/>
              <a:gd name="connsiteY1361" fmla="*/ 1118261 h 2800590"/>
              <a:gd name="connsiteX1362" fmla="*/ 3802574 w 12192000"/>
              <a:gd name="connsiteY1362" fmla="*/ 1116703 h 2800590"/>
              <a:gd name="connsiteX1363" fmla="*/ 3796217 w 12192000"/>
              <a:gd name="connsiteY1363" fmla="*/ 1116860 h 2800590"/>
              <a:gd name="connsiteX1364" fmla="*/ 3801346 w 12192000"/>
              <a:gd name="connsiteY1364" fmla="*/ 1117133 h 2800590"/>
              <a:gd name="connsiteX1365" fmla="*/ 3098035 w 12192000"/>
              <a:gd name="connsiteY1365" fmla="*/ 1114283 h 2800590"/>
              <a:gd name="connsiteX1366" fmla="*/ 1710390 w 12192000"/>
              <a:gd name="connsiteY1366" fmla="*/ 1436760 h 2800590"/>
              <a:gd name="connsiteX1367" fmla="*/ 1678142 w 12192000"/>
              <a:gd name="connsiteY1367" fmla="*/ 1448047 h 2800590"/>
              <a:gd name="connsiteX1368" fmla="*/ 1550391 w 12192000"/>
              <a:gd name="connsiteY1368" fmla="*/ 1492698 h 2800590"/>
              <a:gd name="connsiteX1369" fmla="*/ 726214 w 12192000"/>
              <a:gd name="connsiteY1369" fmla="*/ 1703548 h 2800590"/>
              <a:gd name="connsiteX1370" fmla="*/ 333975 w 12192000"/>
              <a:gd name="connsiteY1370" fmla="*/ 1719632 h 2800590"/>
              <a:gd name="connsiteX1371" fmla="*/ 201649 w 12192000"/>
              <a:gd name="connsiteY1371" fmla="*/ 1703968 h 2800590"/>
              <a:gd name="connsiteX1372" fmla="*/ 238153 w 12192000"/>
              <a:gd name="connsiteY1372" fmla="*/ 1711196 h 2800590"/>
              <a:gd name="connsiteX1373" fmla="*/ 848632 w 12192000"/>
              <a:gd name="connsiteY1373" fmla="*/ 1693129 h 2800590"/>
              <a:gd name="connsiteX1374" fmla="*/ 1670328 w 12192000"/>
              <a:gd name="connsiteY1374" fmla="*/ 1461194 h 2800590"/>
              <a:gd name="connsiteX1375" fmla="*/ 1689925 w 12192000"/>
              <a:gd name="connsiteY1375" fmla="*/ 1454372 h 2800590"/>
              <a:gd name="connsiteX1376" fmla="*/ 1799939 w 12192000"/>
              <a:gd name="connsiteY1376" fmla="*/ 1416667 h 2800590"/>
              <a:gd name="connsiteX1377" fmla="*/ 3060658 w 12192000"/>
              <a:gd name="connsiteY1377" fmla="*/ 1116770 h 2800590"/>
              <a:gd name="connsiteX1378" fmla="*/ 3128239 w 12192000"/>
              <a:gd name="connsiteY1378" fmla="*/ 1115943 h 2800590"/>
              <a:gd name="connsiteX1379" fmla="*/ 3101135 w 12192000"/>
              <a:gd name="connsiteY1379" fmla="*/ 1114283 h 2800590"/>
              <a:gd name="connsiteX1380" fmla="*/ 7731393 w 12192000"/>
              <a:gd name="connsiteY1380" fmla="*/ 1110281 h 2800590"/>
              <a:gd name="connsiteX1381" fmla="*/ 7718099 w 12192000"/>
              <a:gd name="connsiteY1381" fmla="*/ 1114165 h 2800590"/>
              <a:gd name="connsiteX1382" fmla="*/ 7704678 w 12192000"/>
              <a:gd name="connsiteY1382" fmla="*/ 1119875 h 2800590"/>
              <a:gd name="connsiteX1383" fmla="*/ 7717838 w 12192000"/>
              <a:gd name="connsiteY1383" fmla="*/ 1117443 h 2800590"/>
              <a:gd name="connsiteX1384" fmla="*/ 7725297 w 12192000"/>
              <a:gd name="connsiteY1384" fmla="*/ 1113102 h 2800590"/>
              <a:gd name="connsiteX1385" fmla="*/ 8884622 w 12192000"/>
              <a:gd name="connsiteY1385" fmla="*/ 1109512 h 2800590"/>
              <a:gd name="connsiteX1386" fmla="*/ 8867020 w 12192000"/>
              <a:gd name="connsiteY1386" fmla="*/ 1143554 h 2800590"/>
              <a:gd name="connsiteX1387" fmla="*/ 8846487 w 12192000"/>
              <a:gd name="connsiteY1387" fmla="*/ 1182032 h 2800590"/>
              <a:gd name="connsiteX1388" fmla="*/ 8925713 w 12192000"/>
              <a:gd name="connsiteY1388" fmla="*/ 1205888 h 2800590"/>
              <a:gd name="connsiteX1389" fmla="*/ 8951192 w 12192000"/>
              <a:gd name="connsiteY1389" fmla="*/ 1216152 h 2800590"/>
              <a:gd name="connsiteX1390" fmla="*/ 8988128 w 12192000"/>
              <a:gd name="connsiteY1390" fmla="*/ 1138690 h 2800590"/>
              <a:gd name="connsiteX1391" fmla="*/ 8886121 w 12192000"/>
              <a:gd name="connsiteY1391" fmla="*/ 1109817 h 2800590"/>
              <a:gd name="connsiteX1392" fmla="*/ 4009891 w 12192000"/>
              <a:gd name="connsiteY1392" fmla="*/ 1107494 h 2800590"/>
              <a:gd name="connsiteX1393" fmla="*/ 3999660 w 12192000"/>
              <a:gd name="connsiteY1393" fmla="*/ 1112414 h 2800590"/>
              <a:gd name="connsiteX1394" fmla="*/ 4072519 w 12192000"/>
              <a:gd name="connsiteY1394" fmla="*/ 1117059 h 2800590"/>
              <a:gd name="connsiteX1395" fmla="*/ 4664649 w 12192000"/>
              <a:gd name="connsiteY1395" fmla="*/ 1232235 h 2800590"/>
              <a:gd name="connsiteX1396" fmla="*/ 4911965 w 12192000"/>
              <a:gd name="connsiteY1396" fmla="*/ 1312358 h 2800590"/>
              <a:gd name="connsiteX1397" fmla="*/ 5481013 w 12192000"/>
              <a:gd name="connsiteY1397" fmla="*/ 1548015 h 2800590"/>
              <a:gd name="connsiteX1398" fmla="*/ 5838512 w 12192000"/>
              <a:gd name="connsiteY1398" fmla="*/ 1702199 h 2800590"/>
              <a:gd name="connsiteX1399" fmla="*/ 5993349 w 12192000"/>
              <a:gd name="connsiteY1399" fmla="*/ 1762699 h 2800590"/>
              <a:gd name="connsiteX1400" fmla="*/ 6016173 w 12192000"/>
              <a:gd name="connsiteY1400" fmla="*/ 1754807 h 2800590"/>
              <a:gd name="connsiteX1401" fmla="*/ 5959177 w 12192000"/>
              <a:gd name="connsiteY1401" fmla="*/ 1732618 h 2800590"/>
              <a:gd name="connsiteX1402" fmla="*/ 5573291 w 12192000"/>
              <a:gd name="connsiteY1402" fmla="*/ 1563891 h 2800590"/>
              <a:gd name="connsiteX1403" fmla="*/ 5050754 w 12192000"/>
              <a:gd name="connsiteY1403" fmla="*/ 1341381 h 2800590"/>
              <a:gd name="connsiteX1404" fmla="*/ 4802693 w 12192000"/>
              <a:gd name="connsiteY1404" fmla="*/ 1255429 h 2800590"/>
              <a:gd name="connsiteX1405" fmla="*/ 4159977 w 12192000"/>
              <a:gd name="connsiteY1405" fmla="*/ 1117967 h 2800590"/>
              <a:gd name="connsiteX1406" fmla="*/ 7876283 w 12192000"/>
              <a:gd name="connsiteY1406" fmla="*/ 1106672 h 2800590"/>
              <a:gd name="connsiteX1407" fmla="*/ 7815999 w 12192000"/>
              <a:gd name="connsiteY1407" fmla="*/ 1112656 h 2800590"/>
              <a:gd name="connsiteX1408" fmla="*/ 7765492 w 12192000"/>
              <a:gd name="connsiteY1408" fmla="*/ 1144471 h 2800590"/>
              <a:gd name="connsiteX1409" fmla="*/ 7829616 w 12192000"/>
              <a:gd name="connsiteY1409" fmla="*/ 1139473 h 2800590"/>
              <a:gd name="connsiteX1410" fmla="*/ 7837699 w 12192000"/>
              <a:gd name="connsiteY1410" fmla="*/ 1133011 h 2800590"/>
              <a:gd name="connsiteX1411" fmla="*/ 3837398 w 12192000"/>
              <a:gd name="connsiteY1411" fmla="*/ 1104489 h 2800590"/>
              <a:gd name="connsiteX1412" fmla="*/ 3821601 w 12192000"/>
              <a:gd name="connsiteY1412" fmla="*/ 1104602 h 2800590"/>
              <a:gd name="connsiteX1413" fmla="*/ 3836952 w 12192000"/>
              <a:gd name="connsiteY1413" fmla="*/ 1104646 h 2800590"/>
              <a:gd name="connsiteX1414" fmla="*/ 3906882 w 12192000"/>
              <a:gd name="connsiteY1414" fmla="*/ 1103991 h 2800590"/>
              <a:gd name="connsiteX1415" fmla="*/ 3879318 w 12192000"/>
              <a:gd name="connsiteY1415" fmla="*/ 1104189 h 2800590"/>
              <a:gd name="connsiteX1416" fmla="*/ 3877689 w 12192000"/>
              <a:gd name="connsiteY1416" fmla="*/ 1104761 h 2800590"/>
              <a:gd name="connsiteX1417" fmla="*/ 3879694 w 12192000"/>
              <a:gd name="connsiteY1417" fmla="*/ 1104766 h 2800590"/>
              <a:gd name="connsiteX1418" fmla="*/ 3901337 w 12192000"/>
              <a:gd name="connsiteY1418" fmla="*/ 1106146 h 2800590"/>
              <a:gd name="connsiteX1419" fmla="*/ 3903353 w 12192000"/>
              <a:gd name="connsiteY1419" fmla="*/ 1105229 h 2800590"/>
              <a:gd name="connsiteX1420" fmla="*/ 8395065 w 12192000"/>
              <a:gd name="connsiteY1420" fmla="*/ 1103915 h 2800590"/>
              <a:gd name="connsiteX1421" fmla="*/ 8393460 w 12192000"/>
              <a:gd name="connsiteY1421" fmla="*/ 1105834 h 2800590"/>
              <a:gd name="connsiteX1422" fmla="*/ 8351821 w 12192000"/>
              <a:gd name="connsiteY1422" fmla="*/ 1160196 h 2800590"/>
              <a:gd name="connsiteX1423" fmla="*/ 8447875 w 12192000"/>
              <a:gd name="connsiteY1423" fmla="*/ 1174789 h 2800590"/>
              <a:gd name="connsiteX1424" fmla="*/ 8488591 w 12192000"/>
              <a:gd name="connsiteY1424" fmla="*/ 1116702 h 2800590"/>
              <a:gd name="connsiteX1425" fmla="*/ 3954766 w 12192000"/>
              <a:gd name="connsiteY1425" fmla="*/ 1103648 h 2800590"/>
              <a:gd name="connsiteX1426" fmla="*/ 3945027 w 12192000"/>
              <a:gd name="connsiteY1426" fmla="*/ 1103718 h 2800590"/>
              <a:gd name="connsiteX1427" fmla="*/ 3932624 w 12192000"/>
              <a:gd name="connsiteY1427" fmla="*/ 1108140 h 2800590"/>
              <a:gd name="connsiteX1428" fmla="*/ 3973621 w 12192000"/>
              <a:gd name="connsiteY1428" fmla="*/ 1110754 h 2800590"/>
              <a:gd name="connsiteX1429" fmla="*/ 3984134 w 12192000"/>
              <a:gd name="connsiteY1429" fmla="*/ 1105697 h 2800590"/>
              <a:gd name="connsiteX1430" fmla="*/ 3002072 w 12192000"/>
              <a:gd name="connsiteY1430" fmla="*/ 1102199 h 2800590"/>
              <a:gd name="connsiteX1431" fmla="*/ 1713118 w 12192000"/>
              <a:gd name="connsiteY1431" fmla="*/ 1410838 h 2800590"/>
              <a:gd name="connsiteX1432" fmla="*/ 1426237 w 12192000"/>
              <a:gd name="connsiteY1432" fmla="*/ 1512543 h 2800590"/>
              <a:gd name="connsiteX1433" fmla="*/ 640980 w 12192000"/>
              <a:gd name="connsiteY1433" fmla="*/ 1696607 h 2800590"/>
              <a:gd name="connsiteX1434" fmla="*/ 433236 w 12192000"/>
              <a:gd name="connsiteY1434" fmla="*/ 1707744 h 2800590"/>
              <a:gd name="connsiteX1435" fmla="*/ 386636 w 12192000"/>
              <a:gd name="connsiteY1435" fmla="*/ 1707384 h 2800590"/>
              <a:gd name="connsiteX1436" fmla="*/ 272217 w 12192000"/>
              <a:gd name="connsiteY1436" fmla="*/ 1700780 h 2800590"/>
              <a:gd name="connsiteX1437" fmla="*/ 335296 w 12192000"/>
              <a:gd name="connsiteY1437" fmla="*/ 1706988 h 2800590"/>
              <a:gd name="connsiteX1438" fmla="*/ 386636 w 12192000"/>
              <a:gd name="connsiteY1438" fmla="*/ 1707384 h 2800590"/>
              <a:gd name="connsiteX1439" fmla="*/ 412310 w 12192000"/>
              <a:gd name="connsiteY1439" fmla="*/ 1708866 h 2800590"/>
              <a:gd name="connsiteX1440" fmla="*/ 433236 w 12192000"/>
              <a:gd name="connsiteY1440" fmla="*/ 1707744 h 2800590"/>
              <a:gd name="connsiteX1441" fmla="*/ 523123 w 12192000"/>
              <a:gd name="connsiteY1441" fmla="*/ 1708439 h 2800590"/>
              <a:gd name="connsiteX1442" fmla="*/ 724602 w 12192000"/>
              <a:gd name="connsiteY1442" fmla="*/ 1690773 h 2800590"/>
              <a:gd name="connsiteX1443" fmla="*/ 1546298 w 12192000"/>
              <a:gd name="connsiteY1443" fmla="*/ 1480915 h 2800590"/>
              <a:gd name="connsiteX1444" fmla="*/ 1674049 w 12192000"/>
              <a:gd name="connsiteY1444" fmla="*/ 1436388 h 2800590"/>
              <a:gd name="connsiteX1445" fmla="*/ 1706173 w 12192000"/>
              <a:gd name="connsiteY1445" fmla="*/ 1425102 h 2800590"/>
              <a:gd name="connsiteX1446" fmla="*/ 2921280 w 12192000"/>
              <a:gd name="connsiteY1446" fmla="*/ 1109970 h 2800590"/>
              <a:gd name="connsiteX1447" fmla="*/ 3051576 w 12192000"/>
              <a:gd name="connsiteY1447" fmla="*/ 1104556 h 2800590"/>
              <a:gd name="connsiteX1448" fmla="*/ 7971766 w 12192000"/>
              <a:gd name="connsiteY1448" fmla="*/ 1097194 h 2800590"/>
              <a:gd name="connsiteX1449" fmla="*/ 7903222 w 12192000"/>
              <a:gd name="connsiteY1449" fmla="*/ 1103998 h 2800590"/>
              <a:gd name="connsiteX1450" fmla="*/ 7854261 w 12192000"/>
              <a:gd name="connsiteY1450" fmla="*/ 1137552 h 2800590"/>
              <a:gd name="connsiteX1451" fmla="*/ 7928530 w 12192000"/>
              <a:gd name="connsiteY1451" fmla="*/ 1131762 h 2800590"/>
              <a:gd name="connsiteX1452" fmla="*/ 7931517 w 12192000"/>
              <a:gd name="connsiteY1452" fmla="*/ 1131802 h 2800590"/>
              <a:gd name="connsiteX1453" fmla="*/ 7970287 w 12192000"/>
              <a:gd name="connsiteY1453" fmla="*/ 1098284 h 2800590"/>
              <a:gd name="connsiteX1454" fmla="*/ 8293197 w 12192000"/>
              <a:gd name="connsiteY1454" fmla="*/ 1094651 h 2800590"/>
              <a:gd name="connsiteX1455" fmla="*/ 8255368 w 12192000"/>
              <a:gd name="connsiteY1455" fmla="*/ 1136236 h 2800590"/>
              <a:gd name="connsiteX1456" fmla="*/ 8248065 w 12192000"/>
              <a:gd name="connsiteY1456" fmla="*/ 1144951 h 2800590"/>
              <a:gd name="connsiteX1457" fmla="*/ 8255314 w 12192000"/>
              <a:gd name="connsiteY1457" fmla="*/ 1145533 h 2800590"/>
              <a:gd name="connsiteX1458" fmla="*/ 8337837 w 12192000"/>
              <a:gd name="connsiteY1458" fmla="*/ 1158071 h 2800590"/>
              <a:gd name="connsiteX1459" fmla="*/ 8380868 w 12192000"/>
              <a:gd name="connsiteY1459" fmla="*/ 1101974 h 2800590"/>
              <a:gd name="connsiteX1460" fmla="*/ 8357819 w 12192000"/>
              <a:gd name="connsiteY1460" fmla="*/ 1098823 h 2800590"/>
              <a:gd name="connsiteX1461" fmla="*/ 4041838 w 12192000"/>
              <a:gd name="connsiteY1461" fmla="*/ 1094061 h 2800590"/>
              <a:gd name="connsiteX1462" fmla="*/ 4035406 w 12192000"/>
              <a:gd name="connsiteY1462" fmla="*/ 1096333 h 2800590"/>
              <a:gd name="connsiteX1463" fmla="*/ 4200111 w 12192000"/>
              <a:gd name="connsiteY1463" fmla="*/ 1110491 h 2800590"/>
              <a:gd name="connsiteX1464" fmla="*/ 4806414 w 12192000"/>
              <a:gd name="connsiteY1464" fmla="*/ 1244018 h 2800590"/>
              <a:gd name="connsiteX1465" fmla="*/ 5054474 w 12192000"/>
              <a:gd name="connsiteY1465" fmla="*/ 1330219 h 2800590"/>
              <a:gd name="connsiteX1466" fmla="*/ 5577630 w 12192000"/>
              <a:gd name="connsiteY1466" fmla="*/ 1553472 h 2800590"/>
              <a:gd name="connsiteX1467" fmla="*/ 5962913 w 12192000"/>
              <a:gd name="connsiteY1467" fmla="*/ 1721672 h 2800590"/>
              <a:gd name="connsiteX1468" fmla="*/ 6032950 w 12192000"/>
              <a:gd name="connsiteY1468" fmla="*/ 1749006 h 2800590"/>
              <a:gd name="connsiteX1469" fmla="*/ 6052846 w 12192000"/>
              <a:gd name="connsiteY1469" fmla="*/ 1742125 h 2800590"/>
              <a:gd name="connsiteX1470" fmla="*/ 6057323 w 12192000"/>
              <a:gd name="connsiteY1470" fmla="*/ 1740203 h 2800590"/>
              <a:gd name="connsiteX1471" fmla="*/ 5670777 w 12192000"/>
              <a:gd name="connsiteY1471" fmla="*/ 1569099 h 2800590"/>
              <a:gd name="connsiteX1472" fmla="*/ 5194132 w 12192000"/>
              <a:gd name="connsiteY1472" fmla="*/ 1360482 h 2800590"/>
              <a:gd name="connsiteX1473" fmla="*/ 4945203 w 12192000"/>
              <a:gd name="connsiteY1473" fmla="*/ 1268452 h 2800590"/>
              <a:gd name="connsiteX1474" fmla="*/ 4082671 w 12192000"/>
              <a:gd name="connsiteY1474" fmla="*/ 1094500 h 2800590"/>
              <a:gd name="connsiteX1475" fmla="*/ 3994939 w 12192000"/>
              <a:gd name="connsiteY1475" fmla="*/ 1093557 h 2800590"/>
              <a:gd name="connsiteX1476" fmla="*/ 4005901 w 12192000"/>
              <a:gd name="connsiteY1476" fmla="*/ 1093797 h 2800590"/>
              <a:gd name="connsiteX1477" fmla="*/ 4008425 w 12192000"/>
              <a:gd name="connsiteY1477" fmla="*/ 1094014 h 2800590"/>
              <a:gd name="connsiteX1478" fmla="*/ 4009059 w 12192000"/>
              <a:gd name="connsiteY1478" fmla="*/ 1093709 h 2800590"/>
              <a:gd name="connsiteX1479" fmla="*/ 8073235 w 12192000"/>
              <a:gd name="connsiteY1479" fmla="*/ 1090502 h 2800590"/>
              <a:gd name="connsiteX1480" fmla="*/ 8037702 w 12192000"/>
              <a:gd name="connsiteY1480" fmla="*/ 1090649 h 2800590"/>
              <a:gd name="connsiteX1481" fmla="*/ 7996141 w 12192000"/>
              <a:gd name="connsiteY1481" fmla="*/ 1094775 h 2800590"/>
              <a:gd name="connsiteX1482" fmla="*/ 7978100 w 12192000"/>
              <a:gd name="connsiteY1482" fmla="*/ 1108082 h 2800590"/>
              <a:gd name="connsiteX1483" fmla="*/ 7950345 w 12192000"/>
              <a:gd name="connsiteY1483" fmla="*/ 1132054 h 2800590"/>
              <a:gd name="connsiteX1484" fmla="*/ 8027725 w 12192000"/>
              <a:gd name="connsiteY1484" fmla="*/ 1133090 h 2800590"/>
              <a:gd name="connsiteX1485" fmla="*/ 8175124 w 12192000"/>
              <a:gd name="connsiteY1485" fmla="*/ 1090080 h 2800590"/>
              <a:gd name="connsiteX1486" fmla="*/ 8092912 w 12192000"/>
              <a:gd name="connsiteY1486" fmla="*/ 1090421 h 2800590"/>
              <a:gd name="connsiteX1487" fmla="*/ 8047007 w 12192000"/>
              <a:gd name="connsiteY1487" fmla="*/ 1133348 h 2800590"/>
              <a:gd name="connsiteX1488" fmla="*/ 8114774 w 12192000"/>
              <a:gd name="connsiteY1488" fmla="*/ 1134255 h 2800590"/>
              <a:gd name="connsiteX1489" fmla="*/ 8130221 w 12192000"/>
              <a:gd name="connsiteY1489" fmla="*/ 1135495 h 2800590"/>
              <a:gd name="connsiteX1490" fmla="*/ 8219557 w 12192000"/>
              <a:gd name="connsiteY1490" fmla="*/ 1089896 h 2800590"/>
              <a:gd name="connsiteX1491" fmla="*/ 8191903 w 12192000"/>
              <a:gd name="connsiteY1491" fmla="*/ 1090011 h 2800590"/>
              <a:gd name="connsiteX1492" fmla="*/ 8145757 w 12192000"/>
              <a:gd name="connsiteY1492" fmla="*/ 1136741 h 2800590"/>
              <a:gd name="connsiteX1493" fmla="*/ 8232473 w 12192000"/>
              <a:gd name="connsiteY1493" fmla="*/ 1143700 h 2800590"/>
              <a:gd name="connsiteX1494" fmla="*/ 8245803 w 12192000"/>
              <a:gd name="connsiteY1494" fmla="*/ 1127818 h 2800590"/>
              <a:gd name="connsiteX1495" fmla="*/ 8276879 w 12192000"/>
              <a:gd name="connsiteY1495" fmla="*/ 1093597 h 2800590"/>
              <a:gd name="connsiteX1496" fmla="*/ 9158678 w 12192000"/>
              <a:gd name="connsiteY1496" fmla="*/ 1089737 h 2800590"/>
              <a:gd name="connsiteX1497" fmla="*/ 9157870 w 12192000"/>
              <a:gd name="connsiteY1497" fmla="*/ 1091710 h 2800590"/>
              <a:gd name="connsiteX1498" fmla="*/ 9124613 w 12192000"/>
              <a:gd name="connsiteY1498" fmla="*/ 1170227 h 2800590"/>
              <a:gd name="connsiteX1499" fmla="*/ 9171958 w 12192000"/>
              <a:gd name="connsiteY1499" fmla="*/ 1187020 h 2800590"/>
              <a:gd name="connsiteX1500" fmla="*/ 9234036 w 12192000"/>
              <a:gd name="connsiteY1500" fmla="*/ 1215055 h 2800590"/>
              <a:gd name="connsiteX1501" fmla="*/ 9267022 w 12192000"/>
              <a:gd name="connsiteY1501" fmla="*/ 1126640 h 2800590"/>
              <a:gd name="connsiteX1502" fmla="*/ 8768942 w 12192000"/>
              <a:gd name="connsiteY1502" fmla="*/ 1085949 h 2800590"/>
              <a:gd name="connsiteX1503" fmla="*/ 8731151 w 12192000"/>
              <a:gd name="connsiteY1503" fmla="*/ 1151604 h 2800590"/>
              <a:gd name="connsiteX1504" fmla="*/ 8781315 w 12192000"/>
              <a:gd name="connsiteY1504" fmla="*/ 1162407 h 2800590"/>
              <a:gd name="connsiteX1505" fmla="*/ 8833506 w 12192000"/>
              <a:gd name="connsiteY1505" fmla="*/ 1178123 h 2800590"/>
              <a:gd name="connsiteX1506" fmla="*/ 8854990 w 12192000"/>
              <a:gd name="connsiteY1506" fmla="*/ 1137848 h 2800590"/>
              <a:gd name="connsiteX1507" fmla="*/ 8871060 w 12192000"/>
              <a:gd name="connsiteY1507" fmla="*/ 1106749 h 2800590"/>
              <a:gd name="connsiteX1508" fmla="*/ 7839364 w 12192000"/>
              <a:gd name="connsiteY1508" fmla="*/ 1082888 h 2800590"/>
              <a:gd name="connsiteX1509" fmla="*/ 7803823 w 12192000"/>
              <a:gd name="connsiteY1509" fmla="*/ 1090466 h 2800590"/>
              <a:gd name="connsiteX1510" fmla="*/ 7763780 w 12192000"/>
              <a:gd name="connsiteY1510" fmla="*/ 1108955 h 2800590"/>
              <a:gd name="connsiteX1511" fmla="*/ 7812173 w 12192000"/>
              <a:gd name="connsiteY1511" fmla="*/ 1100014 h 2800590"/>
              <a:gd name="connsiteX1512" fmla="*/ 4081019 w 12192000"/>
              <a:gd name="connsiteY1512" fmla="*/ 1080221 h 2800590"/>
              <a:gd name="connsiteX1513" fmla="*/ 4076105 w 12192000"/>
              <a:gd name="connsiteY1513" fmla="*/ 1081957 h 2800590"/>
              <a:gd name="connsiteX1514" fmla="*/ 4134230 w 12192000"/>
              <a:gd name="connsiteY1514" fmla="*/ 1084334 h 2800590"/>
              <a:gd name="connsiteX1515" fmla="*/ 4948925 w 12192000"/>
              <a:gd name="connsiteY1515" fmla="*/ 1255925 h 2800590"/>
              <a:gd name="connsiteX1516" fmla="*/ 5198473 w 12192000"/>
              <a:gd name="connsiteY1516" fmla="*/ 1348079 h 2800590"/>
              <a:gd name="connsiteX1517" fmla="*/ 5675614 w 12192000"/>
              <a:gd name="connsiteY1517" fmla="*/ 1556945 h 2800590"/>
              <a:gd name="connsiteX1518" fmla="*/ 6073604 w 12192000"/>
              <a:gd name="connsiteY1518" fmla="*/ 1733210 h 2800590"/>
              <a:gd name="connsiteX1519" fmla="*/ 6100407 w 12192000"/>
              <a:gd name="connsiteY1519" fmla="*/ 1721696 h 2800590"/>
              <a:gd name="connsiteX1520" fmla="*/ 5987972 w 12192000"/>
              <a:gd name="connsiteY1520" fmla="*/ 1672466 h 2800590"/>
              <a:gd name="connsiteX1521" fmla="*/ 5769257 w 12192000"/>
              <a:gd name="connsiteY1521" fmla="*/ 1571457 h 2800590"/>
              <a:gd name="connsiteX1522" fmla="*/ 5338750 w 12192000"/>
              <a:gd name="connsiteY1522" fmla="*/ 1377598 h 2800590"/>
              <a:gd name="connsiteX1523" fmla="*/ 5088582 w 12192000"/>
              <a:gd name="connsiteY1523" fmla="*/ 1279615 h 2800590"/>
              <a:gd name="connsiteX1524" fmla="*/ 4263920 w 12192000"/>
              <a:gd name="connsiteY1524" fmla="*/ 1087341 h 2800590"/>
              <a:gd name="connsiteX1525" fmla="*/ 4017820 w 12192000"/>
              <a:gd name="connsiteY1525" fmla="*/ 1077761 h 2800590"/>
              <a:gd name="connsiteX1526" fmla="*/ 4013260 w 12192000"/>
              <a:gd name="connsiteY1526" fmla="*/ 1079387 h 2800590"/>
              <a:gd name="connsiteX1527" fmla="*/ 4041579 w 12192000"/>
              <a:gd name="connsiteY1527" fmla="*/ 1080545 h 2800590"/>
              <a:gd name="connsiteX1528" fmla="*/ 4046319 w 12192000"/>
              <a:gd name="connsiteY1528" fmla="*/ 1078871 h 2800590"/>
              <a:gd name="connsiteX1529" fmla="*/ 4085839 w 12192000"/>
              <a:gd name="connsiteY1529" fmla="*/ 1064905 h 2800590"/>
              <a:gd name="connsiteX1530" fmla="*/ 4069852 w 12192000"/>
              <a:gd name="connsiteY1530" fmla="*/ 1065614 h 2800590"/>
              <a:gd name="connsiteX1531" fmla="*/ 4083978 w 12192000"/>
              <a:gd name="connsiteY1531" fmla="*/ 1065563 h 2800590"/>
              <a:gd name="connsiteX1532" fmla="*/ 8659798 w 12192000"/>
              <a:gd name="connsiteY1532" fmla="*/ 1064886 h 2800590"/>
              <a:gd name="connsiteX1533" fmla="*/ 8619866 w 12192000"/>
              <a:gd name="connsiteY1533" fmla="*/ 1127637 h 2800590"/>
              <a:gd name="connsiteX1534" fmla="*/ 8717794 w 12192000"/>
              <a:gd name="connsiteY1534" fmla="*/ 1148727 h 2800590"/>
              <a:gd name="connsiteX1535" fmla="*/ 8755523 w 12192000"/>
              <a:gd name="connsiteY1535" fmla="*/ 1083216 h 2800590"/>
              <a:gd name="connsiteX1536" fmla="*/ 8673611 w 12192000"/>
              <a:gd name="connsiteY1536" fmla="*/ 1066532 h 2800590"/>
              <a:gd name="connsiteX1537" fmla="*/ 7938917 w 12192000"/>
              <a:gd name="connsiteY1537" fmla="*/ 1063917 h 2800590"/>
              <a:gd name="connsiteX1538" fmla="*/ 7914910 w 12192000"/>
              <a:gd name="connsiteY1538" fmla="*/ 1066783 h 2800590"/>
              <a:gd name="connsiteX1539" fmla="*/ 7882911 w 12192000"/>
              <a:gd name="connsiteY1539" fmla="*/ 1073605 h 2800590"/>
              <a:gd name="connsiteX1540" fmla="*/ 7858551 w 12192000"/>
              <a:gd name="connsiteY1540" fmla="*/ 1085851 h 2800590"/>
              <a:gd name="connsiteX1541" fmla="*/ 7841882 w 12192000"/>
              <a:gd name="connsiteY1541" fmla="*/ 1096350 h 2800590"/>
              <a:gd name="connsiteX1542" fmla="*/ 7900867 w 12192000"/>
              <a:gd name="connsiteY1542" fmla="*/ 1089890 h 2800590"/>
              <a:gd name="connsiteX1543" fmla="*/ 4133125 w 12192000"/>
              <a:gd name="connsiteY1543" fmla="*/ 1062807 h 2800590"/>
              <a:gd name="connsiteX1544" fmla="*/ 4129916 w 12192000"/>
              <a:gd name="connsiteY1544" fmla="*/ 1062950 h 2800590"/>
              <a:gd name="connsiteX1545" fmla="*/ 4120195 w 12192000"/>
              <a:gd name="connsiteY1545" fmla="*/ 1066384 h 2800590"/>
              <a:gd name="connsiteX1546" fmla="*/ 4342460 w 12192000"/>
              <a:gd name="connsiteY1546" fmla="*/ 1083010 h 2800590"/>
              <a:gd name="connsiteX1547" fmla="*/ 5091558 w 12192000"/>
              <a:gd name="connsiteY1547" fmla="*/ 1267708 h 2800590"/>
              <a:gd name="connsiteX1548" fmla="*/ 5342223 w 12192000"/>
              <a:gd name="connsiteY1548" fmla="*/ 1365816 h 2800590"/>
              <a:gd name="connsiteX1549" fmla="*/ 5773351 w 12192000"/>
              <a:gd name="connsiteY1549" fmla="*/ 1560046 h 2800590"/>
              <a:gd name="connsiteX1550" fmla="*/ 5991685 w 12192000"/>
              <a:gd name="connsiteY1550" fmla="*/ 1660867 h 2800590"/>
              <a:gd name="connsiteX1551" fmla="*/ 6115662 w 12192000"/>
              <a:gd name="connsiteY1551" fmla="*/ 1715143 h 2800590"/>
              <a:gd name="connsiteX1552" fmla="*/ 6142641 w 12192000"/>
              <a:gd name="connsiteY1552" fmla="*/ 1703556 h 2800590"/>
              <a:gd name="connsiteX1553" fmla="*/ 6096525 w 12192000"/>
              <a:gd name="connsiteY1553" fmla="*/ 1683052 h 2800590"/>
              <a:gd name="connsiteX1554" fmla="*/ 5864264 w 12192000"/>
              <a:gd name="connsiteY1554" fmla="*/ 1573565 h 2800590"/>
              <a:gd name="connsiteX1555" fmla="*/ 5479771 w 12192000"/>
              <a:gd name="connsiteY1555" fmla="*/ 1395334 h 2800590"/>
              <a:gd name="connsiteX1556" fmla="*/ 5228364 w 12192000"/>
              <a:gd name="connsiteY1556" fmla="*/ 1291397 h 2800590"/>
              <a:gd name="connsiteX1557" fmla="*/ 4133125 w 12192000"/>
              <a:gd name="connsiteY1557" fmla="*/ 1062807 h 2800590"/>
              <a:gd name="connsiteX1558" fmla="*/ 9039197 w 12192000"/>
              <a:gd name="connsiteY1558" fmla="*/ 1057467 h 2800590"/>
              <a:gd name="connsiteX1559" fmla="*/ 9011763 w 12192000"/>
              <a:gd name="connsiteY1559" fmla="*/ 1116887 h 2800590"/>
              <a:gd name="connsiteX1560" fmla="*/ 9005254 w 12192000"/>
              <a:gd name="connsiteY1560" fmla="*/ 1130527 h 2800590"/>
              <a:gd name="connsiteX1561" fmla="*/ 9042067 w 12192000"/>
              <a:gd name="connsiteY1561" fmla="*/ 1140947 h 2800590"/>
              <a:gd name="connsiteX1562" fmla="*/ 9112002 w 12192000"/>
              <a:gd name="connsiteY1562" fmla="*/ 1165754 h 2800590"/>
              <a:gd name="connsiteX1563" fmla="*/ 9145715 w 12192000"/>
              <a:gd name="connsiteY1563" fmla="*/ 1086252 h 2800590"/>
              <a:gd name="connsiteX1564" fmla="*/ 9145855 w 12192000"/>
              <a:gd name="connsiteY1564" fmla="*/ 1085908 h 2800590"/>
              <a:gd name="connsiteX1565" fmla="*/ 7894932 w 12192000"/>
              <a:gd name="connsiteY1565" fmla="*/ 1053454 h 2800590"/>
              <a:gd name="connsiteX1566" fmla="*/ 7861254 w 12192000"/>
              <a:gd name="connsiteY1566" fmla="*/ 1063947 h 2800590"/>
              <a:gd name="connsiteX1567" fmla="*/ 7852910 w 12192000"/>
              <a:gd name="connsiteY1567" fmla="*/ 1067800 h 2800590"/>
              <a:gd name="connsiteX1568" fmla="*/ 7875979 w 12192000"/>
              <a:gd name="connsiteY1568" fmla="*/ 1062989 h 2800590"/>
              <a:gd name="connsiteX1569" fmla="*/ 8032002 w 12192000"/>
              <a:gd name="connsiteY1569" fmla="*/ 1052803 h 2800590"/>
              <a:gd name="connsiteX1570" fmla="*/ 7966517 w 12192000"/>
              <a:gd name="connsiteY1570" fmla="*/ 1060621 h 2800590"/>
              <a:gd name="connsiteX1571" fmla="*/ 7928171 w 12192000"/>
              <a:gd name="connsiteY1571" fmla="*/ 1086900 h 2800590"/>
              <a:gd name="connsiteX1572" fmla="*/ 7972658 w 12192000"/>
              <a:gd name="connsiteY1572" fmla="*/ 1082028 h 2800590"/>
              <a:gd name="connsiteX1573" fmla="*/ 7993408 w 12192000"/>
              <a:gd name="connsiteY1573" fmla="*/ 1081245 h 2800590"/>
              <a:gd name="connsiteX1574" fmla="*/ 8551109 w 12192000"/>
              <a:gd name="connsiteY1574" fmla="*/ 1051935 h 2800590"/>
              <a:gd name="connsiteX1575" fmla="*/ 8531768 w 12192000"/>
              <a:gd name="connsiteY1575" fmla="*/ 1077213 h 2800590"/>
              <a:gd name="connsiteX1576" fmla="*/ 8511211 w 12192000"/>
              <a:gd name="connsiteY1576" fmla="*/ 1106609 h 2800590"/>
              <a:gd name="connsiteX1577" fmla="*/ 8535027 w 12192000"/>
              <a:gd name="connsiteY1577" fmla="*/ 1109366 h 2800590"/>
              <a:gd name="connsiteX1578" fmla="*/ 8606258 w 12192000"/>
              <a:gd name="connsiteY1578" fmla="*/ 1124707 h 2800590"/>
              <a:gd name="connsiteX1579" fmla="*/ 8645412 w 12192000"/>
              <a:gd name="connsiteY1579" fmla="*/ 1063172 h 2800590"/>
              <a:gd name="connsiteX1580" fmla="*/ 4125984 w 12192000"/>
              <a:gd name="connsiteY1580" fmla="*/ 1050719 h 2800590"/>
              <a:gd name="connsiteX1581" fmla="*/ 4111971 w 12192000"/>
              <a:gd name="connsiteY1581" fmla="*/ 1051179 h 2800590"/>
              <a:gd name="connsiteX1582" fmla="*/ 4124249 w 12192000"/>
              <a:gd name="connsiteY1582" fmla="*/ 1051332 h 2800590"/>
              <a:gd name="connsiteX1583" fmla="*/ 4261423 w 12192000"/>
              <a:gd name="connsiteY1583" fmla="*/ 1046275 h 2800590"/>
              <a:gd name="connsiteX1584" fmla="*/ 4168491 w 12192000"/>
              <a:gd name="connsiteY1584" fmla="*/ 1049324 h 2800590"/>
              <a:gd name="connsiteX1585" fmla="*/ 4161488 w 12192000"/>
              <a:gd name="connsiteY1585" fmla="*/ 1051798 h 2800590"/>
              <a:gd name="connsiteX1586" fmla="*/ 4234766 w 12192000"/>
              <a:gd name="connsiteY1586" fmla="*/ 1052714 h 2800590"/>
              <a:gd name="connsiteX1587" fmla="*/ 5233077 w 12192000"/>
              <a:gd name="connsiteY1587" fmla="*/ 1279615 h 2800590"/>
              <a:gd name="connsiteX1588" fmla="*/ 5484981 w 12192000"/>
              <a:gd name="connsiteY1588" fmla="*/ 1383675 h 2800590"/>
              <a:gd name="connsiteX1589" fmla="*/ 5869471 w 12192000"/>
              <a:gd name="connsiteY1589" fmla="*/ 1562154 h 2800590"/>
              <a:gd name="connsiteX1590" fmla="*/ 6101352 w 12192000"/>
              <a:gd name="connsiteY1590" fmla="*/ 1671436 h 2800590"/>
              <a:gd name="connsiteX1591" fmla="*/ 6158394 w 12192000"/>
              <a:gd name="connsiteY1591" fmla="*/ 1696789 h 2800590"/>
              <a:gd name="connsiteX1592" fmla="*/ 6189444 w 12192000"/>
              <a:gd name="connsiteY1592" fmla="*/ 1683452 h 2800590"/>
              <a:gd name="connsiteX1593" fmla="*/ 5962371 w 12192000"/>
              <a:gd name="connsiteY1593" fmla="*/ 1574061 h 2800590"/>
              <a:gd name="connsiteX1594" fmla="*/ 5624018 w 12192000"/>
              <a:gd name="connsiteY1594" fmla="*/ 1412822 h 2800590"/>
              <a:gd name="connsiteX1595" fmla="*/ 5371370 w 12192000"/>
              <a:gd name="connsiteY1595" fmla="*/ 1302932 h 2800590"/>
              <a:gd name="connsiteX1596" fmla="*/ 4261423 w 12192000"/>
              <a:gd name="connsiteY1596" fmla="*/ 1046275 h 2800590"/>
              <a:gd name="connsiteX1597" fmla="*/ 8130475 w 12192000"/>
              <a:gd name="connsiteY1597" fmla="*/ 1041046 h 2800590"/>
              <a:gd name="connsiteX1598" fmla="*/ 8057096 w 12192000"/>
              <a:gd name="connsiteY1598" fmla="*/ 1049807 h 2800590"/>
              <a:gd name="connsiteX1599" fmla="*/ 8015616 w 12192000"/>
              <a:gd name="connsiteY1599" fmla="*/ 1080407 h 2800590"/>
              <a:gd name="connsiteX1600" fmla="*/ 8086896 w 12192000"/>
              <a:gd name="connsiteY1600" fmla="*/ 1077718 h 2800590"/>
              <a:gd name="connsiteX1601" fmla="*/ 8101633 w 12192000"/>
              <a:gd name="connsiteY1601" fmla="*/ 1063927 h 2800590"/>
              <a:gd name="connsiteX1602" fmla="*/ 8447863 w 12192000"/>
              <a:gd name="connsiteY1602" fmla="*/ 1040803 h 2800590"/>
              <a:gd name="connsiteX1603" fmla="*/ 8403266 w 12192000"/>
              <a:gd name="connsiteY1603" fmla="*/ 1094111 h 2800590"/>
              <a:gd name="connsiteX1604" fmla="*/ 8496832 w 12192000"/>
              <a:gd name="connsiteY1604" fmla="*/ 1104944 h 2800590"/>
              <a:gd name="connsiteX1605" fmla="*/ 8521768 w 12192000"/>
              <a:gd name="connsiteY1605" fmla="*/ 1069369 h 2800590"/>
              <a:gd name="connsiteX1606" fmla="*/ 8536491 w 12192000"/>
              <a:gd name="connsiteY1606" fmla="*/ 1050193 h 2800590"/>
              <a:gd name="connsiteX1607" fmla="*/ 8464118 w 12192000"/>
              <a:gd name="connsiteY1607" fmla="*/ 1041570 h 2800590"/>
              <a:gd name="connsiteX1608" fmla="*/ 8227316 w 12192000"/>
              <a:gd name="connsiteY1608" fmla="*/ 1037293 h 2800590"/>
              <a:gd name="connsiteX1609" fmla="*/ 8154602 w 12192000"/>
              <a:gd name="connsiteY1609" fmla="*/ 1038905 h 2800590"/>
              <a:gd name="connsiteX1610" fmla="*/ 8109571 w 12192000"/>
              <a:gd name="connsiteY1610" fmla="*/ 1074842 h 2800590"/>
              <a:gd name="connsiteX1611" fmla="*/ 8107320 w 12192000"/>
              <a:gd name="connsiteY1611" fmla="*/ 1076947 h 2800590"/>
              <a:gd name="connsiteX1612" fmla="*/ 8130656 w 12192000"/>
              <a:gd name="connsiteY1612" fmla="*/ 1076066 h 2800590"/>
              <a:gd name="connsiteX1613" fmla="*/ 8187217 w 12192000"/>
              <a:gd name="connsiteY1613" fmla="*/ 1077849 h 2800590"/>
              <a:gd name="connsiteX1614" fmla="*/ 9314215 w 12192000"/>
              <a:gd name="connsiteY1614" fmla="*/ 1037174 h 2800590"/>
              <a:gd name="connsiteX1615" fmla="*/ 9304101 w 12192000"/>
              <a:gd name="connsiteY1615" fmla="*/ 1063307 h 2800590"/>
              <a:gd name="connsiteX1616" fmla="*/ 9283272 w 12192000"/>
              <a:gd name="connsiteY1616" fmla="*/ 1119169 h 2800590"/>
              <a:gd name="connsiteX1617" fmla="*/ 9293102 w 12192000"/>
              <a:gd name="connsiteY1617" fmla="*/ 1122514 h 2800590"/>
              <a:gd name="connsiteX1618" fmla="*/ 9394346 w 12192000"/>
              <a:gd name="connsiteY1618" fmla="*/ 1167233 h 2800590"/>
              <a:gd name="connsiteX1619" fmla="*/ 9424385 w 12192000"/>
              <a:gd name="connsiteY1619" fmla="*/ 1074658 h 2800590"/>
              <a:gd name="connsiteX1620" fmla="*/ 9410224 w 12192000"/>
              <a:gd name="connsiteY1620" fmla="*/ 1068536 h 2800590"/>
              <a:gd name="connsiteX1621" fmla="*/ 8346526 w 12192000"/>
              <a:gd name="connsiteY1621" fmla="*/ 1036024 h 2800590"/>
              <a:gd name="connsiteX1622" fmla="*/ 8304128 w 12192000"/>
              <a:gd name="connsiteY1622" fmla="*/ 1082633 h 2800590"/>
              <a:gd name="connsiteX1623" fmla="*/ 8388655 w 12192000"/>
              <a:gd name="connsiteY1623" fmla="*/ 1092420 h 2800590"/>
              <a:gd name="connsiteX1624" fmla="*/ 8432390 w 12192000"/>
              <a:gd name="connsiteY1624" fmla="*/ 1040074 h 2800590"/>
              <a:gd name="connsiteX1625" fmla="*/ 8326711 w 12192000"/>
              <a:gd name="connsiteY1625" fmla="*/ 1035090 h 2800590"/>
              <a:gd name="connsiteX1626" fmla="*/ 8244764 w 12192000"/>
              <a:gd name="connsiteY1626" fmla="*/ 1036906 h 2800590"/>
              <a:gd name="connsiteX1627" fmla="*/ 8241911 w 12192000"/>
              <a:gd name="connsiteY1627" fmla="*/ 1039369 h 2800590"/>
              <a:gd name="connsiteX1628" fmla="*/ 8203409 w 12192000"/>
              <a:gd name="connsiteY1628" fmla="*/ 1078359 h 2800590"/>
              <a:gd name="connsiteX1629" fmla="*/ 8288288 w 12192000"/>
              <a:gd name="connsiteY1629" fmla="*/ 1081034 h 2800590"/>
              <a:gd name="connsiteX1630" fmla="*/ 8329875 w 12192000"/>
              <a:gd name="connsiteY1630" fmla="*/ 1035239 h 2800590"/>
              <a:gd name="connsiteX1631" fmla="*/ 8924590 w 12192000"/>
              <a:gd name="connsiteY1631" fmla="*/ 1032215 h 2800590"/>
              <a:gd name="connsiteX1632" fmla="*/ 8890546 w 12192000"/>
              <a:gd name="connsiteY1632" fmla="*/ 1098056 h 2800590"/>
              <a:gd name="connsiteX1633" fmla="*/ 8993594 w 12192000"/>
              <a:gd name="connsiteY1633" fmla="*/ 1127226 h 2800590"/>
              <a:gd name="connsiteX1634" fmla="*/ 9000476 w 12192000"/>
              <a:gd name="connsiteY1634" fmla="*/ 1112794 h 2800590"/>
              <a:gd name="connsiteX1635" fmla="*/ 9027536 w 12192000"/>
              <a:gd name="connsiteY1635" fmla="*/ 1054358 h 2800590"/>
              <a:gd name="connsiteX1636" fmla="*/ 8993654 w 12192000"/>
              <a:gd name="connsiteY1636" fmla="*/ 1045323 h 2800590"/>
              <a:gd name="connsiteX1637" fmla="*/ 4387732 w 12192000"/>
              <a:gd name="connsiteY1637" fmla="*/ 1031428 h 2800590"/>
              <a:gd name="connsiteX1638" fmla="*/ 4231457 w 12192000"/>
              <a:gd name="connsiteY1638" fmla="*/ 1034427 h 2800590"/>
              <a:gd name="connsiteX1639" fmla="*/ 4388397 w 12192000"/>
              <a:gd name="connsiteY1639" fmla="*/ 1039578 h 2800590"/>
              <a:gd name="connsiteX1640" fmla="*/ 5375216 w 12192000"/>
              <a:gd name="connsiteY1640" fmla="*/ 1291397 h 2800590"/>
              <a:gd name="connsiteX1641" fmla="*/ 5628359 w 12192000"/>
              <a:gd name="connsiteY1641" fmla="*/ 1401535 h 2800590"/>
              <a:gd name="connsiteX1642" fmla="*/ 5966960 w 12192000"/>
              <a:gd name="connsiteY1642" fmla="*/ 1562774 h 2800590"/>
              <a:gd name="connsiteX1643" fmla="*/ 6204249 w 12192000"/>
              <a:gd name="connsiteY1643" fmla="*/ 1677093 h 2800590"/>
              <a:gd name="connsiteX1644" fmla="*/ 6238312 w 12192000"/>
              <a:gd name="connsiteY1644" fmla="*/ 1662461 h 2800590"/>
              <a:gd name="connsiteX1645" fmla="*/ 6058494 w 12192000"/>
              <a:gd name="connsiteY1645" fmla="*/ 1573813 h 2800590"/>
              <a:gd name="connsiteX1646" fmla="*/ 5766280 w 12192000"/>
              <a:gd name="connsiteY1646" fmla="*/ 1430062 h 2800590"/>
              <a:gd name="connsiteX1647" fmla="*/ 5512390 w 12192000"/>
              <a:gd name="connsiteY1647" fmla="*/ 1314219 h 2800590"/>
              <a:gd name="connsiteX1648" fmla="*/ 4387732 w 12192000"/>
              <a:gd name="connsiteY1648" fmla="*/ 1031428 h 2800590"/>
              <a:gd name="connsiteX1649" fmla="*/ 7994535 w 12192000"/>
              <a:gd name="connsiteY1649" fmla="*/ 1028087 h 2800590"/>
              <a:gd name="connsiteX1650" fmla="*/ 7957996 w 12192000"/>
              <a:gd name="connsiteY1650" fmla="*/ 1035861 h 2800590"/>
              <a:gd name="connsiteX1651" fmla="*/ 7923920 w 12192000"/>
              <a:gd name="connsiteY1651" fmla="*/ 1052991 h 2800590"/>
              <a:gd name="connsiteX1652" fmla="*/ 7931837 w 12192000"/>
              <a:gd name="connsiteY1652" fmla="*/ 1051339 h 2800590"/>
              <a:gd name="connsiteX1653" fmla="*/ 7963355 w 12192000"/>
              <a:gd name="connsiteY1653" fmla="*/ 1047234 h 2800590"/>
              <a:gd name="connsiteX1654" fmla="*/ 7979121 w 12192000"/>
              <a:gd name="connsiteY1654" fmla="*/ 1036471 h 2800590"/>
              <a:gd name="connsiteX1655" fmla="*/ 4326245 w 12192000"/>
              <a:gd name="connsiteY1655" fmla="*/ 1018780 h 2800590"/>
              <a:gd name="connsiteX1656" fmla="*/ 4314800 w 12192000"/>
              <a:gd name="connsiteY1656" fmla="*/ 1018844 h 2800590"/>
              <a:gd name="connsiteX1657" fmla="*/ 4309832 w 12192000"/>
              <a:gd name="connsiteY1657" fmla="*/ 1019413 h 2800590"/>
              <a:gd name="connsiteX1658" fmla="*/ 4515505 w 12192000"/>
              <a:gd name="connsiteY1658" fmla="*/ 1017718 h 2800590"/>
              <a:gd name="connsiteX1659" fmla="*/ 4342848 w 12192000"/>
              <a:gd name="connsiteY1659" fmla="*/ 1018687 h 2800590"/>
              <a:gd name="connsiteX1660" fmla="*/ 4516797 w 12192000"/>
              <a:gd name="connsiteY1660" fmla="*/ 1027110 h 2800590"/>
              <a:gd name="connsiteX1661" fmla="*/ 5517352 w 12192000"/>
              <a:gd name="connsiteY1661" fmla="*/ 1303552 h 2800590"/>
              <a:gd name="connsiteX1662" fmla="*/ 5771614 w 12192000"/>
              <a:gd name="connsiteY1662" fmla="*/ 1419644 h 2800590"/>
              <a:gd name="connsiteX1663" fmla="*/ 6064074 w 12192000"/>
              <a:gd name="connsiteY1663" fmla="*/ 1563394 h 2800590"/>
              <a:gd name="connsiteX1664" fmla="*/ 6252032 w 12192000"/>
              <a:gd name="connsiteY1664" fmla="*/ 1656127 h 2800590"/>
              <a:gd name="connsiteX1665" fmla="*/ 6285760 w 12192000"/>
              <a:gd name="connsiteY1665" fmla="*/ 1639757 h 2800590"/>
              <a:gd name="connsiteX1666" fmla="*/ 6155856 w 12192000"/>
              <a:gd name="connsiteY1666" fmla="*/ 1574185 h 2800590"/>
              <a:gd name="connsiteX1667" fmla="*/ 5909535 w 12192000"/>
              <a:gd name="connsiteY1667" fmla="*/ 1449411 h 2800590"/>
              <a:gd name="connsiteX1668" fmla="*/ 5654529 w 12192000"/>
              <a:gd name="connsiteY1668" fmla="*/ 1327614 h 2800590"/>
              <a:gd name="connsiteX1669" fmla="*/ 4515505 w 12192000"/>
              <a:gd name="connsiteY1669" fmla="*/ 1017718 h 2800590"/>
              <a:gd name="connsiteX1670" fmla="*/ 8812500 w 12192000"/>
              <a:gd name="connsiteY1670" fmla="*/ 1010942 h 2800590"/>
              <a:gd name="connsiteX1671" fmla="*/ 8808525 w 12192000"/>
              <a:gd name="connsiteY1671" fmla="*/ 1017183 h 2800590"/>
              <a:gd name="connsiteX1672" fmla="*/ 8775115 w 12192000"/>
              <a:gd name="connsiteY1672" fmla="*/ 1075226 h 2800590"/>
              <a:gd name="connsiteX1673" fmla="*/ 8876976 w 12192000"/>
              <a:gd name="connsiteY1673" fmla="*/ 1095300 h 2800590"/>
              <a:gd name="connsiteX1674" fmla="*/ 8910915 w 12192000"/>
              <a:gd name="connsiteY1674" fmla="*/ 1029620 h 2800590"/>
              <a:gd name="connsiteX1675" fmla="*/ 8093189 w 12192000"/>
              <a:gd name="connsiteY1675" fmla="*/ 1007711 h 2800590"/>
              <a:gd name="connsiteX1676" fmla="*/ 8085143 w 12192000"/>
              <a:gd name="connsiteY1676" fmla="*/ 1008810 h 2800590"/>
              <a:gd name="connsiteX1677" fmla="*/ 8038193 w 12192000"/>
              <a:gd name="connsiteY1677" fmla="*/ 1018799 h 2800590"/>
              <a:gd name="connsiteX1678" fmla="*/ 7993322 w 12192000"/>
              <a:gd name="connsiteY1678" fmla="*/ 1043331 h 2800590"/>
              <a:gd name="connsiteX1679" fmla="*/ 8055920 w 12192000"/>
              <a:gd name="connsiteY1679" fmla="*/ 1035177 h 2800590"/>
              <a:gd name="connsiteX1680" fmla="*/ 9193922 w 12192000"/>
              <a:gd name="connsiteY1680" fmla="*/ 1003645 h 2800590"/>
              <a:gd name="connsiteX1681" fmla="*/ 9163336 w 12192000"/>
              <a:gd name="connsiteY1681" fmla="*/ 1078358 h 2800590"/>
              <a:gd name="connsiteX1682" fmla="*/ 9271326 w 12192000"/>
              <a:gd name="connsiteY1682" fmla="*/ 1115104 h 2800590"/>
              <a:gd name="connsiteX1683" fmla="*/ 9291946 w 12192000"/>
              <a:gd name="connsiteY1683" fmla="*/ 1059834 h 2800590"/>
              <a:gd name="connsiteX1684" fmla="*/ 9301555 w 12192000"/>
              <a:gd name="connsiteY1684" fmla="*/ 1033039 h 2800590"/>
              <a:gd name="connsiteX1685" fmla="*/ 9268533 w 12192000"/>
              <a:gd name="connsiteY1685" fmla="*/ 1022252 h 2800590"/>
              <a:gd name="connsiteX1686" fmla="*/ 8705151 w 12192000"/>
              <a:gd name="connsiteY1686" fmla="*/ 998405 h 2800590"/>
              <a:gd name="connsiteX1687" fmla="*/ 8671379 w 12192000"/>
              <a:gd name="connsiteY1687" fmla="*/ 1046687 h 2800590"/>
              <a:gd name="connsiteX1688" fmla="*/ 8666802 w 12192000"/>
              <a:gd name="connsiteY1688" fmla="*/ 1053880 h 2800590"/>
              <a:gd name="connsiteX1689" fmla="*/ 8761652 w 12192000"/>
              <a:gd name="connsiteY1689" fmla="*/ 1072573 h 2800590"/>
              <a:gd name="connsiteX1690" fmla="*/ 8797579 w 12192000"/>
              <a:gd name="connsiteY1690" fmla="*/ 1010191 h 2800590"/>
              <a:gd name="connsiteX1691" fmla="*/ 8798555 w 12192000"/>
              <a:gd name="connsiteY1691" fmla="*/ 1008659 h 2800590"/>
              <a:gd name="connsiteX1692" fmla="*/ 4592244 w 12192000"/>
              <a:gd name="connsiteY1692" fmla="*/ 998309 h 2800590"/>
              <a:gd name="connsiteX1693" fmla="*/ 4441588 w 12192000"/>
              <a:gd name="connsiteY1693" fmla="*/ 999234 h 2800590"/>
              <a:gd name="connsiteX1694" fmla="*/ 4393021 w 12192000"/>
              <a:gd name="connsiteY1694" fmla="*/ 1004334 h 2800590"/>
              <a:gd name="connsiteX1695" fmla="*/ 4463354 w 12192000"/>
              <a:gd name="connsiteY1695" fmla="*/ 1002515 h 2800590"/>
              <a:gd name="connsiteX1696" fmla="*/ 5658870 w 12192000"/>
              <a:gd name="connsiteY1696" fmla="*/ 1315211 h 2800590"/>
              <a:gd name="connsiteX1697" fmla="*/ 5914373 w 12192000"/>
              <a:gd name="connsiteY1697" fmla="*/ 1437132 h 2800590"/>
              <a:gd name="connsiteX1698" fmla="*/ 6160818 w 12192000"/>
              <a:gd name="connsiteY1698" fmla="*/ 1562030 h 2800590"/>
              <a:gd name="connsiteX1699" fmla="*/ 6300520 w 12192000"/>
              <a:gd name="connsiteY1699" fmla="*/ 1632595 h 2800590"/>
              <a:gd name="connsiteX1700" fmla="*/ 6338712 w 12192000"/>
              <a:gd name="connsiteY1700" fmla="*/ 1614059 h 2800590"/>
              <a:gd name="connsiteX1701" fmla="*/ 6253220 w 12192000"/>
              <a:gd name="connsiteY1701" fmla="*/ 1569720 h 2800590"/>
              <a:gd name="connsiteX1702" fmla="*/ 6052913 w 12192000"/>
              <a:gd name="connsiteY1702" fmla="*/ 1465163 h 2800590"/>
              <a:gd name="connsiteX1703" fmla="*/ 5796668 w 12192000"/>
              <a:gd name="connsiteY1703" fmla="*/ 1337289 h 2800590"/>
              <a:gd name="connsiteX1704" fmla="*/ 4592244 w 12192000"/>
              <a:gd name="connsiteY1704" fmla="*/ 998309 h 2800590"/>
              <a:gd name="connsiteX1705" fmla="*/ 8188975 w 12192000"/>
              <a:gd name="connsiteY1705" fmla="*/ 994635 h 2800590"/>
              <a:gd name="connsiteX1706" fmla="*/ 8120782 w 12192000"/>
              <a:gd name="connsiteY1706" fmla="*/ 1003945 h 2800590"/>
              <a:gd name="connsiteX1707" fmla="*/ 8113277 w 12192000"/>
              <a:gd name="connsiteY1707" fmla="*/ 1008362 h 2800590"/>
              <a:gd name="connsiteX1708" fmla="*/ 8081433 w 12192000"/>
              <a:gd name="connsiteY1708" fmla="*/ 1031853 h 2800590"/>
              <a:gd name="connsiteX1709" fmla="*/ 8083721 w 12192000"/>
              <a:gd name="connsiteY1709" fmla="*/ 1031555 h 2800590"/>
              <a:gd name="connsiteX1710" fmla="*/ 8146936 w 12192000"/>
              <a:gd name="connsiteY1710" fmla="*/ 1027986 h 2800590"/>
              <a:gd name="connsiteX1711" fmla="*/ 8057955 w 12192000"/>
              <a:gd name="connsiteY1711" fmla="*/ 993592 h 2800590"/>
              <a:gd name="connsiteX1712" fmla="*/ 8054695 w 12192000"/>
              <a:gd name="connsiteY1712" fmla="*/ 994367 h 2800590"/>
              <a:gd name="connsiteX1713" fmla="*/ 8010458 w 12192000"/>
              <a:gd name="connsiteY1713" fmla="*/ 1009490 h 2800590"/>
              <a:gd name="connsiteX1714" fmla="*/ 7999389 w 12192000"/>
              <a:gd name="connsiteY1714" fmla="*/ 1015054 h 2800590"/>
              <a:gd name="connsiteX1715" fmla="*/ 8030227 w 12192000"/>
              <a:gd name="connsiteY1715" fmla="*/ 1008673 h 2800590"/>
              <a:gd name="connsiteX1716" fmla="*/ 8283550 w 12192000"/>
              <a:gd name="connsiteY1716" fmla="*/ 987750 h 2800590"/>
              <a:gd name="connsiteX1717" fmla="*/ 8214271 w 12192000"/>
              <a:gd name="connsiteY1717" fmla="*/ 991285 h 2800590"/>
              <a:gd name="connsiteX1718" fmla="*/ 8169909 w 12192000"/>
              <a:gd name="connsiteY1718" fmla="*/ 1026689 h 2800590"/>
              <a:gd name="connsiteX1719" fmla="*/ 8239431 w 12192000"/>
              <a:gd name="connsiteY1719" fmla="*/ 1022764 h 2800590"/>
              <a:gd name="connsiteX1720" fmla="*/ 8242979 w 12192000"/>
              <a:gd name="connsiteY1720" fmla="*/ 1022813 h 2800590"/>
              <a:gd name="connsiteX1721" fmla="*/ 8600830 w 12192000"/>
              <a:gd name="connsiteY1721" fmla="*/ 986951 h 2800590"/>
              <a:gd name="connsiteX1722" fmla="*/ 8559584 w 12192000"/>
              <a:gd name="connsiteY1722" fmla="*/ 1040858 h 2800590"/>
              <a:gd name="connsiteX1723" fmla="*/ 8641854 w 12192000"/>
              <a:gd name="connsiteY1723" fmla="*/ 1048964 h 2800590"/>
              <a:gd name="connsiteX1724" fmla="*/ 8653049 w 12192000"/>
              <a:gd name="connsiteY1724" fmla="*/ 1051170 h 2800590"/>
              <a:gd name="connsiteX1725" fmla="*/ 8660449 w 12192000"/>
              <a:gd name="connsiteY1725" fmla="*/ 1039540 h 2800590"/>
              <a:gd name="connsiteX1726" fmla="*/ 8690374 w 12192000"/>
              <a:gd name="connsiteY1726" fmla="*/ 996782 h 2800590"/>
              <a:gd name="connsiteX1727" fmla="*/ 8379576 w 12192000"/>
              <a:gd name="connsiteY1727" fmla="*/ 982849 h 2800590"/>
              <a:gd name="connsiteX1728" fmla="*/ 8302846 w 12192000"/>
              <a:gd name="connsiteY1728" fmla="*/ 986765 h 2800590"/>
              <a:gd name="connsiteX1729" fmla="*/ 8260801 w 12192000"/>
              <a:gd name="connsiteY1729" fmla="*/ 1023062 h 2800590"/>
              <a:gd name="connsiteX1730" fmla="*/ 8339933 w 12192000"/>
              <a:gd name="connsiteY1730" fmla="*/ 1024164 h 2800590"/>
              <a:gd name="connsiteX1731" fmla="*/ 8365321 w 12192000"/>
              <a:gd name="connsiteY1731" fmla="*/ 996207 h 2800590"/>
              <a:gd name="connsiteX1732" fmla="*/ 4567843 w 12192000"/>
              <a:gd name="connsiteY1732" fmla="*/ 982534 h 2800590"/>
              <a:gd name="connsiteX1733" fmla="*/ 4513292 w 12192000"/>
              <a:gd name="connsiteY1733" fmla="*/ 987757 h 2800590"/>
              <a:gd name="connsiteX1734" fmla="*/ 4591450 w 12192000"/>
              <a:gd name="connsiteY1734" fmla="*/ 986716 h 2800590"/>
              <a:gd name="connsiteX1735" fmla="*/ 5801504 w 12192000"/>
              <a:gd name="connsiteY1735" fmla="*/ 1326994 h 2800590"/>
              <a:gd name="connsiteX1736" fmla="*/ 6058122 w 12192000"/>
              <a:gd name="connsiteY1736" fmla="*/ 1454993 h 2800590"/>
              <a:gd name="connsiteX1737" fmla="*/ 6258429 w 12192000"/>
              <a:gd name="connsiteY1737" fmla="*/ 1559674 h 2800590"/>
              <a:gd name="connsiteX1738" fmla="*/ 6351354 w 12192000"/>
              <a:gd name="connsiteY1738" fmla="*/ 1607923 h 2800590"/>
              <a:gd name="connsiteX1739" fmla="*/ 6390792 w 12192000"/>
              <a:gd name="connsiteY1739" fmla="*/ 1588784 h 2800590"/>
              <a:gd name="connsiteX1740" fmla="*/ 6350086 w 12192000"/>
              <a:gd name="connsiteY1740" fmla="*/ 1567115 h 2800590"/>
              <a:gd name="connsiteX1741" fmla="*/ 5938060 w 12192000"/>
              <a:gd name="connsiteY1741" fmla="*/ 1350187 h 2800590"/>
              <a:gd name="connsiteX1742" fmla="*/ 4567843 w 12192000"/>
              <a:gd name="connsiteY1742" fmla="*/ 982534 h 2800590"/>
              <a:gd name="connsiteX1743" fmla="*/ 8496712 w 12192000"/>
              <a:gd name="connsiteY1743" fmla="*/ 982413 h 2800590"/>
              <a:gd name="connsiteX1744" fmla="*/ 8456329 w 12192000"/>
              <a:gd name="connsiteY1744" fmla="*/ 1030684 h 2800590"/>
              <a:gd name="connsiteX1745" fmla="*/ 8544779 w 12192000"/>
              <a:gd name="connsiteY1745" fmla="*/ 1039399 h 2800590"/>
              <a:gd name="connsiteX1746" fmla="*/ 8586269 w 12192000"/>
              <a:gd name="connsiteY1746" fmla="*/ 985364 h 2800590"/>
              <a:gd name="connsiteX1747" fmla="*/ 8430719 w 12192000"/>
              <a:gd name="connsiteY1747" fmla="*/ 980238 h 2800590"/>
              <a:gd name="connsiteX1748" fmla="*/ 8399533 w 12192000"/>
              <a:gd name="connsiteY1748" fmla="*/ 981830 h 2800590"/>
              <a:gd name="connsiteX1749" fmla="*/ 8374623 w 12192000"/>
              <a:gd name="connsiteY1749" fmla="*/ 1005137 h 2800590"/>
              <a:gd name="connsiteX1750" fmla="*/ 8357098 w 12192000"/>
              <a:gd name="connsiteY1750" fmla="*/ 1024403 h 2800590"/>
              <a:gd name="connsiteX1751" fmla="*/ 8398419 w 12192000"/>
              <a:gd name="connsiteY1751" fmla="*/ 1024978 h 2800590"/>
              <a:gd name="connsiteX1752" fmla="*/ 8441459 w 12192000"/>
              <a:gd name="connsiteY1752" fmla="*/ 1029219 h 2800590"/>
              <a:gd name="connsiteX1753" fmla="*/ 8480998 w 12192000"/>
              <a:gd name="connsiteY1753" fmla="*/ 981895 h 2800590"/>
              <a:gd name="connsiteX1754" fmla="*/ 9076672 w 12192000"/>
              <a:gd name="connsiteY1754" fmla="*/ 976302 h 2800590"/>
              <a:gd name="connsiteX1755" fmla="*/ 9044372 w 12192000"/>
              <a:gd name="connsiteY1755" fmla="*/ 1046260 h 2800590"/>
              <a:gd name="connsiteX1756" fmla="*/ 9150531 w 12192000"/>
              <a:gd name="connsiteY1756" fmla="*/ 1074472 h 2800590"/>
              <a:gd name="connsiteX1757" fmla="*/ 9180822 w 12192000"/>
              <a:gd name="connsiteY1757" fmla="*/ 1000377 h 2800590"/>
              <a:gd name="connsiteX1758" fmla="*/ 9101436 w 12192000"/>
              <a:gd name="connsiteY1758" fmla="*/ 980579 h 2800590"/>
              <a:gd name="connsiteX1759" fmla="*/ 8151807 w 12192000"/>
              <a:gd name="connsiteY1759" fmla="*/ 971291 h 2800590"/>
              <a:gd name="connsiteX1760" fmla="*/ 8104552 w 12192000"/>
              <a:gd name="connsiteY1760" fmla="*/ 982520 h 2800590"/>
              <a:gd name="connsiteX1761" fmla="*/ 8072839 w 12192000"/>
              <a:gd name="connsiteY1761" fmla="*/ 999858 h 2800590"/>
              <a:gd name="connsiteX1762" fmla="*/ 8104104 w 12192000"/>
              <a:gd name="connsiteY1762" fmla="*/ 993389 h 2800590"/>
              <a:gd name="connsiteX1763" fmla="*/ 8116672 w 12192000"/>
              <a:gd name="connsiteY1763" fmla="*/ 991931 h 2800590"/>
              <a:gd name="connsiteX1764" fmla="*/ 8965210 w 12192000"/>
              <a:gd name="connsiteY1764" fmla="*/ 957052 h 2800590"/>
              <a:gd name="connsiteX1765" fmla="*/ 8948492 w 12192000"/>
              <a:gd name="connsiteY1765" fmla="*/ 985990 h 2800590"/>
              <a:gd name="connsiteX1766" fmla="*/ 8930409 w 12192000"/>
              <a:gd name="connsiteY1766" fmla="*/ 1020962 h 2800590"/>
              <a:gd name="connsiteX1767" fmla="*/ 8996506 w 12192000"/>
              <a:gd name="connsiteY1767" fmla="*/ 1033540 h 2800590"/>
              <a:gd name="connsiteX1768" fmla="*/ 9032719 w 12192000"/>
              <a:gd name="connsiteY1768" fmla="*/ 1043164 h 2800590"/>
              <a:gd name="connsiteX1769" fmla="*/ 9064643 w 12192000"/>
              <a:gd name="connsiteY1769" fmla="*/ 974224 h 2800590"/>
              <a:gd name="connsiteX1770" fmla="*/ 8243786 w 12192000"/>
              <a:gd name="connsiteY1770" fmla="*/ 952980 h 2800590"/>
              <a:gd name="connsiteX1771" fmla="*/ 8199161 w 12192000"/>
              <a:gd name="connsiteY1771" fmla="*/ 960039 h 2800590"/>
              <a:gd name="connsiteX1772" fmla="*/ 8192807 w 12192000"/>
              <a:gd name="connsiteY1772" fmla="*/ 961549 h 2800590"/>
              <a:gd name="connsiteX1773" fmla="*/ 8147210 w 12192000"/>
              <a:gd name="connsiteY1773" fmla="*/ 988388 h 2800590"/>
              <a:gd name="connsiteX1774" fmla="*/ 8205352 w 12192000"/>
              <a:gd name="connsiteY1774" fmla="*/ 981643 h 2800590"/>
              <a:gd name="connsiteX1775" fmla="*/ 8232416 w 12192000"/>
              <a:gd name="connsiteY1775" fmla="*/ 960172 h 2800590"/>
              <a:gd name="connsiteX1776" fmla="*/ 9348324 w 12192000"/>
              <a:gd name="connsiteY1776" fmla="*/ 949045 h 2800590"/>
              <a:gd name="connsiteX1777" fmla="*/ 9318612 w 12192000"/>
              <a:gd name="connsiteY1777" fmla="*/ 1025813 h 2800590"/>
              <a:gd name="connsiteX1778" fmla="*/ 9414243 w 12192000"/>
              <a:gd name="connsiteY1778" fmla="*/ 1057069 h 2800590"/>
              <a:gd name="connsiteX1779" fmla="*/ 9428142 w 12192000"/>
              <a:gd name="connsiteY1779" fmla="*/ 1063082 h 2800590"/>
              <a:gd name="connsiteX1780" fmla="*/ 9437929 w 12192000"/>
              <a:gd name="connsiteY1780" fmla="*/ 1032919 h 2800590"/>
              <a:gd name="connsiteX1781" fmla="*/ 9455555 w 12192000"/>
              <a:gd name="connsiteY1781" fmla="*/ 980241 h 2800590"/>
              <a:gd name="connsiteX1782" fmla="*/ 9382030 w 12192000"/>
              <a:gd name="connsiteY1782" fmla="*/ 956972 h 2800590"/>
              <a:gd name="connsiteX1783" fmla="*/ 8856071 w 12192000"/>
              <a:gd name="connsiteY1783" fmla="*/ 942538 h 2800590"/>
              <a:gd name="connsiteX1784" fmla="*/ 8819555 w 12192000"/>
              <a:gd name="connsiteY1784" fmla="*/ 999866 h 2800590"/>
              <a:gd name="connsiteX1785" fmla="*/ 8916734 w 12192000"/>
              <a:gd name="connsiteY1785" fmla="*/ 1018359 h 2800590"/>
              <a:gd name="connsiteX1786" fmla="*/ 8936617 w 12192000"/>
              <a:gd name="connsiteY1786" fmla="*/ 979881 h 2800590"/>
              <a:gd name="connsiteX1787" fmla="*/ 8951203 w 12192000"/>
              <a:gd name="connsiteY1787" fmla="*/ 954633 h 2800590"/>
              <a:gd name="connsiteX1788" fmla="*/ 8910375 w 12192000"/>
              <a:gd name="connsiteY1788" fmla="*/ 947581 h 2800590"/>
              <a:gd name="connsiteX1789" fmla="*/ 8204380 w 12192000"/>
              <a:gd name="connsiteY1789" fmla="*/ 940407 h 2800590"/>
              <a:gd name="connsiteX1790" fmla="*/ 8185584 w 12192000"/>
              <a:gd name="connsiteY1790" fmla="*/ 945355 h 2800590"/>
              <a:gd name="connsiteX1791" fmla="*/ 8151161 w 12192000"/>
              <a:gd name="connsiteY1791" fmla="*/ 959330 h 2800590"/>
              <a:gd name="connsiteX1792" fmla="*/ 8185833 w 12192000"/>
              <a:gd name="connsiteY1792" fmla="*/ 951302 h 2800590"/>
              <a:gd name="connsiteX1793" fmla="*/ 8339815 w 12192000"/>
              <a:gd name="connsiteY1793" fmla="*/ 939121 h 2800590"/>
              <a:gd name="connsiteX1794" fmla="*/ 8324717 w 12192000"/>
              <a:gd name="connsiteY1794" fmla="*/ 940179 h 2800590"/>
              <a:gd name="connsiteX1795" fmla="*/ 8276081 w 12192000"/>
              <a:gd name="connsiteY1795" fmla="*/ 947872 h 2800590"/>
              <a:gd name="connsiteX1796" fmla="*/ 8239434 w 12192000"/>
              <a:gd name="connsiteY1796" fmla="*/ 971204 h 2800590"/>
              <a:gd name="connsiteX1797" fmla="*/ 8229926 w 12192000"/>
              <a:gd name="connsiteY1797" fmla="*/ 978792 h 2800590"/>
              <a:gd name="connsiteX1798" fmla="*/ 8271289 w 12192000"/>
              <a:gd name="connsiteY1798" fmla="*/ 973993 h 2800590"/>
              <a:gd name="connsiteX1799" fmla="*/ 8300705 w 12192000"/>
              <a:gd name="connsiteY1799" fmla="*/ 972923 h 2800590"/>
              <a:gd name="connsiteX1800" fmla="*/ 8751050 w 12192000"/>
              <a:gd name="connsiteY1800" fmla="*/ 932784 h 2800590"/>
              <a:gd name="connsiteX1801" fmla="*/ 8713107 w 12192000"/>
              <a:gd name="connsiteY1801" fmla="*/ 987031 h 2800590"/>
              <a:gd name="connsiteX1802" fmla="*/ 8805814 w 12192000"/>
              <a:gd name="connsiteY1802" fmla="*/ 997268 h 2800590"/>
              <a:gd name="connsiteX1803" fmla="*/ 8841548 w 12192000"/>
              <a:gd name="connsiteY1803" fmla="*/ 941189 h 2800590"/>
              <a:gd name="connsiteX1804" fmla="*/ 8433227 w 12192000"/>
              <a:gd name="connsiteY1804" fmla="*/ 932572 h 2800590"/>
              <a:gd name="connsiteX1805" fmla="*/ 8359645 w 12192000"/>
              <a:gd name="connsiteY1805" fmla="*/ 937731 h 2800590"/>
              <a:gd name="connsiteX1806" fmla="*/ 8319679 w 12192000"/>
              <a:gd name="connsiteY1806" fmla="*/ 972233 h 2800590"/>
              <a:gd name="connsiteX1807" fmla="*/ 8393782 w 12192000"/>
              <a:gd name="connsiteY1807" fmla="*/ 969536 h 2800590"/>
              <a:gd name="connsiteX1808" fmla="*/ 8648291 w 12192000"/>
              <a:gd name="connsiteY1808" fmla="*/ 926794 h 2800590"/>
              <a:gd name="connsiteX1809" fmla="*/ 8639301 w 12192000"/>
              <a:gd name="connsiteY1809" fmla="*/ 936672 h 2800590"/>
              <a:gd name="connsiteX1810" fmla="*/ 8609521 w 12192000"/>
              <a:gd name="connsiteY1810" fmla="*/ 975592 h 2800590"/>
              <a:gd name="connsiteX1811" fmla="*/ 8698340 w 12192000"/>
              <a:gd name="connsiteY1811" fmla="*/ 985400 h 2800590"/>
              <a:gd name="connsiteX1812" fmla="*/ 8736133 w 12192000"/>
              <a:gd name="connsiteY1812" fmla="*/ 931399 h 2800590"/>
              <a:gd name="connsiteX1813" fmla="*/ 8694174 w 12192000"/>
              <a:gd name="connsiteY1813" fmla="*/ 927502 h 2800590"/>
              <a:gd name="connsiteX1814" fmla="*/ 8533752 w 12192000"/>
              <a:gd name="connsiteY1814" fmla="*/ 925525 h 2800590"/>
              <a:gd name="connsiteX1815" fmla="*/ 8453712 w 12192000"/>
              <a:gd name="connsiteY1815" fmla="*/ 931136 h 2800590"/>
              <a:gd name="connsiteX1816" fmla="*/ 8413437 w 12192000"/>
              <a:gd name="connsiteY1816" fmla="*/ 968821 h 2800590"/>
              <a:gd name="connsiteX1817" fmla="*/ 8433707 w 12192000"/>
              <a:gd name="connsiteY1817" fmla="*/ 968083 h 2800590"/>
              <a:gd name="connsiteX1818" fmla="*/ 8490915 w 12192000"/>
              <a:gd name="connsiteY1818" fmla="*/ 970026 h 2800590"/>
              <a:gd name="connsiteX1819" fmla="*/ 8496916 w 12192000"/>
              <a:gd name="connsiteY1819" fmla="*/ 962843 h 2800590"/>
              <a:gd name="connsiteX1820" fmla="*/ 8551179 w 12192000"/>
              <a:gd name="connsiteY1820" fmla="*/ 925294 h 2800590"/>
              <a:gd name="connsiteX1821" fmla="*/ 8506962 w 12192000"/>
              <a:gd name="connsiteY1821" fmla="*/ 970161 h 2800590"/>
              <a:gd name="connsiteX1822" fmla="*/ 8506628 w 12192000"/>
              <a:gd name="connsiteY1822" fmla="*/ 970560 h 2800590"/>
              <a:gd name="connsiteX1823" fmla="*/ 8589398 w 12192000"/>
              <a:gd name="connsiteY1823" fmla="*/ 973370 h 2800590"/>
              <a:gd name="connsiteX1824" fmla="*/ 8595003 w 12192000"/>
              <a:gd name="connsiteY1824" fmla="*/ 973989 h 2800590"/>
              <a:gd name="connsiteX1825" fmla="*/ 8629751 w 12192000"/>
              <a:gd name="connsiteY1825" fmla="*/ 928734 h 2800590"/>
              <a:gd name="connsiteX1826" fmla="*/ 8631750 w 12192000"/>
              <a:gd name="connsiteY1826" fmla="*/ 926538 h 2800590"/>
              <a:gd name="connsiteX1827" fmla="*/ 9228151 w 12192000"/>
              <a:gd name="connsiteY1827" fmla="*/ 920783 h 2800590"/>
              <a:gd name="connsiteX1828" fmla="*/ 9225636 w 12192000"/>
              <a:gd name="connsiteY1828" fmla="*/ 926177 h 2800590"/>
              <a:gd name="connsiteX1829" fmla="*/ 9198592 w 12192000"/>
              <a:gd name="connsiteY1829" fmla="*/ 992237 h 2800590"/>
              <a:gd name="connsiteX1830" fmla="*/ 9271730 w 12192000"/>
              <a:gd name="connsiteY1830" fmla="*/ 1010490 h 2800590"/>
              <a:gd name="connsiteX1831" fmla="*/ 9305663 w 12192000"/>
              <a:gd name="connsiteY1831" fmla="*/ 1021581 h 2800590"/>
              <a:gd name="connsiteX1832" fmla="*/ 9332969 w 12192000"/>
              <a:gd name="connsiteY1832" fmla="*/ 945434 h 2800590"/>
              <a:gd name="connsiteX1833" fmla="*/ 8305936 w 12192000"/>
              <a:gd name="connsiteY1833" fmla="*/ 913673 h 2800590"/>
              <a:gd name="connsiteX1834" fmla="*/ 8248419 w 12192000"/>
              <a:gd name="connsiteY1834" fmla="*/ 928814 h 2800590"/>
              <a:gd name="connsiteX1835" fmla="*/ 8224096 w 12192000"/>
              <a:gd name="connsiteY1835" fmla="*/ 943131 h 2800590"/>
              <a:gd name="connsiteX1836" fmla="*/ 8269115 w 12192000"/>
              <a:gd name="connsiteY1836" fmla="*/ 936961 h 2800590"/>
              <a:gd name="connsiteX1837" fmla="*/ 9114412 w 12192000"/>
              <a:gd name="connsiteY1837" fmla="*/ 901532 h 2800590"/>
              <a:gd name="connsiteX1838" fmla="*/ 9086351 w 12192000"/>
              <a:gd name="connsiteY1838" fmla="*/ 955339 h 2800590"/>
              <a:gd name="connsiteX1839" fmla="*/ 9081985 w 12192000"/>
              <a:gd name="connsiteY1839" fmla="*/ 964795 h 2800590"/>
              <a:gd name="connsiteX1840" fmla="*/ 9103668 w 12192000"/>
              <a:gd name="connsiteY1840" fmla="*/ 968548 h 2800590"/>
              <a:gd name="connsiteX1841" fmla="*/ 9185487 w 12192000"/>
              <a:gd name="connsiteY1841" fmla="*/ 988967 h 2800590"/>
              <a:gd name="connsiteX1842" fmla="*/ 9213559 w 12192000"/>
              <a:gd name="connsiteY1842" fmla="*/ 920301 h 2800590"/>
              <a:gd name="connsiteX1843" fmla="*/ 9214801 w 12192000"/>
              <a:gd name="connsiteY1843" fmla="*/ 917644 h 2800590"/>
              <a:gd name="connsiteX1844" fmla="*/ 9209218 w 12192000"/>
              <a:gd name="connsiteY1844" fmla="*/ 916331 h 2800590"/>
              <a:gd name="connsiteX1845" fmla="*/ 8396542 w 12192000"/>
              <a:gd name="connsiteY1845" fmla="*/ 896698 h 2800590"/>
              <a:gd name="connsiteX1846" fmla="*/ 8340603 w 12192000"/>
              <a:gd name="connsiteY1846" fmla="*/ 906794 h 2800590"/>
              <a:gd name="connsiteX1847" fmla="*/ 8299833 w 12192000"/>
              <a:gd name="connsiteY1847" fmla="*/ 932750 h 2800590"/>
              <a:gd name="connsiteX1848" fmla="*/ 8356112 w 12192000"/>
              <a:gd name="connsiteY1848" fmla="*/ 925036 h 2800590"/>
              <a:gd name="connsiteX1849" fmla="*/ 8359224 w 12192000"/>
              <a:gd name="connsiteY1849" fmla="*/ 922347 h 2800590"/>
              <a:gd name="connsiteX1850" fmla="*/ 9006491 w 12192000"/>
              <a:gd name="connsiteY1850" fmla="*/ 885594 h 2800590"/>
              <a:gd name="connsiteX1851" fmla="*/ 8971759 w 12192000"/>
              <a:gd name="connsiteY1851" fmla="*/ 945715 h 2800590"/>
              <a:gd name="connsiteX1852" fmla="*/ 9069972 w 12192000"/>
              <a:gd name="connsiteY1852" fmla="*/ 962715 h 2800590"/>
              <a:gd name="connsiteX1853" fmla="*/ 9075499 w 12192000"/>
              <a:gd name="connsiteY1853" fmla="*/ 950781 h 2800590"/>
              <a:gd name="connsiteX1854" fmla="*/ 9102095 w 12192000"/>
              <a:gd name="connsiteY1854" fmla="*/ 899610 h 2800590"/>
              <a:gd name="connsiteX1855" fmla="*/ 9017814 w 12192000"/>
              <a:gd name="connsiteY1855" fmla="*/ 886454 h 2800590"/>
              <a:gd name="connsiteX1856" fmla="*/ 8350768 w 12192000"/>
              <a:gd name="connsiteY1856" fmla="*/ 885318 h 2800590"/>
              <a:gd name="connsiteX1857" fmla="*/ 8330510 w 12192000"/>
              <a:gd name="connsiteY1857" fmla="*/ 891194 h 2800590"/>
              <a:gd name="connsiteX1858" fmla="*/ 8296381 w 12192000"/>
              <a:gd name="connsiteY1858" fmla="*/ 906244 h 2800590"/>
              <a:gd name="connsiteX1859" fmla="*/ 8328904 w 12192000"/>
              <a:gd name="connsiteY1859" fmla="*/ 899146 h 2800590"/>
              <a:gd name="connsiteX1860" fmla="*/ 8483749 w 12192000"/>
              <a:gd name="connsiteY1860" fmla="*/ 885229 h 2800590"/>
              <a:gd name="connsiteX1861" fmla="*/ 8436737 w 12192000"/>
              <a:gd name="connsiteY1861" fmla="*/ 889444 h 2800590"/>
              <a:gd name="connsiteX1862" fmla="*/ 8425189 w 12192000"/>
              <a:gd name="connsiteY1862" fmla="*/ 891528 h 2800590"/>
              <a:gd name="connsiteX1863" fmla="*/ 8381379 w 12192000"/>
              <a:gd name="connsiteY1863" fmla="*/ 921590 h 2800590"/>
              <a:gd name="connsiteX1864" fmla="*/ 8448929 w 12192000"/>
              <a:gd name="connsiteY1864" fmla="*/ 917859 h 2800590"/>
              <a:gd name="connsiteX1865" fmla="*/ 8897614 w 12192000"/>
              <a:gd name="connsiteY1865" fmla="*/ 877319 h 2800590"/>
              <a:gd name="connsiteX1866" fmla="*/ 8863496 w 12192000"/>
              <a:gd name="connsiteY1866" fmla="*/ 930882 h 2800590"/>
              <a:gd name="connsiteX1867" fmla="*/ 8912537 w 12192000"/>
              <a:gd name="connsiteY1867" fmla="*/ 935463 h 2800590"/>
              <a:gd name="connsiteX1868" fmla="*/ 8957756 w 12192000"/>
              <a:gd name="connsiteY1868" fmla="*/ 943291 h 2800590"/>
              <a:gd name="connsiteX1869" fmla="*/ 8991735 w 12192000"/>
              <a:gd name="connsiteY1869" fmla="*/ 884472 h 2800590"/>
              <a:gd name="connsiteX1870" fmla="*/ 8582244 w 12192000"/>
              <a:gd name="connsiteY1870" fmla="*/ 876400 h 2800590"/>
              <a:gd name="connsiteX1871" fmla="*/ 8508057 w 12192000"/>
              <a:gd name="connsiteY1871" fmla="*/ 883050 h 2800590"/>
              <a:gd name="connsiteX1872" fmla="*/ 8493772 w 12192000"/>
              <a:gd name="connsiteY1872" fmla="*/ 893654 h 2800590"/>
              <a:gd name="connsiteX1873" fmla="*/ 8469093 w 12192000"/>
              <a:gd name="connsiteY1873" fmla="*/ 916745 h 2800590"/>
              <a:gd name="connsiteX1874" fmla="*/ 8541706 w 12192000"/>
              <a:gd name="connsiteY1874" fmla="*/ 912735 h 2800590"/>
              <a:gd name="connsiteX1875" fmla="*/ 8546304 w 12192000"/>
              <a:gd name="connsiteY1875" fmla="*/ 912810 h 2800590"/>
              <a:gd name="connsiteX1876" fmla="*/ 8682902 w 12192000"/>
              <a:gd name="connsiteY1876" fmla="*/ 870348 h 2800590"/>
              <a:gd name="connsiteX1877" fmla="*/ 8648868 w 12192000"/>
              <a:gd name="connsiteY1877" fmla="*/ 870427 h 2800590"/>
              <a:gd name="connsiteX1878" fmla="*/ 8601024 w 12192000"/>
              <a:gd name="connsiteY1878" fmla="*/ 874716 h 2800590"/>
              <a:gd name="connsiteX1879" fmla="*/ 8563209 w 12192000"/>
              <a:gd name="connsiteY1879" fmla="*/ 913086 h 2800590"/>
              <a:gd name="connsiteX1880" fmla="*/ 8642810 w 12192000"/>
              <a:gd name="connsiteY1880" fmla="*/ 914388 h 2800590"/>
              <a:gd name="connsiteX1881" fmla="*/ 8782399 w 12192000"/>
              <a:gd name="connsiteY1881" fmla="*/ 870117 h 2800590"/>
              <a:gd name="connsiteX1882" fmla="*/ 8699700 w 12192000"/>
              <a:gd name="connsiteY1882" fmla="*/ 870309 h 2800590"/>
              <a:gd name="connsiteX1883" fmla="*/ 8659336 w 12192000"/>
              <a:gd name="connsiteY1883" fmla="*/ 914659 h 2800590"/>
              <a:gd name="connsiteX1884" fmla="*/ 8696312 w 12192000"/>
              <a:gd name="connsiteY1884" fmla="*/ 915264 h 2800590"/>
              <a:gd name="connsiteX1885" fmla="*/ 8744289 w 12192000"/>
              <a:gd name="connsiteY1885" fmla="*/ 919746 h 2800590"/>
              <a:gd name="connsiteX1886" fmla="*/ 8762216 w 12192000"/>
              <a:gd name="connsiteY1886" fmla="*/ 894131 h 2800590"/>
              <a:gd name="connsiteX1887" fmla="*/ 8802260 w 12192000"/>
              <a:gd name="connsiteY1887" fmla="*/ 870071 h 2800590"/>
              <a:gd name="connsiteX1888" fmla="*/ 8799270 w 12192000"/>
              <a:gd name="connsiteY1888" fmla="*/ 870078 h 2800590"/>
              <a:gd name="connsiteX1889" fmla="*/ 8772882 w 12192000"/>
              <a:gd name="connsiteY1889" fmla="*/ 901573 h 2800590"/>
              <a:gd name="connsiteX1890" fmla="*/ 8759197 w 12192000"/>
              <a:gd name="connsiteY1890" fmla="*/ 921138 h 2800590"/>
              <a:gd name="connsiteX1891" fmla="*/ 8848981 w 12192000"/>
              <a:gd name="connsiteY1891" fmla="*/ 929526 h 2800590"/>
              <a:gd name="connsiteX1892" fmla="*/ 8882958 w 12192000"/>
              <a:gd name="connsiteY1892" fmla="*/ 876205 h 2800590"/>
              <a:gd name="connsiteX1893" fmla="*/ 9380613 w 12192000"/>
              <a:gd name="connsiteY1893" fmla="*/ 865618 h 2800590"/>
              <a:gd name="connsiteX1894" fmla="*/ 9352567 w 12192000"/>
              <a:gd name="connsiteY1894" fmla="*/ 938084 h 2800590"/>
              <a:gd name="connsiteX1895" fmla="*/ 9383915 w 12192000"/>
              <a:gd name="connsiteY1895" fmla="*/ 945462 h 2800590"/>
              <a:gd name="connsiteX1896" fmla="*/ 9459213 w 12192000"/>
              <a:gd name="connsiteY1896" fmla="*/ 969307 h 2800590"/>
              <a:gd name="connsiteX1897" fmla="*/ 9486135 w 12192000"/>
              <a:gd name="connsiteY1897" fmla="*/ 888845 h 2800590"/>
              <a:gd name="connsiteX1898" fmla="*/ 8453169 w 12192000"/>
              <a:gd name="connsiteY1898" fmla="*/ 857779 h 2800590"/>
              <a:gd name="connsiteX1899" fmla="*/ 8428156 w 12192000"/>
              <a:gd name="connsiteY1899" fmla="*/ 862872 h 2800590"/>
              <a:gd name="connsiteX1900" fmla="*/ 8406334 w 12192000"/>
              <a:gd name="connsiteY1900" fmla="*/ 869201 h 2800590"/>
              <a:gd name="connsiteX1901" fmla="*/ 8379584 w 12192000"/>
              <a:gd name="connsiteY1901" fmla="*/ 881976 h 2800590"/>
              <a:gd name="connsiteX1902" fmla="*/ 8364982 w 12192000"/>
              <a:gd name="connsiteY1902" fmla="*/ 891273 h 2800590"/>
              <a:gd name="connsiteX1903" fmla="*/ 8410376 w 12192000"/>
              <a:gd name="connsiteY1903" fmla="*/ 881366 h 2800590"/>
              <a:gd name="connsiteX1904" fmla="*/ 8420378 w 12192000"/>
              <a:gd name="connsiteY1904" fmla="*/ 880316 h 2800590"/>
              <a:gd name="connsiteX1905" fmla="*/ 9263862 w 12192000"/>
              <a:gd name="connsiteY1905" fmla="*/ 844190 h 2800590"/>
              <a:gd name="connsiteX1906" fmla="*/ 9233185 w 12192000"/>
              <a:gd name="connsiteY1906" fmla="*/ 909986 h 2800590"/>
              <a:gd name="connsiteX1907" fmla="*/ 9336925 w 12192000"/>
              <a:gd name="connsiteY1907" fmla="*/ 934403 h 2800590"/>
              <a:gd name="connsiteX1908" fmla="*/ 9352751 w 12192000"/>
              <a:gd name="connsiteY1908" fmla="*/ 890270 h 2800590"/>
              <a:gd name="connsiteX1909" fmla="*/ 9364458 w 12192000"/>
              <a:gd name="connsiteY1909" fmla="*/ 862062 h 2800590"/>
              <a:gd name="connsiteX1910" fmla="*/ 9316875 w 12192000"/>
              <a:gd name="connsiteY1910" fmla="*/ 851588 h 2800590"/>
              <a:gd name="connsiteX1911" fmla="*/ 8545559 w 12192000"/>
              <a:gd name="connsiteY1911" fmla="*/ 838967 h 2800590"/>
              <a:gd name="connsiteX1912" fmla="*/ 8483319 w 12192000"/>
              <a:gd name="connsiteY1912" fmla="*/ 851640 h 2800590"/>
              <a:gd name="connsiteX1913" fmla="*/ 8445347 w 12192000"/>
              <a:gd name="connsiteY1913" fmla="*/ 877695 h 2800590"/>
              <a:gd name="connsiteX1914" fmla="*/ 8501340 w 12192000"/>
              <a:gd name="connsiteY1914" fmla="*/ 871819 h 2800590"/>
              <a:gd name="connsiteX1915" fmla="*/ 8492859 w 12192000"/>
              <a:gd name="connsiteY1915" fmla="*/ 830500 h 2800590"/>
              <a:gd name="connsiteX1916" fmla="*/ 8477121 w 12192000"/>
              <a:gd name="connsiteY1916" fmla="*/ 835396 h 2800590"/>
              <a:gd name="connsiteX1917" fmla="*/ 8461438 w 12192000"/>
              <a:gd name="connsiteY1917" fmla="*/ 842886 h 2800590"/>
              <a:gd name="connsiteX1918" fmla="*/ 8480052 w 12192000"/>
              <a:gd name="connsiteY1918" fmla="*/ 839302 h 2800590"/>
              <a:gd name="connsiteX1919" fmla="*/ 8633662 w 12192000"/>
              <a:gd name="connsiteY1919" fmla="*/ 828960 h 2800590"/>
              <a:gd name="connsiteX1920" fmla="*/ 8571779 w 12192000"/>
              <a:gd name="connsiteY1920" fmla="*/ 835747 h 2800590"/>
              <a:gd name="connsiteX1921" fmla="*/ 8526784 w 12192000"/>
              <a:gd name="connsiteY1921" fmla="*/ 869149 h 2800590"/>
              <a:gd name="connsiteX1922" fmla="*/ 8596638 w 12192000"/>
              <a:gd name="connsiteY1922" fmla="*/ 861817 h 2800590"/>
              <a:gd name="connsiteX1923" fmla="*/ 8611769 w 12192000"/>
              <a:gd name="connsiteY1923" fmla="*/ 846489 h 2800590"/>
              <a:gd name="connsiteX1924" fmla="*/ 9152426 w 12192000"/>
              <a:gd name="connsiteY1924" fmla="*/ 828639 h 2800590"/>
              <a:gd name="connsiteX1925" fmla="*/ 9120147 w 12192000"/>
              <a:gd name="connsiteY1925" fmla="*/ 890535 h 2800590"/>
              <a:gd name="connsiteX1926" fmla="*/ 9210087 w 12192000"/>
              <a:gd name="connsiteY1926" fmla="*/ 904549 h 2800590"/>
              <a:gd name="connsiteX1927" fmla="*/ 9219850 w 12192000"/>
              <a:gd name="connsiteY1927" fmla="*/ 906847 h 2800590"/>
              <a:gd name="connsiteX1928" fmla="*/ 9250048 w 12192000"/>
              <a:gd name="connsiteY1928" fmla="*/ 842262 h 2800590"/>
              <a:gd name="connsiteX1929" fmla="*/ 9045845 w 12192000"/>
              <a:gd name="connsiteY1929" fmla="*/ 820164 h 2800590"/>
              <a:gd name="connsiteX1930" fmla="*/ 9037314 w 12192000"/>
              <a:gd name="connsiteY1930" fmla="*/ 832239 h 2800590"/>
              <a:gd name="connsiteX1931" fmla="*/ 9013021 w 12192000"/>
              <a:gd name="connsiteY1931" fmla="*/ 874290 h 2800590"/>
              <a:gd name="connsiteX1932" fmla="*/ 9018613 w 12192000"/>
              <a:gd name="connsiteY1932" fmla="*/ 874715 h 2800590"/>
              <a:gd name="connsiteX1933" fmla="*/ 9107811 w 12192000"/>
              <a:gd name="connsiteY1933" fmla="*/ 888613 h 2800590"/>
              <a:gd name="connsiteX1934" fmla="*/ 9139891 w 12192000"/>
              <a:gd name="connsiteY1934" fmla="*/ 826890 h 2800590"/>
              <a:gd name="connsiteX1935" fmla="*/ 9125400 w 12192000"/>
              <a:gd name="connsiteY1935" fmla="*/ 824868 h 2800590"/>
              <a:gd name="connsiteX1936" fmla="*/ 8730220 w 12192000"/>
              <a:gd name="connsiteY1936" fmla="*/ 818369 h 2800590"/>
              <a:gd name="connsiteX1937" fmla="*/ 8656027 w 12192000"/>
              <a:gd name="connsiteY1937" fmla="*/ 826507 h 2800590"/>
              <a:gd name="connsiteX1938" fmla="*/ 8620330 w 12192000"/>
              <a:gd name="connsiteY1938" fmla="*/ 855126 h 2800590"/>
              <a:gd name="connsiteX1939" fmla="*/ 8615202 w 12192000"/>
              <a:gd name="connsiteY1939" fmla="*/ 860329 h 2800590"/>
              <a:gd name="connsiteX1940" fmla="*/ 8692775 w 12192000"/>
              <a:gd name="connsiteY1940" fmla="*/ 859503 h 2800590"/>
              <a:gd name="connsiteX1941" fmla="*/ 8944966 w 12192000"/>
              <a:gd name="connsiteY1941" fmla="*/ 814199 h 2800590"/>
              <a:gd name="connsiteX1942" fmla="*/ 8904991 w 12192000"/>
              <a:gd name="connsiteY1942" fmla="*/ 866079 h 2800590"/>
              <a:gd name="connsiteX1943" fmla="*/ 8998265 w 12192000"/>
              <a:gd name="connsiteY1943" fmla="*/ 873168 h 2800590"/>
              <a:gd name="connsiteX1944" fmla="*/ 9025779 w 12192000"/>
              <a:gd name="connsiteY1944" fmla="*/ 825542 h 2800590"/>
              <a:gd name="connsiteX1945" fmla="*/ 9030255 w 12192000"/>
              <a:gd name="connsiteY1945" fmla="*/ 819242 h 2800590"/>
              <a:gd name="connsiteX1946" fmla="*/ 8829719 w 12192000"/>
              <a:gd name="connsiteY1946" fmla="*/ 813816 h 2800590"/>
              <a:gd name="connsiteX1947" fmla="*/ 8758587 w 12192000"/>
              <a:gd name="connsiteY1947" fmla="*/ 815258 h 2800590"/>
              <a:gd name="connsiteX1948" fmla="*/ 8749160 w 12192000"/>
              <a:gd name="connsiteY1948" fmla="*/ 816292 h 2800590"/>
              <a:gd name="connsiteX1949" fmla="*/ 8747772 w 12192000"/>
              <a:gd name="connsiteY1949" fmla="*/ 817491 h 2800590"/>
              <a:gd name="connsiteX1950" fmla="*/ 8709699 w 12192000"/>
              <a:gd name="connsiteY1950" fmla="*/ 859322 h 2800590"/>
              <a:gd name="connsiteX1951" fmla="*/ 8792210 w 12192000"/>
              <a:gd name="connsiteY1951" fmla="*/ 858443 h 2800590"/>
              <a:gd name="connsiteX1952" fmla="*/ 8910710 w 12192000"/>
              <a:gd name="connsiteY1952" fmla="*/ 812173 h 2800590"/>
              <a:gd name="connsiteX1953" fmla="*/ 8846698 w 12192000"/>
              <a:gd name="connsiteY1953" fmla="*/ 813471 h 2800590"/>
              <a:gd name="connsiteX1954" fmla="*/ 8808750 w 12192000"/>
              <a:gd name="connsiteY1954" fmla="*/ 858764 h 2800590"/>
              <a:gd name="connsiteX1955" fmla="*/ 8890130 w 12192000"/>
              <a:gd name="connsiteY1955" fmla="*/ 864949 h 2800590"/>
              <a:gd name="connsiteX1956" fmla="*/ 8893191 w 12192000"/>
              <a:gd name="connsiteY1956" fmla="*/ 860146 h 2800590"/>
              <a:gd name="connsiteX1957" fmla="*/ 8929293 w 12192000"/>
              <a:gd name="connsiteY1957" fmla="*/ 813272 h 2800590"/>
              <a:gd name="connsiteX1958" fmla="*/ 8595924 w 12192000"/>
              <a:gd name="connsiteY1958" fmla="*/ 801549 h 2800590"/>
              <a:gd name="connsiteX1959" fmla="*/ 8563221 w 12192000"/>
              <a:gd name="connsiteY1959" fmla="*/ 808610 h 2800590"/>
              <a:gd name="connsiteX1960" fmla="*/ 8556206 w 12192000"/>
              <a:gd name="connsiteY1960" fmla="*/ 810793 h 2800590"/>
              <a:gd name="connsiteX1961" fmla="*/ 8513381 w 12192000"/>
              <a:gd name="connsiteY1961" fmla="*/ 832886 h 2800590"/>
              <a:gd name="connsiteX1962" fmla="*/ 8564095 w 12192000"/>
              <a:gd name="connsiteY1962" fmla="*/ 823123 h 2800590"/>
              <a:gd name="connsiteX1963" fmla="*/ 8567368 w 12192000"/>
              <a:gd name="connsiteY1963" fmla="*/ 822765 h 2800590"/>
              <a:gd name="connsiteX1964" fmla="*/ 9411795 w 12192000"/>
              <a:gd name="connsiteY1964" fmla="*/ 785053 h 2800590"/>
              <a:gd name="connsiteX1965" fmla="*/ 9385160 w 12192000"/>
              <a:gd name="connsiteY1965" fmla="*/ 853872 h 2800590"/>
              <a:gd name="connsiteX1966" fmla="*/ 9490109 w 12192000"/>
              <a:gd name="connsiteY1966" fmla="*/ 876968 h 2800590"/>
              <a:gd name="connsiteX1967" fmla="*/ 9514175 w 12192000"/>
              <a:gd name="connsiteY1967" fmla="*/ 805044 h 2800590"/>
              <a:gd name="connsiteX1968" fmla="*/ 9425154 w 12192000"/>
              <a:gd name="connsiteY1968" fmla="*/ 786721 h 2800590"/>
              <a:gd name="connsiteX1969" fmla="*/ 8692430 w 12192000"/>
              <a:gd name="connsiteY1969" fmla="*/ 781906 h 2800590"/>
              <a:gd name="connsiteX1970" fmla="*/ 8679700 w 12192000"/>
              <a:gd name="connsiteY1970" fmla="*/ 783461 h 2800590"/>
              <a:gd name="connsiteX1971" fmla="*/ 8627840 w 12192000"/>
              <a:gd name="connsiteY1971" fmla="*/ 794658 h 2800590"/>
              <a:gd name="connsiteX1972" fmla="*/ 8624791 w 12192000"/>
              <a:gd name="connsiteY1972" fmla="*/ 796395 h 2800590"/>
              <a:gd name="connsiteX1973" fmla="*/ 8593054 w 12192000"/>
              <a:gd name="connsiteY1973" fmla="*/ 819954 h 2800590"/>
              <a:gd name="connsiteX1974" fmla="*/ 8653117 w 12192000"/>
              <a:gd name="connsiteY1974" fmla="*/ 813383 h 2800590"/>
              <a:gd name="connsiteX1975" fmla="*/ 8637431 w 12192000"/>
              <a:gd name="connsiteY1975" fmla="*/ 774115 h 2800590"/>
              <a:gd name="connsiteX1976" fmla="*/ 8607710 w 12192000"/>
              <a:gd name="connsiteY1976" fmla="*/ 784222 h 2800590"/>
              <a:gd name="connsiteX1977" fmla="*/ 8598879 w 12192000"/>
              <a:gd name="connsiteY1977" fmla="*/ 788778 h 2800590"/>
              <a:gd name="connsiteX1978" fmla="*/ 8618887 w 12192000"/>
              <a:gd name="connsiteY1978" fmla="*/ 784691 h 2800590"/>
              <a:gd name="connsiteX1979" fmla="*/ 8782873 w 12192000"/>
              <a:gd name="connsiteY1979" fmla="*/ 770859 h 2800590"/>
              <a:gd name="connsiteX1980" fmla="*/ 8715114 w 12192000"/>
              <a:gd name="connsiteY1980" fmla="*/ 779135 h 2800590"/>
              <a:gd name="connsiteX1981" fmla="*/ 8675443 w 12192000"/>
              <a:gd name="connsiteY1981" fmla="*/ 810940 h 2800590"/>
              <a:gd name="connsiteX1982" fmla="*/ 8741056 w 12192000"/>
              <a:gd name="connsiteY1982" fmla="*/ 803761 h 2800590"/>
              <a:gd name="connsiteX1983" fmla="*/ 8744811 w 12192000"/>
              <a:gd name="connsiteY1983" fmla="*/ 803672 h 2800590"/>
              <a:gd name="connsiteX1984" fmla="*/ 9298055 w 12192000"/>
              <a:gd name="connsiteY1984" fmla="*/ 770853 h 2800590"/>
              <a:gd name="connsiteX1985" fmla="*/ 9269373 w 12192000"/>
              <a:gd name="connsiteY1985" fmla="*/ 832370 h 2800590"/>
              <a:gd name="connsiteX1986" fmla="*/ 9318984 w 12192000"/>
              <a:gd name="connsiteY1986" fmla="*/ 839309 h 2800590"/>
              <a:gd name="connsiteX1987" fmla="*/ 9369305 w 12192000"/>
              <a:gd name="connsiteY1987" fmla="*/ 850383 h 2800590"/>
              <a:gd name="connsiteX1988" fmla="*/ 9397177 w 12192000"/>
              <a:gd name="connsiteY1988" fmla="*/ 783228 h 2800590"/>
              <a:gd name="connsiteX1989" fmla="*/ 9192071 w 12192000"/>
              <a:gd name="connsiteY1989" fmla="*/ 761267 h 2800590"/>
              <a:gd name="connsiteX1990" fmla="*/ 9168660 w 12192000"/>
              <a:gd name="connsiteY1990" fmla="*/ 797511 h 2800590"/>
              <a:gd name="connsiteX1991" fmla="*/ 9158563 w 12192000"/>
              <a:gd name="connsiteY1991" fmla="*/ 816872 h 2800590"/>
              <a:gd name="connsiteX1992" fmla="*/ 9255576 w 12192000"/>
              <a:gd name="connsiteY1992" fmla="*/ 830440 h 2800590"/>
              <a:gd name="connsiteX1993" fmla="*/ 9284244 w 12192000"/>
              <a:gd name="connsiteY1993" fmla="*/ 769129 h 2800590"/>
              <a:gd name="connsiteX1994" fmla="*/ 9237958 w 12192000"/>
              <a:gd name="connsiteY1994" fmla="*/ 763350 h 2800590"/>
              <a:gd name="connsiteX1995" fmla="*/ 8878166 w 12192000"/>
              <a:gd name="connsiteY1995" fmla="*/ 759219 h 2800590"/>
              <a:gd name="connsiteX1996" fmla="*/ 8804899 w 12192000"/>
              <a:gd name="connsiteY1996" fmla="*/ 768168 h 2800590"/>
              <a:gd name="connsiteX1997" fmla="*/ 8764314 w 12192000"/>
              <a:gd name="connsiteY1997" fmla="*/ 803209 h 2800590"/>
              <a:gd name="connsiteX1998" fmla="*/ 8840148 w 12192000"/>
              <a:gd name="connsiteY1998" fmla="*/ 801407 h 2800590"/>
              <a:gd name="connsiteX1999" fmla="*/ 8866559 w 12192000"/>
              <a:gd name="connsiteY1999" fmla="*/ 769983 h 2800590"/>
              <a:gd name="connsiteX2000" fmla="*/ 9090709 w 12192000"/>
              <a:gd name="connsiteY2000" fmla="*/ 756665 h 2800590"/>
              <a:gd name="connsiteX2001" fmla="*/ 9054334 w 12192000"/>
              <a:gd name="connsiteY2001" fmla="*/ 808149 h 2800590"/>
              <a:gd name="connsiteX2002" fmla="*/ 9127426 w 12192000"/>
              <a:gd name="connsiteY2002" fmla="*/ 812517 h 2800590"/>
              <a:gd name="connsiteX2003" fmla="*/ 9146011 w 12192000"/>
              <a:gd name="connsiteY2003" fmla="*/ 815116 h 2800590"/>
              <a:gd name="connsiteX2004" fmla="*/ 9157869 w 12192000"/>
              <a:gd name="connsiteY2004" fmla="*/ 792302 h 2800590"/>
              <a:gd name="connsiteX2005" fmla="*/ 9178334 w 12192000"/>
              <a:gd name="connsiteY2005" fmla="*/ 760643 h 2800590"/>
              <a:gd name="connsiteX2006" fmla="*/ 8973619 w 12192000"/>
              <a:gd name="connsiteY2006" fmla="*/ 755720 h 2800590"/>
              <a:gd name="connsiteX2007" fmla="*/ 8897786 w 12192000"/>
              <a:gd name="connsiteY2007" fmla="*/ 758243 h 2800590"/>
              <a:gd name="connsiteX2008" fmla="*/ 8875935 w 12192000"/>
              <a:gd name="connsiteY2008" fmla="*/ 778577 h 2800590"/>
              <a:gd name="connsiteX2009" fmla="*/ 8857145 w 12192000"/>
              <a:gd name="connsiteY2009" fmla="*/ 801003 h 2800590"/>
              <a:gd name="connsiteX2010" fmla="*/ 8912659 w 12192000"/>
              <a:gd name="connsiteY2010" fmla="*/ 799684 h 2800590"/>
              <a:gd name="connsiteX2011" fmla="*/ 8938566 w 12192000"/>
              <a:gd name="connsiteY2011" fmla="*/ 801232 h 2800590"/>
              <a:gd name="connsiteX2012" fmla="*/ 9029169 w 12192000"/>
              <a:gd name="connsiteY2012" fmla="*/ 753871 h 2800590"/>
              <a:gd name="connsiteX2013" fmla="*/ 8990457 w 12192000"/>
              <a:gd name="connsiteY2013" fmla="*/ 755159 h 2800590"/>
              <a:gd name="connsiteX2014" fmla="*/ 8954235 w 12192000"/>
              <a:gd name="connsiteY2014" fmla="*/ 802168 h 2800590"/>
              <a:gd name="connsiteX2015" fmla="*/ 9038797 w 12192000"/>
              <a:gd name="connsiteY2015" fmla="*/ 807221 h 2800590"/>
              <a:gd name="connsiteX2016" fmla="*/ 9075218 w 12192000"/>
              <a:gd name="connsiteY2016" fmla="*/ 755961 h 2800590"/>
              <a:gd name="connsiteX2017" fmla="*/ 8737019 w 12192000"/>
              <a:gd name="connsiteY2017" fmla="*/ 746204 h 2800590"/>
              <a:gd name="connsiteX2018" fmla="*/ 8695294 w 12192000"/>
              <a:gd name="connsiteY2018" fmla="*/ 756234 h 2800590"/>
              <a:gd name="connsiteX2019" fmla="*/ 8660124 w 12192000"/>
              <a:gd name="connsiteY2019" fmla="*/ 776268 h 2800590"/>
              <a:gd name="connsiteX2020" fmla="*/ 8712948 w 12192000"/>
              <a:gd name="connsiteY2020" fmla="*/ 765478 h 2800590"/>
              <a:gd name="connsiteX2021" fmla="*/ 8833692 w 12192000"/>
              <a:gd name="connsiteY2021" fmla="*/ 727048 h 2800590"/>
              <a:gd name="connsiteX2022" fmla="*/ 8791768 w 12192000"/>
              <a:gd name="connsiteY2022" fmla="*/ 733045 h 2800590"/>
              <a:gd name="connsiteX2023" fmla="*/ 8773489 w 12192000"/>
              <a:gd name="connsiteY2023" fmla="*/ 737438 h 2800590"/>
              <a:gd name="connsiteX2024" fmla="*/ 8746339 w 12192000"/>
              <a:gd name="connsiteY2024" fmla="*/ 754101 h 2800590"/>
              <a:gd name="connsiteX2025" fmla="*/ 8735748 w 12192000"/>
              <a:gd name="connsiteY2025" fmla="*/ 762592 h 2800590"/>
              <a:gd name="connsiteX2026" fmla="*/ 8801124 w 12192000"/>
              <a:gd name="connsiteY2026" fmla="*/ 755125 h 2800590"/>
              <a:gd name="connsiteX2027" fmla="*/ 8927296 w 12192000"/>
              <a:gd name="connsiteY2027" fmla="*/ 713660 h 2800590"/>
              <a:gd name="connsiteX2028" fmla="*/ 8856266 w 12192000"/>
              <a:gd name="connsiteY2028" fmla="*/ 723819 h 2800590"/>
              <a:gd name="connsiteX2029" fmla="*/ 8822886 w 12192000"/>
              <a:gd name="connsiteY2029" fmla="*/ 752639 h 2800590"/>
              <a:gd name="connsiteX2030" fmla="*/ 8870897 w 12192000"/>
              <a:gd name="connsiteY2030" fmla="*/ 747155 h 2800590"/>
              <a:gd name="connsiteX2031" fmla="*/ 8892030 w 12192000"/>
              <a:gd name="connsiteY2031" fmla="*/ 746363 h 2800590"/>
              <a:gd name="connsiteX2032" fmla="*/ 9441727 w 12192000"/>
              <a:gd name="connsiteY2032" fmla="*/ 713481 h 2800590"/>
              <a:gd name="connsiteX2033" fmla="*/ 9433711 w 12192000"/>
              <a:gd name="connsiteY2033" fmla="*/ 728427 h 2800590"/>
              <a:gd name="connsiteX2034" fmla="*/ 9416416 w 12192000"/>
              <a:gd name="connsiteY2034" fmla="*/ 773112 h 2800590"/>
              <a:gd name="connsiteX2035" fmla="*/ 9427138 w 12192000"/>
              <a:gd name="connsiteY2035" fmla="*/ 774442 h 2800590"/>
              <a:gd name="connsiteX2036" fmla="*/ 9518145 w 12192000"/>
              <a:gd name="connsiteY2036" fmla="*/ 793178 h 2800590"/>
              <a:gd name="connsiteX2037" fmla="*/ 9540942 w 12192000"/>
              <a:gd name="connsiteY2037" fmla="*/ 725043 h 2800590"/>
              <a:gd name="connsiteX2038" fmla="*/ 9532067 w 12192000"/>
              <a:gd name="connsiteY2038" fmla="*/ 723342 h 2800590"/>
              <a:gd name="connsiteX2039" fmla="*/ 8796387 w 12192000"/>
              <a:gd name="connsiteY2039" fmla="*/ 709322 h 2800590"/>
              <a:gd name="connsiteX2040" fmla="*/ 8792866 w 12192000"/>
              <a:gd name="connsiteY2040" fmla="*/ 710211 h 2800590"/>
              <a:gd name="connsiteX2041" fmla="*/ 8764096 w 12192000"/>
              <a:gd name="connsiteY2041" fmla="*/ 720864 h 2800590"/>
              <a:gd name="connsiteX2042" fmla="*/ 8735635 w 12192000"/>
              <a:gd name="connsiteY2042" fmla="*/ 733254 h 2800590"/>
              <a:gd name="connsiteX2043" fmla="*/ 8732483 w 12192000"/>
              <a:gd name="connsiteY2043" fmla="*/ 735049 h 2800590"/>
              <a:gd name="connsiteX2044" fmla="*/ 8767488 w 12192000"/>
              <a:gd name="connsiteY2044" fmla="*/ 727059 h 2800590"/>
              <a:gd name="connsiteX2045" fmla="*/ 9020843 w 12192000"/>
              <a:gd name="connsiteY2045" fmla="*/ 702982 h 2800590"/>
              <a:gd name="connsiteX2046" fmla="*/ 8991284 w 12192000"/>
              <a:gd name="connsiteY2046" fmla="*/ 704507 h 2800590"/>
              <a:gd name="connsiteX2047" fmla="*/ 8949040 w 12192000"/>
              <a:gd name="connsiteY2047" fmla="*/ 710550 h 2800590"/>
              <a:gd name="connsiteX2048" fmla="*/ 8911331 w 12192000"/>
              <a:gd name="connsiteY2048" fmla="*/ 745639 h 2800590"/>
              <a:gd name="connsiteX2049" fmla="*/ 8983467 w 12192000"/>
              <a:gd name="connsiteY2049" fmla="*/ 742933 h 2800590"/>
              <a:gd name="connsiteX2050" fmla="*/ 8991802 w 12192000"/>
              <a:gd name="connsiteY2050" fmla="*/ 732112 h 2800590"/>
              <a:gd name="connsiteX2051" fmla="*/ 9337451 w 12192000"/>
              <a:gd name="connsiteY2051" fmla="*/ 702715 h 2800590"/>
              <a:gd name="connsiteX2052" fmla="*/ 9304126 w 12192000"/>
              <a:gd name="connsiteY2052" fmla="*/ 759183 h 2800590"/>
              <a:gd name="connsiteX2053" fmla="*/ 9402112 w 12192000"/>
              <a:gd name="connsiteY2053" fmla="*/ 771338 h 2800590"/>
              <a:gd name="connsiteX2054" fmla="*/ 9421929 w 12192000"/>
              <a:gd name="connsiteY2054" fmla="*/ 723590 h 2800590"/>
              <a:gd name="connsiteX2055" fmla="*/ 9428167 w 12192000"/>
              <a:gd name="connsiteY2055" fmla="*/ 712001 h 2800590"/>
              <a:gd name="connsiteX2056" fmla="*/ 9345114 w 12192000"/>
              <a:gd name="connsiteY2056" fmla="*/ 702935 h 2800590"/>
              <a:gd name="connsiteX2057" fmla="*/ 9231850 w 12192000"/>
              <a:gd name="connsiteY2057" fmla="*/ 699683 h 2800590"/>
              <a:gd name="connsiteX2058" fmla="*/ 9199897 w 12192000"/>
              <a:gd name="connsiteY2058" fmla="*/ 749152 h 2800590"/>
              <a:gd name="connsiteX2059" fmla="*/ 9235642 w 12192000"/>
              <a:gd name="connsiteY2059" fmla="*/ 750689 h 2800590"/>
              <a:gd name="connsiteX2060" fmla="*/ 9289764 w 12192000"/>
              <a:gd name="connsiteY2060" fmla="*/ 757402 h 2800590"/>
              <a:gd name="connsiteX2061" fmla="*/ 9322267 w 12192000"/>
              <a:gd name="connsiteY2061" fmla="*/ 702279 h 2800590"/>
              <a:gd name="connsiteX2062" fmla="*/ 9116363 w 12192000"/>
              <a:gd name="connsiteY2062" fmla="*/ 698055 h 2800590"/>
              <a:gd name="connsiteX2063" fmla="*/ 9040255 w 12192000"/>
              <a:gd name="connsiteY2063" fmla="*/ 701981 h 2800590"/>
              <a:gd name="connsiteX2064" fmla="*/ 9001479 w 12192000"/>
              <a:gd name="connsiteY2064" fmla="*/ 740854 h 2800590"/>
              <a:gd name="connsiteX2065" fmla="*/ 9000365 w 12192000"/>
              <a:gd name="connsiteY2065" fmla="*/ 742300 h 2800590"/>
              <a:gd name="connsiteX2066" fmla="*/ 9021825 w 12192000"/>
              <a:gd name="connsiteY2066" fmla="*/ 741495 h 2800590"/>
              <a:gd name="connsiteX2067" fmla="*/ 9083610 w 12192000"/>
              <a:gd name="connsiteY2067" fmla="*/ 744151 h 2800590"/>
              <a:gd name="connsiteX2068" fmla="*/ 9137372 w 12192000"/>
              <a:gd name="connsiteY2068" fmla="*/ 696971 h 2800590"/>
              <a:gd name="connsiteX2069" fmla="*/ 9133724 w 12192000"/>
              <a:gd name="connsiteY2069" fmla="*/ 697159 h 2800590"/>
              <a:gd name="connsiteX2070" fmla="*/ 9129590 w 12192000"/>
              <a:gd name="connsiteY2070" fmla="*/ 701633 h 2800590"/>
              <a:gd name="connsiteX2071" fmla="*/ 9099080 w 12192000"/>
              <a:gd name="connsiteY2071" fmla="*/ 744817 h 2800590"/>
              <a:gd name="connsiteX2072" fmla="*/ 9186144 w 12192000"/>
              <a:gd name="connsiteY2072" fmla="*/ 748560 h 2800590"/>
              <a:gd name="connsiteX2073" fmla="*/ 9217996 w 12192000"/>
              <a:gd name="connsiteY2073" fmla="*/ 699285 h 2800590"/>
              <a:gd name="connsiteX2074" fmla="*/ 8886125 w 12192000"/>
              <a:gd name="connsiteY2074" fmla="*/ 686649 h 2800590"/>
              <a:gd name="connsiteX2075" fmla="*/ 8835336 w 12192000"/>
              <a:gd name="connsiteY2075" fmla="*/ 699481 h 2800590"/>
              <a:gd name="connsiteX2076" fmla="*/ 8803968 w 12192000"/>
              <a:gd name="connsiteY2076" fmla="*/ 718732 h 2800590"/>
              <a:gd name="connsiteX2077" fmla="*/ 8827284 w 12192000"/>
              <a:gd name="connsiteY2077" fmla="*/ 713410 h 2800590"/>
              <a:gd name="connsiteX2078" fmla="*/ 8853634 w 12192000"/>
              <a:gd name="connsiteY2078" fmla="*/ 709856 h 2800590"/>
              <a:gd name="connsiteX2079" fmla="*/ 8862306 w 12192000"/>
              <a:gd name="connsiteY2079" fmla="*/ 702380 h 2800590"/>
              <a:gd name="connsiteX2080" fmla="*/ 8978250 w 12192000"/>
              <a:gd name="connsiteY2080" fmla="*/ 666410 h 2800590"/>
              <a:gd name="connsiteX2081" fmla="*/ 8942985 w 12192000"/>
              <a:gd name="connsiteY2081" fmla="*/ 672282 h 2800590"/>
              <a:gd name="connsiteX2082" fmla="*/ 8922506 w 12192000"/>
              <a:gd name="connsiteY2082" fmla="*/ 677457 h 2800590"/>
              <a:gd name="connsiteX2083" fmla="*/ 8878341 w 12192000"/>
              <a:gd name="connsiteY2083" fmla="*/ 706524 h 2800590"/>
              <a:gd name="connsiteX2084" fmla="*/ 8944633 w 12192000"/>
              <a:gd name="connsiteY2084" fmla="*/ 697583 h 2800590"/>
              <a:gd name="connsiteX2085" fmla="*/ 8932251 w 12192000"/>
              <a:gd name="connsiteY2085" fmla="*/ 656185 h 2800590"/>
              <a:gd name="connsiteX2086" fmla="*/ 8898572 w 12192000"/>
              <a:gd name="connsiteY2086" fmla="*/ 667051 h 2800590"/>
              <a:gd name="connsiteX2087" fmla="*/ 8877573 w 12192000"/>
              <a:gd name="connsiteY2087" fmla="*/ 676929 h 2800590"/>
              <a:gd name="connsiteX2088" fmla="*/ 8912041 w 12192000"/>
              <a:gd name="connsiteY2088" fmla="*/ 669532 h 2800590"/>
              <a:gd name="connsiteX2089" fmla="*/ 9587420 w 12192000"/>
              <a:gd name="connsiteY2089" fmla="*/ 652142 h 2800590"/>
              <a:gd name="connsiteX2090" fmla="*/ 9560036 w 12192000"/>
              <a:gd name="connsiteY2090" fmla="*/ 709884 h 2800590"/>
              <a:gd name="connsiteX2091" fmla="*/ 9558022 w 12192000"/>
              <a:gd name="connsiteY2091" fmla="*/ 715459 h 2800590"/>
              <a:gd name="connsiteX2092" fmla="*/ 9729591 w 12192000"/>
              <a:gd name="connsiteY2092" fmla="*/ 748362 h 2800590"/>
              <a:gd name="connsiteX2093" fmla="*/ 10845665 w 12192000"/>
              <a:gd name="connsiteY2093" fmla="*/ 1439365 h 2800590"/>
              <a:gd name="connsiteX2094" fmla="*/ 10927401 w 12192000"/>
              <a:gd name="connsiteY2094" fmla="*/ 1547891 h 2800590"/>
              <a:gd name="connsiteX2095" fmla="*/ 11175460 w 12192000"/>
              <a:gd name="connsiteY2095" fmla="*/ 1829314 h 2800590"/>
              <a:gd name="connsiteX2096" fmla="*/ 11482154 w 12192000"/>
              <a:gd name="connsiteY2096" fmla="*/ 1920029 h 2800590"/>
              <a:gd name="connsiteX2097" fmla="*/ 11535952 w 12192000"/>
              <a:gd name="connsiteY2097" fmla="*/ 1893613 h 2800590"/>
              <a:gd name="connsiteX2098" fmla="*/ 11496262 w 12192000"/>
              <a:gd name="connsiteY2098" fmla="*/ 1887949 h 2800590"/>
              <a:gd name="connsiteX2099" fmla="*/ 11328017 w 12192000"/>
              <a:gd name="connsiteY2099" fmla="*/ 1809345 h 2800590"/>
              <a:gd name="connsiteX2100" fmla="*/ 11066934 w 12192000"/>
              <a:gd name="connsiteY2100" fmla="*/ 1511674 h 2800590"/>
              <a:gd name="connsiteX2101" fmla="*/ 10986687 w 12192000"/>
              <a:gd name="connsiteY2101" fmla="*/ 1402651 h 2800590"/>
              <a:gd name="connsiteX2102" fmla="*/ 9639972 w 12192000"/>
              <a:gd name="connsiteY2102" fmla="*/ 657729 h 2800590"/>
              <a:gd name="connsiteX2103" fmla="*/ 9071561 w 12192000"/>
              <a:gd name="connsiteY2103" fmla="*/ 652111 h 2800590"/>
              <a:gd name="connsiteX2104" fmla="*/ 9055607 w 12192000"/>
              <a:gd name="connsiteY2104" fmla="*/ 653527 h 2800590"/>
              <a:gd name="connsiteX2105" fmla="*/ 9003347 w 12192000"/>
              <a:gd name="connsiteY2105" fmla="*/ 662230 h 2800590"/>
              <a:gd name="connsiteX2106" fmla="*/ 8993406 w 12192000"/>
              <a:gd name="connsiteY2106" fmla="*/ 669265 h 2800590"/>
              <a:gd name="connsiteX2107" fmla="*/ 8966084 w 12192000"/>
              <a:gd name="connsiteY2107" fmla="*/ 694689 h 2800590"/>
              <a:gd name="connsiteX2108" fmla="*/ 8980213 w 12192000"/>
              <a:gd name="connsiteY2108" fmla="*/ 692784 h 2800590"/>
              <a:gd name="connsiteX2109" fmla="*/ 9034010 w 12192000"/>
              <a:gd name="connsiteY2109" fmla="*/ 689776 h 2800590"/>
              <a:gd name="connsiteX2110" fmla="*/ 9165850 w 12192000"/>
              <a:gd name="connsiteY2110" fmla="*/ 643744 h 2800590"/>
              <a:gd name="connsiteX2111" fmla="*/ 9091791 w 12192000"/>
              <a:gd name="connsiteY2111" fmla="*/ 650316 h 2800590"/>
              <a:gd name="connsiteX2112" fmla="*/ 9053518 w 12192000"/>
              <a:gd name="connsiteY2112" fmla="*/ 688685 h 2800590"/>
              <a:gd name="connsiteX2113" fmla="*/ 9128001 w 12192000"/>
              <a:gd name="connsiteY2113" fmla="*/ 684521 h 2800590"/>
              <a:gd name="connsiteX2114" fmla="*/ 9479750 w 12192000"/>
              <a:gd name="connsiteY2114" fmla="*/ 642588 h 2800590"/>
              <a:gd name="connsiteX2115" fmla="*/ 9448149 w 12192000"/>
              <a:gd name="connsiteY2115" fmla="*/ 701507 h 2800590"/>
              <a:gd name="connsiteX2116" fmla="*/ 9533803 w 12192000"/>
              <a:gd name="connsiteY2116" fmla="*/ 710815 h 2800590"/>
              <a:gd name="connsiteX2117" fmla="*/ 9544986 w 12192000"/>
              <a:gd name="connsiteY2117" fmla="*/ 712959 h 2800590"/>
              <a:gd name="connsiteX2118" fmla="*/ 9547680 w 12192000"/>
              <a:gd name="connsiteY2118" fmla="*/ 704907 h 2800590"/>
              <a:gd name="connsiteX2119" fmla="*/ 9573431 w 12192000"/>
              <a:gd name="connsiteY2119" fmla="*/ 650655 h 2800590"/>
              <a:gd name="connsiteX2120" fmla="*/ 9516249 w 12192000"/>
              <a:gd name="connsiteY2120" fmla="*/ 644576 h 2800590"/>
              <a:gd name="connsiteX2121" fmla="*/ 9261151 w 12192000"/>
              <a:gd name="connsiteY2121" fmla="*/ 638396 h 2800590"/>
              <a:gd name="connsiteX2122" fmla="*/ 9222007 w 12192000"/>
              <a:gd name="connsiteY2122" fmla="*/ 638761 h 2800590"/>
              <a:gd name="connsiteX2123" fmla="*/ 9184619 w 12192000"/>
              <a:gd name="connsiteY2123" fmla="*/ 642078 h 2800590"/>
              <a:gd name="connsiteX2124" fmla="*/ 9145123 w 12192000"/>
              <a:gd name="connsiteY2124" fmla="*/ 684823 h 2800590"/>
              <a:gd name="connsiteX2125" fmla="*/ 9225966 w 12192000"/>
              <a:gd name="connsiteY2125" fmla="*/ 686956 h 2800590"/>
              <a:gd name="connsiteX2126" fmla="*/ 9245633 w 12192000"/>
              <a:gd name="connsiteY2126" fmla="*/ 656531 h 2800590"/>
              <a:gd name="connsiteX2127" fmla="*/ 9360480 w 12192000"/>
              <a:gd name="connsiteY2127" fmla="*/ 637472 h 2800590"/>
              <a:gd name="connsiteX2128" fmla="*/ 9276745 w 12192000"/>
              <a:gd name="connsiteY2128" fmla="*/ 638251 h 2800590"/>
              <a:gd name="connsiteX2129" fmla="*/ 9255487 w 12192000"/>
              <a:gd name="connsiteY2129" fmla="*/ 663089 h 2800590"/>
              <a:gd name="connsiteX2130" fmla="*/ 9239834 w 12192000"/>
              <a:gd name="connsiteY2130" fmla="*/ 687322 h 2800590"/>
              <a:gd name="connsiteX2131" fmla="*/ 9329688 w 12192000"/>
              <a:gd name="connsiteY2131" fmla="*/ 689693 h 2800590"/>
              <a:gd name="connsiteX2132" fmla="*/ 9382131 w 12192000"/>
              <a:gd name="connsiteY2132" fmla="*/ 637270 h 2800590"/>
              <a:gd name="connsiteX2133" fmla="*/ 9376040 w 12192000"/>
              <a:gd name="connsiteY2133" fmla="*/ 637327 h 2800590"/>
              <a:gd name="connsiteX2134" fmla="*/ 9344792 w 12192000"/>
              <a:gd name="connsiteY2134" fmla="*/ 690275 h 2800590"/>
              <a:gd name="connsiteX2135" fmla="*/ 9434606 w 12192000"/>
              <a:gd name="connsiteY2135" fmla="*/ 700035 h 2800590"/>
              <a:gd name="connsiteX2136" fmla="*/ 9465931 w 12192000"/>
              <a:gd name="connsiteY2136" fmla="*/ 641835 h 2800590"/>
              <a:gd name="connsiteX2137" fmla="*/ 9026672 w 12192000"/>
              <a:gd name="connsiteY2137" fmla="*/ 630490 h 2800590"/>
              <a:gd name="connsiteX2138" fmla="*/ 8986899 w 12192000"/>
              <a:gd name="connsiteY2138" fmla="*/ 638552 h 2800590"/>
              <a:gd name="connsiteX2139" fmla="*/ 8978224 w 12192000"/>
              <a:gd name="connsiteY2139" fmla="*/ 641352 h 2800590"/>
              <a:gd name="connsiteX2140" fmla="*/ 8974497 w 12192000"/>
              <a:gd name="connsiteY2140" fmla="*/ 643238 h 2800590"/>
              <a:gd name="connsiteX2141" fmla="*/ 8945435 w 12192000"/>
              <a:gd name="connsiteY2141" fmla="*/ 662365 h 2800590"/>
              <a:gd name="connsiteX2142" fmla="*/ 8997479 w 12192000"/>
              <a:gd name="connsiteY2142" fmla="*/ 651196 h 2800590"/>
              <a:gd name="connsiteX2143" fmla="*/ 9111695 w 12192000"/>
              <a:gd name="connsiteY2143" fmla="*/ 613255 h 2800590"/>
              <a:gd name="connsiteX2144" fmla="*/ 9056839 w 12192000"/>
              <a:gd name="connsiteY2144" fmla="*/ 624375 h 2800590"/>
              <a:gd name="connsiteX2145" fmla="*/ 9025953 w 12192000"/>
              <a:gd name="connsiteY2145" fmla="*/ 646232 h 2800590"/>
              <a:gd name="connsiteX2146" fmla="*/ 9083354 w 12192000"/>
              <a:gd name="connsiteY2146" fmla="*/ 640283 h 2800590"/>
              <a:gd name="connsiteX2147" fmla="*/ 9105901 w 12192000"/>
              <a:gd name="connsiteY2147" fmla="*/ 617668 h 2800590"/>
              <a:gd name="connsiteX2148" fmla="*/ 9074798 w 12192000"/>
              <a:gd name="connsiteY2148" fmla="*/ 596354 h 2800590"/>
              <a:gd name="connsiteX2149" fmla="*/ 9049650 w 12192000"/>
              <a:gd name="connsiteY2149" fmla="*/ 605192 h 2800590"/>
              <a:gd name="connsiteX2150" fmla="*/ 9030301 w 12192000"/>
              <a:gd name="connsiteY2150" fmla="*/ 614987 h 2800590"/>
              <a:gd name="connsiteX2151" fmla="*/ 9051570 w 12192000"/>
              <a:gd name="connsiteY2151" fmla="*/ 608925 h 2800590"/>
              <a:gd name="connsiteX2152" fmla="*/ 9058815 w 12192000"/>
              <a:gd name="connsiteY2152" fmla="*/ 607691 h 2800590"/>
              <a:gd name="connsiteX2153" fmla="*/ 9211351 w 12192000"/>
              <a:gd name="connsiteY2153" fmla="*/ 594723 h 2800590"/>
              <a:gd name="connsiteX2154" fmla="*/ 9197855 w 12192000"/>
              <a:gd name="connsiteY2154" fmla="*/ 595789 h 2800590"/>
              <a:gd name="connsiteX2155" fmla="*/ 9141084 w 12192000"/>
              <a:gd name="connsiteY2155" fmla="*/ 607298 h 2800590"/>
              <a:gd name="connsiteX2156" fmla="*/ 9114583 w 12192000"/>
              <a:gd name="connsiteY2156" fmla="*/ 627467 h 2800590"/>
              <a:gd name="connsiteX2157" fmla="*/ 9103926 w 12192000"/>
              <a:gd name="connsiteY2157" fmla="*/ 638151 h 2800590"/>
              <a:gd name="connsiteX2158" fmla="*/ 9178185 w 12192000"/>
              <a:gd name="connsiteY2158" fmla="*/ 630454 h 2800590"/>
              <a:gd name="connsiteX2159" fmla="*/ 9304840 w 12192000"/>
              <a:gd name="connsiteY2159" fmla="*/ 587336 h 2800590"/>
              <a:gd name="connsiteX2160" fmla="*/ 9229717 w 12192000"/>
              <a:gd name="connsiteY2160" fmla="*/ 593272 h 2800590"/>
              <a:gd name="connsiteX2161" fmla="*/ 9197179 w 12192000"/>
              <a:gd name="connsiteY2161" fmla="*/ 628486 h 2800590"/>
              <a:gd name="connsiteX2162" fmla="*/ 9202522 w 12192000"/>
              <a:gd name="connsiteY2162" fmla="*/ 627932 h 2800590"/>
              <a:gd name="connsiteX2163" fmla="*/ 9270910 w 12192000"/>
              <a:gd name="connsiteY2163" fmla="*/ 626991 h 2800590"/>
              <a:gd name="connsiteX2164" fmla="*/ 9620227 w 12192000"/>
              <a:gd name="connsiteY2164" fmla="*/ 582962 h 2800590"/>
              <a:gd name="connsiteX2165" fmla="*/ 9592846 w 12192000"/>
              <a:gd name="connsiteY2165" fmla="*/ 640699 h 2800590"/>
              <a:gd name="connsiteX2166" fmla="*/ 9641585 w 12192000"/>
              <a:gd name="connsiteY2166" fmla="*/ 645823 h 2800590"/>
              <a:gd name="connsiteX2167" fmla="*/ 10996485 w 12192000"/>
              <a:gd name="connsiteY2167" fmla="*/ 1395458 h 2800590"/>
              <a:gd name="connsiteX2168" fmla="*/ 11076980 w 12192000"/>
              <a:gd name="connsiteY2168" fmla="*/ 1504852 h 2800590"/>
              <a:gd name="connsiteX2169" fmla="*/ 11335582 w 12192000"/>
              <a:gd name="connsiteY2169" fmla="*/ 1799546 h 2800590"/>
              <a:gd name="connsiteX2170" fmla="*/ 11642060 w 12192000"/>
              <a:gd name="connsiteY2170" fmla="*/ 1883142 h 2800590"/>
              <a:gd name="connsiteX2171" fmla="*/ 11689284 w 12192000"/>
              <a:gd name="connsiteY2171" fmla="*/ 1867081 h 2800590"/>
              <a:gd name="connsiteX2172" fmla="*/ 11697242 w 12192000"/>
              <a:gd name="connsiteY2172" fmla="*/ 1859765 h 2800590"/>
              <a:gd name="connsiteX2173" fmla="*/ 11649502 w 12192000"/>
              <a:gd name="connsiteY2173" fmla="*/ 1853407 h 2800590"/>
              <a:gd name="connsiteX2174" fmla="*/ 11487643 w 12192000"/>
              <a:gd name="connsiteY2174" fmla="*/ 1779578 h 2800590"/>
              <a:gd name="connsiteX2175" fmla="*/ 11216390 w 12192000"/>
              <a:gd name="connsiteY2175" fmla="*/ 1469504 h 2800590"/>
              <a:gd name="connsiteX2176" fmla="*/ 11136763 w 12192000"/>
              <a:gd name="connsiteY2176" fmla="*/ 1359242 h 2800590"/>
              <a:gd name="connsiteX2177" fmla="*/ 9747631 w 12192000"/>
              <a:gd name="connsiteY2177" fmla="*/ 593483 h 2800590"/>
              <a:gd name="connsiteX2178" fmla="*/ 9402405 w 12192000"/>
              <a:gd name="connsiteY2178" fmla="*/ 579628 h 2800590"/>
              <a:gd name="connsiteX2179" fmla="*/ 9321446 w 12192000"/>
              <a:gd name="connsiteY2179" fmla="*/ 586024 h 2800590"/>
              <a:gd name="connsiteX2180" fmla="*/ 9286567 w 12192000"/>
              <a:gd name="connsiteY2180" fmla="*/ 626775 h 2800590"/>
              <a:gd name="connsiteX2181" fmla="*/ 9367444 w 12192000"/>
              <a:gd name="connsiteY2181" fmla="*/ 625662 h 2800590"/>
              <a:gd name="connsiteX2182" fmla="*/ 9371885 w 12192000"/>
              <a:gd name="connsiteY2182" fmla="*/ 618130 h 2800590"/>
              <a:gd name="connsiteX2183" fmla="*/ 9515316 w 12192000"/>
              <a:gd name="connsiteY2183" fmla="*/ 579046 h 2800590"/>
              <a:gd name="connsiteX2184" fmla="*/ 9509771 w 12192000"/>
              <a:gd name="connsiteY2184" fmla="*/ 586614 h 2800590"/>
              <a:gd name="connsiteX2185" fmla="*/ 9485935 w 12192000"/>
              <a:gd name="connsiteY2185" fmla="*/ 631056 h 2800590"/>
              <a:gd name="connsiteX2186" fmla="*/ 9517073 w 12192000"/>
              <a:gd name="connsiteY2186" fmla="*/ 632734 h 2800590"/>
              <a:gd name="connsiteX2187" fmla="*/ 9578855 w 12192000"/>
              <a:gd name="connsiteY2187" fmla="*/ 639229 h 2800590"/>
              <a:gd name="connsiteX2188" fmla="*/ 9606116 w 12192000"/>
              <a:gd name="connsiteY2188" fmla="*/ 581797 h 2800590"/>
              <a:gd name="connsiteX2189" fmla="*/ 9583758 w 12192000"/>
              <a:gd name="connsiteY2189" fmla="*/ 579950 h 2800590"/>
              <a:gd name="connsiteX2190" fmla="*/ 9424892 w 12192000"/>
              <a:gd name="connsiteY2190" fmla="*/ 577851 h 2800590"/>
              <a:gd name="connsiteX2191" fmla="*/ 9420633 w 12192000"/>
              <a:gd name="connsiteY2191" fmla="*/ 578188 h 2800590"/>
              <a:gd name="connsiteX2192" fmla="*/ 9383139 w 12192000"/>
              <a:gd name="connsiteY2192" fmla="*/ 625518 h 2800590"/>
              <a:gd name="connsiteX2193" fmla="*/ 9472132 w 12192000"/>
              <a:gd name="connsiteY2193" fmla="*/ 630313 h 2800590"/>
              <a:gd name="connsiteX2194" fmla="*/ 9499108 w 12192000"/>
              <a:gd name="connsiteY2194" fmla="*/ 580191 h 2800590"/>
              <a:gd name="connsiteX2195" fmla="*/ 9500098 w 12192000"/>
              <a:gd name="connsiteY2195" fmla="*/ 578845 h 2800590"/>
              <a:gd name="connsiteX2196" fmla="*/ 9167698 w 12192000"/>
              <a:gd name="connsiteY2196" fmla="*/ 570603 h 2800590"/>
              <a:gd name="connsiteX2197" fmla="*/ 9124019 w 12192000"/>
              <a:gd name="connsiteY2197" fmla="*/ 581495 h 2800590"/>
              <a:gd name="connsiteX2198" fmla="*/ 9095385 w 12192000"/>
              <a:gd name="connsiteY2198" fmla="*/ 597097 h 2800590"/>
              <a:gd name="connsiteX2199" fmla="*/ 9087263 w 12192000"/>
              <a:gd name="connsiteY2199" fmla="*/ 602844 h 2800590"/>
              <a:gd name="connsiteX2200" fmla="*/ 9136343 w 12192000"/>
              <a:gd name="connsiteY2200" fmla="*/ 594482 h 2800590"/>
              <a:gd name="connsiteX2201" fmla="*/ 9261632 w 12192000"/>
              <a:gd name="connsiteY2201" fmla="*/ 549937 h 2800590"/>
              <a:gd name="connsiteX2202" fmla="*/ 9236784 w 12192000"/>
              <a:gd name="connsiteY2202" fmla="*/ 553374 h 2800590"/>
              <a:gd name="connsiteX2203" fmla="*/ 9199825 w 12192000"/>
              <a:gd name="connsiteY2203" fmla="*/ 562591 h 2800590"/>
              <a:gd name="connsiteX2204" fmla="*/ 9164146 w 12192000"/>
              <a:gd name="connsiteY2204" fmla="*/ 589746 h 2800590"/>
              <a:gd name="connsiteX2205" fmla="*/ 9225706 w 12192000"/>
              <a:gd name="connsiteY2205" fmla="*/ 579258 h 2800590"/>
              <a:gd name="connsiteX2206" fmla="*/ 9229311 w 12192000"/>
              <a:gd name="connsiteY2206" fmla="*/ 575374 h 2800590"/>
              <a:gd name="connsiteX2207" fmla="*/ 9210536 w 12192000"/>
              <a:gd name="connsiteY2207" fmla="*/ 538814 h 2800590"/>
              <a:gd name="connsiteX2208" fmla="*/ 9183303 w 12192000"/>
              <a:gd name="connsiteY2208" fmla="*/ 549195 h 2800590"/>
              <a:gd name="connsiteX2209" fmla="*/ 9165937 w 12192000"/>
              <a:gd name="connsiteY2209" fmla="*/ 558657 h 2800590"/>
              <a:gd name="connsiteX2210" fmla="*/ 9190247 w 12192000"/>
              <a:gd name="connsiteY2210" fmla="*/ 553428 h 2800590"/>
              <a:gd name="connsiteX2211" fmla="*/ 9205746 w 12192000"/>
              <a:gd name="connsiteY2211" fmla="*/ 541625 h 2800590"/>
              <a:gd name="connsiteX2212" fmla="*/ 9346941 w 12192000"/>
              <a:gd name="connsiteY2212" fmla="*/ 538134 h 2800590"/>
              <a:gd name="connsiteX2213" fmla="*/ 9285886 w 12192000"/>
              <a:gd name="connsiteY2213" fmla="*/ 546581 h 2800590"/>
              <a:gd name="connsiteX2214" fmla="*/ 9247108 w 12192000"/>
              <a:gd name="connsiteY2214" fmla="*/ 577104 h 2800590"/>
              <a:gd name="connsiteX2215" fmla="*/ 9317811 w 12192000"/>
              <a:gd name="connsiteY2215" fmla="*/ 572178 h 2800590"/>
              <a:gd name="connsiteX2216" fmla="*/ 9446180 w 12192000"/>
              <a:gd name="connsiteY2216" fmla="*/ 524404 h 2800590"/>
              <a:gd name="connsiteX2217" fmla="*/ 9366810 w 12192000"/>
              <a:gd name="connsiteY2217" fmla="*/ 535385 h 2800590"/>
              <a:gd name="connsiteX2218" fmla="*/ 9359542 w 12192000"/>
              <a:gd name="connsiteY2218" fmla="*/ 541514 h 2800590"/>
              <a:gd name="connsiteX2219" fmla="*/ 9334279 w 12192000"/>
              <a:gd name="connsiteY2219" fmla="*/ 571030 h 2800590"/>
              <a:gd name="connsiteX2220" fmla="*/ 9413601 w 12192000"/>
              <a:gd name="connsiteY2220" fmla="*/ 565503 h 2800590"/>
              <a:gd name="connsiteX2221" fmla="*/ 9542504 w 12192000"/>
              <a:gd name="connsiteY2221" fmla="*/ 521166 h 2800590"/>
              <a:gd name="connsiteX2222" fmla="*/ 9464495 w 12192000"/>
              <a:gd name="connsiteY2222" fmla="*/ 522820 h 2800590"/>
              <a:gd name="connsiteX2223" fmla="*/ 9431172 w 12192000"/>
              <a:gd name="connsiteY2223" fmla="*/ 564884 h 2800590"/>
              <a:gd name="connsiteX2224" fmla="*/ 9509612 w 12192000"/>
              <a:gd name="connsiteY2224" fmla="*/ 565904 h 2800590"/>
              <a:gd name="connsiteX2225" fmla="*/ 9641841 w 12192000"/>
              <a:gd name="connsiteY2225" fmla="*/ 519060 h 2800590"/>
              <a:gd name="connsiteX2226" fmla="*/ 9557960 w 12192000"/>
              <a:gd name="connsiteY2226" fmla="*/ 520838 h 2800590"/>
              <a:gd name="connsiteX2227" fmla="*/ 9524799 w 12192000"/>
              <a:gd name="connsiteY2227" fmla="*/ 566102 h 2800590"/>
              <a:gd name="connsiteX2228" fmla="*/ 9583800 w 12192000"/>
              <a:gd name="connsiteY2228" fmla="*/ 566869 h 2800590"/>
              <a:gd name="connsiteX2229" fmla="*/ 9612095 w 12192000"/>
              <a:gd name="connsiteY2229" fmla="*/ 569201 h 2800590"/>
              <a:gd name="connsiteX2230" fmla="*/ 9621468 w 12192000"/>
              <a:gd name="connsiteY2230" fmla="*/ 549453 h 2800590"/>
              <a:gd name="connsiteX2231" fmla="*/ 9690987 w 12192000"/>
              <a:gd name="connsiteY2231" fmla="*/ 518018 h 2800590"/>
              <a:gd name="connsiteX2232" fmla="*/ 9657874 w 12192000"/>
              <a:gd name="connsiteY2232" fmla="*/ 518720 h 2800590"/>
              <a:gd name="connsiteX2233" fmla="*/ 9633233 w 12192000"/>
              <a:gd name="connsiteY2233" fmla="*/ 555537 h 2800590"/>
              <a:gd name="connsiteX2234" fmla="*/ 9626202 w 12192000"/>
              <a:gd name="connsiteY2234" fmla="*/ 570363 h 2800590"/>
              <a:gd name="connsiteX2235" fmla="*/ 9748747 w 12192000"/>
              <a:gd name="connsiteY2235" fmla="*/ 580459 h 2800590"/>
              <a:gd name="connsiteX2236" fmla="*/ 11146686 w 12192000"/>
              <a:gd name="connsiteY2236" fmla="*/ 1351056 h 2800590"/>
              <a:gd name="connsiteX2237" fmla="*/ 11226437 w 12192000"/>
              <a:gd name="connsiteY2237" fmla="*/ 1461566 h 2800590"/>
              <a:gd name="connsiteX2238" fmla="*/ 11495085 w 12192000"/>
              <a:gd name="connsiteY2238" fmla="*/ 1769160 h 2800590"/>
              <a:gd name="connsiteX2239" fmla="*/ 11664199 w 12192000"/>
              <a:gd name="connsiteY2239" fmla="*/ 1843577 h 2800590"/>
              <a:gd name="connsiteX2240" fmla="*/ 11709712 w 12192000"/>
              <a:gd name="connsiteY2240" fmla="*/ 1848301 h 2800590"/>
              <a:gd name="connsiteX2241" fmla="*/ 11718089 w 12192000"/>
              <a:gd name="connsiteY2241" fmla="*/ 1840600 h 2800590"/>
              <a:gd name="connsiteX2242" fmla="*/ 11728756 w 12192000"/>
              <a:gd name="connsiteY2242" fmla="*/ 1847050 h 2800590"/>
              <a:gd name="connsiteX2243" fmla="*/ 11725637 w 12192000"/>
              <a:gd name="connsiteY2243" fmla="*/ 1849955 h 2800590"/>
              <a:gd name="connsiteX2244" fmla="*/ 11744745 w 12192000"/>
              <a:gd name="connsiteY2244" fmla="*/ 1851938 h 2800590"/>
              <a:gd name="connsiteX2245" fmla="*/ 11812477 w 12192000"/>
              <a:gd name="connsiteY2245" fmla="*/ 1844694 h 2800590"/>
              <a:gd name="connsiteX2246" fmla="*/ 11855191 w 12192000"/>
              <a:gd name="connsiteY2246" fmla="*/ 1826994 h 2800590"/>
              <a:gd name="connsiteX2247" fmla="*/ 11814151 w 12192000"/>
              <a:gd name="connsiteY2247" fmla="*/ 1822834 h 2800590"/>
              <a:gd name="connsiteX2248" fmla="*/ 11647021 w 12192000"/>
              <a:gd name="connsiteY2248" fmla="*/ 1750803 h 2800590"/>
              <a:gd name="connsiteX2249" fmla="*/ 11365722 w 12192000"/>
              <a:gd name="connsiteY2249" fmla="*/ 1427458 h 2800590"/>
              <a:gd name="connsiteX2250" fmla="*/ 11286715 w 12192000"/>
              <a:gd name="connsiteY2250" fmla="*/ 1315831 h 2800590"/>
              <a:gd name="connsiteX2251" fmla="*/ 9854297 w 12192000"/>
              <a:gd name="connsiteY2251" fmla="*/ 529111 h 2800590"/>
              <a:gd name="connsiteX2252" fmla="*/ 9690987 w 12192000"/>
              <a:gd name="connsiteY2252" fmla="*/ 518018 h 2800590"/>
              <a:gd name="connsiteX2253" fmla="*/ 9311764 w 12192000"/>
              <a:gd name="connsiteY2253" fmla="*/ 510481 h 2800590"/>
              <a:gd name="connsiteX2254" fmla="*/ 9260773 w 12192000"/>
              <a:gd name="connsiteY2254" fmla="*/ 524484 h 2800590"/>
              <a:gd name="connsiteX2255" fmla="*/ 9223635 w 12192000"/>
              <a:gd name="connsiteY2255" fmla="*/ 546248 h 2800590"/>
              <a:gd name="connsiteX2256" fmla="*/ 9282367 w 12192000"/>
              <a:gd name="connsiteY2256" fmla="*/ 533618 h 2800590"/>
              <a:gd name="connsiteX2257" fmla="*/ 9400236 w 12192000"/>
              <a:gd name="connsiteY2257" fmla="*/ 491956 h 2800590"/>
              <a:gd name="connsiteX2258" fmla="*/ 9350177 w 12192000"/>
              <a:gd name="connsiteY2258" fmla="*/ 499933 h 2800590"/>
              <a:gd name="connsiteX2259" fmla="*/ 9342459 w 12192000"/>
              <a:gd name="connsiteY2259" fmla="*/ 502052 h 2800590"/>
              <a:gd name="connsiteX2260" fmla="*/ 9309235 w 12192000"/>
              <a:gd name="connsiteY2260" fmla="*/ 528203 h 2800590"/>
              <a:gd name="connsiteX2261" fmla="*/ 9364318 w 12192000"/>
              <a:gd name="connsiteY2261" fmla="*/ 522246 h 2800590"/>
              <a:gd name="connsiteX2262" fmla="*/ 9352374 w 12192000"/>
              <a:gd name="connsiteY2262" fmla="*/ 478520 h 2800590"/>
              <a:gd name="connsiteX2263" fmla="*/ 9331644 w 12192000"/>
              <a:gd name="connsiteY2263" fmla="*/ 484737 h 2800590"/>
              <a:gd name="connsiteX2264" fmla="*/ 9321383 w 12192000"/>
              <a:gd name="connsiteY2264" fmla="*/ 488965 h 2800590"/>
              <a:gd name="connsiteX2265" fmla="*/ 9300269 w 12192000"/>
              <a:gd name="connsiteY2265" fmla="*/ 501338 h 2800590"/>
              <a:gd name="connsiteX2266" fmla="*/ 9333425 w 12192000"/>
              <a:gd name="connsiteY2266" fmla="*/ 493434 h 2800590"/>
              <a:gd name="connsiteX2267" fmla="*/ 9486377 w 12192000"/>
              <a:gd name="connsiteY2267" fmla="*/ 478229 h 2800590"/>
              <a:gd name="connsiteX2268" fmla="*/ 9422524 w 12192000"/>
              <a:gd name="connsiteY2268" fmla="*/ 488404 h 2800590"/>
              <a:gd name="connsiteX2269" fmla="*/ 9385051 w 12192000"/>
              <a:gd name="connsiteY2269" fmla="*/ 520003 h 2800590"/>
              <a:gd name="connsiteX2270" fmla="*/ 9455727 w 12192000"/>
              <a:gd name="connsiteY2270" fmla="*/ 512359 h 2800590"/>
              <a:gd name="connsiteX2271" fmla="*/ 9472533 w 12192000"/>
              <a:gd name="connsiteY2271" fmla="*/ 491158 h 2800590"/>
              <a:gd name="connsiteX2272" fmla="*/ 9584033 w 12192000"/>
              <a:gd name="connsiteY2272" fmla="*/ 464681 h 2800590"/>
              <a:gd name="connsiteX2273" fmla="*/ 9567377 w 12192000"/>
              <a:gd name="connsiteY2273" fmla="*/ 465322 h 2800590"/>
              <a:gd name="connsiteX2274" fmla="*/ 9510052 w 12192000"/>
              <a:gd name="connsiteY2274" fmla="*/ 474456 h 2800590"/>
              <a:gd name="connsiteX2275" fmla="*/ 9482208 w 12192000"/>
              <a:gd name="connsiteY2275" fmla="*/ 500460 h 2800590"/>
              <a:gd name="connsiteX2276" fmla="*/ 9474380 w 12192000"/>
              <a:gd name="connsiteY2276" fmla="*/ 510342 h 2800590"/>
              <a:gd name="connsiteX2277" fmla="*/ 9493542 w 12192000"/>
              <a:gd name="connsiteY2277" fmla="*/ 508269 h 2800590"/>
              <a:gd name="connsiteX2278" fmla="*/ 9552512 w 12192000"/>
              <a:gd name="connsiteY2278" fmla="*/ 507554 h 2800590"/>
              <a:gd name="connsiteX2279" fmla="*/ 9680786 w 12192000"/>
              <a:gd name="connsiteY2279" fmla="*/ 460959 h 2800590"/>
              <a:gd name="connsiteX2280" fmla="*/ 9599538 w 12192000"/>
              <a:gd name="connsiteY2280" fmla="*/ 464085 h 2800590"/>
              <a:gd name="connsiteX2281" fmla="*/ 9567828 w 12192000"/>
              <a:gd name="connsiteY2281" fmla="*/ 507368 h 2800590"/>
              <a:gd name="connsiteX2282" fmla="*/ 9650349 w 12192000"/>
              <a:gd name="connsiteY2282" fmla="*/ 506366 h 2800590"/>
              <a:gd name="connsiteX2283" fmla="*/ 9800369 w 12192000"/>
              <a:gd name="connsiteY2283" fmla="*/ 456359 h 2800590"/>
              <a:gd name="connsiteX2284" fmla="*/ 9696947 w 12192000"/>
              <a:gd name="connsiteY2284" fmla="*/ 460338 h 2800590"/>
              <a:gd name="connsiteX2285" fmla="*/ 9666271 w 12192000"/>
              <a:gd name="connsiteY2285" fmla="*/ 506173 h 2800590"/>
              <a:gd name="connsiteX2286" fmla="*/ 9691318 w 12192000"/>
              <a:gd name="connsiteY2286" fmla="*/ 505869 h 2800590"/>
              <a:gd name="connsiteX2287" fmla="*/ 9855661 w 12192000"/>
              <a:gd name="connsiteY2287" fmla="*/ 517080 h 2800590"/>
              <a:gd name="connsiteX2288" fmla="*/ 11296637 w 12192000"/>
              <a:gd name="connsiteY2288" fmla="*/ 1308762 h 2800590"/>
              <a:gd name="connsiteX2289" fmla="*/ 11375892 w 12192000"/>
              <a:gd name="connsiteY2289" fmla="*/ 1420388 h 2800590"/>
              <a:gd name="connsiteX2290" fmla="*/ 11654339 w 12192000"/>
              <a:gd name="connsiteY2290" fmla="*/ 1740757 h 2800590"/>
              <a:gd name="connsiteX2291" fmla="*/ 11816322 w 12192000"/>
              <a:gd name="connsiteY2291" fmla="*/ 1810834 h 2800590"/>
              <a:gd name="connsiteX2292" fmla="*/ 11870690 w 12192000"/>
              <a:gd name="connsiteY2292" fmla="*/ 1816351 h 2800590"/>
              <a:gd name="connsiteX2293" fmla="*/ 11895205 w 12192000"/>
              <a:gd name="connsiteY2293" fmla="*/ 1789625 h 2800590"/>
              <a:gd name="connsiteX2294" fmla="*/ 11906243 w 12192000"/>
              <a:gd name="connsiteY2294" fmla="*/ 1795082 h 2800590"/>
              <a:gd name="connsiteX2295" fmla="*/ 11885760 w 12192000"/>
              <a:gd name="connsiteY2295" fmla="*/ 1817881 h 2800590"/>
              <a:gd name="connsiteX2296" fmla="*/ 11902290 w 12192000"/>
              <a:gd name="connsiteY2296" fmla="*/ 1819558 h 2800590"/>
              <a:gd name="connsiteX2297" fmla="*/ 11982025 w 12192000"/>
              <a:gd name="connsiteY2297" fmla="*/ 1808725 h 2800590"/>
              <a:gd name="connsiteX2298" fmla="*/ 12011774 w 12192000"/>
              <a:gd name="connsiteY2298" fmla="*/ 1794612 h 2800590"/>
              <a:gd name="connsiteX2299" fmla="*/ 11980412 w 12192000"/>
              <a:gd name="connsiteY2299" fmla="*/ 1792338 h 2800590"/>
              <a:gd name="connsiteX2300" fmla="*/ 11808011 w 12192000"/>
              <a:gd name="connsiteY2300" fmla="*/ 1721780 h 2800590"/>
              <a:gd name="connsiteX2301" fmla="*/ 11516913 w 12192000"/>
              <a:gd name="connsiteY2301" fmla="*/ 1385908 h 2800590"/>
              <a:gd name="connsiteX2302" fmla="*/ 11438155 w 12192000"/>
              <a:gd name="connsiteY2302" fmla="*/ 1272669 h 2800590"/>
              <a:gd name="connsiteX2303" fmla="*/ 9963070 w 12192000"/>
              <a:gd name="connsiteY2303" fmla="*/ 464988 h 2800590"/>
              <a:gd name="connsiteX2304" fmla="*/ 9800369 w 12192000"/>
              <a:gd name="connsiteY2304" fmla="*/ 456359 h 2800590"/>
              <a:gd name="connsiteX2305" fmla="*/ 9451376 w 12192000"/>
              <a:gd name="connsiteY2305" fmla="*/ 448829 h 2800590"/>
              <a:gd name="connsiteX2306" fmla="*/ 9400717 w 12192000"/>
              <a:gd name="connsiteY2306" fmla="*/ 464022 h 2800590"/>
              <a:gd name="connsiteX2307" fmla="*/ 9365728 w 12192000"/>
              <a:gd name="connsiteY2307" fmla="*/ 483737 h 2800590"/>
              <a:gd name="connsiteX2308" fmla="*/ 9362092 w 12192000"/>
              <a:gd name="connsiteY2308" fmla="*/ 486599 h 2800590"/>
              <a:gd name="connsiteX2309" fmla="*/ 9417774 w 12192000"/>
              <a:gd name="connsiteY2309" fmla="*/ 473324 h 2800590"/>
              <a:gd name="connsiteX2310" fmla="*/ 9423141 w 12192000"/>
              <a:gd name="connsiteY2310" fmla="*/ 472640 h 2800590"/>
              <a:gd name="connsiteX2311" fmla="*/ 9535753 w 12192000"/>
              <a:gd name="connsiteY2311" fmla="*/ 432119 h 2800590"/>
              <a:gd name="connsiteX2312" fmla="*/ 9476689 w 12192000"/>
              <a:gd name="connsiteY2312" fmla="*/ 442729 h 2800590"/>
              <a:gd name="connsiteX2313" fmla="*/ 9444439 w 12192000"/>
              <a:gd name="connsiteY2313" fmla="*/ 469924 h 2800590"/>
              <a:gd name="connsiteX2314" fmla="*/ 9503308 w 12192000"/>
              <a:gd name="connsiteY2314" fmla="*/ 462418 h 2800590"/>
              <a:gd name="connsiteX2315" fmla="*/ 9492270 w 12192000"/>
              <a:gd name="connsiteY2315" fmla="*/ 418244 h 2800590"/>
              <a:gd name="connsiteX2316" fmla="*/ 9467728 w 12192000"/>
              <a:gd name="connsiteY2316" fmla="*/ 426263 h 2800590"/>
              <a:gd name="connsiteX2317" fmla="*/ 9443158 w 12192000"/>
              <a:gd name="connsiteY2317" fmla="*/ 440107 h 2800590"/>
              <a:gd name="connsiteX2318" fmla="*/ 9470107 w 12192000"/>
              <a:gd name="connsiteY2318" fmla="*/ 433033 h 2800590"/>
              <a:gd name="connsiteX2319" fmla="*/ 9475964 w 12192000"/>
              <a:gd name="connsiteY2319" fmla="*/ 428094 h 2800590"/>
              <a:gd name="connsiteX2320" fmla="*/ 9629099 w 12192000"/>
              <a:gd name="connsiteY2320" fmla="*/ 415350 h 2800590"/>
              <a:gd name="connsiteX2321" fmla="*/ 9560063 w 12192000"/>
              <a:gd name="connsiteY2321" fmla="*/ 427752 h 2800590"/>
              <a:gd name="connsiteX2322" fmla="*/ 9526047 w 12192000"/>
              <a:gd name="connsiteY2322" fmla="*/ 459519 h 2800590"/>
              <a:gd name="connsiteX2323" fmla="*/ 9594219 w 12192000"/>
              <a:gd name="connsiteY2323" fmla="*/ 450826 h 2800590"/>
              <a:gd name="connsiteX2324" fmla="*/ 9595571 w 12192000"/>
              <a:gd name="connsiteY2324" fmla="*/ 448988 h 2800590"/>
              <a:gd name="connsiteX2325" fmla="*/ 9719493 w 12192000"/>
              <a:gd name="connsiteY2325" fmla="*/ 404157 h 2800590"/>
              <a:gd name="connsiteX2326" fmla="*/ 9679080 w 12192000"/>
              <a:gd name="connsiteY2326" fmla="*/ 406371 h 2800590"/>
              <a:gd name="connsiteX2327" fmla="*/ 9650020 w 12192000"/>
              <a:gd name="connsiteY2327" fmla="*/ 411591 h 2800590"/>
              <a:gd name="connsiteX2328" fmla="*/ 9612292 w 12192000"/>
              <a:gd name="connsiteY2328" fmla="*/ 449373 h 2800590"/>
              <a:gd name="connsiteX2329" fmla="*/ 9690050 w 12192000"/>
              <a:gd name="connsiteY2329" fmla="*/ 447139 h 2800590"/>
              <a:gd name="connsiteX2330" fmla="*/ 9717244 w 12192000"/>
              <a:gd name="connsiteY2330" fmla="*/ 406569 h 2800590"/>
              <a:gd name="connsiteX2331" fmla="*/ 9910416 w 12192000"/>
              <a:gd name="connsiteY2331" fmla="*/ 393701 h 2800590"/>
              <a:gd name="connsiteX2332" fmla="*/ 9738054 w 12192000"/>
              <a:gd name="connsiteY2332" fmla="*/ 403141 h 2800590"/>
              <a:gd name="connsiteX2333" fmla="*/ 9728035 w 12192000"/>
              <a:gd name="connsiteY2333" fmla="*/ 413887 h 2800590"/>
              <a:gd name="connsiteX2334" fmla="*/ 9706089 w 12192000"/>
              <a:gd name="connsiteY2334" fmla="*/ 446678 h 2800590"/>
              <a:gd name="connsiteX2335" fmla="*/ 9800245 w 12192000"/>
              <a:gd name="connsiteY2335" fmla="*/ 443973 h 2800590"/>
              <a:gd name="connsiteX2336" fmla="*/ 9964062 w 12192000"/>
              <a:gd name="connsiteY2336" fmla="*/ 452709 h 2800590"/>
              <a:gd name="connsiteX2337" fmla="*/ 11448201 w 12192000"/>
              <a:gd name="connsiteY2337" fmla="*/ 1265351 h 2800590"/>
              <a:gd name="connsiteX2338" fmla="*/ 11527208 w 12192000"/>
              <a:gd name="connsiteY2338" fmla="*/ 1378962 h 2800590"/>
              <a:gd name="connsiteX2339" fmla="*/ 11815080 w 12192000"/>
              <a:gd name="connsiteY2339" fmla="*/ 1711733 h 2800590"/>
              <a:gd name="connsiteX2340" fmla="*/ 11981993 w 12192000"/>
              <a:gd name="connsiteY2340" fmla="*/ 1780198 h 2800590"/>
              <a:gd name="connsiteX2341" fmla="*/ 12034175 w 12192000"/>
              <a:gd name="connsiteY2341" fmla="*/ 1783985 h 2800590"/>
              <a:gd name="connsiteX2342" fmla="*/ 12039280 w 12192000"/>
              <a:gd name="connsiteY2342" fmla="*/ 1781563 h 2800590"/>
              <a:gd name="connsiteX2343" fmla="*/ 12071610 w 12192000"/>
              <a:gd name="connsiteY2343" fmla="*/ 1740842 h 2800590"/>
              <a:gd name="connsiteX2344" fmla="*/ 12053729 w 12192000"/>
              <a:gd name="connsiteY2344" fmla="*/ 1736060 h 2800590"/>
              <a:gd name="connsiteX2345" fmla="*/ 11969622 w 12192000"/>
              <a:gd name="connsiteY2345" fmla="*/ 1692014 h 2800590"/>
              <a:gd name="connsiteX2346" fmla="*/ 11668974 w 12192000"/>
              <a:gd name="connsiteY2346" fmla="*/ 1343490 h 2800590"/>
              <a:gd name="connsiteX2347" fmla="*/ 11590463 w 12192000"/>
              <a:gd name="connsiteY2347" fmla="*/ 1228515 h 2800590"/>
              <a:gd name="connsiteX2348" fmla="*/ 10072464 w 12192000"/>
              <a:gd name="connsiteY2348" fmla="*/ 399997 h 2800590"/>
              <a:gd name="connsiteX2349" fmla="*/ 9910416 w 12192000"/>
              <a:gd name="connsiteY2349" fmla="*/ 393701 h 2800590"/>
              <a:gd name="connsiteX2350" fmla="*/ 9588346 w 12192000"/>
              <a:gd name="connsiteY2350" fmla="*/ 388515 h 2800590"/>
              <a:gd name="connsiteX2351" fmla="*/ 9575121 w 12192000"/>
              <a:gd name="connsiteY2351" fmla="*/ 391175 h 2800590"/>
              <a:gd name="connsiteX2352" fmla="*/ 9540855 w 12192000"/>
              <a:gd name="connsiteY2352" fmla="*/ 402370 h 2800590"/>
              <a:gd name="connsiteX2353" fmla="*/ 9505404 w 12192000"/>
              <a:gd name="connsiteY2353" fmla="*/ 423767 h 2800590"/>
              <a:gd name="connsiteX2354" fmla="*/ 9530301 w 12192000"/>
              <a:gd name="connsiteY2354" fmla="*/ 417232 h 2800590"/>
              <a:gd name="connsiteX2355" fmla="*/ 9555700 w 12192000"/>
              <a:gd name="connsiteY2355" fmla="*/ 413491 h 2800590"/>
              <a:gd name="connsiteX2356" fmla="*/ 9563182 w 12192000"/>
              <a:gd name="connsiteY2356" fmla="*/ 406503 h 2800590"/>
              <a:gd name="connsiteX2357" fmla="*/ 9672766 w 12192000"/>
              <a:gd name="connsiteY2357" fmla="*/ 371539 h 2800590"/>
              <a:gd name="connsiteX2358" fmla="*/ 9620352 w 12192000"/>
              <a:gd name="connsiteY2358" fmla="*/ 382079 h 2800590"/>
              <a:gd name="connsiteX2359" fmla="*/ 9581768 w 12192000"/>
              <a:gd name="connsiteY2359" fmla="*/ 409652 h 2800590"/>
              <a:gd name="connsiteX2360" fmla="*/ 9643899 w 12192000"/>
              <a:gd name="connsiteY2360" fmla="*/ 400501 h 2800590"/>
              <a:gd name="connsiteX2361" fmla="*/ 9767724 w 12192000"/>
              <a:gd name="connsiteY2361" fmla="*/ 352443 h 2800590"/>
              <a:gd name="connsiteX2362" fmla="*/ 9695470 w 12192000"/>
              <a:gd name="connsiteY2362" fmla="*/ 366973 h 2800590"/>
              <a:gd name="connsiteX2363" fmla="*/ 9691684 w 12192000"/>
              <a:gd name="connsiteY2363" fmla="*/ 369868 h 2800590"/>
              <a:gd name="connsiteX2364" fmla="*/ 9664060 w 12192000"/>
              <a:gd name="connsiteY2364" fmla="*/ 397531 h 2800590"/>
              <a:gd name="connsiteX2365" fmla="*/ 9714382 w 12192000"/>
              <a:gd name="connsiteY2365" fmla="*/ 390120 h 2800590"/>
              <a:gd name="connsiteX2366" fmla="*/ 9733390 w 12192000"/>
              <a:gd name="connsiteY2366" fmla="*/ 389257 h 2800590"/>
              <a:gd name="connsiteX2367" fmla="*/ 9640018 w 12192000"/>
              <a:gd name="connsiteY2367" fmla="*/ 351579 h 2800590"/>
              <a:gd name="connsiteX2368" fmla="*/ 9595502 w 12192000"/>
              <a:gd name="connsiteY2368" fmla="*/ 369387 h 2800590"/>
              <a:gd name="connsiteX2369" fmla="*/ 9579618 w 12192000"/>
              <a:gd name="connsiteY2369" fmla="*/ 378974 h 2800590"/>
              <a:gd name="connsiteX2370" fmla="*/ 9616534 w 12192000"/>
              <a:gd name="connsiteY2370" fmla="*/ 368365 h 2800590"/>
              <a:gd name="connsiteX2371" fmla="*/ 9728451 w 12192000"/>
              <a:gd name="connsiteY2371" fmla="*/ 326537 h 2800590"/>
              <a:gd name="connsiteX2372" fmla="*/ 9681818 w 12192000"/>
              <a:gd name="connsiteY2372" fmla="*/ 339378 h 2800590"/>
              <a:gd name="connsiteX2373" fmla="*/ 9674543 w 12192000"/>
              <a:gd name="connsiteY2373" fmla="*/ 343353 h 2800590"/>
              <a:gd name="connsiteX2374" fmla="*/ 9651672 w 12192000"/>
              <a:gd name="connsiteY2374" fmla="*/ 359697 h 2800590"/>
              <a:gd name="connsiteX2375" fmla="*/ 9694687 w 12192000"/>
              <a:gd name="connsiteY2375" fmla="*/ 352502 h 2800590"/>
              <a:gd name="connsiteX2376" fmla="*/ 9815080 w 12192000"/>
              <a:gd name="connsiteY2376" fmla="*/ 304955 h 2800590"/>
              <a:gd name="connsiteX2377" fmla="*/ 9789135 w 12192000"/>
              <a:gd name="connsiteY2377" fmla="*/ 309826 h 2800590"/>
              <a:gd name="connsiteX2378" fmla="*/ 9759560 w 12192000"/>
              <a:gd name="connsiteY2378" fmla="*/ 317970 h 2800590"/>
              <a:gd name="connsiteX2379" fmla="*/ 9719916 w 12192000"/>
              <a:gd name="connsiteY2379" fmla="*/ 348282 h 2800590"/>
              <a:gd name="connsiteX2380" fmla="*/ 9781160 w 12192000"/>
              <a:gd name="connsiteY2380" fmla="*/ 338038 h 2800590"/>
              <a:gd name="connsiteX2381" fmla="*/ 9802224 w 12192000"/>
              <a:gd name="connsiteY2381" fmla="*/ 315453 h 2800590"/>
              <a:gd name="connsiteX2382" fmla="*/ 9775492 w 12192000"/>
              <a:gd name="connsiteY2382" fmla="*/ 290361 h 2800590"/>
              <a:gd name="connsiteX2383" fmla="*/ 9766676 w 12192000"/>
              <a:gd name="connsiteY2383" fmla="*/ 293003 h 2800590"/>
              <a:gd name="connsiteX2384" fmla="*/ 9726494 w 12192000"/>
              <a:gd name="connsiteY2384" fmla="*/ 314962 h 2800590"/>
              <a:gd name="connsiteX2385" fmla="*/ 9751076 w 12192000"/>
              <a:gd name="connsiteY2385" fmla="*/ 309137 h 2800590"/>
              <a:gd name="connsiteX2386" fmla="*/ 9866274 w 12192000"/>
              <a:gd name="connsiteY2386" fmla="*/ 263155 h 2800590"/>
              <a:gd name="connsiteX2387" fmla="*/ 9819317 w 12192000"/>
              <a:gd name="connsiteY2387" fmla="*/ 277227 h 2800590"/>
              <a:gd name="connsiteX2388" fmla="*/ 9791760 w 12192000"/>
              <a:gd name="connsiteY2388" fmla="*/ 293350 h 2800590"/>
              <a:gd name="connsiteX2389" fmla="*/ 9780110 w 12192000"/>
              <a:gd name="connsiteY2389" fmla="*/ 302258 h 2800590"/>
              <a:gd name="connsiteX2390" fmla="*/ 9834031 w 12192000"/>
              <a:gd name="connsiteY2390" fmla="*/ 289482 h 2800590"/>
              <a:gd name="connsiteX2391" fmla="*/ 9901149 w 12192000"/>
              <a:gd name="connsiteY2391" fmla="*/ 234744 h 2800590"/>
              <a:gd name="connsiteX2392" fmla="*/ 9870233 w 12192000"/>
              <a:gd name="connsiteY2392" fmla="*/ 247436 h 2800590"/>
              <a:gd name="connsiteX2393" fmla="*/ 9856962 w 12192000"/>
              <a:gd name="connsiteY2393" fmla="*/ 255201 h 2800590"/>
              <a:gd name="connsiteX2394" fmla="*/ 9884903 w 12192000"/>
              <a:gd name="connsiteY2394" fmla="*/ 247943 h 2800590"/>
              <a:gd name="connsiteX2395" fmla="*/ 9900808 w 12192000"/>
              <a:gd name="connsiteY2395" fmla="*/ 234957 h 2800590"/>
              <a:gd name="connsiteX2396" fmla="*/ 10716799 w 12192000"/>
              <a:gd name="connsiteY2396" fmla="*/ 0 h 2800590"/>
              <a:gd name="connsiteX2397" fmla="*/ 12156080 w 12192000"/>
              <a:gd name="connsiteY2397" fmla="*/ 558954 h 2800590"/>
              <a:gd name="connsiteX2398" fmla="*/ 12192000 w 12192000"/>
              <a:gd name="connsiteY2398" fmla="*/ 595633 h 2800590"/>
              <a:gd name="connsiteX2399" fmla="*/ 12192000 w 12192000"/>
              <a:gd name="connsiteY2399" fmla="*/ 611495 h 2800590"/>
              <a:gd name="connsiteX2400" fmla="*/ 12152265 w 12192000"/>
              <a:gd name="connsiteY2400" fmla="*/ 571000 h 2800590"/>
              <a:gd name="connsiteX2401" fmla="*/ 10717915 w 12192000"/>
              <a:gd name="connsiteY2401" fmla="*/ 11907 h 2800590"/>
              <a:gd name="connsiteX2402" fmla="*/ 10140836 w 12192000"/>
              <a:gd name="connsiteY2402" fmla="*/ 118293 h 2800590"/>
              <a:gd name="connsiteX2403" fmla="*/ 10097669 w 12192000"/>
              <a:gd name="connsiteY2403" fmla="*/ 138667 h 2800590"/>
              <a:gd name="connsiteX2404" fmla="*/ 10217051 w 12192000"/>
              <a:gd name="connsiteY2404" fmla="*/ 104384 h 2800590"/>
              <a:gd name="connsiteX2405" fmla="*/ 10592397 w 12192000"/>
              <a:gd name="connsiteY2405" fmla="*/ 64496 h 2800590"/>
              <a:gd name="connsiteX2406" fmla="*/ 10609761 w 12192000"/>
              <a:gd name="connsiteY2406" fmla="*/ 64496 h 2800590"/>
              <a:gd name="connsiteX2407" fmla="*/ 11595796 w 12192000"/>
              <a:gd name="connsiteY2407" fmla="*/ 321610 h 2800590"/>
              <a:gd name="connsiteX2408" fmla="*/ 12015970 w 12192000"/>
              <a:gd name="connsiteY2408" fmla="*/ 615889 h 2800590"/>
              <a:gd name="connsiteX2409" fmla="*/ 12192000 w 12192000"/>
              <a:gd name="connsiteY2409" fmla="*/ 795081 h 2800590"/>
              <a:gd name="connsiteX2410" fmla="*/ 12192000 w 12192000"/>
              <a:gd name="connsiteY2410" fmla="*/ 813320 h 2800590"/>
              <a:gd name="connsiteX2411" fmla="*/ 12186949 w 12192000"/>
              <a:gd name="connsiteY2411" fmla="*/ 806685 h 2800590"/>
              <a:gd name="connsiteX2412" fmla="*/ 10609513 w 12192000"/>
              <a:gd name="connsiteY2412" fmla="*/ 76899 h 2800590"/>
              <a:gd name="connsiteX2413" fmla="*/ 10027333 w 12192000"/>
              <a:gd name="connsiteY2413" fmla="*/ 173270 h 2800590"/>
              <a:gd name="connsiteX2414" fmla="*/ 10013166 w 12192000"/>
              <a:gd name="connsiteY2414" fmla="*/ 179520 h 2800590"/>
              <a:gd name="connsiteX2415" fmla="*/ 9991020 w 12192000"/>
              <a:gd name="connsiteY2415" fmla="*/ 193344 h 2800590"/>
              <a:gd name="connsiteX2416" fmla="*/ 10117144 w 12192000"/>
              <a:gd name="connsiteY2416" fmla="*/ 160940 h 2800590"/>
              <a:gd name="connsiteX2417" fmla="*/ 10501979 w 12192000"/>
              <a:gd name="connsiteY2417" fmla="*/ 129364 h 2800590"/>
              <a:gd name="connsiteX2418" fmla="*/ 12049352 w 12192000"/>
              <a:gd name="connsiteY2418" fmla="*/ 850064 h 2800590"/>
              <a:gd name="connsiteX2419" fmla="*/ 12192000 w 12192000"/>
              <a:gd name="connsiteY2419" fmla="*/ 1035259 h 2800590"/>
              <a:gd name="connsiteX2420" fmla="*/ 12192000 w 12192000"/>
              <a:gd name="connsiteY2420" fmla="*/ 1056408 h 2800590"/>
              <a:gd name="connsiteX2421" fmla="*/ 12191015 w 12192000"/>
              <a:gd name="connsiteY2421" fmla="*/ 1054873 h 2800590"/>
              <a:gd name="connsiteX2422" fmla="*/ 10501732 w 12192000"/>
              <a:gd name="connsiteY2422" fmla="*/ 142635 h 2800590"/>
              <a:gd name="connsiteX2423" fmla="*/ 10049535 w 12192000"/>
              <a:gd name="connsiteY2423" fmla="*/ 189335 h 2800590"/>
              <a:gd name="connsiteX2424" fmla="*/ 9950562 w 12192000"/>
              <a:gd name="connsiteY2424" fmla="*/ 218601 h 2800590"/>
              <a:gd name="connsiteX2425" fmla="*/ 9916852 w 12192000"/>
              <a:gd name="connsiteY2425" fmla="*/ 239645 h 2800590"/>
              <a:gd name="connsiteX2426" fmla="*/ 9966502 w 12192000"/>
              <a:gd name="connsiteY2426" fmla="*/ 226748 h 2800590"/>
              <a:gd name="connsiteX2427" fmla="*/ 10289439 w 12192000"/>
              <a:gd name="connsiteY2427" fmla="*/ 193539 h 2800590"/>
              <a:gd name="connsiteX2428" fmla="*/ 10394197 w 12192000"/>
              <a:gd name="connsiteY2428" fmla="*/ 194479 h 2800590"/>
              <a:gd name="connsiteX2429" fmla="*/ 12050489 w 12192000"/>
              <a:gd name="connsiteY2429" fmla="*/ 1091089 h 2800590"/>
              <a:gd name="connsiteX2430" fmla="*/ 12129620 w 12192000"/>
              <a:gd name="connsiteY2430" fmla="*/ 1212638 h 2800590"/>
              <a:gd name="connsiteX2431" fmla="*/ 12192000 w 12192000"/>
              <a:gd name="connsiteY2431" fmla="*/ 1308897 h 2800590"/>
              <a:gd name="connsiteX2432" fmla="*/ 12192000 w 12192000"/>
              <a:gd name="connsiteY2432" fmla="*/ 1330330 h 2800590"/>
              <a:gd name="connsiteX2433" fmla="*/ 12189013 w 12192000"/>
              <a:gd name="connsiteY2433" fmla="*/ 1326201 h 2800590"/>
              <a:gd name="connsiteX2434" fmla="*/ 12119202 w 12192000"/>
              <a:gd name="connsiteY2434" fmla="*/ 1218220 h 2800590"/>
              <a:gd name="connsiteX2435" fmla="*/ 12040195 w 12192000"/>
              <a:gd name="connsiteY2435" fmla="*/ 1097167 h 2800590"/>
              <a:gd name="connsiteX2436" fmla="*/ 10393825 w 12192000"/>
              <a:gd name="connsiteY2436" fmla="*/ 205889 h 2800590"/>
              <a:gd name="connsiteX2437" fmla="*/ 10289858 w 12192000"/>
              <a:gd name="connsiteY2437" fmla="*/ 204962 h 2800590"/>
              <a:gd name="connsiteX2438" fmla="*/ 9899520 w 12192000"/>
              <a:gd name="connsiteY2438" fmla="*/ 253191 h 2800590"/>
              <a:gd name="connsiteX2439" fmla="*/ 9897972 w 12192000"/>
              <a:gd name="connsiteY2439" fmla="*/ 253655 h 2800590"/>
              <a:gd name="connsiteX2440" fmla="*/ 9861392 w 12192000"/>
              <a:gd name="connsiteY2440" fmla="*/ 283508 h 2800590"/>
              <a:gd name="connsiteX2441" fmla="*/ 10028016 w 12192000"/>
              <a:gd name="connsiteY2441" fmla="*/ 262409 h 2800590"/>
              <a:gd name="connsiteX2442" fmla="*/ 10182091 w 12192000"/>
              <a:gd name="connsiteY2442" fmla="*/ 256131 h 2800590"/>
              <a:gd name="connsiteX2443" fmla="*/ 10287284 w 12192000"/>
              <a:gd name="connsiteY2443" fmla="*/ 258478 h 2800590"/>
              <a:gd name="connsiteX2444" fmla="*/ 11900538 w 12192000"/>
              <a:gd name="connsiteY2444" fmla="*/ 1134127 h 2800590"/>
              <a:gd name="connsiteX2445" fmla="*/ 11979420 w 12192000"/>
              <a:gd name="connsiteY2445" fmla="*/ 1253568 h 2800590"/>
              <a:gd name="connsiteX2446" fmla="*/ 12119838 w 12192000"/>
              <a:gd name="connsiteY2446" fmla="*/ 1455969 h 2800590"/>
              <a:gd name="connsiteX2447" fmla="*/ 12192000 w 12192000"/>
              <a:gd name="connsiteY2447" fmla="*/ 1536200 h 2800590"/>
              <a:gd name="connsiteX2448" fmla="*/ 12192000 w 12192000"/>
              <a:gd name="connsiteY2448" fmla="*/ 1554047 h 2800590"/>
              <a:gd name="connsiteX2449" fmla="*/ 12111032 w 12192000"/>
              <a:gd name="connsiteY2449" fmla="*/ 1464140 h 2800590"/>
              <a:gd name="connsiteX2450" fmla="*/ 11969374 w 12192000"/>
              <a:gd name="connsiteY2450" fmla="*/ 1260017 h 2800590"/>
              <a:gd name="connsiteX2451" fmla="*/ 11890740 w 12192000"/>
              <a:gd name="connsiteY2451" fmla="*/ 1140949 h 2800590"/>
              <a:gd name="connsiteX2452" fmla="*/ 10287036 w 12192000"/>
              <a:gd name="connsiteY2452" fmla="*/ 270633 h 2800590"/>
              <a:gd name="connsiteX2453" fmla="*/ 10182665 w 12192000"/>
              <a:gd name="connsiteY2453" fmla="*/ 268193 h 2800590"/>
              <a:gd name="connsiteX2454" fmla="*/ 9894876 w 12192000"/>
              <a:gd name="connsiteY2454" fmla="*/ 289973 h 2800590"/>
              <a:gd name="connsiteX2455" fmla="*/ 9841100 w 12192000"/>
              <a:gd name="connsiteY2455" fmla="*/ 300070 h 2800590"/>
              <a:gd name="connsiteX2456" fmla="*/ 9812039 w 12192000"/>
              <a:gd name="connsiteY2456" fmla="*/ 323787 h 2800590"/>
              <a:gd name="connsiteX2457" fmla="*/ 9802003 w 12192000"/>
              <a:gd name="connsiteY2457" fmla="*/ 334551 h 2800590"/>
              <a:gd name="connsiteX2458" fmla="*/ 9821983 w 12192000"/>
              <a:gd name="connsiteY2458" fmla="*/ 331209 h 2800590"/>
              <a:gd name="connsiteX2459" fmla="*/ 10015951 w 12192000"/>
              <a:gd name="connsiteY2459" fmla="*/ 319214 h 2800590"/>
              <a:gd name="connsiteX2460" fmla="*/ 10178510 w 12192000"/>
              <a:gd name="connsiteY2460" fmla="*/ 323222 h 2800590"/>
              <a:gd name="connsiteX2461" fmla="*/ 11060609 w 12192000"/>
              <a:gd name="connsiteY2461" fmla="*/ 575622 h 2800590"/>
              <a:gd name="connsiteX2462" fmla="*/ 11748725 w 12192000"/>
              <a:gd name="connsiteY2462" fmla="*/ 1177910 h 2800590"/>
              <a:gd name="connsiteX2463" fmla="*/ 11827483 w 12192000"/>
              <a:gd name="connsiteY2463" fmla="*/ 1295118 h 2800590"/>
              <a:gd name="connsiteX2464" fmla="*/ 12134209 w 12192000"/>
              <a:gd name="connsiteY2464" fmla="*/ 1652448 h 2800590"/>
              <a:gd name="connsiteX2465" fmla="*/ 12192000 w 12192000"/>
              <a:gd name="connsiteY2465" fmla="*/ 1681804 h 2800590"/>
              <a:gd name="connsiteX2466" fmla="*/ 12192000 w 12192000"/>
              <a:gd name="connsiteY2466" fmla="*/ 1695630 h 2800590"/>
              <a:gd name="connsiteX2467" fmla="*/ 12127759 w 12192000"/>
              <a:gd name="connsiteY2467" fmla="*/ 1663238 h 2800590"/>
              <a:gd name="connsiteX2468" fmla="*/ 11817685 w 12192000"/>
              <a:gd name="connsiteY2468" fmla="*/ 1302436 h 2800590"/>
              <a:gd name="connsiteX2469" fmla="*/ 11739050 w 12192000"/>
              <a:gd name="connsiteY2469" fmla="*/ 1185476 h 2800590"/>
              <a:gd name="connsiteX2470" fmla="*/ 10178262 w 12192000"/>
              <a:gd name="connsiteY2470" fmla="*/ 335997 h 2800590"/>
              <a:gd name="connsiteX2471" fmla="*/ 10016982 w 12192000"/>
              <a:gd name="connsiteY2471" fmla="*/ 332023 h 2800590"/>
              <a:gd name="connsiteX2472" fmla="*/ 9789127 w 12192000"/>
              <a:gd name="connsiteY2472" fmla="*/ 348361 h 2800590"/>
              <a:gd name="connsiteX2473" fmla="*/ 9751776 w 12192000"/>
              <a:gd name="connsiteY2473" fmla="*/ 388423 h 2800590"/>
              <a:gd name="connsiteX2474" fmla="*/ 9909611 w 12192000"/>
              <a:gd name="connsiteY2474" fmla="*/ 381263 h 2800590"/>
              <a:gd name="connsiteX2475" fmla="*/ 10072713 w 12192000"/>
              <a:gd name="connsiteY2475" fmla="*/ 387594 h 2800590"/>
              <a:gd name="connsiteX2476" fmla="*/ 11599890 w 12192000"/>
              <a:gd name="connsiteY2476" fmla="*/ 1221321 h 2800590"/>
              <a:gd name="connsiteX2477" fmla="*/ 11678648 w 12192000"/>
              <a:gd name="connsiteY2477" fmla="*/ 1336669 h 2800590"/>
              <a:gd name="connsiteX2478" fmla="*/ 11976319 w 12192000"/>
              <a:gd name="connsiteY2478" fmla="*/ 1681843 h 2800590"/>
              <a:gd name="connsiteX2479" fmla="*/ 12147868 w 12192000"/>
              <a:gd name="connsiteY2479" fmla="*/ 1748726 h 2800590"/>
              <a:gd name="connsiteX2480" fmla="*/ 12192000 w 12192000"/>
              <a:gd name="connsiteY2480" fmla="*/ 1750847 h 2800590"/>
              <a:gd name="connsiteX2481" fmla="*/ 12192000 w 12192000"/>
              <a:gd name="connsiteY2481" fmla="*/ 1765788 h 2800590"/>
              <a:gd name="connsiteX2482" fmla="*/ 12156534 w 12192000"/>
              <a:gd name="connsiteY2482" fmla="*/ 1784663 h 2800590"/>
              <a:gd name="connsiteX2483" fmla="*/ 12071729 w 12192000"/>
              <a:gd name="connsiteY2483" fmla="*/ 1798960 h 2800590"/>
              <a:gd name="connsiteX2484" fmla="*/ 12036191 w 12192000"/>
              <a:gd name="connsiteY2484" fmla="*/ 1796382 h 2800590"/>
              <a:gd name="connsiteX2485" fmla="*/ 11985374 w 12192000"/>
              <a:gd name="connsiteY2485" fmla="*/ 1820632 h 2800590"/>
              <a:gd name="connsiteX2486" fmla="*/ 11902960 w 12192000"/>
              <a:gd name="connsiteY2486" fmla="*/ 1831837 h 2800590"/>
              <a:gd name="connsiteX2487" fmla="*/ 11875704 w 12192000"/>
              <a:gd name="connsiteY2487" fmla="*/ 1829074 h 2800590"/>
              <a:gd name="connsiteX2488" fmla="*/ 11872243 w 12192000"/>
              <a:gd name="connsiteY2488" fmla="*/ 1832927 h 2800590"/>
              <a:gd name="connsiteX2489" fmla="*/ 11815454 w 12192000"/>
              <a:gd name="connsiteY2489" fmla="*/ 1857097 h 2800590"/>
              <a:gd name="connsiteX2490" fmla="*/ 11735559 w 12192000"/>
              <a:gd name="connsiteY2490" fmla="*/ 1864868 h 2800590"/>
              <a:gd name="connsiteX2491" fmla="*/ 11712867 w 12192000"/>
              <a:gd name="connsiteY2491" fmla="*/ 1861846 h 2800590"/>
              <a:gd name="connsiteX2492" fmla="*/ 11696307 w 12192000"/>
              <a:gd name="connsiteY2492" fmla="*/ 1877267 h 2800590"/>
              <a:gd name="connsiteX2493" fmla="*/ 11644416 w 12192000"/>
              <a:gd name="connsiteY2493" fmla="*/ 1895297 h 2800590"/>
              <a:gd name="connsiteX2494" fmla="*/ 11576595 w 12192000"/>
              <a:gd name="connsiteY2494" fmla="*/ 1899414 h 2800590"/>
              <a:gd name="connsiteX2495" fmla="*/ 11545194 w 12192000"/>
              <a:gd name="connsiteY2495" fmla="*/ 1894932 h 2800590"/>
              <a:gd name="connsiteX2496" fmla="*/ 11550402 w 12192000"/>
              <a:gd name="connsiteY2496" fmla="*/ 1899019 h 2800590"/>
              <a:gd name="connsiteX2497" fmla="*/ 11167894 w 12192000"/>
              <a:gd name="connsiteY2497" fmla="*/ 1839361 h 2800590"/>
              <a:gd name="connsiteX2498" fmla="*/ 10917354 w 12192000"/>
              <a:gd name="connsiteY2498" fmla="*/ 1555581 h 2800590"/>
              <a:gd name="connsiteX2499" fmla="*/ 10835867 w 12192000"/>
              <a:gd name="connsiteY2499" fmla="*/ 1447303 h 2800590"/>
              <a:gd name="connsiteX2500" fmla="*/ 9726664 w 12192000"/>
              <a:gd name="connsiteY2500" fmla="*/ 760651 h 2800590"/>
              <a:gd name="connsiteX2501" fmla="*/ 9553676 w 12192000"/>
              <a:gd name="connsiteY2501" fmla="*/ 727485 h 2800590"/>
              <a:gd name="connsiteX2502" fmla="*/ 9529120 w 12192000"/>
              <a:gd name="connsiteY2502" fmla="*/ 795438 h 2800590"/>
              <a:gd name="connsiteX2503" fmla="*/ 9615689 w 12192000"/>
              <a:gd name="connsiteY2503" fmla="*/ 813260 h 2800590"/>
              <a:gd name="connsiteX2504" fmla="*/ 10695962 w 12192000"/>
              <a:gd name="connsiteY2504" fmla="*/ 1482031 h 2800590"/>
              <a:gd name="connsiteX2505" fmla="*/ 10779309 w 12192000"/>
              <a:gd name="connsiteY2505" fmla="*/ 1590185 h 2800590"/>
              <a:gd name="connsiteX2506" fmla="*/ 11016578 w 12192000"/>
              <a:gd name="connsiteY2506" fmla="*/ 1857841 h 2800590"/>
              <a:gd name="connsiteX2507" fmla="*/ 11364482 w 12192000"/>
              <a:gd name="connsiteY2507" fmla="*/ 1940197 h 2800590"/>
              <a:gd name="connsiteX2508" fmla="*/ 11372916 w 12192000"/>
              <a:gd name="connsiteY2508" fmla="*/ 1949375 h 2800590"/>
              <a:gd name="connsiteX2509" fmla="*/ 11008764 w 12192000"/>
              <a:gd name="connsiteY2509" fmla="*/ 1867516 h 2800590"/>
              <a:gd name="connsiteX2510" fmla="*/ 10769387 w 12192000"/>
              <a:gd name="connsiteY2510" fmla="*/ 1597627 h 2800590"/>
              <a:gd name="connsiteX2511" fmla="*/ 10686287 w 12192000"/>
              <a:gd name="connsiteY2511" fmla="*/ 1489845 h 2800590"/>
              <a:gd name="connsiteX2512" fmla="*/ 9612596 w 12192000"/>
              <a:gd name="connsiteY2512" fmla="*/ 825302 h 2800590"/>
              <a:gd name="connsiteX2513" fmla="*/ 9524854 w 12192000"/>
              <a:gd name="connsiteY2513" fmla="*/ 807242 h 2800590"/>
              <a:gd name="connsiteX2514" fmla="*/ 9501537 w 12192000"/>
              <a:gd name="connsiteY2514" fmla="*/ 871766 h 2800590"/>
              <a:gd name="connsiteX2515" fmla="*/ 9499306 w 12192000"/>
              <a:gd name="connsiteY2515" fmla="*/ 878992 h 2800590"/>
              <a:gd name="connsiteX2516" fmla="*/ 9500253 w 12192000"/>
              <a:gd name="connsiteY2516" fmla="*/ 879200 h 2800590"/>
              <a:gd name="connsiteX2517" fmla="*/ 10544769 w 12192000"/>
              <a:gd name="connsiteY2517" fmla="*/ 1525813 h 2800590"/>
              <a:gd name="connsiteX2518" fmla="*/ 10630350 w 12192000"/>
              <a:gd name="connsiteY2518" fmla="*/ 1634215 h 2800590"/>
              <a:gd name="connsiteX2519" fmla="*/ 10856083 w 12192000"/>
              <a:gd name="connsiteY2519" fmla="*/ 1887607 h 2800590"/>
              <a:gd name="connsiteX2520" fmla="*/ 11187367 w 12192000"/>
              <a:gd name="connsiteY2520" fmla="*/ 1990428 h 2800590"/>
              <a:gd name="connsiteX2521" fmla="*/ 11193568 w 12192000"/>
              <a:gd name="connsiteY2521" fmla="*/ 2001094 h 2800590"/>
              <a:gd name="connsiteX2522" fmla="*/ 11138375 w 12192000"/>
              <a:gd name="connsiteY2522" fmla="*/ 2012009 h 2800590"/>
              <a:gd name="connsiteX2523" fmla="*/ 10848146 w 12192000"/>
              <a:gd name="connsiteY2523" fmla="*/ 1897034 h 2800590"/>
              <a:gd name="connsiteX2524" fmla="*/ 10620551 w 12192000"/>
              <a:gd name="connsiteY2524" fmla="*/ 1641781 h 2800590"/>
              <a:gd name="connsiteX2525" fmla="*/ 10535218 w 12192000"/>
              <a:gd name="connsiteY2525" fmla="*/ 1533751 h 2800590"/>
              <a:gd name="connsiteX2526" fmla="*/ 9497117 w 12192000"/>
              <a:gd name="connsiteY2526" fmla="*/ 891262 h 2800590"/>
              <a:gd name="connsiteX2527" fmla="*/ 9495620 w 12192000"/>
              <a:gd name="connsiteY2527" fmla="*/ 890932 h 2800590"/>
              <a:gd name="connsiteX2528" fmla="*/ 9470337 w 12192000"/>
              <a:gd name="connsiteY2528" fmla="*/ 972829 h 2800590"/>
              <a:gd name="connsiteX2529" fmla="*/ 9532095 w 12192000"/>
              <a:gd name="connsiteY2529" fmla="*/ 992386 h 2800590"/>
              <a:gd name="connsiteX2530" fmla="*/ 10392709 w 12192000"/>
              <a:gd name="connsiteY2530" fmla="*/ 1570092 h 2800590"/>
              <a:gd name="connsiteX2531" fmla="*/ 10481391 w 12192000"/>
              <a:gd name="connsiteY2531" fmla="*/ 1679610 h 2800590"/>
              <a:gd name="connsiteX2532" fmla="*/ 10694845 w 12192000"/>
              <a:gd name="connsiteY2532" fmla="*/ 1917747 h 2800590"/>
              <a:gd name="connsiteX2533" fmla="*/ 11009757 w 12192000"/>
              <a:gd name="connsiteY2533" fmla="*/ 2041776 h 2800590"/>
              <a:gd name="connsiteX2534" fmla="*/ 11012857 w 12192000"/>
              <a:gd name="connsiteY2534" fmla="*/ 2054179 h 2800590"/>
              <a:gd name="connsiteX2535" fmla="*/ 10988671 w 12192000"/>
              <a:gd name="connsiteY2535" fmla="*/ 2055544 h 2800590"/>
              <a:gd name="connsiteX2536" fmla="*/ 10688148 w 12192000"/>
              <a:gd name="connsiteY2536" fmla="*/ 1926677 h 2800590"/>
              <a:gd name="connsiteX2537" fmla="*/ 10473204 w 12192000"/>
              <a:gd name="connsiteY2537" fmla="*/ 1686804 h 2800590"/>
              <a:gd name="connsiteX2538" fmla="*/ 10384648 w 12192000"/>
              <a:gd name="connsiteY2538" fmla="*/ 1577657 h 2800590"/>
              <a:gd name="connsiteX2539" fmla="*/ 9529336 w 12192000"/>
              <a:gd name="connsiteY2539" fmla="*/ 1003592 h 2800590"/>
              <a:gd name="connsiteX2540" fmla="*/ 9466936 w 12192000"/>
              <a:gd name="connsiteY2540" fmla="*/ 983843 h 2800590"/>
              <a:gd name="connsiteX2541" fmla="*/ 9450828 w 12192000"/>
              <a:gd name="connsiteY2541" fmla="*/ 1036020 h 2800590"/>
              <a:gd name="connsiteX2542" fmla="*/ 9440339 w 12192000"/>
              <a:gd name="connsiteY2542" fmla="*/ 1068358 h 2800590"/>
              <a:gd name="connsiteX2543" fmla="*/ 9651611 w 12192000"/>
              <a:gd name="connsiteY2543" fmla="*/ 1159755 h 2800590"/>
              <a:gd name="connsiteX2544" fmla="*/ 10243129 w 12192000"/>
              <a:gd name="connsiteY2544" fmla="*/ 1613502 h 2800590"/>
              <a:gd name="connsiteX2545" fmla="*/ 10336523 w 12192000"/>
              <a:gd name="connsiteY2545" fmla="*/ 1725129 h 2800590"/>
              <a:gd name="connsiteX2546" fmla="*/ 10536087 w 12192000"/>
              <a:gd name="connsiteY2546" fmla="*/ 1946646 h 2800590"/>
              <a:gd name="connsiteX2547" fmla="*/ 10834999 w 12192000"/>
              <a:gd name="connsiteY2547" fmla="*/ 2091140 h 2800590"/>
              <a:gd name="connsiteX2548" fmla="*/ 10834875 w 12192000"/>
              <a:gd name="connsiteY2548" fmla="*/ 2103668 h 2800590"/>
              <a:gd name="connsiteX2549" fmla="*/ 10528149 w 12192000"/>
              <a:gd name="connsiteY2549" fmla="*/ 1955948 h 2800590"/>
              <a:gd name="connsiteX2550" fmla="*/ 10327221 w 12192000"/>
              <a:gd name="connsiteY2550" fmla="*/ 1732695 h 2800590"/>
              <a:gd name="connsiteX2551" fmla="*/ 10234199 w 12192000"/>
              <a:gd name="connsiteY2551" fmla="*/ 1621068 h 2800590"/>
              <a:gd name="connsiteX2552" fmla="*/ 9646214 w 12192000"/>
              <a:gd name="connsiteY2552" fmla="*/ 1170560 h 2800590"/>
              <a:gd name="connsiteX2553" fmla="*/ 9436585 w 12192000"/>
              <a:gd name="connsiteY2553" fmla="*/ 1079932 h 2800590"/>
              <a:gd name="connsiteX2554" fmla="*/ 9406523 w 12192000"/>
              <a:gd name="connsiteY2554" fmla="*/ 1172612 h 2800590"/>
              <a:gd name="connsiteX2555" fmla="*/ 9520676 w 12192000"/>
              <a:gd name="connsiteY2555" fmla="*/ 1223032 h 2800590"/>
              <a:gd name="connsiteX2556" fmla="*/ 10092929 w 12192000"/>
              <a:gd name="connsiteY2556" fmla="*/ 1656913 h 2800590"/>
              <a:gd name="connsiteX2557" fmla="*/ 10193021 w 12192000"/>
              <a:gd name="connsiteY2557" fmla="*/ 1773749 h 2800590"/>
              <a:gd name="connsiteX2558" fmla="*/ 10376709 w 12192000"/>
              <a:gd name="connsiteY2558" fmla="*/ 1976414 h 2800590"/>
              <a:gd name="connsiteX2559" fmla="*/ 10659372 w 12192000"/>
              <a:gd name="connsiteY2559" fmla="*/ 2142489 h 2800590"/>
              <a:gd name="connsiteX2560" fmla="*/ 10655651 w 12192000"/>
              <a:gd name="connsiteY2560" fmla="*/ 2154024 h 2800590"/>
              <a:gd name="connsiteX2561" fmla="*/ 10368275 w 12192000"/>
              <a:gd name="connsiteY2561" fmla="*/ 1985220 h 2800590"/>
              <a:gd name="connsiteX2562" fmla="*/ 10183594 w 12192000"/>
              <a:gd name="connsiteY2562" fmla="*/ 1781439 h 2800590"/>
              <a:gd name="connsiteX2563" fmla="*/ 10084371 w 12192000"/>
              <a:gd name="connsiteY2563" fmla="*/ 1664975 h 2800590"/>
              <a:gd name="connsiteX2564" fmla="*/ 9515074 w 12192000"/>
              <a:gd name="connsiteY2564" fmla="*/ 1233946 h 2800590"/>
              <a:gd name="connsiteX2565" fmla="*/ 9402715 w 12192000"/>
              <a:gd name="connsiteY2565" fmla="*/ 1184352 h 2800590"/>
              <a:gd name="connsiteX2566" fmla="*/ 9372477 w 12192000"/>
              <a:gd name="connsiteY2566" fmla="*/ 1277575 h 2800590"/>
              <a:gd name="connsiteX2567" fmla="*/ 9389665 w 12192000"/>
              <a:gd name="connsiteY2567" fmla="*/ 1285337 h 2800590"/>
              <a:gd name="connsiteX2568" fmla="*/ 9942977 w 12192000"/>
              <a:gd name="connsiteY2568" fmla="*/ 1700199 h 2800590"/>
              <a:gd name="connsiteX2569" fmla="*/ 10053612 w 12192000"/>
              <a:gd name="connsiteY2569" fmla="*/ 1825593 h 2800590"/>
              <a:gd name="connsiteX2570" fmla="*/ 10217455 w 12192000"/>
              <a:gd name="connsiteY2570" fmla="*/ 2005683 h 2800590"/>
              <a:gd name="connsiteX2571" fmla="*/ 10453111 w 12192000"/>
              <a:gd name="connsiteY2571" fmla="*/ 2175232 h 2800590"/>
              <a:gd name="connsiteX2572" fmla="*/ 10483871 w 12192000"/>
              <a:gd name="connsiteY2572" fmla="*/ 2193589 h 2800590"/>
              <a:gd name="connsiteX2573" fmla="*/ 10476553 w 12192000"/>
              <a:gd name="connsiteY2573" fmla="*/ 2204131 h 2800590"/>
              <a:gd name="connsiteX2574" fmla="*/ 10445918 w 12192000"/>
              <a:gd name="connsiteY2574" fmla="*/ 2185899 h 2800590"/>
              <a:gd name="connsiteX2575" fmla="*/ 10208153 w 12192000"/>
              <a:gd name="connsiteY2575" fmla="*/ 2014490 h 2800590"/>
              <a:gd name="connsiteX2576" fmla="*/ 10043566 w 12192000"/>
              <a:gd name="connsiteY2576" fmla="*/ 1833654 h 2800590"/>
              <a:gd name="connsiteX2577" fmla="*/ 9933303 w 12192000"/>
              <a:gd name="connsiteY2577" fmla="*/ 1708632 h 2800590"/>
              <a:gd name="connsiteX2578" fmla="*/ 9383288 w 12192000"/>
              <a:gd name="connsiteY2578" fmla="*/ 1296325 h 2800590"/>
              <a:gd name="connsiteX2579" fmla="*/ 9368555 w 12192000"/>
              <a:gd name="connsiteY2579" fmla="*/ 1289669 h 2800590"/>
              <a:gd name="connsiteX2580" fmla="*/ 9360426 w 12192000"/>
              <a:gd name="connsiteY2580" fmla="*/ 1314730 h 2800590"/>
              <a:gd name="connsiteX2581" fmla="*/ 9329588 w 12192000"/>
              <a:gd name="connsiteY2581" fmla="*/ 1388135 h 2800590"/>
              <a:gd name="connsiteX2582" fmla="*/ 9342064 w 12192000"/>
              <a:gd name="connsiteY2582" fmla="*/ 1394682 h 2800590"/>
              <a:gd name="connsiteX2583" fmla="*/ 9791537 w 12192000"/>
              <a:gd name="connsiteY2583" fmla="*/ 1743734 h 2800590"/>
              <a:gd name="connsiteX2584" fmla="*/ 9920280 w 12192000"/>
              <a:gd name="connsiteY2584" fmla="*/ 1885499 h 2800590"/>
              <a:gd name="connsiteX2585" fmla="*/ 10056713 w 12192000"/>
              <a:gd name="connsiteY2585" fmla="*/ 2035203 h 2800590"/>
              <a:gd name="connsiteX2586" fmla="*/ 10233951 w 12192000"/>
              <a:gd name="connsiteY2586" fmla="*/ 2187140 h 2800590"/>
              <a:gd name="connsiteX2587" fmla="*/ 10305888 w 12192000"/>
              <a:gd name="connsiteY2587" fmla="*/ 2244937 h 2800590"/>
              <a:gd name="connsiteX2588" fmla="*/ 10298074 w 12192000"/>
              <a:gd name="connsiteY2588" fmla="*/ 2254240 h 2800590"/>
              <a:gd name="connsiteX2589" fmla="*/ 10226757 w 12192000"/>
              <a:gd name="connsiteY2589" fmla="*/ 2196938 h 2800590"/>
              <a:gd name="connsiteX2590" fmla="*/ 10047906 w 12192000"/>
              <a:gd name="connsiteY2590" fmla="*/ 2043761 h 2800590"/>
              <a:gd name="connsiteX2591" fmla="*/ 9911474 w 12192000"/>
              <a:gd name="connsiteY2591" fmla="*/ 1893685 h 2800590"/>
              <a:gd name="connsiteX2592" fmla="*/ 9783103 w 12192000"/>
              <a:gd name="connsiteY2592" fmla="*/ 1752292 h 2800590"/>
              <a:gd name="connsiteX2593" fmla="*/ 9336284 w 12192000"/>
              <a:gd name="connsiteY2593" fmla="*/ 1405179 h 2800590"/>
              <a:gd name="connsiteX2594" fmla="*/ 9324928 w 12192000"/>
              <a:gd name="connsiteY2594" fmla="*/ 1399227 h 2800590"/>
              <a:gd name="connsiteX2595" fmla="*/ 9303673 w 12192000"/>
              <a:gd name="connsiteY2595" fmla="*/ 1449823 h 2800590"/>
              <a:gd name="connsiteX2596" fmla="*/ 9275988 w 12192000"/>
              <a:gd name="connsiteY2596" fmla="*/ 1500465 h 2800590"/>
              <a:gd name="connsiteX2597" fmla="*/ 9436392 w 12192000"/>
              <a:gd name="connsiteY2597" fmla="*/ 1608099 h 2800590"/>
              <a:gd name="connsiteX2598" fmla="*/ 9642207 w 12192000"/>
              <a:gd name="connsiteY2598" fmla="*/ 1787888 h 2800590"/>
              <a:gd name="connsiteX2599" fmla="*/ 9808158 w 12192000"/>
              <a:gd name="connsiteY2599" fmla="*/ 1965871 h 2800590"/>
              <a:gd name="connsiteX2600" fmla="*/ 9898328 w 12192000"/>
              <a:gd name="connsiteY2600" fmla="*/ 2065094 h 2800590"/>
              <a:gd name="connsiteX2601" fmla="*/ 10022358 w 12192000"/>
              <a:gd name="connsiteY2601" fmla="*/ 2189124 h 2800590"/>
              <a:gd name="connsiteX2602" fmla="*/ 10130015 w 12192000"/>
              <a:gd name="connsiteY2602" fmla="*/ 2297278 h 2800590"/>
              <a:gd name="connsiteX2603" fmla="*/ 10119845 w 12192000"/>
              <a:gd name="connsiteY2603" fmla="*/ 2304348 h 2800590"/>
              <a:gd name="connsiteX2604" fmla="*/ 10012931 w 12192000"/>
              <a:gd name="connsiteY2604" fmla="*/ 2197062 h 2800590"/>
              <a:gd name="connsiteX2605" fmla="*/ 9888158 w 12192000"/>
              <a:gd name="connsiteY2605" fmla="*/ 2073032 h 2800590"/>
              <a:gd name="connsiteX2606" fmla="*/ 9797740 w 12192000"/>
              <a:gd name="connsiteY2606" fmla="*/ 1973809 h 2800590"/>
              <a:gd name="connsiteX2607" fmla="*/ 9632408 w 12192000"/>
              <a:gd name="connsiteY2607" fmla="*/ 1796322 h 2800590"/>
              <a:gd name="connsiteX2608" fmla="*/ 9427952 w 12192000"/>
              <a:gd name="connsiteY2608" fmla="*/ 1617491 h 2800590"/>
              <a:gd name="connsiteX2609" fmla="*/ 9269984 w 12192000"/>
              <a:gd name="connsiteY2609" fmla="*/ 1511447 h 2800590"/>
              <a:gd name="connsiteX2610" fmla="*/ 9233652 w 12192000"/>
              <a:gd name="connsiteY2610" fmla="*/ 1577905 h 2800590"/>
              <a:gd name="connsiteX2611" fmla="*/ 9210584 w 12192000"/>
              <a:gd name="connsiteY2611" fmla="*/ 1607319 h 2800590"/>
              <a:gd name="connsiteX2612" fmla="*/ 9317640 w 12192000"/>
              <a:gd name="connsiteY2612" fmla="*/ 1682604 h 2800590"/>
              <a:gd name="connsiteX2613" fmla="*/ 9490518 w 12192000"/>
              <a:gd name="connsiteY2613" fmla="*/ 1831299 h 2800590"/>
              <a:gd name="connsiteX2614" fmla="*/ 9737461 w 12192000"/>
              <a:gd name="connsiteY2614" fmla="*/ 2094614 h 2800590"/>
              <a:gd name="connsiteX2615" fmla="*/ 9785213 w 12192000"/>
              <a:gd name="connsiteY2615" fmla="*/ 2148443 h 2800590"/>
              <a:gd name="connsiteX2616" fmla="*/ 9951909 w 12192000"/>
              <a:gd name="connsiteY2616" fmla="*/ 2347882 h 2800590"/>
              <a:gd name="connsiteX2617" fmla="*/ 9941738 w 12192000"/>
              <a:gd name="connsiteY2617" fmla="*/ 2354704 h 2800590"/>
              <a:gd name="connsiteX2618" fmla="*/ 9775910 w 12192000"/>
              <a:gd name="connsiteY2618" fmla="*/ 2156257 h 2800590"/>
              <a:gd name="connsiteX2619" fmla="*/ 9728159 w 12192000"/>
              <a:gd name="connsiteY2619" fmla="*/ 2102428 h 2800590"/>
              <a:gd name="connsiteX2620" fmla="*/ 9481836 w 12192000"/>
              <a:gd name="connsiteY2620" fmla="*/ 1839857 h 2800590"/>
              <a:gd name="connsiteX2621" fmla="*/ 9309888 w 12192000"/>
              <a:gd name="connsiteY2621" fmla="*/ 1691947 h 2800590"/>
              <a:gd name="connsiteX2622" fmla="*/ 9203109 w 12192000"/>
              <a:gd name="connsiteY2622" fmla="*/ 1616850 h 2800590"/>
              <a:gd name="connsiteX2623" fmla="*/ 9132740 w 12192000"/>
              <a:gd name="connsiteY2623" fmla="*/ 1706577 h 2800590"/>
              <a:gd name="connsiteX2624" fmla="*/ 9222870 w 12192000"/>
              <a:gd name="connsiteY2624" fmla="*/ 1771023 h 2800590"/>
              <a:gd name="connsiteX2625" fmla="*/ 9775042 w 12192000"/>
              <a:gd name="connsiteY2625" fmla="*/ 2398486 h 2800590"/>
              <a:gd name="connsiteX2626" fmla="*/ 9763879 w 12192000"/>
              <a:gd name="connsiteY2626" fmla="*/ 2404936 h 2800590"/>
              <a:gd name="connsiteX2627" fmla="*/ 9208381 w 12192000"/>
              <a:gd name="connsiteY2627" fmla="*/ 1775807 h 2800590"/>
              <a:gd name="connsiteX2628" fmla="*/ 9124890 w 12192000"/>
              <a:gd name="connsiteY2628" fmla="*/ 1716586 h 2800590"/>
              <a:gd name="connsiteX2629" fmla="*/ 9101375 w 12192000"/>
              <a:gd name="connsiteY2629" fmla="*/ 1746570 h 2800590"/>
              <a:gd name="connsiteX2630" fmla="*/ 8514777 w 12192000"/>
              <a:gd name="connsiteY2630" fmla="*/ 2083822 h 2800590"/>
              <a:gd name="connsiteX2631" fmla="*/ 7829285 w 12192000"/>
              <a:gd name="connsiteY2631" fmla="*/ 2138363 h 2800590"/>
              <a:gd name="connsiteX2632" fmla="*/ 7601475 w 12192000"/>
              <a:gd name="connsiteY2632" fmla="*/ 2101298 h 2800590"/>
              <a:gd name="connsiteX2633" fmla="*/ 7580709 w 12192000"/>
              <a:gd name="connsiteY2633" fmla="*/ 2099078 h 2800590"/>
              <a:gd name="connsiteX2634" fmla="*/ 7497182 w 12192000"/>
              <a:gd name="connsiteY2634" fmla="*/ 2082671 h 2800590"/>
              <a:gd name="connsiteX2635" fmla="*/ 7423812 w 12192000"/>
              <a:gd name="connsiteY2635" fmla="*/ 2074025 h 2800590"/>
              <a:gd name="connsiteX2636" fmla="*/ 7326205 w 12192000"/>
              <a:gd name="connsiteY2636" fmla="*/ 2053727 h 2800590"/>
              <a:gd name="connsiteX2637" fmla="*/ 7267038 w 12192000"/>
              <a:gd name="connsiteY2637" fmla="*/ 2045745 h 2800590"/>
              <a:gd name="connsiteX2638" fmla="*/ 7206309 w 12192000"/>
              <a:gd name="connsiteY2638" fmla="*/ 2032565 h 2800590"/>
              <a:gd name="connsiteX2639" fmla="*/ 7111258 w 12192000"/>
              <a:gd name="connsiteY2639" fmla="*/ 2019203 h 2800590"/>
              <a:gd name="connsiteX2640" fmla="*/ 7088071 w 12192000"/>
              <a:gd name="connsiteY2640" fmla="*/ 2013912 h 2800590"/>
              <a:gd name="connsiteX2641" fmla="*/ 7012920 w 12192000"/>
              <a:gd name="connsiteY2641" fmla="*/ 2002126 h 2800590"/>
              <a:gd name="connsiteX2642" fmla="*/ 7012295 w 12192000"/>
              <a:gd name="connsiteY2642" fmla="*/ 2002080 h 2800590"/>
              <a:gd name="connsiteX2643" fmla="*/ 7007982 w 12192000"/>
              <a:gd name="connsiteY2643" fmla="*/ 2001351 h 2800590"/>
              <a:gd name="connsiteX2644" fmla="*/ 6953367 w 12192000"/>
              <a:gd name="connsiteY2644" fmla="*/ 1992785 h 2800590"/>
              <a:gd name="connsiteX2645" fmla="*/ 6943804 w 12192000"/>
              <a:gd name="connsiteY2645" fmla="*/ 1990502 h 2800590"/>
              <a:gd name="connsiteX2646" fmla="*/ 6897195 w 12192000"/>
              <a:gd name="connsiteY2646" fmla="*/ 1982624 h 2800590"/>
              <a:gd name="connsiteX2647" fmla="*/ 6876353 w 12192000"/>
              <a:gd name="connsiteY2647" fmla="*/ 1981356 h 2800590"/>
              <a:gd name="connsiteX2648" fmla="*/ 6742562 w 12192000"/>
              <a:gd name="connsiteY2648" fmla="*/ 1957707 h 2800590"/>
              <a:gd name="connsiteX2649" fmla="*/ 6689542 w 12192000"/>
              <a:gd name="connsiteY2649" fmla="*/ 1952125 h 2800590"/>
              <a:gd name="connsiteX2650" fmla="*/ 6639047 w 12192000"/>
              <a:gd name="connsiteY2650" fmla="*/ 1942166 h 2800590"/>
              <a:gd name="connsiteX2651" fmla="*/ 6531604 w 12192000"/>
              <a:gd name="connsiteY2651" fmla="*/ 1928708 h 2800590"/>
              <a:gd name="connsiteX2652" fmla="*/ 6495281 w 12192000"/>
              <a:gd name="connsiteY2652" fmla="*/ 1920966 h 2800590"/>
              <a:gd name="connsiteX2653" fmla="*/ 6439937 w 12192000"/>
              <a:gd name="connsiteY2653" fmla="*/ 1913371 h 2800590"/>
              <a:gd name="connsiteX2654" fmla="*/ 6406123 w 12192000"/>
              <a:gd name="connsiteY2654" fmla="*/ 1910800 h 2800590"/>
              <a:gd name="connsiteX2655" fmla="*/ 6314510 w 12192000"/>
              <a:gd name="connsiteY2655" fmla="*/ 1896546 h 2800590"/>
              <a:gd name="connsiteX2656" fmla="*/ 6247856 w 12192000"/>
              <a:gd name="connsiteY2656" fmla="*/ 1889855 h 2800590"/>
              <a:gd name="connsiteX2657" fmla="*/ 6223789 w 12192000"/>
              <a:gd name="connsiteY2657" fmla="*/ 1885586 h 2800590"/>
              <a:gd name="connsiteX2658" fmla="*/ 6121163 w 12192000"/>
              <a:gd name="connsiteY2658" fmla="*/ 1874129 h 2800590"/>
              <a:gd name="connsiteX2659" fmla="*/ 6108413 w 12192000"/>
              <a:gd name="connsiteY2659" fmla="*/ 1873655 h 2800590"/>
              <a:gd name="connsiteX2660" fmla="*/ 6074067 w 12192000"/>
              <a:gd name="connsiteY2660" fmla="*/ 1869019 h 2800590"/>
              <a:gd name="connsiteX2661" fmla="*/ 6027983 w 12192000"/>
              <a:gd name="connsiteY2661" fmla="*/ 1867391 h 2800590"/>
              <a:gd name="connsiteX2662" fmla="*/ 5998392 w 12192000"/>
              <a:gd name="connsiteY2662" fmla="*/ 1863735 h 2800590"/>
              <a:gd name="connsiteX2663" fmla="*/ 5962013 w 12192000"/>
              <a:gd name="connsiteY2663" fmla="*/ 1863190 h 2800590"/>
              <a:gd name="connsiteX2664" fmla="*/ 5900836 w 12192000"/>
              <a:gd name="connsiteY2664" fmla="*/ 1856769 h 2800590"/>
              <a:gd name="connsiteX2665" fmla="*/ 5879184 w 12192000"/>
              <a:gd name="connsiteY2665" fmla="*/ 1855751 h 2800590"/>
              <a:gd name="connsiteX2666" fmla="*/ 5802268 w 12192000"/>
              <a:gd name="connsiteY2666" fmla="*/ 1855972 h 2800590"/>
              <a:gd name="connsiteX2667" fmla="*/ 5794783 w 12192000"/>
              <a:gd name="connsiteY2667" fmla="*/ 1855387 h 2800590"/>
              <a:gd name="connsiteX2668" fmla="*/ 5793337 w 12192000"/>
              <a:gd name="connsiteY2668" fmla="*/ 1855506 h 2800590"/>
              <a:gd name="connsiteX2669" fmla="*/ 5697172 w 12192000"/>
              <a:gd name="connsiteY2669" fmla="*/ 1853796 h 2800590"/>
              <a:gd name="connsiteX2670" fmla="*/ 5635429 w 12192000"/>
              <a:gd name="connsiteY2670" fmla="*/ 1856725 h 2800590"/>
              <a:gd name="connsiteX2671" fmla="*/ 5608317 w 12192000"/>
              <a:gd name="connsiteY2671" fmla="*/ 1855527 h 2800590"/>
              <a:gd name="connsiteX2672" fmla="*/ 5575668 w 12192000"/>
              <a:gd name="connsiteY2672" fmla="*/ 1858806 h 2800590"/>
              <a:gd name="connsiteX2673" fmla="*/ 4447228 w 12192000"/>
              <a:gd name="connsiteY2673" fmla="*/ 1562899 h 2800590"/>
              <a:gd name="connsiteX2674" fmla="*/ 4277801 w 12192000"/>
              <a:gd name="connsiteY2674" fmla="*/ 1483272 h 2800590"/>
              <a:gd name="connsiteX2675" fmla="*/ 3822953 w 12192000"/>
              <a:gd name="connsiteY2675" fmla="*/ 1279321 h 2800590"/>
              <a:gd name="connsiteX2676" fmla="*/ 3746232 w 12192000"/>
              <a:gd name="connsiteY2676" fmla="*/ 1250686 h 2800590"/>
              <a:gd name="connsiteX2677" fmla="*/ 3737370 w 12192000"/>
              <a:gd name="connsiteY2677" fmla="*/ 1256065 h 2800590"/>
              <a:gd name="connsiteX2678" fmla="*/ 3218089 w 12192000"/>
              <a:gd name="connsiteY2678" fmla="*/ 1747330 h 2800590"/>
              <a:gd name="connsiteX2679" fmla="*/ 2604515 w 12192000"/>
              <a:gd name="connsiteY2679" fmla="*/ 2800590 h 2800590"/>
              <a:gd name="connsiteX2680" fmla="*/ 2593352 w 12192000"/>
              <a:gd name="connsiteY2680" fmla="*/ 2795133 h 2800590"/>
              <a:gd name="connsiteX2681" fmla="*/ 3208291 w 12192000"/>
              <a:gd name="connsiteY2681" fmla="*/ 1739144 h 2800590"/>
              <a:gd name="connsiteX2682" fmla="*/ 3730991 w 12192000"/>
              <a:gd name="connsiteY2682" fmla="*/ 1245073 h 2800590"/>
              <a:gd name="connsiteX2683" fmla="*/ 3731068 w 12192000"/>
              <a:gd name="connsiteY2683" fmla="*/ 1245026 h 2800590"/>
              <a:gd name="connsiteX2684" fmla="*/ 3686303 w 12192000"/>
              <a:gd name="connsiteY2684" fmla="*/ 1228318 h 2800590"/>
              <a:gd name="connsiteX2685" fmla="*/ 3587324 w 12192000"/>
              <a:gd name="connsiteY2685" fmla="*/ 1290869 h 2800590"/>
              <a:gd name="connsiteX2686" fmla="*/ 3093936 w 12192000"/>
              <a:gd name="connsiteY2686" fmla="*/ 1744850 h 2800590"/>
              <a:gd name="connsiteX2687" fmla="*/ 2470562 w 12192000"/>
              <a:gd name="connsiteY2687" fmla="*/ 2727785 h 2800590"/>
              <a:gd name="connsiteX2688" fmla="*/ 2464238 w 12192000"/>
              <a:gd name="connsiteY2688" fmla="*/ 2739320 h 2800590"/>
              <a:gd name="connsiteX2689" fmla="*/ 2453323 w 12192000"/>
              <a:gd name="connsiteY2689" fmla="*/ 2733366 h 2800590"/>
              <a:gd name="connsiteX2690" fmla="*/ 2459648 w 12192000"/>
              <a:gd name="connsiteY2690" fmla="*/ 2721832 h 2800590"/>
              <a:gd name="connsiteX2691" fmla="*/ 3084014 w 12192000"/>
              <a:gd name="connsiteY2691" fmla="*/ 1736912 h 2800590"/>
              <a:gd name="connsiteX2692" fmla="*/ 3580250 w 12192000"/>
              <a:gd name="connsiteY2692" fmla="*/ 1280461 h 2800590"/>
              <a:gd name="connsiteX2693" fmla="*/ 3671499 w 12192000"/>
              <a:gd name="connsiteY2693" fmla="*/ 1222793 h 2800590"/>
              <a:gd name="connsiteX2694" fmla="*/ 3667333 w 12192000"/>
              <a:gd name="connsiteY2694" fmla="*/ 1221238 h 2800590"/>
              <a:gd name="connsiteX2695" fmla="*/ 3630923 w 12192000"/>
              <a:gd name="connsiteY2695" fmla="*/ 1210373 h 2800590"/>
              <a:gd name="connsiteX2696" fmla="*/ 3571269 w 12192000"/>
              <a:gd name="connsiteY2696" fmla="*/ 1242129 h 2800590"/>
              <a:gd name="connsiteX2697" fmla="*/ 2969287 w 12192000"/>
              <a:gd name="connsiteY2697" fmla="*/ 1743733 h 2800590"/>
              <a:gd name="connsiteX2698" fmla="*/ 2344427 w 12192000"/>
              <a:gd name="connsiteY2698" fmla="*/ 2644561 h 2800590"/>
              <a:gd name="connsiteX2699" fmla="*/ 2323961 w 12192000"/>
              <a:gd name="connsiteY2699" fmla="*/ 2678173 h 2800590"/>
              <a:gd name="connsiteX2700" fmla="*/ 2313294 w 12192000"/>
              <a:gd name="connsiteY2700" fmla="*/ 2671723 h 2800590"/>
              <a:gd name="connsiteX2701" fmla="*/ 2333264 w 12192000"/>
              <a:gd name="connsiteY2701" fmla="*/ 2637863 h 2800590"/>
              <a:gd name="connsiteX2702" fmla="*/ 2959241 w 12192000"/>
              <a:gd name="connsiteY2702" fmla="*/ 1734431 h 2800590"/>
              <a:gd name="connsiteX2703" fmla="*/ 3564257 w 12192000"/>
              <a:gd name="connsiteY2703" fmla="*/ 1230176 h 2800590"/>
              <a:gd name="connsiteX2704" fmla="*/ 3612087 w 12192000"/>
              <a:gd name="connsiteY2704" fmla="*/ 1204752 h 2800590"/>
              <a:gd name="connsiteX2705" fmla="*/ 3575307 w 12192000"/>
              <a:gd name="connsiteY2705" fmla="*/ 1193776 h 2800590"/>
              <a:gd name="connsiteX2706" fmla="*/ 3553430 w 12192000"/>
              <a:gd name="connsiteY2706" fmla="*/ 1203463 h 2800590"/>
              <a:gd name="connsiteX2707" fmla="*/ 2844513 w 12192000"/>
              <a:gd name="connsiteY2707" fmla="*/ 1740508 h 2800590"/>
              <a:gd name="connsiteX2708" fmla="*/ 2225729 w 12192000"/>
              <a:gd name="connsiteY2708" fmla="*/ 2554639 h 2800590"/>
              <a:gd name="connsiteX2709" fmla="*/ 2183683 w 12192000"/>
              <a:gd name="connsiteY2709" fmla="*/ 2616902 h 2800590"/>
              <a:gd name="connsiteX2710" fmla="*/ 2173388 w 12192000"/>
              <a:gd name="connsiteY2710" fmla="*/ 2609956 h 2800590"/>
              <a:gd name="connsiteX2711" fmla="*/ 2215435 w 12192000"/>
              <a:gd name="connsiteY2711" fmla="*/ 2547941 h 2800590"/>
              <a:gd name="connsiteX2712" fmla="*/ 2835582 w 12192000"/>
              <a:gd name="connsiteY2712" fmla="*/ 1732198 h 2800590"/>
              <a:gd name="connsiteX2713" fmla="*/ 3548083 w 12192000"/>
              <a:gd name="connsiteY2713" fmla="*/ 1192340 h 2800590"/>
              <a:gd name="connsiteX2714" fmla="*/ 3557119 w 12192000"/>
              <a:gd name="connsiteY2714" fmla="*/ 1188349 h 2800590"/>
              <a:gd name="connsiteX2715" fmla="*/ 3528583 w 12192000"/>
              <a:gd name="connsiteY2715" fmla="*/ 1179833 h 2800590"/>
              <a:gd name="connsiteX2716" fmla="*/ 3326940 w 12192000"/>
              <a:gd name="connsiteY2716" fmla="*/ 1275008 h 2800590"/>
              <a:gd name="connsiteX2717" fmla="*/ 2719987 w 12192000"/>
              <a:gd name="connsiteY2717" fmla="*/ 1738276 h 2800590"/>
              <a:gd name="connsiteX2718" fmla="*/ 2116583 w 12192000"/>
              <a:gd name="connsiteY2718" fmla="*/ 2459012 h 2800590"/>
              <a:gd name="connsiteX2719" fmla="*/ 2043281 w 12192000"/>
              <a:gd name="connsiteY2719" fmla="*/ 2555755 h 2800590"/>
              <a:gd name="connsiteX2720" fmla="*/ 2033359 w 12192000"/>
              <a:gd name="connsiteY2720" fmla="*/ 2548190 h 2800590"/>
              <a:gd name="connsiteX2721" fmla="*/ 2106661 w 12192000"/>
              <a:gd name="connsiteY2721" fmla="*/ 2451446 h 2800590"/>
              <a:gd name="connsiteX2722" fmla="*/ 2711305 w 12192000"/>
              <a:gd name="connsiteY2722" fmla="*/ 1729470 h 2800590"/>
              <a:gd name="connsiteX2723" fmla="*/ 3320822 w 12192000"/>
              <a:gd name="connsiteY2723" fmla="*/ 1263917 h 2800590"/>
              <a:gd name="connsiteX2724" fmla="*/ 3510284 w 12192000"/>
              <a:gd name="connsiteY2724" fmla="*/ 1174373 h 2800590"/>
              <a:gd name="connsiteX2725" fmla="*/ 3490779 w 12192000"/>
              <a:gd name="connsiteY2725" fmla="*/ 1168552 h 2800590"/>
              <a:gd name="connsiteX2726" fmla="*/ 3412320 w 12192000"/>
              <a:gd name="connsiteY2726" fmla="*/ 1196143 h 2800590"/>
              <a:gd name="connsiteX2727" fmla="*/ 2596082 w 12192000"/>
              <a:gd name="connsiteY2727" fmla="*/ 1736416 h 2800590"/>
              <a:gd name="connsiteX2728" fmla="*/ 2016491 w 12192000"/>
              <a:gd name="connsiteY2728" fmla="*/ 2362765 h 2800590"/>
              <a:gd name="connsiteX2729" fmla="*/ 1902879 w 12192000"/>
              <a:gd name="connsiteY2729" fmla="*/ 2494609 h 2800590"/>
              <a:gd name="connsiteX2730" fmla="*/ 1893577 w 12192000"/>
              <a:gd name="connsiteY2730" fmla="*/ 2486423 h 2800590"/>
              <a:gd name="connsiteX2731" fmla="*/ 2006444 w 12192000"/>
              <a:gd name="connsiteY2731" fmla="*/ 2354579 h 2800590"/>
              <a:gd name="connsiteX2732" fmla="*/ 2587027 w 12192000"/>
              <a:gd name="connsiteY2732" fmla="*/ 1727114 h 2800590"/>
              <a:gd name="connsiteX2733" fmla="*/ 3407112 w 12192000"/>
              <a:gd name="connsiteY2733" fmla="*/ 1184360 h 2800590"/>
              <a:gd name="connsiteX2734" fmla="*/ 3469929 w 12192000"/>
              <a:gd name="connsiteY2734" fmla="*/ 1162330 h 2800590"/>
              <a:gd name="connsiteX2735" fmla="*/ 3458090 w 12192000"/>
              <a:gd name="connsiteY2735" fmla="*/ 1158797 h 2800590"/>
              <a:gd name="connsiteX2736" fmla="*/ 3436879 w 12192000"/>
              <a:gd name="connsiteY2736" fmla="*/ 1164143 h 2800590"/>
              <a:gd name="connsiteX2737" fmla="*/ 3289284 w 12192000"/>
              <a:gd name="connsiteY2737" fmla="*/ 1215864 h 2800590"/>
              <a:gd name="connsiteX2738" fmla="*/ 2472673 w 12192000"/>
              <a:gd name="connsiteY2738" fmla="*/ 1734184 h 2800590"/>
              <a:gd name="connsiteX2739" fmla="*/ 1935873 w 12192000"/>
              <a:gd name="connsiteY2739" fmla="*/ 2257093 h 2800590"/>
              <a:gd name="connsiteX2740" fmla="*/ 1762727 w 12192000"/>
              <a:gd name="connsiteY2740" fmla="*/ 2433711 h 2800590"/>
              <a:gd name="connsiteX2741" fmla="*/ 1753920 w 12192000"/>
              <a:gd name="connsiteY2741" fmla="*/ 2425029 h 2800590"/>
              <a:gd name="connsiteX2742" fmla="*/ 1925454 w 12192000"/>
              <a:gd name="connsiteY2742" fmla="*/ 2248658 h 2800590"/>
              <a:gd name="connsiteX2743" fmla="*/ 2463000 w 12192000"/>
              <a:gd name="connsiteY2743" fmla="*/ 1725005 h 2800590"/>
              <a:gd name="connsiteX2744" fmla="*/ 3283206 w 12192000"/>
              <a:gd name="connsiteY2744" fmla="*/ 1204081 h 2800590"/>
              <a:gd name="connsiteX2745" fmla="*/ 3414243 w 12192000"/>
              <a:gd name="connsiteY2745" fmla="*/ 1158219 h 2800590"/>
              <a:gd name="connsiteX2746" fmla="*/ 3309997 w 12192000"/>
              <a:gd name="connsiteY2746" fmla="*/ 1185104 h 2800590"/>
              <a:gd name="connsiteX2747" fmla="*/ 3163766 w 12192000"/>
              <a:gd name="connsiteY2747" fmla="*/ 1236328 h 2800590"/>
              <a:gd name="connsiteX2748" fmla="*/ 2346533 w 12192000"/>
              <a:gd name="connsiteY2748" fmla="*/ 1732447 h 2800590"/>
              <a:gd name="connsiteX2749" fmla="*/ 1870012 w 12192000"/>
              <a:gd name="connsiteY2749" fmla="*/ 2148442 h 2800590"/>
              <a:gd name="connsiteX2750" fmla="*/ 1621952 w 12192000"/>
              <a:gd name="connsiteY2750" fmla="*/ 2371695 h 2800590"/>
              <a:gd name="connsiteX2751" fmla="*/ 1613891 w 12192000"/>
              <a:gd name="connsiteY2751" fmla="*/ 2362393 h 2800590"/>
              <a:gd name="connsiteX2752" fmla="*/ 1861950 w 12192000"/>
              <a:gd name="connsiteY2752" fmla="*/ 2139140 h 2800590"/>
              <a:gd name="connsiteX2753" fmla="*/ 2338969 w 12192000"/>
              <a:gd name="connsiteY2753" fmla="*/ 1721408 h 2800590"/>
              <a:gd name="connsiteX2754" fmla="*/ 3158929 w 12192000"/>
              <a:gd name="connsiteY2754" fmla="*/ 1223925 h 2800590"/>
              <a:gd name="connsiteX2755" fmla="*/ 3306028 w 12192000"/>
              <a:gd name="connsiteY2755" fmla="*/ 1172329 h 2800590"/>
              <a:gd name="connsiteX2756" fmla="*/ 3379650 w 12192000"/>
              <a:gd name="connsiteY2756" fmla="*/ 1153345 h 2800590"/>
              <a:gd name="connsiteX2757" fmla="*/ 3368734 w 12192000"/>
              <a:gd name="connsiteY2757" fmla="*/ 1155236 h 2800590"/>
              <a:gd name="connsiteX2758" fmla="*/ 3183859 w 12192000"/>
              <a:gd name="connsiteY2758" fmla="*/ 1203957 h 2800590"/>
              <a:gd name="connsiteX2759" fmla="*/ 3038992 w 12192000"/>
              <a:gd name="connsiteY2759" fmla="*/ 1254685 h 2800590"/>
              <a:gd name="connsiteX2760" fmla="*/ 2221637 w 12192000"/>
              <a:gd name="connsiteY2760" fmla="*/ 1729594 h 2800590"/>
              <a:gd name="connsiteX2761" fmla="*/ 1824742 w 12192000"/>
              <a:gd name="connsiteY2761" fmla="*/ 2041777 h 2800590"/>
              <a:gd name="connsiteX2762" fmla="*/ 1481428 w 12192000"/>
              <a:gd name="connsiteY2762" fmla="*/ 2311045 h 2800590"/>
              <a:gd name="connsiteX2763" fmla="*/ 1474109 w 12192000"/>
              <a:gd name="connsiteY2763" fmla="*/ 2301123 h 2800590"/>
              <a:gd name="connsiteX2764" fmla="*/ 1817052 w 12192000"/>
              <a:gd name="connsiteY2764" fmla="*/ 2032102 h 2800590"/>
              <a:gd name="connsiteX2765" fmla="*/ 2213947 w 12192000"/>
              <a:gd name="connsiteY2765" fmla="*/ 1719672 h 2800590"/>
              <a:gd name="connsiteX2766" fmla="*/ 3034527 w 12192000"/>
              <a:gd name="connsiteY2766" fmla="*/ 1243646 h 2800590"/>
              <a:gd name="connsiteX2767" fmla="*/ 3180138 w 12192000"/>
              <a:gd name="connsiteY2767" fmla="*/ 1192670 h 2800590"/>
              <a:gd name="connsiteX2768" fmla="*/ 3251868 w 12192000"/>
              <a:gd name="connsiteY2768" fmla="*/ 1173755 h 2800590"/>
              <a:gd name="connsiteX2769" fmla="*/ 3242966 w 12192000"/>
              <a:gd name="connsiteY2769" fmla="*/ 1175374 h 2800590"/>
              <a:gd name="connsiteX2770" fmla="*/ 3058713 w 12192000"/>
              <a:gd name="connsiteY2770" fmla="*/ 1224793 h 2800590"/>
              <a:gd name="connsiteX2771" fmla="*/ 2915336 w 12192000"/>
              <a:gd name="connsiteY2771" fmla="*/ 1275025 h 2800590"/>
              <a:gd name="connsiteX2772" fmla="*/ 2096739 w 12192000"/>
              <a:gd name="connsiteY2772" fmla="*/ 1727486 h 2800590"/>
              <a:gd name="connsiteX2773" fmla="*/ 1799068 w 12192000"/>
              <a:gd name="connsiteY2773" fmla="*/ 1938336 h 2800590"/>
              <a:gd name="connsiteX2774" fmla="*/ 1341027 w 12192000"/>
              <a:gd name="connsiteY2774" fmla="*/ 2249898 h 2800590"/>
              <a:gd name="connsiteX2775" fmla="*/ 1334701 w 12192000"/>
              <a:gd name="connsiteY2775" fmla="*/ 2239356 h 2800590"/>
              <a:gd name="connsiteX2776" fmla="*/ 1792122 w 12192000"/>
              <a:gd name="connsiteY2776" fmla="*/ 1928042 h 2800590"/>
              <a:gd name="connsiteX2777" fmla="*/ 2090166 w 12192000"/>
              <a:gd name="connsiteY2777" fmla="*/ 1717191 h 2800590"/>
              <a:gd name="connsiteX2778" fmla="*/ 2910870 w 12192000"/>
              <a:gd name="connsiteY2778" fmla="*/ 1263491 h 2800590"/>
              <a:gd name="connsiteX2779" fmla="*/ 3054993 w 12192000"/>
              <a:gd name="connsiteY2779" fmla="*/ 1213011 h 2800590"/>
              <a:gd name="connsiteX2780" fmla="*/ 3158873 w 12192000"/>
              <a:gd name="connsiteY2780" fmla="*/ 1185146 h 2800590"/>
              <a:gd name="connsiteX2781" fmla="*/ 3118233 w 12192000"/>
              <a:gd name="connsiteY2781" fmla="*/ 1192981 h 2800590"/>
              <a:gd name="connsiteX2782" fmla="*/ 2932700 w 12192000"/>
              <a:gd name="connsiteY2782" fmla="*/ 1243769 h 2800590"/>
              <a:gd name="connsiteX2783" fmla="*/ 2790810 w 12192000"/>
              <a:gd name="connsiteY2783" fmla="*/ 1293381 h 2800590"/>
              <a:gd name="connsiteX2784" fmla="*/ 1972213 w 12192000"/>
              <a:gd name="connsiteY2784" fmla="*/ 1723764 h 2800590"/>
              <a:gd name="connsiteX2785" fmla="*/ 1791378 w 12192000"/>
              <a:gd name="connsiteY2785" fmla="*/ 1838864 h 2800590"/>
              <a:gd name="connsiteX2786" fmla="*/ 1200128 w 12192000"/>
              <a:gd name="connsiteY2786" fmla="*/ 2188751 h 2800590"/>
              <a:gd name="connsiteX2787" fmla="*/ 1194795 w 12192000"/>
              <a:gd name="connsiteY2787" fmla="*/ 2177589 h 2800590"/>
              <a:gd name="connsiteX2788" fmla="*/ 1785052 w 12192000"/>
              <a:gd name="connsiteY2788" fmla="*/ 1830306 h 2800590"/>
              <a:gd name="connsiteX2789" fmla="*/ 1966012 w 12192000"/>
              <a:gd name="connsiteY2789" fmla="*/ 1715330 h 2800590"/>
              <a:gd name="connsiteX2790" fmla="*/ 2786841 w 12192000"/>
              <a:gd name="connsiteY2790" fmla="*/ 1283707 h 2800590"/>
              <a:gd name="connsiteX2791" fmla="*/ 2929474 w 12192000"/>
              <a:gd name="connsiteY2791" fmla="*/ 1234095 h 2800590"/>
              <a:gd name="connsiteX2792" fmla="*/ 3041297 w 12192000"/>
              <a:gd name="connsiteY2792" fmla="*/ 1203425 h 2800590"/>
              <a:gd name="connsiteX2793" fmla="*/ 2994594 w 12192000"/>
              <a:gd name="connsiteY2793" fmla="*/ 1212985 h 2800590"/>
              <a:gd name="connsiteX2794" fmla="*/ 2807430 w 12192000"/>
              <a:gd name="connsiteY2794" fmla="*/ 1265475 h 2800590"/>
              <a:gd name="connsiteX2795" fmla="*/ 2666905 w 12192000"/>
              <a:gd name="connsiteY2795" fmla="*/ 1315087 h 2800590"/>
              <a:gd name="connsiteX2796" fmla="*/ 1848308 w 12192000"/>
              <a:gd name="connsiteY2796" fmla="*/ 1723641 h 2800590"/>
              <a:gd name="connsiteX2797" fmla="*/ 1801178 w 12192000"/>
              <a:gd name="connsiteY2797" fmla="*/ 1750679 h 2800590"/>
              <a:gd name="connsiteX2798" fmla="*/ 1059479 w 12192000"/>
              <a:gd name="connsiteY2798" fmla="*/ 2127481 h 2800590"/>
              <a:gd name="connsiteX2799" fmla="*/ 1055262 w 12192000"/>
              <a:gd name="connsiteY2799" fmla="*/ 2115823 h 2800590"/>
              <a:gd name="connsiteX2800" fmla="*/ 1794603 w 12192000"/>
              <a:gd name="connsiteY2800" fmla="*/ 1739145 h 2800590"/>
              <a:gd name="connsiteX2801" fmla="*/ 1841858 w 12192000"/>
              <a:gd name="connsiteY2801" fmla="*/ 1711982 h 2800590"/>
              <a:gd name="connsiteX2802" fmla="*/ 2662811 w 12192000"/>
              <a:gd name="connsiteY2802" fmla="*/ 1302684 h 2800590"/>
              <a:gd name="connsiteX2803" fmla="*/ 2803833 w 12192000"/>
              <a:gd name="connsiteY2803" fmla="*/ 1253072 h 2800590"/>
              <a:gd name="connsiteX2804" fmla="*/ 2915369 w 12192000"/>
              <a:gd name="connsiteY2804" fmla="*/ 1221813 h 2800590"/>
              <a:gd name="connsiteX2805" fmla="*/ 2872555 w 12192000"/>
              <a:gd name="connsiteY2805" fmla="*/ 1231066 h 2800590"/>
              <a:gd name="connsiteX2806" fmla="*/ 2682780 w 12192000"/>
              <a:gd name="connsiteY2806" fmla="*/ 1285320 h 2800590"/>
              <a:gd name="connsiteX2807" fmla="*/ 2543743 w 12192000"/>
              <a:gd name="connsiteY2807" fmla="*/ 1334064 h 2800590"/>
              <a:gd name="connsiteX2808" fmla="*/ 1752557 w 12192000"/>
              <a:gd name="connsiteY2808" fmla="*/ 1706153 h 2800590"/>
              <a:gd name="connsiteX2809" fmla="*/ 1724030 w 12192000"/>
              <a:gd name="connsiteY2809" fmla="*/ 1721036 h 2800590"/>
              <a:gd name="connsiteX2810" fmla="*/ 919326 w 12192000"/>
              <a:gd name="connsiteY2810" fmla="*/ 2066211 h 2800590"/>
              <a:gd name="connsiteX2811" fmla="*/ 916349 w 12192000"/>
              <a:gd name="connsiteY2811" fmla="*/ 2053808 h 2800590"/>
              <a:gd name="connsiteX2812" fmla="*/ 1718202 w 12192000"/>
              <a:gd name="connsiteY2812" fmla="*/ 1709502 h 2800590"/>
              <a:gd name="connsiteX2813" fmla="*/ 1746852 w 12192000"/>
              <a:gd name="connsiteY2813" fmla="*/ 1694742 h 2800590"/>
              <a:gd name="connsiteX2814" fmla="*/ 2539278 w 12192000"/>
              <a:gd name="connsiteY2814" fmla="*/ 1322653 h 2800590"/>
              <a:gd name="connsiteX2815" fmla="*/ 2678936 w 12192000"/>
              <a:gd name="connsiteY2815" fmla="*/ 1273786 h 2800590"/>
              <a:gd name="connsiteX2816" fmla="*/ 2808169 w 12192000"/>
              <a:gd name="connsiteY2816" fmla="*/ 1236822 h 2800590"/>
              <a:gd name="connsiteX2817" fmla="*/ 2748192 w 12192000"/>
              <a:gd name="connsiteY2817" fmla="*/ 1250522 h 2800590"/>
              <a:gd name="connsiteX2818" fmla="*/ 2556766 w 12192000"/>
              <a:gd name="connsiteY2818" fmla="*/ 1306653 h 2800590"/>
              <a:gd name="connsiteX2819" fmla="*/ 2419094 w 12192000"/>
              <a:gd name="connsiteY2819" fmla="*/ 1354776 h 2800590"/>
              <a:gd name="connsiteX2820" fmla="*/ 1744867 w 12192000"/>
              <a:gd name="connsiteY2820" fmla="*/ 1650587 h 2800590"/>
              <a:gd name="connsiteX2821" fmla="*/ 1598885 w 12192000"/>
              <a:gd name="connsiteY2821" fmla="*/ 1719299 h 2800590"/>
              <a:gd name="connsiteX2822" fmla="*/ 778056 w 12192000"/>
              <a:gd name="connsiteY2822" fmla="*/ 2005560 h 2800590"/>
              <a:gd name="connsiteX2823" fmla="*/ 776443 w 12192000"/>
              <a:gd name="connsiteY2823" fmla="*/ 1993157 h 2800590"/>
              <a:gd name="connsiteX2824" fmla="*/ 1593552 w 12192000"/>
              <a:gd name="connsiteY2824" fmla="*/ 1707888 h 2800590"/>
              <a:gd name="connsiteX2825" fmla="*/ 1739534 w 12192000"/>
              <a:gd name="connsiteY2825" fmla="*/ 1639052 h 2800590"/>
              <a:gd name="connsiteX2826" fmla="*/ 2414629 w 12192000"/>
              <a:gd name="connsiteY2826" fmla="*/ 1342249 h 2800590"/>
              <a:gd name="connsiteX2827" fmla="*/ 2552797 w 12192000"/>
              <a:gd name="connsiteY2827" fmla="*/ 1294002 h 2800590"/>
              <a:gd name="connsiteX2828" fmla="*/ 2714284 w 12192000"/>
              <a:gd name="connsiteY2828" fmla="*/ 1246633 h 2800590"/>
              <a:gd name="connsiteX2829" fmla="*/ 2626927 w 12192000"/>
              <a:gd name="connsiteY2829" fmla="*/ 1267790 h 2800590"/>
              <a:gd name="connsiteX2830" fmla="*/ 2430752 w 12192000"/>
              <a:gd name="connsiteY2830" fmla="*/ 1326745 h 2800590"/>
              <a:gd name="connsiteX2831" fmla="*/ 2294319 w 12192000"/>
              <a:gd name="connsiteY2831" fmla="*/ 1374497 h 2800590"/>
              <a:gd name="connsiteX2832" fmla="*/ 1742140 w 12192000"/>
              <a:gd name="connsiteY2832" fmla="*/ 1601967 h 2800590"/>
              <a:gd name="connsiteX2833" fmla="*/ 1473491 w 12192000"/>
              <a:gd name="connsiteY2833" fmla="*/ 1717067 h 2800590"/>
              <a:gd name="connsiteX2834" fmla="*/ 636415 w 12192000"/>
              <a:gd name="connsiteY2834" fmla="*/ 1943917 h 2800590"/>
              <a:gd name="connsiteX2835" fmla="*/ 636415 w 12192000"/>
              <a:gd name="connsiteY2835" fmla="*/ 1931514 h 2800590"/>
              <a:gd name="connsiteX2836" fmla="*/ 1469025 w 12192000"/>
              <a:gd name="connsiteY2836" fmla="*/ 1705532 h 2800590"/>
              <a:gd name="connsiteX2837" fmla="*/ 1737425 w 12192000"/>
              <a:gd name="connsiteY2837" fmla="*/ 1590681 h 2800590"/>
              <a:gd name="connsiteX2838" fmla="*/ 2290227 w 12192000"/>
              <a:gd name="connsiteY2838" fmla="*/ 1362838 h 2800590"/>
              <a:gd name="connsiteX2839" fmla="*/ 2426659 w 12192000"/>
              <a:gd name="connsiteY2839" fmla="*/ 1314963 h 2800590"/>
              <a:gd name="connsiteX2840" fmla="*/ 2623130 w 12192000"/>
              <a:gd name="connsiteY2840" fmla="*/ 1255888 h 2800590"/>
              <a:gd name="connsiteX2841" fmla="*/ 2554318 w 12192000"/>
              <a:gd name="connsiteY2841" fmla="*/ 1272036 h 2800590"/>
              <a:gd name="connsiteX2842" fmla="*/ 2305234 w 12192000"/>
              <a:gd name="connsiteY2842" fmla="*/ 1347086 h 2800590"/>
              <a:gd name="connsiteX2843" fmla="*/ 2170414 w 12192000"/>
              <a:gd name="connsiteY2843" fmla="*/ 1394218 h 2800590"/>
              <a:gd name="connsiteX2844" fmla="*/ 1746480 w 12192000"/>
              <a:gd name="connsiteY2844" fmla="*/ 1559673 h 2800590"/>
              <a:gd name="connsiteX2845" fmla="*/ 1349585 w 12192000"/>
              <a:gd name="connsiteY2845" fmla="*/ 1714834 h 2800590"/>
              <a:gd name="connsiteX2846" fmla="*/ 496385 w 12192000"/>
              <a:gd name="connsiteY2846" fmla="*/ 1882522 h 2800590"/>
              <a:gd name="connsiteX2847" fmla="*/ 497377 w 12192000"/>
              <a:gd name="connsiteY2847" fmla="*/ 1870119 h 2800590"/>
              <a:gd name="connsiteX2848" fmla="*/ 1345368 w 12192000"/>
              <a:gd name="connsiteY2848" fmla="*/ 1703176 h 2800590"/>
              <a:gd name="connsiteX2849" fmla="*/ 1742263 w 12192000"/>
              <a:gd name="connsiteY2849" fmla="*/ 1548139 h 2800590"/>
              <a:gd name="connsiteX2850" fmla="*/ 2166570 w 12192000"/>
              <a:gd name="connsiteY2850" fmla="*/ 1382559 h 2800590"/>
              <a:gd name="connsiteX2851" fmla="*/ 2301761 w 12192000"/>
              <a:gd name="connsiteY2851" fmla="*/ 1335304 h 2800590"/>
              <a:gd name="connsiteX2852" fmla="*/ 2502056 w 12192000"/>
              <a:gd name="connsiteY2852" fmla="*/ 1273802 h 2800590"/>
              <a:gd name="connsiteX2853" fmla="*/ 2648640 w 12192000"/>
              <a:gd name="connsiteY2853" fmla="*/ 1236536 h 2800590"/>
              <a:gd name="connsiteX2854" fmla="*/ 2485932 w 12192000"/>
              <a:gd name="connsiteY2854" fmla="*/ 1274145 h 2800590"/>
              <a:gd name="connsiteX2855" fmla="*/ 2179717 w 12192000"/>
              <a:gd name="connsiteY2855" fmla="*/ 1366932 h 2800590"/>
              <a:gd name="connsiteX2856" fmla="*/ 2046385 w 12192000"/>
              <a:gd name="connsiteY2856" fmla="*/ 1413567 h 2800590"/>
              <a:gd name="connsiteX2857" fmla="*/ 1759132 w 12192000"/>
              <a:gd name="connsiteY2857" fmla="*/ 1520605 h 2800590"/>
              <a:gd name="connsiteX2858" fmla="*/ 1224439 w 12192000"/>
              <a:gd name="connsiteY2858" fmla="*/ 1712106 h 2800590"/>
              <a:gd name="connsiteX2859" fmla="*/ 355239 w 12192000"/>
              <a:gd name="connsiteY2859" fmla="*/ 1820384 h 2800590"/>
              <a:gd name="connsiteX2860" fmla="*/ 357348 w 12192000"/>
              <a:gd name="connsiteY2860" fmla="*/ 1807981 h 2800590"/>
              <a:gd name="connsiteX2861" fmla="*/ 1220718 w 12192000"/>
              <a:gd name="connsiteY2861" fmla="*/ 1699951 h 2800590"/>
              <a:gd name="connsiteX2862" fmla="*/ 1754666 w 12192000"/>
              <a:gd name="connsiteY2862" fmla="*/ 1508822 h 2800590"/>
              <a:gd name="connsiteX2863" fmla="*/ 2042167 w 12192000"/>
              <a:gd name="connsiteY2863" fmla="*/ 1401660 h 2800590"/>
              <a:gd name="connsiteX2864" fmla="*/ 2175872 w 12192000"/>
              <a:gd name="connsiteY2864" fmla="*/ 1354901 h 2800590"/>
              <a:gd name="connsiteX2865" fmla="*/ 2582297 w 12192000"/>
              <a:gd name="connsiteY2865" fmla="*/ 1236449 h 2800590"/>
              <a:gd name="connsiteX2866" fmla="*/ 2776058 w 12192000"/>
              <a:gd name="connsiteY2866" fmla="*/ 1194169 h 2800590"/>
              <a:gd name="connsiteX2867" fmla="*/ 2757980 w 12192000"/>
              <a:gd name="connsiteY2867" fmla="*/ 1197144 h 2800590"/>
              <a:gd name="connsiteX2868" fmla="*/ 2054694 w 12192000"/>
              <a:gd name="connsiteY2868" fmla="*/ 1387148 h 2800590"/>
              <a:gd name="connsiteX2869" fmla="*/ 1922603 w 12192000"/>
              <a:gd name="connsiteY2869" fmla="*/ 1433287 h 2800590"/>
              <a:gd name="connsiteX2870" fmla="*/ 1783193 w 12192000"/>
              <a:gd name="connsiteY2870" fmla="*/ 1482899 h 2800590"/>
              <a:gd name="connsiteX2871" fmla="*/ 1100162 w 12192000"/>
              <a:gd name="connsiteY2871" fmla="*/ 1709873 h 2800590"/>
              <a:gd name="connsiteX2872" fmla="*/ 214838 w 12192000"/>
              <a:gd name="connsiteY2872" fmla="*/ 1759485 h 2800590"/>
              <a:gd name="connsiteX2873" fmla="*/ 218064 w 12192000"/>
              <a:gd name="connsiteY2873" fmla="*/ 1747082 h 2800590"/>
              <a:gd name="connsiteX2874" fmla="*/ 1096937 w 12192000"/>
              <a:gd name="connsiteY2874" fmla="*/ 1697470 h 2800590"/>
              <a:gd name="connsiteX2875" fmla="*/ 1779101 w 12192000"/>
              <a:gd name="connsiteY2875" fmla="*/ 1471488 h 2800590"/>
              <a:gd name="connsiteX2876" fmla="*/ 1918510 w 12192000"/>
              <a:gd name="connsiteY2876" fmla="*/ 1421876 h 2800590"/>
              <a:gd name="connsiteX2877" fmla="*/ 2050725 w 12192000"/>
              <a:gd name="connsiteY2877" fmla="*/ 1375737 h 2800590"/>
              <a:gd name="connsiteX2878" fmla="*/ 3027381 w 12192000"/>
              <a:gd name="connsiteY2878" fmla="*/ 1145011 h 2800590"/>
              <a:gd name="connsiteX2879" fmla="*/ 3044340 w 12192000"/>
              <a:gd name="connsiteY2879" fmla="*/ 1143724 h 2800590"/>
              <a:gd name="connsiteX2880" fmla="*/ 3027870 w 12192000"/>
              <a:gd name="connsiteY2880" fmla="*/ 1144676 h 2800590"/>
              <a:gd name="connsiteX2881" fmla="*/ 1929176 w 12192000"/>
              <a:gd name="connsiteY2881" fmla="*/ 1407489 h 2800590"/>
              <a:gd name="connsiteX2882" fmla="*/ 1798573 w 12192000"/>
              <a:gd name="connsiteY2882" fmla="*/ 1453132 h 2800590"/>
              <a:gd name="connsiteX2883" fmla="*/ 975513 w 12192000"/>
              <a:gd name="connsiteY2883" fmla="*/ 1707517 h 2800590"/>
              <a:gd name="connsiteX2884" fmla="*/ 74313 w 12192000"/>
              <a:gd name="connsiteY2884" fmla="*/ 1697223 h 2800590"/>
              <a:gd name="connsiteX2885" fmla="*/ 78377 w 12192000"/>
              <a:gd name="connsiteY2885" fmla="*/ 1685645 h 2800590"/>
              <a:gd name="connsiteX2886" fmla="*/ 29239 w 12192000"/>
              <a:gd name="connsiteY2886" fmla="*/ 1673112 h 2800590"/>
              <a:gd name="connsiteX2887" fmla="*/ 0 w 12192000"/>
              <a:gd name="connsiteY2887" fmla="*/ 1661630 h 2800590"/>
              <a:gd name="connsiteX2888" fmla="*/ 0 w 12192000"/>
              <a:gd name="connsiteY2888" fmla="*/ 1646056 h 2800590"/>
              <a:gd name="connsiteX2889" fmla="*/ 6107 w 12192000"/>
              <a:gd name="connsiteY2889" fmla="*/ 1648111 h 2800590"/>
              <a:gd name="connsiteX2890" fmla="*/ 1422143 w 12192000"/>
              <a:gd name="connsiteY2890" fmla="*/ 1501008 h 2800590"/>
              <a:gd name="connsiteX2891" fmla="*/ 1708777 w 12192000"/>
              <a:gd name="connsiteY2891" fmla="*/ 1399428 h 2800590"/>
              <a:gd name="connsiteX2892" fmla="*/ 3002358 w 12192000"/>
              <a:gd name="connsiteY2892" fmla="*/ 1089881 h 2800590"/>
              <a:gd name="connsiteX2893" fmla="*/ 3192172 w 12192000"/>
              <a:gd name="connsiteY2893" fmla="*/ 1098904 h 2800590"/>
              <a:gd name="connsiteX2894" fmla="*/ 3304163 w 12192000"/>
              <a:gd name="connsiteY2894" fmla="*/ 1114972 h 2800590"/>
              <a:gd name="connsiteX2895" fmla="*/ 3335675 w 12192000"/>
              <a:gd name="connsiteY2895" fmla="*/ 1116888 h 2800590"/>
              <a:gd name="connsiteX2896" fmla="*/ 3399302 w 12192000"/>
              <a:gd name="connsiteY2896" fmla="*/ 1127243 h 2800590"/>
              <a:gd name="connsiteX2897" fmla="*/ 3423691 w 12192000"/>
              <a:gd name="connsiteY2897" fmla="*/ 1129963 h 2800590"/>
              <a:gd name="connsiteX2898" fmla="*/ 3431297 w 12192000"/>
              <a:gd name="connsiteY2898" fmla="*/ 1128580 h 2800590"/>
              <a:gd name="connsiteX2899" fmla="*/ 3491415 w 12192000"/>
              <a:gd name="connsiteY2899" fmla="*/ 1121906 h 2800590"/>
              <a:gd name="connsiteX2900" fmla="*/ 3557155 w 12192000"/>
              <a:gd name="connsiteY2900" fmla="*/ 1110503 h 2800590"/>
              <a:gd name="connsiteX2901" fmla="*/ 3609727 w 12192000"/>
              <a:gd name="connsiteY2901" fmla="*/ 1105318 h 2800590"/>
              <a:gd name="connsiteX2902" fmla="*/ 3682363 w 12192000"/>
              <a:gd name="connsiteY2902" fmla="*/ 1093508 h 2800590"/>
              <a:gd name="connsiteX2903" fmla="*/ 3711668 w 12192000"/>
              <a:gd name="connsiteY2903" fmla="*/ 1091041 h 2800590"/>
              <a:gd name="connsiteX2904" fmla="*/ 3739048 w 12192000"/>
              <a:gd name="connsiteY2904" fmla="*/ 1086884 h 2800590"/>
              <a:gd name="connsiteX2905" fmla="*/ 3741333 w 12192000"/>
              <a:gd name="connsiteY2905" fmla="*/ 1086321 h 2800590"/>
              <a:gd name="connsiteX2906" fmla="*/ 3762451 w 12192000"/>
              <a:gd name="connsiteY2906" fmla="*/ 1083332 h 2800590"/>
              <a:gd name="connsiteX2907" fmla="*/ 3808183 w 12192000"/>
              <a:gd name="connsiteY2907" fmla="*/ 1076391 h 2800590"/>
              <a:gd name="connsiteX2908" fmla="*/ 3814739 w 12192000"/>
              <a:gd name="connsiteY2908" fmla="*/ 1075932 h 2800590"/>
              <a:gd name="connsiteX2909" fmla="*/ 3848341 w 12192000"/>
              <a:gd name="connsiteY2909" fmla="*/ 1071176 h 2800590"/>
              <a:gd name="connsiteX2910" fmla="*/ 3868376 w 12192000"/>
              <a:gd name="connsiteY2910" fmla="*/ 1066307 h 2800590"/>
              <a:gd name="connsiteX2911" fmla="*/ 3979704 w 12192000"/>
              <a:gd name="connsiteY2911" fmla="*/ 1050605 h 2800590"/>
              <a:gd name="connsiteX2912" fmla="*/ 3993940 w 12192000"/>
              <a:gd name="connsiteY2912" fmla="*/ 1047224 h 2800590"/>
              <a:gd name="connsiteX2913" fmla="*/ 4088328 w 12192000"/>
              <a:gd name="connsiteY2913" fmla="*/ 1034824 h 2800590"/>
              <a:gd name="connsiteX2914" fmla="*/ 4119138 w 12192000"/>
              <a:gd name="connsiteY2914" fmla="*/ 1027662 h 2800590"/>
              <a:gd name="connsiteX2915" fmla="*/ 4206940 w 12192000"/>
              <a:gd name="connsiteY2915" fmla="*/ 1016951 h 2800590"/>
              <a:gd name="connsiteX2916" fmla="*/ 4245483 w 12192000"/>
              <a:gd name="connsiteY2916" fmla="*/ 1008187 h 2800590"/>
              <a:gd name="connsiteX2917" fmla="*/ 4320811 w 12192000"/>
              <a:gd name="connsiteY2917" fmla="*/ 999699 h 2800590"/>
              <a:gd name="connsiteX2918" fmla="*/ 4371386 w 12192000"/>
              <a:gd name="connsiteY2918" fmla="*/ 988455 h 2800590"/>
              <a:gd name="connsiteX2919" fmla="*/ 5943517 w 12192000"/>
              <a:gd name="connsiteY2919" fmla="*/ 1338652 h 2800590"/>
              <a:gd name="connsiteX2920" fmla="*/ 6355916 w 12192000"/>
              <a:gd name="connsiteY2920" fmla="*/ 1555704 h 2800590"/>
              <a:gd name="connsiteX2921" fmla="*/ 6405031 w 12192000"/>
              <a:gd name="connsiteY2921" fmla="*/ 1581873 h 2800590"/>
              <a:gd name="connsiteX2922" fmla="*/ 6430583 w 12192000"/>
              <a:gd name="connsiteY2922" fmla="*/ 1569472 h 2800590"/>
              <a:gd name="connsiteX2923" fmla="*/ 6781711 w 12192000"/>
              <a:gd name="connsiteY2923" fmla="*/ 1407242 h 2800590"/>
              <a:gd name="connsiteX2924" fmla="*/ 6990750 w 12192000"/>
              <a:gd name="connsiteY2924" fmla="*/ 1334222 h 2800590"/>
              <a:gd name="connsiteX2925" fmla="*/ 7061521 w 12192000"/>
              <a:gd name="connsiteY2925" fmla="*/ 1316422 h 2800590"/>
              <a:gd name="connsiteX2926" fmla="*/ 7091673 w 12192000"/>
              <a:gd name="connsiteY2926" fmla="*/ 1304779 h 2800590"/>
              <a:gd name="connsiteX2927" fmla="*/ 7213646 w 12192000"/>
              <a:gd name="connsiteY2927" fmla="*/ 1268922 h 2800590"/>
              <a:gd name="connsiteX2928" fmla="*/ 7218882 w 12192000"/>
              <a:gd name="connsiteY2928" fmla="*/ 1266720 h 2800590"/>
              <a:gd name="connsiteX2929" fmla="*/ 7397270 w 12192000"/>
              <a:gd name="connsiteY2929" fmla="*/ 1208918 h 2800590"/>
              <a:gd name="connsiteX2930" fmla="*/ 7400193 w 12192000"/>
              <a:gd name="connsiteY2930" fmla="*/ 1208227 h 2800590"/>
              <a:gd name="connsiteX2931" fmla="*/ 7518694 w 12192000"/>
              <a:gd name="connsiteY2931" fmla="*/ 1166003 h 2800590"/>
              <a:gd name="connsiteX2932" fmla="*/ 7564982 w 12192000"/>
              <a:gd name="connsiteY2932" fmla="*/ 1153757 h 2800590"/>
              <a:gd name="connsiteX2933" fmla="*/ 7641731 w 12192000"/>
              <a:gd name="connsiteY2933" fmla="*/ 1123833 h 2800590"/>
              <a:gd name="connsiteX2934" fmla="*/ 7713752 w 12192000"/>
              <a:gd name="connsiteY2934" fmla="*/ 1102757 h 2800590"/>
              <a:gd name="connsiteX2935" fmla="*/ 7763281 w 12192000"/>
              <a:gd name="connsiteY2935" fmla="*/ 1081788 h 2800590"/>
              <a:gd name="connsiteX2936" fmla="*/ 7854285 w 12192000"/>
              <a:gd name="connsiteY2936" fmla="*/ 1053432 h 2800590"/>
              <a:gd name="connsiteX2937" fmla="*/ 7884954 w 12192000"/>
              <a:gd name="connsiteY2937" fmla="*/ 1039245 h 2800590"/>
              <a:gd name="connsiteX2938" fmla="*/ 8004168 w 12192000"/>
              <a:gd name="connsiteY2938" fmla="*/ 998496 h 2800590"/>
              <a:gd name="connsiteX2939" fmla="*/ 8006007 w 12192000"/>
              <a:gd name="connsiteY2939" fmla="*/ 997571 h 2800590"/>
              <a:gd name="connsiteX2940" fmla="*/ 8106309 w 12192000"/>
              <a:gd name="connsiteY2940" fmla="*/ 957877 h 2800590"/>
              <a:gd name="connsiteX2941" fmla="*/ 8177216 w 12192000"/>
              <a:gd name="connsiteY2941" fmla="*/ 935289 h 2800590"/>
              <a:gd name="connsiteX2942" fmla="*/ 8285943 w 12192000"/>
              <a:gd name="connsiteY2942" fmla="*/ 891121 h 2800590"/>
              <a:gd name="connsiteX2943" fmla="*/ 8325829 w 12192000"/>
              <a:gd name="connsiteY2943" fmla="*/ 879814 h 2800590"/>
              <a:gd name="connsiteX2944" fmla="*/ 8404380 w 12192000"/>
              <a:gd name="connsiteY2944" fmla="*/ 845160 h 2800590"/>
              <a:gd name="connsiteX2945" fmla="*/ 8470747 w 12192000"/>
              <a:gd name="connsiteY2945" fmla="*/ 824491 h 2800590"/>
              <a:gd name="connsiteX2946" fmla="*/ 8521438 w 12192000"/>
              <a:gd name="connsiteY2946" fmla="*/ 800279 h 2800590"/>
              <a:gd name="connsiteX2947" fmla="*/ 8606475 w 12192000"/>
              <a:gd name="connsiteY2947" fmla="*/ 771332 h 2800590"/>
              <a:gd name="connsiteX2948" fmla="*/ 8639848 w 12192000"/>
              <a:gd name="connsiteY2948" fmla="*/ 754106 h 2800590"/>
              <a:gd name="connsiteX2949" fmla="*/ 8726315 w 12192000"/>
              <a:gd name="connsiteY2949" fmla="*/ 723424 h 2800590"/>
              <a:gd name="connsiteX2950" fmla="*/ 8729477 w 12192000"/>
              <a:gd name="connsiteY2950" fmla="*/ 721621 h 2800590"/>
              <a:gd name="connsiteX2951" fmla="*/ 8883405 w 12192000"/>
              <a:gd name="connsiteY2951" fmla="*/ 656854 h 2800590"/>
              <a:gd name="connsiteX2952" fmla="*/ 8905479 w 12192000"/>
              <a:gd name="connsiteY2952" fmla="*/ 650562 h 2800590"/>
              <a:gd name="connsiteX2953" fmla="*/ 8967339 w 12192000"/>
              <a:gd name="connsiteY2953" fmla="*/ 621434 h 2800590"/>
              <a:gd name="connsiteX2954" fmla="*/ 9035175 w 12192000"/>
              <a:gd name="connsiteY2954" fmla="*/ 598470 h 2800590"/>
              <a:gd name="connsiteX2955" fmla="*/ 9084548 w 12192000"/>
              <a:gd name="connsiteY2955" fmla="*/ 573405 h 2800590"/>
              <a:gd name="connsiteX2956" fmla="*/ 9171082 w 12192000"/>
              <a:gd name="connsiteY2956" fmla="*/ 541587 h 2800590"/>
              <a:gd name="connsiteX2957" fmla="*/ 9202199 w 12192000"/>
              <a:gd name="connsiteY2957" fmla="*/ 524598 h 2800590"/>
              <a:gd name="connsiteX2958" fmla="*/ 9303409 w 12192000"/>
              <a:gd name="connsiteY2958" fmla="*/ 484324 h 2800590"/>
              <a:gd name="connsiteX2959" fmla="*/ 9317013 w 12192000"/>
              <a:gd name="connsiteY2959" fmla="*/ 476342 h 2800590"/>
              <a:gd name="connsiteX2960" fmla="*/ 9470910 w 12192000"/>
              <a:gd name="connsiteY2960" fmla="*/ 410213 h 2800590"/>
              <a:gd name="connsiteX2961" fmla="*/ 9471586 w 12192000"/>
              <a:gd name="connsiteY2961" fmla="*/ 410019 h 2800590"/>
              <a:gd name="connsiteX2962" fmla="*/ 9496723 w 12192000"/>
              <a:gd name="connsiteY2962" fmla="*/ 395849 h 2800590"/>
              <a:gd name="connsiteX2963" fmla="*/ 9586277 w 12192000"/>
              <a:gd name="connsiteY2963" fmla="*/ 357630 h 2800590"/>
              <a:gd name="connsiteX2964" fmla="*/ 9600843 w 12192000"/>
              <a:gd name="connsiteY2964" fmla="*/ 352660 h 2800590"/>
              <a:gd name="connsiteX2965" fmla="*/ 9611502 w 12192000"/>
              <a:gd name="connsiteY2965" fmla="*/ 346221 h 2800590"/>
              <a:gd name="connsiteX2966" fmla="*/ 9699488 w 12192000"/>
              <a:gd name="connsiteY2966" fmla="*/ 305841 h 2800590"/>
              <a:gd name="connsiteX2967" fmla="*/ 9748339 w 12192000"/>
              <a:gd name="connsiteY2967" fmla="*/ 287821 h 2800590"/>
              <a:gd name="connsiteX2968" fmla="*/ 9782690 w 12192000"/>
              <a:gd name="connsiteY2968" fmla="*/ 269036 h 2800590"/>
              <a:gd name="connsiteX2969" fmla="*/ 9864511 w 12192000"/>
              <a:gd name="connsiteY2969" fmla="*/ 236667 h 2800590"/>
              <a:gd name="connsiteX2970" fmla="*/ 9893062 w 12192000"/>
              <a:gd name="connsiteY2970" fmla="*/ 219794 h 2800590"/>
              <a:gd name="connsiteX2971" fmla="*/ 9996697 w 12192000"/>
              <a:gd name="connsiteY2971" fmla="*/ 175031 h 2800590"/>
              <a:gd name="connsiteX2972" fmla="*/ 10011904 w 12192000"/>
              <a:gd name="connsiteY2972" fmla="*/ 165528 h 2800590"/>
              <a:gd name="connsiteX2973" fmla="*/ 10716799 w 12192000"/>
              <a:gd name="connsiteY2973" fmla="*/ 0 h 2800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</a:cxnLst>
            <a:rect l="l" t="t" r="r" b="b"/>
            <a:pathLst>
              <a:path w="12192000" h="2800590">
                <a:moveTo>
                  <a:pt x="7415159" y="2052768"/>
                </a:moveTo>
                <a:lnTo>
                  <a:pt x="7424315" y="2055211"/>
                </a:lnTo>
                <a:lnTo>
                  <a:pt x="7416996" y="2052826"/>
                </a:lnTo>
                <a:close/>
                <a:moveTo>
                  <a:pt x="7361715" y="2034807"/>
                </a:moveTo>
                <a:lnTo>
                  <a:pt x="7348238" y="2034908"/>
                </a:lnTo>
                <a:lnTo>
                  <a:pt x="7363068" y="2038866"/>
                </a:lnTo>
                <a:lnTo>
                  <a:pt x="7375662" y="2039353"/>
                </a:lnTo>
                <a:close/>
                <a:moveTo>
                  <a:pt x="7237931" y="2014458"/>
                </a:moveTo>
                <a:lnTo>
                  <a:pt x="7223641" y="2014745"/>
                </a:lnTo>
                <a:lnTo>
                  <a:pt x="7228966" y="2016203"/>
                </a:lnTo>
                <a:lnTo>
                  <a:pt x="7245653" y="2016990"/>
                </a:lnTo>
                <a:close/>
                <a:moveTo>
                  <a:pt x="7295722" y="2013298"/>
                </a:moveTo>
                <a:lnTo>
                  <a:pt x="7272588" y="2013762"/>
                </a:lnTo>
                <a:lnTo>
                  <a:pt x="7288337" y="2018922"/>
                </a:lnTo>
                <a:lnTo>
                  <a:pt x="7288716" y="2019023"/>
                </a:lnTo>
                <a:lnTo>
                  <a:pt x="7317448" y="2020379"/>
                </a:lnTo>
                <a:close/>
                <a:moveTo>
                  <a:pt x="7098054" y="1994842"/>
                </a:moveTo>
                <a:lnTo>
                  <a:pt x="7099479" y="1995240"/>
                </a:lnTo>
                <a:lnTo>
                  <a:pt x="7111340" y="1996028"/>
                </a:lnTo>
                <a:lnTo>
                  <a:pt x="7109934" y="1995564"/>
                </a:lnTo>
                <a:close/>
                <a:moveTo>
                  <a:pt x="7174474" y="1993648"/>
                </a:moveTo>
                <a:lnTo>
                  <a:pt x="7149951" y="1994574"/>
                </a:lnTo>
                <a:lnTo>
                  <a:pt x="7169338" y="1999881"/>
                </a:lnTo>
                <a:lnTo>
                  <a:pt x="7199611" y="2001892"/>
                </a:lnTo>
                <a:close/>
                <a:moveTo>
                  <a:pt x="7234740" y="1991372"/>
                </a:moveTo>
                <a:lnTo>
                  <a:pt x="7207393" y="1992405"/>
                </a:lnTo>
                <a:lnTo>
                  <a:pt x="7238611" y="2002631"/>
                </a:lnTo>
                <a:lnTo>
                  <a:pt x="7262422" y="2002000"/>
                </a:lnTo>
                <a:close/>
                <a:moveTo>
                  <a:pt x="7021930" y="1973533"/>
                </a:moveTo>
                <a:lnTo>
                  <a:pt x="7049243" y="1981178"/>
                </a:lnTo>
                <a:lnTo>
                  <a:pt x="7054758" y="1981634"/>
                </a:lnTo>
                <a:lnTo>
                  <a:pt x="7067412" y="1981538"/>
                </a:lnTo>
                <a:lnTo>
                  <a:pt x="7043232" y="1973561"/>
                </a:lnTo>
                <a:lnTo>
                  <a:pt x="7038786" y="1973835"/>
                </a:lnTo>
                <a:close/>
                <a:moveTo>
                  <a:pt x="6966981" y="1972548"/>
                </a:moveTo>
                <a:lnTo>
                  <a:pt x="6975007" y="1975048"/>
                </a:lnTo>
                <a:lnTo>
                  <a:pt x="6989026" y="1976206"/>
                </a:lnTo>
                <a:lnTo>
                  <a:pt x="6978656" y="1972757"/>
                </a:lnTo>
                <a:close/>
                <a:moveTo>
                  <a:pt x="7107011" y="1969633"/>
                </a:moveTo>
                <a:lnTo>
                  <a:pt x="7078271" y="1971403"/>
                </a:lnTo>
                <a:lnTo>
                  <a:pt x="7108040" y="1981231"/>
                </a:lnTo>
                <a:lnTo>
                  <a:pt x="7135966" y="1981020"/>
                </a:lnTo>
                <a:lnTo>
                  <a:pt x="7131740" y="1979634"/>
                </a:lnTo>
                <a:close/>
                <a:moveTo>
                  <a:pt x="7167573" y="1965584"/>
                </a:moveTo>
                <a:lnTo>
                  <a:pt x="7164379" y="1966100"/>
                </a:lnTo>
                <a:lnTo>
                  <a:pt x="7133340" y="1968012"/>
                </a:lnTo>
                <a:lnTo>
                  <a:pt x="7135083" y="1968716"/>
                </a:lnTo>
                <a:lnTo>
                  <a:pt x="7171815" y="1980749"/>
                </a:lnTo>
                <a:lnTo>
                  <a:pt x="7202940" y="1980514"/>
                </a:lnTo>
                <a:lnTo>
                  <a:pt x="7205833" y="1980273"/>
                </a:lnTo>
                <a:close/>
                <a:moveTo>
                  <a:pt x="6856581" y="1956712"/>
                </a:moveTo>
                <a:lnTo>
                  <a:pt x="6859953" y="1957523"/>
                </a:lnTo>
                <a:lnTo>
                  <a:pt x="6885749" y="1960086"/>
                </a:lnTo>
                <a:lnTo>
                  <a:pt x="6877435" y="1957495"/>
                </a:lnTo>
                <a:lnTo>
                  <a:pt x="6876599" y="1957526"/>
                </a:lnTo>
                <a:close/>
                <a:moveTo>
                  <a:pt x="6927221" y="1955654"/>
                </a:moveTo>
                <a:lnTo>
                  <a:pt x="6914298" y="1956132"/>
                </a:lnTo>
                <a:lnTo>
                  <a:pt x="6930103" y="1961056"/>
                </a:lnTo>
                <a:lnTo>
                  <a:pt x="6943965" y="1961221"/>
                </a:lnTo>
                <a:close/>
                <a:moveTo>
                  <a:pt x="6984313" y="1953543"/>
                </a:moveTo>
                <a:lnTo>
                  <a:pt x="6960200" y="1954435"/>
                </a:lnTo>
                <a:lnTo>
                  <a:pt x="6981991" y="1961675"/>
                </a:lnTo>
                <a:lnTo>
                  <a:pt x="7008140" y="1961986"/>
                </a:lnTo>
                <a:lnTo>
                  <a:pt x="6992586" y="1956856"/>
                </a:lnTo>
                <a:close/>
                <a:moveTo>
                  <a:pt x="7049421" y="1946341"/>
                </a:moveTo>
                <a:lnTo>
                  <a:pt x="7015999" y="1950845"/>
                </a:lnTo>
                <a:lnTo>
                  <a:pt x="7048674" y="1961632"/>
                </a:lnTo>
                <a:lnTo>
                  <a:pt x="7082166" y="1959584"/>
                </a:lnTo>
                <a:close/>
                <a:moveTo>
                  <a:pt x="7100787" y="1939419"/>
                </a:moveTo>
                <a:lnTo>
                  <a:pt x="7072127" y="1943281"/>
                </a:lnTo>
                <a:lnTo>
                  <a:pt x="7108496" y="1957974"/>
                </a:lnTo>
                <a:lnTo>
                  <a:pt x="7142362" y="1955903"/>
                </a:lnTo>
                <a:lnTo>
                  <a:pt x="7111279" y="1943969"/>
                </a:lnTo>
                <a:close/>
                <a:moveTo>
                  <a:pt x="6748535" y="1938183"/>
                </a:moveTo>
                <a:lnTo>
                  <a:pt x="6739575" y="1938349"/>
                </a:lnTo>
                <a:lnTo>
                  <a:pt x="6747984" y="1940460"/>
                </a:lnTo>
                <a:lnTo>
                  <a:pt x="6756671" y="1940762"/>
                </a:lnTo>
                <a:close/>
                <a:moveTo>
                  <a:pt x="6811685" y="1937007"/>
                </a:moveTo>
                <a:lnTo>
                  <a:pt x="6788060" y="1937447"/>
                </a:lnTo>
                <a:lnTo>
                  <a:pt x="6803665" y="1942396"/>
                </a:lnTo>
                <a:lnTo>
                  <a:pt x="6832158" y="1943387"/>
                </a:lnTo>
                <a:close/>
                <a:moveTo>
                  <a:pt x="6864466" y="1934786"/>
                </a:moveTo>
                <a:lnTo>
                  <a:pt x="6851828" y="1936260"/>
                </a:lnTo>
                <a:lnTo>
                  <a:pt x="6850598" y="1936283"/>
                </a:lnTo>
                <a:lnTo>
                  <a:pt x="6877950" y="1944805"/>
                </a:lnTo>
                <a:lnTo>
                  <a:pt x="6892947" y="1944257"/>
                </a:lnTo>
                <a:close/>
                <a:moveTo>
                  <a:pt x="6920996" y="1928191"/>
                </a:moveTo>
                <a:lnTo>
                  <a:pt x="6891555" y="1931626"/>
                </a:lnTo>
                <a:lnTo>
                  <a:pt x="6925938" y="1943050"/>
                </a:lnTo>
                <a:lnTo>
                  <a:pt x="6955413" y="1941971"/>
                </a:lnTo>
                <a:close/>
                <a:moveTo>
                  <a:pt x="6630313" y="1922045"/>
                </a:moveTo>
                <a:lnTo>
                  <a:pt x="6634137" y="1922204"/>
                </a:lnTo>
                <a:lnTo>
                  <a:pt x="6633699" y="1922063"/>
                </a:lnTo>
                <a:close/>
                <a:moveTo>
                  <a:pt x="6696031" y="1921538"/>
                </a:moveTo>
                <a:lnTo>
                  <a:pt x="6687005" y="1922340"/>
                </a:lnTo>
                <a:lnTo>
                  <a:pt x="6675542" y="1922280"/>
                </a:lnTo>
                <a:lnTo>
                  <a:pt x="6683408" y="1924255"/>
                </a:lnTo>
                <a:lnTo>
                  <a:pt x="6707803" y="1925270"/>
                </a:lnTo>
                <a:close/>
                <a:moveTo>
                  <a:pt x="6985839" y="1920626"/>
                </a:moveTo>
                <a:lnTo>
                  <a:pt x="6948030" y="1925037"/>
                </a:lnTo>
                <a:lnTo>
                  <a:pt x="6987373" y="1940802"/>
                </a:lnTo>
                <a:lnTo>
                  <a:pt x="6998391" y="1940399"/>
                </a:lnTo>
                <a:lnTo>
                  <a:pt x="7025671" y="1936736"/>
                </a:lnTo>
                <a:close/>
                <a:moveTo>
                  <a:pt x="6747394" y="1916974"/>
                </a:moveTo>
                <a:lnTo>
                  <a:pt x="6728730" y="1918632"/>
                </a:lnTo>
                <a:lnTo>
                  <a:pt x="6755981" y="1927274"/>
                </a:lnTo>
                <a:lnTo>
                  <a:pt x="6758842" y="1927393"/>
                </a:lnTo>
                <a:lnTo>
                  <a:pt x="6776771" y="1926128"/>
                </a:lnTo>
                <a:close/>
                <a:moveTo>
                  <a:pt x="7042274" y="1914042"/>
                </a:moveTo>
                <a:lnTo>
                  <a:pt x="7009283" y="1917891"/>
                </a:lnTo>
                <a:lnTo>
                  <a:pt x="7048379" y="1933686"/>
                </a:lnTo>
                <a:lnTo>
                  <a:pt x="7078302" y="1929667"/>
                </a:lnTo>
                <a:close/>
                <a:moveTo>
                  <a:pt x="6804942" y="1911860"/>
                </a:moveTo>
                <a:lnTo>
                  <a:pt x="6779480" y="1914123"/>
                </a:lnTo>
                <a:lnTo>
                  <a:pt x="6810390" y="1923754"/>
                </a:lnTo>
                <a:lnTo>
                  <a:pt x="6831187" y="1922286"/>
                </a:lnTo>
                <a:close/>
                <a:moveTo>
                  <a:pt x="6866542" y="1906387"/>
                </a:moveTo>
                <a:lnTo>
                  <a:pt x="6830487" y="1909591"/>
                </a:lnTo>
                <a:lnTo>
                  <a:pt x="6857217" y="1920216"/>
                </a:lnTo>
                <a:lnTo>
                  <a:pt x="6857793" y="1920408"/>
                </a:lnTo>
                <a:lnTo>
                  <a:pt x="6894998" y="1917781"/>
                </a:lnTo>
                <a:close/>
                <a:moveTo>
                  <a:pt x="6583364" y="1905804"/>
                </a:moveTo>
                <a:lnTo>
                  <a:pt x="6565962" y="1906530"/>
                </a:lnTo>
                <a:lnTo>
                  <a:pt x="6569529" y="1907465"/>
                </a:lnTo>
                <a:lnTo>
                  <a:pt x="6593302" y="1909014"/>
                </a:lnTo>
                <a:close/>
                <a:moveTo>
                  <a:pt x="6639067" y="1903479"/>
                </a:moveTo>
                <a:lnTo>
                  <a:pt x="6618866" y="1904322"/>
                </a:lnTo>
                <a:lnTo>
                  <a:pt x="6629093" y="1907624"/>
                </a:lnTo>
                <a:lnTo>
                  <a:pt x="6649374" y="1906747"/>
                </a:lnTo>
                <a:close/>
                <a:moveTo>
                  <a:pt x="6692817" y="1898120"/>
                </a:moveTo>
                <a:lnTo>
                  <a:pt x="6672415" y="1900773"/>
                </a:lnTo>
                <a:lnTo>
                  <a:pt x="6686224" y="1905152"/>
                </a:lnTo>
                <a:lnTo>
                  <a:pt x="6708224" y="1904200"/>
                </a:lnTo>
                <a:close/>
                <a:moveTo>
                  <a:pt x="6926685" y="1896701"/>
                </a:moveTo>
                <a:lnTo>
                  <a:pt x="6893603" y="1903228"/>
                </a:lnTo>
                <a:lnTo>
                  <a:pt x="6924692" y="1915685"/>
                </a:lnTo>
                <a:lnTo>
                  <a:pt x="6966351" y="1912744"/>
                </a:lnTo>
                <a:close/>
                <a:moveTo>
                  <a:pt x="6458122" y="1892721"/>
                </a:moveTo>
                <a:lnTo>
                  <a:pt x="6462148" y="1893827"/>
                </a:lnTo>
                <a:lnTo>
                  <a:pt x="6474796" y="1893617"/>
                </a:lnTo>
                <a:lnTo>
                  <a:pt x="6472505" y="1892863"/>
                </a:lnTo>
                <a:close/>
                <a:moveTo>
                  <a:pt x="6751236" y="1890525"/>
                </a:moveTo>
                <a:lnTo>
                  <a:pt x="6717791" y="1894873"/>
                </a:lnTo>
                <a:lnTo>
                  <a:pt x="6718121" y="1895003"/>
                </a:lnTo>
                <a:lnTo>
                  <a:pt x="6742831" y="1902703"/>
                </a:lnTo>
                <a:lnTo>
                  <a:pt x="6778055" y="1901179"/>
                </a:lnTo>
                <a:close/>
                <a:moveTo>
                  <a:pt x="6531981" y="1889205"/>
                </a:moveTo>
                <a:lnTo>
                  <a:pt x="6509721" y="1891396"/>
                </a:lnTo>
                <a:lnTo>
                  <a:pt x="6514470" y="1892960"/>
                </a:lnTo>
                <a:lnTo>
                  <a:pt x="6542182" y="1892500"/>
                </a:lnTo>
                <a:close/>
                <a:moveTo>
                  <a:pt x="6978650" y="1886448"/>
                </a:moveTo>
                <a:lnTo>
                  <a:pt x="6946941" y="1892704"/>
                </a:lnTo>
                <a:lnTo>
                  <a:pt x="6990660" y="1910367"/>
                </a:lnTo>
                <a:lnTo>
                  <a:pt x="7020604" y="1904644"/>
                </a:lnTo>
                <a:close/>
                <a:moveTo>
                  <a:pt x="6579341" y="1884544"/>
                </a:moveTo>
                <a:lnTo>
                  <a:pt x="6562681" y="1886184"/>
                </a:lnTo>
                <a:lnTo>
                  <a:pt x="6580291" y="1891869"/>
                </a:lnTo>
                <a:lnTo>
                  <a:pt x="6601344" y="1891520"/>
                </a:lnTo>
                <a:close/>
                <a:moveTo>
                  <a:pt x="6808377" y="1883097"/>
                </a:moveTo>
                <a:lnTo>
                  <a:pt x="6774813" y="1887460"/>
                </a:lnTo>
                <a:lnTo>
                  <a:pt x="6806255" y="1899959"/>
                </a:lnTo>
                <a:lnTo>
                  <a:pt x="6819421" y="1899389"/>
                </a:lnTo>
                <a:lnTo>
                  <a:pt x="6840638" y="1896014"/>
                </a:lnTo>
                <a:close/>
                <a:moveTo>
                  <a:pt x="6364858" y="1878813"/>
                </a:moveTo>
                <a:lnTo>
                  <a:pt x="6359872" y="1879224"/>
                </a:lnTo>
                <a:lnTo>
                  <a:pt x="6361688" y="1879612"/>
                </a:lnTo>
                <a:lnTo>
                  <a:pt x="6368291" y="1879757"/>
                </a:lnTo>
                <a:close/>
                <a:moveTo>
                  <a:pt x="6642628" y="1878316"/>
                </a:moveTo>
                <a:lnTo>
                  <a:pt x="6611318" y="1881397"/>
                </a:lnTo>
                <a:lnTo>
                  <a:pt x="6641158" y="1890860"/>
                </a:lnTo>
                <a:lnTo>
                  <a:pt x="6655815" y="1890617"/>
                </a:lnTo>
                <a:lnTo>
                  <a:pt x="6669351" y="1888860"/>
                </a:lnTo>
                <a:close/>
                <a:moveTo>
                  <a:pt x="6416800" y="1874533"/>
                </a:moveTo>
                <a:lnTo>
                  <a:pt x="6397638" y="1876112"/>
                </a:lnTo>
                <a:lnTo>
                  <a:pt x="6414636" y="1880780"/>
                </a:lnTo>
                <a:lnTo>
                  <a:pt x="6437303" y="1881280"/>
                </a:lnTo>
                <a:close/>
                <a:moveTo>
                  <a:pt x="6864079" y="1871380"/>
                </a:moveTo>
                <a:lnTo>
                  <a:pt x="6832035" y="1878556"/>
                </a:lnTo>
                <a:lnTo>
                  <a:pt x="6865667" y="1892033"/>
                </a:lnTo>
                <a:lnTo>
                  <a:pt x="6901176" y="1886384"/>
                </a:lnTo>
                <a:close/>
                <a:moveTo>
                  <a:pt x="6472380" y="1869953"/>
                </a:moveTo>
                <a:lnTo>
                  <a:pt x="6450158" y="1871784"/>
                </a:lnTo>
                <a:lnTo>
                  <a:pt x="6473792" y="1879566"/>
                </a:lnTo>
                <a:lnTo>
                  <a:pt x="6496777" y="1877834"/>
                </a:lnTo>
                <a:close/>
                <a:moveTo>
                  <a:pt x="6271827" y="1869237"/>
                </a:moveTo>
                <a:lnTo>
                  <a:pt x="6269073" y="1869425"/>
                </a:lnTo>
                <a:lnTo>
                  <a:pt x="6270053" y="1869646"/>
                </a:lnTo>
                <a:lnTo>
                  <a:pt x="6273907" y="1869834"/>
                </a:lnTo>
                <a:close/>
                <a:moveTo>
                  <a:pt x="6696740" y="1868877"/>
                </a:moveTo>
                <a:lnTo>
                  <a:pt x="6666392" y="1874585"/>
                </a:lnTo>
                <a:lnTo>
                  <a:pt x="6694338" y="1885616"/>
                </a:lnTo>
                <a:lnTo>
                  <a:pt x="6727907" y="1881258"/>
                </a:lnTo>
                <a:close/>
                <a:moveTo>
                  <a:pt x="6324241" y="1865662"/>
                </a:moveTo>
                <a:lnTo>
                  <a:pt x="6308720" y="1866721"/>
                </a:lnTo>
                <a:lnTo>
                  <a:pt x="6316126" y="1868854"/>
                </a:lnTo>
                <a:lnTo>
                  <a:pt x="6331693" y="1868160"/>
                </a:lnTo>
                <a:close/>
                <a:moveTo>
                  <a:pt x="6529313" y="1865262"/>
                </a:moveTo>
                <a:lnTo>
                  <a:pt x="6504266" y="1867326"/>
                </a:lnTo>
                <a:lnTo>
                  <a:pt x="6529237" y="1875387"/>
                </a:lnTo>
                <a:lnTo>
                  <a:pt x="6550938" y="1873751"/>
                </a:lnTo>
                <a:close/>
                <a:moveTo>
                  <a:pt x="6378581" y="1861957"/>
                </a:moveTo>
                <a:lnTo>
                  <a:pt x="6353685" y="1863655"/>
                </a:lnTo>
                <a:lnTo>
                  <a:pt x="6360010" y="1865779"/>
                </a:lnTo>
                <a:lnTo>
                  <a:pt x="6363512" y="1866741"/>
                </a:lnTo>
                <a:lnTo>
                  <a:pt x="6389587" y="1865578"/>
                </a:lnTo>
                <a:close/>
                <a:moveTo>
                  <a:pt x="6748536" y="1859136"/>
                </a:moveTo>
                <a:lnTo>
                  <a:pt x="6718002" y="1864879"/>
                </a:lnTo>
                <a:lnTo>
                  <a:pt x="6751503" y="1878195"/>
                </a:lnTo>
                <a:lnTo>
                  <a:pt x="6785204" y="1873819"/>
                </a:lnTo>
                <a:close/>
                <a:moveTo>
                  <a:pt x="6919745" y="1858914"/>
                </a:moveTo>
                <a:lnTo>
                  <a:pt x="6883433" y="1867046"/>
                </a:lnTo>
                <a:lnTo>
                  <a:pt x="6922789" y="1882946"/>
                </a:lnTo>
                <a:lnTo>
                  <a:pt x="6957751" y="1877385"/>
                </a:lnTo>
                <a:lnTo>
                  <a:pt x="6955011" y="1876197"/>
                </a:lnTo>
                <a:close/>
                <a:moveTo>
                  <a:pt x="6229522" y="1857083"/>
                </a:moveTo>
                <a:lnTo>
                  <a:pt x="6218498" y="1858003"/>
                </a:lnTo>
                <a:lnTo>
                  <a:pt x="6226424" y="1859793"/>
                </a:lnTo>
                <a:lnTo>
                  <a:pt x="6236985" y="1859227"/>
                </a:lnTo>
                <a:close/>
                <a:moveTo>
                  <a:pt x="6582428" y="1854560"/>
                </a:moveTo>
                <a:lnTo>
                  <a:pt x="6553040" y="1860999"/>
                </a:lnTo>
                <a:lnTo>
                  <a:pt x="6578458" y="1870977"/>
                </a:lnTo>
                <a:lnTo>
                  <a:pt x="6580241" y="1871542"/>
                </a:lnTo>
                <a:lnTo>
                  <a:pt x="6617143" y="1868761"/>
                </a:lnTo>
                <a:lnTo>
                  <a:pt x="6618032" y="1868610"/>
                </a:lnTo>
                <a:close/>
                <a:moveTo>
                  <a:pt x="6425457" y="1853979"/>
                </a:moveTo>
                <a:lnTo>
                  <a:pt x="6406882" y="1857534"/>
                </a:lnTo>
                <a:lnTo>
                  <a:pt x="6426332" y="1863939"/>
                </a:lnTo>
                <a:lnTo>
                  <a:pt x="6450435" y="1862864"/>
                </a:lnTo>
                <a:lnTo>
                  <a:pt x="6437447" y="1858669"/>
                </a:lnTo>
                <a:close/>
                <a:moveTo>
                  <a:pt x="6284670" y="1852402"/>
                </a:moveTo>
                <a:lnTo>
                  <a:pt x="6283946" y="1852541"/>
                </a:lnTo>
                <a:lnTo>
                  <a:pt x="6264978" y="1854124"/>
                </a:lnTo>
                <a:lnTo>
                  <a:pt x="6275521" y="1857160"/>
                </a:lnTo>
                <a:lnTo>
                  <a:pt x="6295647" y="1856080"/>
                </a:lnTo>
                <a:close/>
                <a:moveTo>
                  <a:pt x="6803258" y="1844669"/>
                </a:moveTo>
                <a:lnTo>
                  <a:pt x="6771131" y="1854151"/>
                </a:lnTo>
                <a:lnTo>
                  <a:pt x="6811646" y="1870386"/>
                </a:lnTo>
                <a:lnTo>
                  <a:pt x="6813582" y="1870135"/>
                </a:lnTo>
                <a:lnTo>
                  <a:pt x="6844100" y="1863300"/>
                </a:lnTo>
                <a:lnTo>
                  <a:pt x="6831368" y="1858151"/>
                </a:lnTo>
                <a:close/>
                <a:moveTo>
                  <a:pt x="6325642" y="1844536"/>
                </a:moveTo>
                <a:lnTo>
                  <a:pt x="6307271" y="1848063"/>
                </a:lnTo>
                <a:lnTo>
                  <a:pt x="6326250" y="1854439"/>
                </a:lnTo>
                <a:lnTo>
                  <a:pt x="6339937" y="1853705"/>
                </a:lnTo>
                <a:lnTo>
                  <a:pt x="6349664" y="1852441"/>
                </a:lnTo>
                <a:close/>
                <a:moveTo>
                  <a:pt x="6475953" y="1844315"/>
                </a:moveTo>
                <a:lnTo>
                  <a:pt x="6448980" y="1849478"/>
                </a:lnTo>
                <a:lnTo>
                  <a:pt x="6478960" y="1859156"/>
                </a:lnTo>
                <a:lnTo>
                  <a:pt x="6504899" y="1855678"/>
                </a:lnTo>
                <a:close/>
                <a:moveTo>
                  <a:pt x="6186873" y="1843959"/>
                </a:moveTo>
                <a:lnTo>
                  <a:pt x="6167813" y="1846088"/>
                </a:lnTo>
                <a:lnTo>
                  <a:pt x="6173842" y="1847918"/>
                </a:lnTo>
                <a:lnTo>
                  <a:pt x="6179271" y="1849144"/>
                </a:lnTo>
                <a:lnTo>
                  <a:pt x="6198133" y="1847827"/>
                </a:lnTo>
                <a:close/>
                <a:moveTo>
                  <a:pt x="6632876" y="1843507"/>
                </a:moveTo>
                <a:lnTo>
                  <a:pt x="6603798" y="1849878"/>
                </a:lnTo>
                <a:lnTo>
                  <a:pt x="6641295" y="1864679"/>
                </a:lnTo>
                <a:lnTo>
                  <a:pt x="6672781" y="1859359"/>
                </a:lnTo>
                <a:close/>
                <a:moveTo>
                  <a:pt x="6056940" y="1842726"/>
                </a:moveTo>
                <a:lnTo>
                  <a:pt x="6054961" y="1843039"/>
                </a:lnTo>
                <a:lnTo>
                  <a:pt x="6055994" y="1843309"/>
                </a:lnTo>
                <a:lnTo>
                  <a:pt x="6058785" y="1843178"/>
                </a:lnTo>
                <a:close/>
                <a:moveTo>
                  <a:pt x="6098158" y="1836223"/>
                </a:moveTo>
                <a:lnTo>
                  <a:pt x="6092719" y="1837081"/>
                </a:lnTo>
                <a:lnTo>
                  <a:pt x="6108127" y="1840848"/>
                </a:lnTo>
                <a:lnTo>
                  <a:pt x="6112744" y="1840630"/>
                </a:lnTo>
                <a:close/>
                <a:moveTo>
                  <a:pt x="6234223" y="1835496"/>
                </a:moveTo>
                <a:lnTo>
                  <a:pt x="6213965" y="1839432"/>
                </a:lnTo>
                <a:lnTo>
                  <a:pt x="6234339" y="1845299"/>
                </a:lnTo>
                <a:lnTo>
                  <a:pt x="6243385" y="1844668"/>
                </a:lnTo>
                <a:lnTo>
                  <a:pt x="6255459" y="1842613"/>
                </a:lnTo>
                <a:close/>
                <a:moveTo>
                  <a:pt x="6376400" y="1834792"/>
                </a:moveTo>
                <a:lnTo>
                  <a:pt x="6352026" y="1839472"/>
                </a:lnTo>
                <a:lnTo>
                  <a:pt x="6379602" y="1848552"/>
                </a:lnTo>
                <a:lnTo>
                  <a:pt x="6403608" y="1845434"/>
                </a:lnTo>
                <a:close/>
                <a:moveTo>
                  <a:pt x="6530171" y="1833939"/>
                </a:moveTo>
                <a:lnTo>
                  <a:pt x="6499199" y="1839867"/>
                </a:lnTo>
                <a:lnTo>
                  <a:pt x="6530675" y="1852222"/>
                </a:lnTo>
                <a:lnTo>
                  <a:pt x="6564878" y="1847635"/>
                </a:lnTo>
                <a:close/>
                <a:moveTo>
                  <a:pt x="6684861" y="1832118"/>
                </a:moveTo>
                <a:lnTo>
                  <a:pt x="6653094" y="1839078"/>
                </a:lnTo>
                <a:lnTo>
                  <a:pt x="6694769" y="1855644"/>
                </a:lnTo>
                <a:lnTo>
                  <a:pt x="6726445" y="1850291"/>
                </a:lnTo>
                <a:lnTo>
                  <a:pt x="6706968" y="1842492"/>
                </a:lnTo>
                <a:close/>
                <a:moveTo>
                  <a:pt x="6008018" y="1830379"/>
                </a:moveTo>
                <a:lnTo>
                  <a:pt x="6007223" y="1830529"/>
                </a:lnTo>
                <a:lnTo>
                  <a:pt x="6019621" y="1833779"/>
                </a:lnTo>
                <a:lnTo>
                  <a:pt x="6020093" y="1833724"/>
                </a:lnTo>
                <a:lnTo>
                  <a:pt x="6013719" y="1832167"/>
                </a:lnTo>
                <a:close/>
                <a:moveTo>
                  <a:pt x="5638107" y="1830330"/>
                </a:moveTo>
                <a:lnTo>
                  <a:pt x="5642142" y="1830989"/>
                </a:lnTo>
                <a:lnTo>
                  <a:pt x="5644341" y="1831161"/>
                </a:lnTo>
                <a:close/>
                <a:moveTo>
                  <a:pt x="6142760" y="1828802"/>
                </a:moveTo>
                <a:lnTo>
                  <a:pt x="6138285" y="1829892"/>
                </a:lnTo>
                <a:lnTo>
                  <a:pt x="6122616" y="1832364"/>
                </a:lnTo>
                <a:lnTo>
                  <a:pt x="6138947" y="1837323"/>
                </a:lnTo>
                <a:lnTo>
                  <a:pt x="6158791" y="1834310"/>
                </a:lnTo>
                <a:close/>
                <a:moveTo>
                  <a:pt x="6857815" y="1828566"/>
                </a:moveTo>
                <a:lnTo>
                  <a:pt x="6819324" y="1839927"/>
                </a:lnTo>
                <a:lnTo>
                  <a:pt x="6835478" y="1847671"/>
                </a:lnTo>
                <a:lnTo>
                  <a:pt x="6863442" y="1858969"/>
                </a:lnTo>
                <a:lnTo>
                  <a:pt x="6902160" y="1850297"/>
                </a:lnTo>
                <a:close/>
                <a:moveTo>
                  <a:pt x="6276738" y="1827234"/>
                </a:moveTo>
                <a:lnTo>
                  <a:pt x="6256797" y="1831109"/>
                </a:lnTo>
                <a:lnTo>
                  <a:pt x="6279080" y="1838594"/>
                </a:lnTo>
                <a:lnTo>
                  <a:pt x="6297868" y="1835397"/>
                </a:lnTo>
                <a:lnTo>
                  <a:pt x="6296550" y="1834963"/>
                </a:lnTo>
                <a:close/>
                <a:moveTo>
                  <a:pt x="6426966" y="1825085"/>
                </a:moveTo>
                <a:lnTo>
                  <a:pt x="6398867" y="1830479"/>
                </a:lnTo>
                <a:lnTo>
                  <a:pt x="6428756" y="1842167"/>
                </a:lnTo>
                <a:lnTo>
                  <a:pt x="6440464" y="1840646"/>
                </a:lnTo>
                <a:lnTo>
                  <a:pt x="6457132" y="1836927"/>
                </a:lnTo>
                <a:close/>
                <a:moveTo>
                  <a:pt x="5815218" y="1825071"/>
                </a:moveTo>
                <a:lnTo>
                  <a:pt x="5814887" y="1825150"/>
                </a:lnTo>
                <a:lnTo>
                  <a:pt x="5823401" y="1826846"/>
                </a:lnTo>
                <a:close/>
                <a:moveTo>
                  <a:pt x="5932651" y="1823580"/>
                </a:moveTo>
                <a:lnTo>
                  <a:pt x="5926436" y="1825289"/>
                </a:lnTo>
                <a:lnTo>
                  <a:pt x="5948148" y="1829569"/>
                </a:lnTo>
                <a:lnTo>
                  <a:pt x="5952421" y="1828758"/>
                </a:lnTo>
                <a:close/>
                <a:moveTo>
                  <a:pt x="6579921" y="1822314"/>
                </a:moveTo>
                <a:lnTo>
                  <a:pt x="6565810" y="1827118"/>
                </a:lnTo>
                <a:lnTo>
                  <a:pt x="6552559" y="1829654"/>
                </a:lnTo>
                <a:lnTo>
                  <a:pt x="6586771" y="1843158"/>
                </a:lnTo>
                <a:lnTo>
                  <a:pt x="6614921" y="1836374"/>
                </a:lnTo>
                <a:lnTo>
                  <a:pt x="6582394" y="1823453"/>
                </a:lnTo>
                <a:close/>
                <a:moveTo>
                  <a:pt x="6051519" y="1822132"/>
                </a:moveTo>
                <a:lnTo>
                  <a:pt x="6040282" y="1824262"/>
                </a:lnTo>
                <a:lnTo>
                  <a:pt x="6059954" y="1829071"/>
                </a:lnTo>
                <a:lnTo>
                  <a:pt x="6070438" y="1827848"/>
                </a:lnTo>
                <a:close/>
                <a:moveTo>
                  <a:pt x="6184169" y="1818722"/>
                </a:moveTo>
                <a:lnTo>
                  <a:pt x="6165596" y="1823243"/>
                </a:lnTo>
                <a:lnTo>
                  <a:pt x="6185834" y="1830204"/>
                </a:lnTo>
                <a:lnTo>
                  <a:pt x="6208269" y="1826798"/>
                </a:lnTo>
                <a:close/>
                <a:moveTo>
                  <a:pt x="5843797" y="1818286"/>
                </a:moveTo>
                <a:lnTo>
                  <a:pt x="5841640" y="1818798"/>
                </a:lnTo>
                <a:lnTo>
                  <a:pt x="5859783" y="1822738"/>
                </a:lnTo>
                <a:close/>
                <a:moveTo>
                  <a:pt x="6744697" y="1816585"/>
                </a:moveTo>
                <a:lnTo>
                  <a:pt x="6729815" y="1822269"/>
                </a:lnTo>
                <a:lnTo>
                  <a:pt x="6705667" y="1827559"/>
                </a:lnTo>
                <a:lnTo>
                  <a:pt x="6710889" y="1830012"/>
                </a:lnTo>
                <a:lnTo>
                  <a:pt x="6749004" y="1845285"/>
                </a:lnTo>
                <a:lnTo>
                  <a:pt x="6784018" y="1835443"/>
                </a:lnTo>
                <a:close/>
                <a:moveTo>
                  <a:pt x="5961250" y="1815713"/>
                </a:moveTo>
                <a:lnTo>
                  <a:pt x="5956094" y="1817132"/>
                </a:lnTo>
                <a:lnTo>
                  <a:pt x="5980301" y="1823475"/>
                </a:lnTo>
                <a:lnTo>
                  <a:pt x="5983853" y="1822802"/>
                </a:lnTo>
                <a:close/>
                <a:moveTo>
                  <a:pt x="6327000" y="1815470"/>
                </a:moveTo>
                <a:lnTo>
                  <a:pt x="6304757" y="1821789"/>
                </a:lnTo>
                <a:lnTo>
                  <a:pt x="6300710" y="1822575"/>
                </a:lnTo>
                <a:lnTo>
                  <a:pt x="6325416" y="1830710"/>
                </a:lnTo>
                <a:lnTo>
                  <a:pt x="6353671" y="1825902"/>
                </a:lnTo>
                <a:close/>
                <a:moveTo>
                  <a:pt x="6093874" y="1812005"/>
                </a:moveTo>
                <a:lnTo>
                  <a:pt x="6077100" y="1817283"/>
                </a:lnTo>
                <a:lnTo>
                  <a:pt x="6074545" y="1817767"/>
                </a:lnTo>
                <a:lnTo>
                  <a:pt x="6097386" y="1824703"/>
                </a:lnTo>
                <a:lnTo>
                  <a:pt x="6100651" y="1824321"/>
                </a:lnTo>
                <a:lnTo>
                  <a:pt x="6118108" y="1820332"/>
                </a:lnTo>
                <a:close/>
                <a:moveTo>
                  <a:pt x="6473141" y="1811435"/>
                </a:moveTo>
                <a:lnTo>
                  <a:pt x="6447321" y="1819504"/>
                </a:lnTo>
                <a:lnTo>
                  <a:pt x="6479179" y="1832008"/>
                </a:lnTo>
                <a:lnTo>
                  <a:pt x="6508627" y="1825438"/>
                </a:lnTo>
                <a:close/>
                <a:moveTo>
                  <a:pt x="5879803" y="1809739"/>
                </a:moveTo>
                <a:lnTo>
                  <a:pt x="5870399" y="1811971"/>
                </a:lnTo>
                <a:lnTo>
                  <a:pt x="5896870" y="1819352"/>
                </a:lnTo>
                <a:lnTo>
                  <a:pt x="5908421" y="1817780"/>
                </a:lnTo>
                <a:lnTo>
                  <a:pt x="5909436" y="1817500"/>
                </a:lnTo>
                <a:close/>
                <a:moveTo>
                  <a:pt x="6227739" y="1808115"/>
                </a:moveTo>
                <a:lnTo>
                  <a:pt x="6204897" y="1813676"/>
                </a:lnTo>
                <a:lnTo>
                  <a:pt x="6232852" y="1823066"/>
                </a:lnTo>
                <a:lnTo>
                  <a:pt x="6256757" y="1819437"/>
                </a:lnTo>
                <a:close/>
                <a:moveTo>
                  <a:pt x="6628633" y="1805730"/>
                </a:moveTo>
                <a:lnTo>
                  <a:pt x="6596619" y="1816629"/>
                </a:lnTo>
                <a:lnTo>
                  <a:pt x="6634450" y="1831667"/>
                </a:lnTo>
                <a:lnTo>
                  <a:pt x="6667121" y="1823793"/>
                </a:lnTo>
                <a:close/>
                <a:moveTo>
                  <a:pt x="6001252" y="1804711"/>
                </a:moveTo>
                <a:lnTo>
                  <a:pt x="5985834" y="1808951"/>
                </a:lnTo>
                <a:lnTo>
                  <a:pt x="6012918" y="1817294"/>
                </a:lnTo>
                <a:lnTo>
                  <a:pt x="6028619" y="1814318"/>
                </a:lnTo>
                <a:close/>
                <a:moveTo>
                  <a:pt x="6370786" y="1803032"/>
                </a:moveTo>
                <a:lnTo>
                  <a:pt x="6346394" y="1809961"/>
                </a:lnTo>
                <a:lnTo>
                  <a:pt x="6377007" y="1821932"/>
                </a:lnTo>
                <a:lnTo>
                  <a:pt x="6406254" y="1816955"/>
                </a:lnTo>
                <a:close/>
                <a:moveTo>
                  <a:pt x="5915314" y="1801309"/>
                </a:moveTo>
                <a:lnTo>
                  <a:pt x="5905029" y="1803751"/>
                </a:lnTo>
                <a:lnTo>
                  <a:pt x="5932881" y="1811049"/>
                </a:lnTo>
                <a:lnTo>
                  <a:pt x="5940068" y="1809071"/>
                </a:lnTo>
                <a:close/>
                <a:moveTo>
                  <a:pt x="6132154" y="1799960"/>
                </a:moveTo>
                <a:lnTo>
                  <a:pt x="6114266" y="1805588"/>
                </a:lnTo>
                <a:lnTo>
                  <a:pt x="6141553" y="1814974"/>
                </a:lnTo>
                <a:lnTo>
                  <a:pt x="6160241" y="1810703"/>
                </a:lnTo>
                <a:lnTo>
                  <a:pt x="6156714" y="1809522"/>
                </a:lnTo>
                <a:close/>
                <a:moveTo>
                  <a:pt x="6794535" y="1797556"/>
                </a:moveTo>
                <a:lnTo>
                  <a:pt x="6759134" y="1811073"/>
                </a:lnTo>
                <a:lnTo>
                  <a:pt x="6800377" y="1830844"/>
                </a:lnTo>
                <a:lnTo>
                  <a:pt x="6839834" y="1819754"/>
                </a:lnTo>
                <a:close/>
                <a:moveTo>
                  <a:pt x="6522666" y="1795957"/>
                </a:moveTo>
                <a:lnTo>
                  <a:pt x="6491703" y="1805634"/>
                </a:lnTo>
                <a:lnTo>
                  <a:pt x="6529871" y="1820699"/>
                </a:lnTo>
                <a:lnTo>
                  <a:pt x="6561219" y="1813705"/>
                </a:lnTo>
                <a:close/>
                <a:moveTo>
                  <a:pt x="6272087" y="1793993"/>
                </a:moveTo>
                <a:lnTo>
                  <a:pt x="6248715" y="1802314"/>
                </a:lnTo>
                <a:lnTo>
                  <a:pt x="6279704" y="1814403"/>
                </a:lnTo>
                <a:lnTo>
                  <a:pt x="6306135" y="1807310"/>
                </a:lnTo>
                <a:close/>
                <a:moveTo>
                  <a:pt x="6040903" y="1793805"/>
                </a:moveTo>
                <a:lnTo>
                  <a:pt x="6019693" y="1799638"/>
                </a:lnTo>
                <a:lnTo>
                  <a:pt x="6050024" y="1810262"/>
                </a:lnTo>
                <a:lnTo>
                  <a:pt x="6074494" y="1805624"/>
                </a:lnTo>
                <a:lnTo>
                  <a:pt x="6074917" y="1805492"/>
                </a:lnTo>
                <a:close/>
                <a:moveTo>
                  <a:pt x="5955224" y="1788555"/>
                </a:moveTo>
                <a:lnTo>
                  <a:pt x="5938439" y="1794353"/>
                </a:lnTo>
                <a:lnTo>
                  <a:pt x="5964448" y="1802364"/>
                </a:lnTo>
                <a:lnTo>
                  <a:pt x="5981330" y="1797718"/>
                </a:lnTo>
                <a:close/>
                <a:moveTo>
                  <a:pt x="6419502" y="1788009"/>
                </a:moveTo>
                <a:lnTo>
                  <a:pt x="6409251" y="1792105"/>
                </a:lnTo>
                <a:lnTo>
                  <a:pt x="6390842" y="1797335"/>
                </a:lnTo>
                <a:lnTo>
                  <a:pt x="6426823" y="1811458"/>
                </a:lnTo>
                <a:lnTo>
                  <a:pt x="6453444" y="1803352"/>
                </a:lnTo>
                <a:close/>
                <a:moveTo>
                  <a:pt x="6683274" y="1787128"/>
                </a:moveTo>
                <a:lnTo>
                  <a:pt x="6646345" y="1799700"/>
                </a:lnTo>
                <a:lnTo>
                  <a:pt x="6687295" y="1818931"/>
                </a:lnTo>
                <a:lnTo>
                  <a:pt x="6728753" y="1808939"/>
                </a:lnTo>
                <a:close/>
                <a:moveTo>
                  <a:pt x="6173495" y="1786951"/>
                </a:moveTo>
                <a:lnTo>
                  <a:pt x="6149511" y="1794498"/>
                </a:lnTo>
                <a:lnTo>
                  <a:pt x="6160061" y="1798615"/>
                </a:lnTo>
                <a:lnTo>
                  <a:pt x="6181550" y="1805834"/>
                </a:lnTo>
                <a:lnTo>
                  <a:pt x="6206990" y="1800020"/>
                </a:lnTo>
                <a:close/>
                <a:moveTo>
                  <a:pt x="6085110" y="1781645"/>
                </a:moveTo>
                <a:lnTo>
                  <a:pt x="6062631" y="1787828"/>
                </a:lnTo>
                <a:lnTo>
                  <a:pt x="6095313" y="1799069"/>
                </a:lnTo>
                <a:lnTo>
                  <a:pt x="6114415" y="1793054"/>
                </a:lnTo>
                <a:close/>
                <a:moveTo>
                  <a:pt x="6573774" y="1779985"/>
                </a:moveTo>
                <a:lnTo>
                  <a:pt x="6539215" y="1790786"/>
                </a:lnTo>
                <a:lnTo>
                  <a:pt x="6579901" y="1809537"/>
                </a:lnTo>
                <a:lnTo>
                  <a:pt x="6589925" y="1807300"/>
                </a:lnTo>
                <a:lnTo>
                  <a:pt x="6613929" y="1798830"/>
                </a:lnTo>
                <a:close/>
                <a:moveTo>
                  <a:pt x="6313157" y="1779369"/>
                </a:moveTo>
                <a:lnTo>
                  <a:pt x="6289607" y="1787755"/>
                </a:lnTo>
                <a:lnTo>
                  <a:pt x="6325989" y="1801982"/>
                </a:lnTo>
                <a:lnTo>
                  <a:pt x="6351008" y="1795268"/>
                </a:lnTo>
                <a:lnTo>
                  <a:pt x="6333157" y="1788261"/>
                </a:lnTo>
                <a:close/>
                <a:moveTo>
                  <a:pt x="5992077" y="1775824"/>
                </a:moveTo>
                <a:lnTo>
                  <a:pt x="5971750" y="1782845"/>
                </a:lnTo>
                <a:lnTo>
                  <a:pt x="5999745" y="1792651"/>
                </a:lnTo>
                <a:lnTo>
                  <a:pt x="6020735" y="1786875"/>
                </a:lnTo>
                <a:lnTo>
                  <a:pt x="6017265" y="1785683"/>
                </a:lnTo>
                <a:close/>
                <a:moveTo>
                  <a:pt x="6218154" y="1772898"/>
                </a:moveTo>
                <a:lnTo>
                  <a:pt x="6193332" y="1780709"/>
                </a:lnTo>
                <a:lnTo>
                  <a:pt x="6229593" y="1794855"/>
                </a:lnTo>
                <a:lnTo>
                  <a:pt x="6239454" y="1792601"/>
                </a:lnTo>
                <a:lnTo>
                  <a:pt x="6254675" y="1787183"/>
                </a:lnTo>
                <a:close/>
                <a:moveTo>
                  <a:pt x="6465490" y="1769636"/>
                </a:moveTo>
                <a:lnTo>
                  <a:pt x="6435174" y="1781748"/>
                </a:lnTo>
                <a:lnTo>
                  <a:pt x="6462536" y="1794121"/>
                </a:lnTo>
                <a:lnTo>
                  <a:pt x="6471778" y="1797768"/>
                </a:lnTo>
                <a:lnTo>
                  <a:pt x="6504775" y="1787721"/>
                </a:lnTo>
                <a:close/>
                <a:moveTo>
                  <a:pt x="6736370" y="1769052"/>
                </a:moveTo>
                <a:lnTo>
                  <a:pt x="6698425" y="1781970"/>
                </a:lnTo>
                <a:lnTo>
                  <a:pt x="6745554" y="1804563"/>
                </a:lnTo>
                <a:lnTo>
                  <a:pt x="6780786" y="1790817"/>
                </a:lnTo>
                <a:close/>
                <a:moveTo>
                  <a:pt x="6122989" y="1767245"/>
                </a:moveTo>
                <a:lnTo>
                  <a:pt x="6101082" y="1775596"/>
                </a:lnTo>
                <a:lnTo>
                  <a:pt x="6131792" y="1787582"/>
                </a:lnTo>
                <a:lnTo>
                  <a:pt x="6155766" y="1780034"/>
                </a:lnTo>
                <a:close/>
                <a:moveTo>
                  <a:pt x="6361955" y="1761993"/>
                </a:moveTo>
                <a:lnTo>
                  <a:pt x="6330388" y="1773234"/>
                </a:lnTo>
                <a:lnTo>
                  <a:pt x="6337545" y="1776415"/>
                </a:lnTo>
                <a:lnTo>
                  <a:pt x="6371539" y="1789758"/>
                </a:lnTo>
                <a:lnTo>
                  <a:pt x="6404064" y="1781030"/>
                </a:lnTo>
                <a:close/>
                <a:moveTo>
                  <a:pt x="6033449" y="1761532"/>
                </a:moveTo>
                <a:lnTo>
                  <a:pt x="6010582" y="1769432"/>
                </a:lnTo>
                <a:lnTo>
                  <a:pt x="6021129" y="1773553"/>
                </a:lnTo>
                <a:lnTo>
                  <a:pt x="6042472" y="1780894"/>
                </a:lnTo>
                <a:lnTo>
                  <a:pt x="6066324" y="1774331"/>
                </a:lnTo>
                <a:close/>
                <a:moveTo>
                  <a:pt x="6623086" y="1758263"/>
                </a:moveTo>
                <a:lnTo>
                  <a:pt x="6589685" y="1773093"/>
                </a:lnTo>
                <a:lnTo>
                  <a:pt x="6631378" y="1792672"/>
                </a:lnTo>
                <a:lnTo>
                  <a:pt x="6667934" y="1779772"/>
                </a:lnTo>
                <a:close/>
                <a:moveTo>
                  <a:pt x="6262882" y="1757016"/>
                </a:moveTo>
                <a:lnTo>
                  <a:pt x="6245714" y="1764226"/>
                </a:lnTo>
                <a:lnTo>
                  <a:pt x="6236694" y="1767064"/>
                </a:lnTo>
                <a:lnTo>
                  <a:pt x="6272195" y="1780946"/>
                </a:lnTo>
                <a:lnTo>
                  <a:pt x="6296916" y="1772147"/>
                </a:lnTo>
                <a:close/>
                <a:moveTo>
                  <a:pt x="6512070" y="1751028"/>
                </a:moveTo>
                <a:lnTo>
                  <a:pt x="6480401" y="1763680"/>
                </a:lnTo>
                <a:lnTo>
                  <a:pt x="6521507" y="1782625"/>
                </a:lnTo>
                <a:lnTo>
                  <a:pt x="6556617" y="1771934"/>
                </a:lnTo>
                <a:close/>
                <a:moveTo>
                  <a:pt x="6166529" y="1750647"/>
                </a:moveTo>
                <a:lnTo>
                  <a:pt x="6141108" y="1760337"/>
                </a:lnTo>
                <a:lnTo>
                  <a:pt x="6175596" y="1773790"/>
                </a:lnTo>
                <a:lnTo>
                  <a:pt x="6201068" y="1765769"/>
                </a:lnTo>
                <a:close/>
                <a:moveTo>
                  <a:pt x="6072238" y="1746806"/>
                </a:moveTo>
                <a:lnTo>
                  <a:pt x="6056334" y="1753627"/>
                </a:lnTo>
                <a:lnTo>
                  <a:pt x="6050211" y="1755742"/>
                </a:lnTo>
                <a:lnTo>
                  <a:pt x="6084409" y="1769089"/>
                </a:lnTo>
                <a:lnTo>
                  <a:pt x="6106297" y="1760732"/>
                </a:lnTo>
                <a:lnTo>
                  <a:pt x="6084385" y="1752183"/>
                </a:lnTo>
                <a:close/>
                <a:moveTo>
                  <a:pt x="6410325" y="1744241"/>
                </a:moveTo>
                <a:lnTo>
                  <a:pt x="6405257" y="1746575"/>
                </a:lnTo>
                <a:lnTo>
                  <a:pt x="6378475" y="1756111"/>
                </a:lnTo>
                <a:lnTo>
                  <a:pt x="6419993" y="1774884"/>
                </a:lnTo>
                <a:lnTo>
                  <a:pt x="6450438" y="1762707"/>
                </a:lnTo>
                <a:close/>
                <a:moveTo>
                  <a:pt x="12076909" y="1742260"/>
                </a:moveTo>
                <a:lnTo>
                  <a:pt x="12083481" y="1744974"/>
                </a:lnTo>
                <a:lnTo>
                  <a:pt x="12052012" y="1785279"/>
                </a:lnTo>
                <a:lnTo>
                  <a:pt x="12070601" y="1786628"/>
                </a:lnTo>
                <a:cubicBezTo>
                  <a:pt x="12099481" y="1785461"/>
                  <a:pt x="12127295" y="1780911"/>
                  <a:pt x="12152814" y="1772756"/>
                </a:cubicBezTo>
                <a:lnTo>
                  <a:pt x="12172888" y="1762183"/>
                </a:lnTo>
                <a:lnTo>
                  <a:pt x="12146767" y="1760943"/>
                </a:lnTo>
                <a:close/>
                <a:moveTo>
                  <a:pt x="6308534" y="1737845"/>
                </a:moveTo>
                <a:lnTo>
                  <a:pt x="6278831" y="1750319"/>
                </a:lnTo>
                <a:lnTo>
                  <a:pt x="6314144" y="1766015"/>
                </a:lnTo>
                <a:lnTo>
                  <a:pt x="6345870" y="1754722"/>
                </a:lnTo>
                <a:close/>
                <a:moveTo>
                  <a:pt x="6670971" y="1737003"/>
                </a:moveTo>
                <a:lnTo>
                  <a:pt x="6636525" y="1752296"/>
                </a:lnTo>
                <a:lnTo>
                  <a:pt x="6682855" y="1774506"/>
                </a:lnTo>
                <a:lnTo>
                  <a:pt x="6720436" y="1761244"/>
                </a:lnTo>
                <a:close/>
                <a:moveTo>
                  <a:pt x="6210691" y="1733812"/>
                </a:moveTo>
                <a:lnTo>
                  <a:pt x="6182688" y="1744487"/>
                </a:lnTo>
                <a:lnTo>
                  <a:pt x="6213902" y="1758152"/>
                </a:lnTo>
                <a:lnTo>
                  <a:pt x="6218968" y="1760133"/>
                </a:lnTo>
                <a:lnTo>
                  <a:pt x="6242051" y="1752865"/>
                </a:lnTo>
                <a:lnTo>
                  <a:pt x="6247960" y="1750382"/>
                </a:lnTo>
                <a:close/>
                <a:moveTo>
                  <a:pt x="6564403" y="1730120"/>
                </a:moveTo>
                <a:lnTo>
                  <a:pt x="6528619" y="1744416"/>
                </a:lnTo>
                <a:lnTo>
                  <a:pt x="6574476" y="1765951"/>
                </a:lnTo>
                <a:lnTo>
                  <a:pt x="6607992" y="1751024"/>
                </a:lnTo>
                <a:close/>
                <a:moveTo>
                  <a:pt x="6115439" y="1728278"/>
                </a:moveTo>
                <a:lnTo>
                  <a:pt x="6088528" y="1739820"/>
                </a:lnTo>
                <a:lnTo>
                  <a:pt x="6088648" y="1739873"/>
                </a:lnTo>
                <a:lnTo>
                  <a:pt x="6124401" y="1753820"/>
                </a:lnTo>
                <a:lnTo>
                  <a:pt x="6150778" y="1743750"/>
                </a:lnTo>
                <a:close/>
                <a:moveTo>
                  <a:pt x="6454371" y="1723951"/>
                </a:moveTo>
                <a:lnTo>
                  <a:pt x="6424277" y="1737813"/>
                </a:lnTo>
                <a:lnTo>
                  <a:pt x="6465350" y="1756742"/>
                </a:lnTo>
                <a:lnTo>
                  <a:pt x="6497146" y="1744024"/>
                </a:lnTo>
                <a:close/>
                <a:moveTo>
                  <a:pt x="6354500" y="1718542"/>
                </a:moveTo>
                <a:lnTo>
                  <a:pt x="6323851" y="1731413"/>
                </a:lnTo>
                <a:lnTo>
                  <a:pt x="6362395" y="1748840"/>
                </a:lnTo>
                <a:lnTo>
                  <a:pt x="6395058" y="1737213"/>
                </a:lnTo>
                <a:close/>
                <a:moveTo>
                  <a:pt x="6254741" y="1713526"/>
                </a:moveTo>
                <a:lnTo>
                  <a:pt x="6226023" y="1726848"/>
                </a:lnTo>
                <a:lnTo>
                  <a:pt x="6263903" y="1743684"/>
                </a:lnTo>
                <a:lnTo>
                  <a:pt x="6293731" y="1731152"/>
                </a:lnTo>
                <a:close/>
                <a:moveTo>
                  <a:pt x="6157588" y="1710202"/>
                </a:moveTo>
                <a:lnTo>
                  <a:pt x="6130708" y="1721730"/>
                </a:lnTo>
                <a:lnTo>
                  <a:pt x="6166926" y="1737586"/>
                </a:lnTo>
                <a:lnTo>
                  <a:pt x="6195039" y="1726852"/>
                </a:lnTo>
                <a:close/>
                <a:moveTo>
                  <a:pt x="6611787" y="1706426"/>
                </a:moveTo>
                <a:lnTo>
                  <a:pt x="6577194" y="1723854"/>
                </a:lnTo>
                <a:lnTo>
                  <a:pt x="6621407" y="1745049"/>
                </a:lnTo>
                <a:lnTo>
                  <a:pt x="6655974" y="1729654"/>
                </a:lnTo>
                <a:lnTo>
                  <a:pt x="6649025" y="1726249"/>
                </a:lnTo>
                <a:close/>
                <a:moveTo>
                  <a:pt x="6505333" y="1700474"/>
                </a:moveTo>
                <a:lnTo>
                  <a:pt x="6469852" y="1716819"/>
                </a:lnTo>
                <a:lnTo>
                  <a:pt x="6513693" y="1737406"/>
                </a:lnTo>
                <a:lnTo>
                  <a:pt x="6549625" y="1723034"/>
                </a:lnTo>
                <a:lnTo>
                  <a:pt x="6539068" y="1717970"/>
                </a:lnTo>
                <a:close/>
                <a:moveTo>
                  <a:pt x="6399395" y="1697118"/>
                </a:moveTo>
                <a:lnTo>
                  <a:pt x="6369040" y="1712356"/>
                </a:lnTo>
                <a:lnTo>
                  <a:pt x="6409714" y="1731101"/>
                </a:lnTo>
                <a:lnTo>
                  <a:pt x="6439938" y="1717177"/>
                </a:lnTo>
                <a:lnTo>
                  <a:pt x="6428487" y="1711804"/>
                </a:lnTo>
                <a:close/>
                <a:moveTo>
                  <a:pt x="6299642" y="1692697"/>
                </a:moveTo>
                <a:lnTo>
                  <a:pt x="6269328" y="1706759"/>
                </a:lnTo>
                <a:lnTo>
                  <a:pt x="6309045" y="1724718"/>
                </a:lnTo>
                <a:lnTo>
                  <a:pt x="6339824" y="1711786"/>
                </a:lnTo>
                <a:lnTo>
                  <a:pt x="6317769" y="1701633"/>
                </a:lnTo>
                <a:close/>
                <a:moveTo>
                  <a:pt x="6203815" y="1690376"/>
                </a:moveTo>
                <a:lnTo>
                  <a:pt x="6173356" y="1703439"/>
                </a:lnTo>
                <a:lnTo>
                  <a:pt x="6211391" y="1720344"/>
                </a:lnTo>
                <a:lnTo>
                  <a:pt x="6240210" y="1706958"/>
                </a:lnTo>
                <a:lnTo>
                  <a:pt x="6208185" y="1692480"/>
                </a:lnTo>
                <a:close/>
                <a:moveTo>
                  <a:pt x="6553868" y="1675593"/>
                </a:moveTo>
                <a:lnTo>
                  <a:pt x="6523032" y="1692321"/>
                </a:lnTo>
                <a:lnTo>
                  <a:pt x="6518193" y="1694550"/>
                </a:lnTo>
                <a:lnTo>
                  <a:pt x="6543778" y="1707835"/>
                </a:lnTo>
                <a:lnTo>
                  <a:pt x="6563488" y="1717284"/>
                </a:lnTo>
                <a:lnTo>
                  <a:pt x="6598759" y="1699490"/>
                </a:lnTo>
                <a:close/>
                <a:moveTo>
                  <a:pt x="6449938" y="1671745"/>
                </a:moveTo>
                <a:lnTo>
                  <a:pt x="6413872" y="1689851"/>
                </a:lnTo>
                <a:lnTo>
                  <a:pt x="6433006" y="1699515"/>
                </a:lnTo>
                <a:lnTo>
                  <a:pt x="6455423" y="1710042"/>
                </a:lnTo>
                <a:lnTo>
                  <a:pt x="6491625" y="1693364"/>
                </a:lnTo>
                <a:close/>
                <a:moveTo>
                  <a:pt x="6347061" y="1670701"/>
                </a:moveTo>
                <a:lnTo>
                  <a:pt x="6313306" y="1686358"/>
                </a:lnTo>
                <a:lnTo>
                  <a:pt x="6322874" y="1691079"/>
                </a:lnTo>
                <a:lnTo>
                  <a:pt x="6354460" y="1705637"/>
                </a:lnTo>
                <a:lnTo>
                  <a:pt x="6363771" y="1701725"/>
                </a:lnTo>
                <a:lnTo>
                  <a:pt x="6386206" y="1690460"/>
                </a:lnTo>
                <a:close/>
                <a:moveTo>
                  <a:pt x="6252313" y="1669364"/>
                </a:moveTo>
                <a:lnTo>
                  <a:pt x="6248446" y="1671235"/>
                </a:lnTo>
                <a:lnTo>
                  <a:pt x="6218841" y="1683931"/>
                </a:lnTo>
                <a:lnTo>
                  <a:pt x="6254790" y="1700186"/>
                </a:lnTo>
                <a:lnTo>
                  <a:pt x="6285704" y="1685826"/>
                </a:lnTo>
                <a:close/>
                <a:moveTo>
                  <a:pt x="6499706" y="1646762"/>
                </a:moveTo>
                <a:lnTo>
                  <a:pt x="6462310" y="1665535"/>
                </a:lnTo>
                <a:lnTo>
                  <a:pt x="6504491" y="1687436"/>
                </a:lnTo>
                <a:lnTo>
                  <a:pt x="6518342" y="1681055"/>
                </a:lnTo>
                <a:lnTo>
                  <a:pt x="6541015" y="1668752"/>
                </a:lnTo>
                <a:close/>
                <a:moveTo>
                  <a:pt x="6299335" y="1646610"/>
                </a:moveTo>
                <a:lnTo>
                  <a:pt x="6265716" y="1662878"/>
                </a:lnTo>
                <a:lnTo>
                  <a:pt x="6299365" y="1679480"/>
                </a:lnTo>
                <a:lnTo>
                  <a:pt x="6333261" y="1663735"/>
                </a:lnTo>
                <a:close/>
                <a:moveTo>
                  <a:pt x="6400162" y="1645929"/>
                </a:moveTo>
                <a:lnTo>
                  <a:pt x="6397663" y="1647227"/>
                </a:lnTo>
                <a:lnTo>
                  <a:pt x="6362125" y="1663712"/>
                </a:lnTo>
                <a:lnTo>
                  <a:pt x="6400685" y="1683190"/>
                </a:lnTo>
                <a:lnTo>
                  <a:pt x="6436923" y="1664995"/>
                </a:lnTo>
                <a:close/>
                <a:moveTo>
                  <a:pt x="9022713" y="1644110"/>
                </a:moveTo>
                <a:lnTo>
                  <a:pt x="8943229" y="1740052"/>
                </a:lnTo>
                <a:cubicBezTo>
                  <a:pt x="8805207" y="1878771"/>
                  <a:pt x="8625813" y="1984351"/>
                  <a:pt x="8415304" y="2049467"/>
                </a:cubicBezTo>
                <a:cubicBezTo>
                  <a:pt x="8287182" y="2089033"/>
                  <a:pt x="8150966" y="2113157"/>
                  <a:pt x="8010565" y="2121528"/>
                </a:cubicBezTo>
                <a:lnTo>
                  <a:pt x="7803702" y="2122212"/>
                </a:lnTo>
                <a:lnTo>
                  <a:pt x="7817064" y="2124434"/>
                </a:lnTo>
                <a:cubicBezTo>
                  <a:pt x="8263730" y="2173255"/>
                  <a:pt x="8760252" y="2075400"/>
                  <a:pt x="9078755" y="1752434"/>
                </a:cubicBezTo>
                <a:lnTo>
                  <a:pt x="9116080" y="1710336"/>
                </a:lnTo>
                <a:close/>
                <a:moveTo>
                  <a:pt x="6352173" y="1621040"/>
                </a:moveTo>
                <a:lnTo>
                  <a:pt x="6314109" y="1639459"/>
                </a:lnTo>
                <a:lnTo>
                  <a:pt x="6348321" y="1656740"/>
                </a:lnTo>
                <a:lnTo>
                  <a:pt x="6386666" y="1638929"/>
                </a:lnTo>
                <a:close/>
                <a:moveTo>
                  <a:pt x="6449752" y="1620170"/>
                </a:moveTo>
                <a:lnTo>
                  <a:pt x="6412353" y="1639596"/>
                </a:lnTo>
                <a:lnTo>
                  <a:pt x="6449301" y="1658780"/>
                </a:lnTo>
                <a:lnTo>
                  <a:pt x="6486858" y="1639922"/>
                </a:lnTo>
                <a:close/>
                <a:moveTo>
                  <a:pt x="6404144" y="1595891"/>
                </a:moveTo>
                <a:lnTo>
                  <a:pt x="6364824" y="1614918"/>
                </a:lnTo>
                <a:lnTo>
                  <a:pt x="6399171" y="1632751"/>
                </a:lnTo>
                <a:lnTo>
                  <a:pt x="6436734" y="1613240"/>
                </a:lnTo>
                <a:close/>
                <a:moveTo>
                  <a:pt x="8918022" y="1578218"/>
                </a:moveTo>
                <a:lnTo>
                  <a:pt x="8900757" y="1604696"/>
                </a:lnTo>
                <a:cubicBezTo>
                  <a:pt x="8750309" y="1808353"/>
                  <a:pt x="8524450" y="1957933"/>
                  <a:pt x="8247368" y="2037436"/>
                </a:cubicBezTo>
                <a:cubicBezTo>
                  <a:pt x="8120548" y="2073839"/>
                  <a:pt x="7985945" y="2095203"/>
                  <a:pt x="7847405" y="2101358"/>
                </a:cubicBezTo>
                <a:lnTo>
                  <a:pt x="7701260" y="2099832"/>
                </a:lnTo>
                <a:lnTo>
                  <a:pt x="7811887" y="2111134"/>
                </a:lnTo>
                <a:cubicBezTo>
                  <a:pt x="8265443" y="2130929"/>
                  <a:pt x="8677924" y="1990007"/>
                  <a:pt x="8938924" y="1726200"/>
                </a:cubicBezTo>
                <a:lnTo>
                  <a:pt x="9012674" y="1636989"/>
                </a:lnTo>
                <a:lnTo>
                  <a:pt x="8984627" y="1617094"/>
                </a:lnTo>
                <a:close/>
                <a:moveTo>
                  <a:pt x="9094791" y="1544136"/>
                </a:moveTo>
                <a:lnTo>
                  <a:pt x="9067080" y="1590557"/>
                </a:lnTo>
                <a:lnTo>
                  <a:pt x="9031145" y="1633933"/>
                </a:lnTo>
                <a:lnTo>
                  <a:pt x="9124584" y="1700745"/>
                </a:lnTo>
                <a:lnTo>
                  <a:pt x="9154540" y="1666957"/>
                </a:lnTo>
                <a:lnTo>
                  <a:pt x="9194457" y="1610765"/>
                </a:lnTo>
                <a:lnTo>
                  <a:pt x="9124965" y="1561892"/>
                </a:lnTo>
                <a:close/>
                <a:moveTo>
                  <a:pt x="8805080" y="1516258"/>
                </a:moveTo>
                <a:lnTo>
                  <a:pt x="8734556" y="1615859"/>
                </a:lnTo>
                <a:cubicBezTo>
                  <a:pt x="8465350" y="1952786"/>
                  <a:pt x="8041123" y="2074970"/>
                  <a:pt x="7645848" y="2078377"/>
                </a:cubicBezTo>
                <a:lnTo>
                  <a:pt x="7546141" y="2074401"/>
                </a:lnTo>
                <a:lnTo>
                  <a:pt x="7555543" y="2076852"/>
                </a:lnTo>
                <a:lnTo>
                  <a:pt x="7612260" y="2083809"/>
                </a:lnTo>
                <a:cubicBezTo>
                  <a:pt x="8061510" y="2117611"/>
                  <a:pt x="8587536" y="2006196"/>
                  <a:pt x="8890214" y="1596510"/>
                </a:cubicBezTo>
                <a:lnTo>
                  <a:pt x="8906475" y="1571478"/>
                </a:lnTo>
                <a:lnTo>
                  <a:pt x="8849856" y="1538430"/>
                </a:lnTo>
                <a:close/>
                <a:moveTo>
                  <a:pt x="8981954" y="1479027"/>
                </a:moveTo>
                <a:lnTo>
                  <a:pt x="8979006" y="1484688"/>
                </a:lnTo>
                <a:lnTo>
                  <a:pt x="8925005" y="1567507"/>
                </a:lnTo>
                <a:lnTo>
                  <a:pt x="9000644" y="1612124"/>
                </a:lnTo>
                <a:lnTo>
                  <a:pt x="9021124" y="1626768"/>
                </a:lnTo>
                <a:lnTo>
                  <a:pt x="9056289" y="1584231"/>
                </a:lnTo>
                <a:lnTo>
                  <a:pt x="9083998" y="1537785"/>
                </a:lnTo>
                <a:lnTo>
                  <a:pt x="8995161" y="1485509"/>
                </a:lnTo>
                <a:close/>
                <a:moveTo>
                  <a:pt x="8691617" y="1460076"/>
                </a:moveTo>
                <a:lnTo>
                  <a:pt x="8656185" y="1515968"/>
                </a:lnTo>
                <a:cubicBezTo>
                  <a:pt x="8629131" y="1555069"/>
                  <a:pt x="8600357" y="1592851"/>
                  <a:pt x="8569349" y="1628758"/>
                </a:cubicBezTo>
                <a:cubicBezTo>
                  <a:pt x="8338469" y="1895825"/>
                  <a:pt x="7966520" y="2046730"/>
                  <a:pt x="7545385" y="2056881"/>
                </a:cubicBezTo>
                <a:lnTo>
                  <a:pt x="7469765" y="2054493"/>
                </a:lnTo>
                <a:lnTo>
                  <a:pt x="7494640" y="2060977"/>
                </a:lnTo>
                <a:lnTo>
                  <a:pt x="7620751" y="2066807"/>
                </a:lnTo>
                <a:cubicBezTo>
                  <a:pt x="8019852" y="2068455"/>
                  <a:pt x="8452631" y="1949630"/>
                  <a:pt x="8724882" y="1608913"/>
                </a:cubicBezTo>
                <a:lnTo>
                  <a:pt x="8794299" y="1510920"/>
                </a:lnTo>
                <a:close/>
                <a:moveTo>
                  <a:pt x="9153619" y="1439886"/>
                </a:moveTo>
                <a:lnTo>
                  <a:pt x="9141143" y="1466489"/>
                </a:lnTo>
                <a:lnTo>
                  <a:pt x="9100979" y="1533771"/>
                </a:lnTo>
                <a:lnTo>
                  <a:pt x="9131719" y="1551859"/>
                </a:lnTo>
                <a:lnTo>
                  <a:pt x="9201462" y="1600904"/>
                </a:lnTo>
                <a:lnTo>
                  <a:pt x="9222117" y="1571828"/>
                </a:lnTo>
                <a:lnTo>
                  <a:pt x="9259087" y="1504131"/>
                </a:lnTo>
                <a:lnTo>
                  <a:pt x="9200235" y="1464624"/>
                </a:lnTo>
                <a:close/>
                <a:moveTo>
                  <a:pt x="8862484" y="1420392"/>
                </a:moveTo>
                <a:lnTo>
                  <a:pt x="8816991" y="1499436"/>
                </a:lnTo>
                <a:lnTo>
                  <a:pt x="8812420" y="1505892"/>
                </a:lnTo>
                <a:lnTo>
                  <a:pt x="8866799" y="1533173"/>
                </a:lnTo>
                <a:lnTo>
                  <a:pt x="8913473" y="1560705"/>
                </a:lnTo>
                <a:lnTo>
                  <a:pt x="8967827" y="1477033"/>
                </a:lnTo>
                <a:lnTo>
                  <a:pt x="8969873" y="1473098"/>
                </a:lnTo>
                <a:close/>
                <a:moveTo>
                  <a:pt x="8576311" y="1413683"/>
                </a:moveTo>
                <a:lnTo>
                  <a:pt x="8575085" y="1415753"/>
                </a:lnTo>
                <a:cubicBezTo>
                  <a:pt x="8523334" y="1495829"/>
                  <a:pt x="8466963" y="1572697"/>
                  <a:pt x="8402157" y="1641781"/>
                </a:cubicBezTo>
                <a:cubicBezTo>
                  <a:pt x="8238934" y="1816291"/>
                  <a:pt x="8011711" y="1939452"/>
                  <a:pt x="7744801" y="1997126"/>
                </a:cubicBezTo>
                <a:cubicBezTo>
                  <a:pt x="7652570" y="2017173"/>
                  <a:pt x="7556431" y="2029492"/>
                  <a:pt x="7457954" y="2034092"/>
                </a:cubicBezTo>
                <a:lnTo>
                  <a:pt x="7401520" y="2034511"/>
                </a:lnTo>
                <a:lnTo>
                  <a:pt x="7421845" y="2041142"/>
                </a:lnTo>
                <a:lnTo>
                  <a:pt x="7517389" y="2044842"/>
                </a:lnTo>
                <a:cubicBezTo>
                  <a:pt x="7945963" y="2040671"/>
                  <a:pt x="8325358" y="1890639"/>
                  <a:pt x="8559055" y="1620572"/>
                </a:cubicBezTo>
                <a:cubicBezTo>
                  <a:pt x="8589845" y="1584945"/>
                  <a:pt x="8618419" y="1547410"/>
                  <a:pt x="8645289" y="1508536"/>
                </a:cubicBezTo>
                <a:lnTo>
                  <a:pt x="8679195" y="1454979"/>
                </a:lnTo>
                <a:close/>
                <a:moveTo>
                  <a:pt x="9034988" y="1377177"/>
                </a:moveTo>
                <a:lnTo>
                  <a:pt x="8987515" y="1468347"/>
                </a:lnTo>
                <a:lnTo>
                  <a:pt x="9001216" y="1475071"/>
                </a:lnTo>
                <a:lnTo>
                  <a:pt x="9090182" y="1527419"/>
                </a:lnTo>
                <a:lnTo>
                  <a:pt x="9129790" y="1461027"/>
                </a:lnTo>
                <a:lnTo>
                  <a:pt x="9142470" y="1433969"/>
                </a:lnTo>
                <a:lnTo>
                  <a:pt x="9037100" y="1378052"/>
                </a:lnTo>
                <a:close/>
                <a:moveTo>
                  <a:pt x="6908378" y="1376011"/>
                </a:moveTo>
                <a:lnTo>
                  <a:pt x="6785928" y="1418776"/>
                </a:lnTo>
                <a:cubicBezTo>
                  <a:pt x="6667107" y="1466404"/>
                  <a:pt x="6549403" y="1524449"/>
                  <a:pt x="6435668" y="1580635"/>
                </a:cubicBezTo>
                <a:lnTo>
                  <a:pt x="6418397" y="1588994"/>
                </a:lnTo>
                <a:lnTo>
                  <a:pt x="6450491" y="1606094"/>
                </a:lnTo>
                <a:lnTo>
                  <a:pt x="6571852" y="1543054"/>
                </a:lnTo>
                <a:cubicBezTo>
                  <a:pt x="6627294" y="1513783"/>
                  <a:pt x="6683666" y="1484016"/>
                  <a:pt x="6740719" y="1455256"/>
                </a:cubicBezTo>
                <a:close/>
                <a:moveTo>
                  <a:pt x="8461575" y="1371683"/>
                </a:moveTo>
                <a:lnTo>
                  <a:pt x="8420374" y="1434745"/>
                </a:lnTo>
                <a:cubicBezTo>
                  <a:pt x="8365042" y="1512760"/>
                  <a:pt x="8305290" y="1587519"/>
                  <a:pt x="8237570" y="1654433"/>
                </a:cubicBezTo>
                <a:cubicBezTo>
                  <a:pt x="8023666" y="1865407"/>
                  <a:pt x="7718421" y="1988086"/>
                  <a:pt x="7371403" y="2011779"/>
                </a:cubicBezTo>
                <a:lnTo>
                  <a:pt x="7334131" y="2012527"/>
                </a:lnTo>
                <a:lnTo>
                  <a:pt x="7365093" y="2022628"/>
                </a:lnTo>
                <a:lnTo>
                  <a:pt x="7378725" y="2023271"/>
                </a:lnTo>
                <a:cubicBezTo>
                  <a:pt x="7790644" y="2020405"/>
                  <a:pt x="8158873" y="1883081"/>
                  <a:pt x="8392730" y="1633223"/>
                </a:cubicBezTo>
                <a:cubicBezTo>
                  <a:pt x="8424885" y="1598867"/>
                  <a:pt x="8454970" y="1562549"/>
                  <a:pt x="8483452" y="1524848"/>
                </a:cubicBezTo>
                <a:lnTo>
                  <a:pt x="8564126" y="1408792"/>
                </a:lnTo>
                <a:lnTo>
                  <a:pt x="8502070" y="1383883"/>
                </a:lnTo>
                <a:close/>
                <a:moveTo>
                  <a:pt x="8745498" y="1371283"/>
                </a:moveTo>
                <a:lnTo>
                  <a:pt x="8732696" y="1395272"/>
                </a:lnTo>
                <a:lnTo>
                  <a:pt x="8698272" y="1449577"/>
                </a:lnTo>
                <a:lnTo>
                  <a:pt x="8708468" y="1453740"/>
                </a:lnTo>
                <a:lnTo>
                  <a:pt x="8801678" y="1500502"/>
                </a:lnTo>
                <a:lnTo>
                  <a:pt x="8806804" y="1493267"/>
                </a:lnTo>
                <a:lnTo>
                  <a:pt x="8851802" y="1415150"/>
                </a:lnTo>
                <a:lnTo>
                  <a:pt x="8814795" y="1396987"/>
                </a:lnTo>
                <a:close/>
                <a:moveTo>
                  <a:pt x="8347664" y="1337363"/>
                </a:moveTo>
                <a:lnTo>
                  <a:pt x="8263151" y="1455039"/>
                </a:lnTo>
                <a:cubicBezTo>
                  <a:pt x="8204205" y="1530898"/>
                  <a:pt x="8141012" y="1603332"/>
                  <a:pt x="8070253" y="1667579"/>
                </a:cubicBezTo>
                <a:cubicBezTo>
                  <a:pt x="7889259" y="1832050"/>
                  <a:pt x="7647849" y="1937122"/>
                  <a:pt x="7374465" y="1977340"/>
                </a:cubicBezTo>
                <a:lnTo>
                  <a:pt x="7265135" y="1989510"/>
                </a:lnTo>
                <a:lnTo>
                  <a:pt x="7273907" y="1992880"/>
                </a:lnTo>
                <a:lnTo>
                  <a:pt x="7298901" y="2001034"/>
                </a:lnTo>
                <a:lnTo>
                  <a:pt x="7368729" y="1999184"/>
                </a:lnTo>
                <a:cubicBezTo>
                  <a:pt x="7713223" y="1975817"/>
                  <a:pt x="8016194" y="1854318"/>
                  <a:pt x="8228144" y="1645378"/>
                </a:cubicBezTo>
                <a:cubicBezTo>
                  <a:pt x="8295368" y="1579085"/>
                  <a:pt x="8354747" y="1504667"/>
                  <a:pt x="8409785" y="1426978"/>
                </a:cubicBezTo>
                <a:lnTo>
                  <a:pt x="8448504" y="1367745"/>
                </a:lnTo>
                <a:close/>
                <a:moveTo>
                  <a:pt x="9202723" y="1335182"/>
                </a:moveTo>
                <a:lnTo>
                  <a:pt x="9158875" y="1428679"/>
                </a:lnTo>
                <a:lnTo>
                  <a:pt x="9207317" y="1454386"/>
                </a:lnTo>
                <a:lnTo>
                  <a:pt x="9265084" y="1493149"/>
                </a:lnTo>
                <a:lnTo>
                  <a:pt x="9291524" y="1444735"/>
                </a:lnTo>
                <a:lnTo>
                  <a:pt x="9313198" y="1393080"/>
                </a:lnTo>
                <a:close/>
                <a:moveTo>
                  <a:pt x="8627354" y="1327460"/>
                </a:moveTo>
                <a:lnTo>
                  <a:pt x="8582939" y="1402486"/>
                </a:lnTo>
                <a:lnTo>
                  <a:pt x="8685830" y="1444497"/>
                </a:lnTo>
                <a:lnTo>
                  <a:pt x="8721302" y="1388466"/>
                </a:lnTo>
                <a:lnTo>
                  <a:pt x="8732950" y="1366629"/>
                </a:lnTo>
                <a:close/>
                <a:moveTo>
                  <a:pt x="8911903" y="1326137"/>
                </a:moveTo>
                <a:lnTo>
                  <a:pt x="8888462" y="1375257"/>
                </a:lnTo>
                <a:lnTo>
                  <a:pt x="8868500" y="1409940"/>
                </a:lnTo>
                <a:lnTo>
                  <a:pt x="8975427" y="1462414"/>
                </a:lnTo>
                <a:lnTo>
                  <a:pt x="9022440" y="1371973"/>
                </a:lnTo>
                <a:close/>
                <a:moveTo>
                  <a:pt x="7083656" y="1323573"/>
                </a:moveTo>
                <a:lnTo>
                  <a:pt x="7063123" y="1328737"/>
                </a:lnTo>
                <a:lnTo>
                  <a:pt x="6918640" y="1384544"/>
                </a:lnTo>
                <a:cubicBezTo>
                  <a:pt x="6802673" y="1434156"/>
                  <a:pt x="6688317" y="1495303"/>
                  <a:pt x="6577683" y="1553721"/>
                </a:cubicBezTo>
                <a:lnTo>
                  <a:pt x="6463504" y="1613027"/>
                </a:lnTo>
                <a:lnTo>
                  <a:pt x="6500822" y="1632910"/>
                </a:lnTo>
                <a:lnTo>
                  <a:pt x="6541130" y="1612671"/>
                </a:lnTo>
                <a:cubicBezTo>
                  <a:pt x="6599351" y="1581334"/>
                  <a:pt x="6656759" y="1548832"/>
                  <a:pt x="6713619" y="1516635"/>
                </a:cubicBezTo>
                <a:cubicBezTo>
                  <a:pt x="6821278" y="1455613"/>
                  <a:pt x="6932656" y="1392606"/>
                  <a:pt x="7046019" y="1339397"/>
                </a:cubicBezTo>
                <a:close/>
                <a:moveTo>
                  <a:pt x="8236814" y="1308645"/>
                </a:moveTo>
                <a:lnTo>
                  <a:pt x="8107463" y="1473070"/>
                </a:lnTo>
                <a:cubicBezTo>
                  <a:pt x="8044829" y="1546867"/>
                  <a:pt x="7978100" y="1617099"/>
                  <a:pt x="7904178" y="1678866"/>
                </a:cubicBezTo>
                <a:cubicBezTo>
                  <a:pt x="7759104" y="1800118"/>
                  <a:pt x="7577958" y="1885300"/>
                  <a:pt x="7374611" y="1932134"/>
                </a:cubicBezTo>
                <a:lnTo>
                  <a:pt x="7192415" y="1961570"/>
                </a:lnTo>
                <a:lnTo>
                  <a:pt x="7234813" y="1977860"/>
                </a:lnTo>
                <a:lnTo>
                  <a:pt x="7328805" y="1970033"/>
                </a:lnTo>
                <a:cubicBezTo>
                  <a:pt x="7617879" y="1935320"/>
                  <a:pt x="7873139" y="1829102"/>
                  <a:pt x="8061943" y="1657533"/>
                </a:cubicBezTo>
                <a:cubicBezTo>
                  <a:pt x="8132144" y="1593782"/>
                  <a:pt x="8194966" y="1521751"/>
                  <a:pt x="8253632" y="1446233"/>
                </a:cubicBezTo>
                <a:lnTo>
                  <a:pt x="8334628" y="1333435"/>
                </a:lnTo>
                <a:lnTo>
                  <a:pt x="8280049" y="1316991"/>
                </a:lnTo>
                <a:close/>
                <a:moveTo>
                  <a:pt x="7198881" y="1294599"/>
                </a:moveTo>
                <a:lnTo>
                  <a:pt x="7160033" y="1304368"/>
                </a:lnTo>
                <a:lnTo>
                  <a:pt x="7050980" y="1350187"/>
                </a:lnTo>
                <a:cubicBezTo>
                  <a:pt x="6937988" y="1403272"/>
                  <a:pt x="6826859" y="1466155"/>
                  <a:pt x="6719325" y="1527054"/>
                </a:cubicBezTo>
                <a:cubicBezTo>
                  <a:pt x="6662256" y="1559356"/>
                  <a:pt x="6604636" y="1591972"/>
                  <a:pt x="6546187" y="1623428"/>
                </a:cubicBezTo>
                <a:lnTo>
                  <a:pt x="6513667" y="1639754"/>
                </a:lnTo>
                <a:lnTo>
                  <a:pt x="6554431" y="1661473"/>
                </a:lnTo>
                <a:lnTo>
                  <a:pt x="6688742" y="1588593"/>
                </a:lnTo>
                <a:cubicBezTo>
                  <a:pt x="6744632" y="1556244"/>
                  <a:pt x="6799710" y="1522825"/>
                  <a:pt x="6854267" y="1489721"/>
                </a:cubicBezTo>
                <a:cubicBezTo>
                  <a:pt x="6958824" y="1426218"/>
                  <a:pt x="7066978" y="1360606"/>
                  <a:pt x="7177364" y="1304421"/>
                </a:cubicBezTo>
                <a:close/>
                <a:moveTo>
                  <a:pt x="8514477" y="1290711"/>
                </a:moveTo>
                <a:lnTo>
                  <a:pt x="8468532" y="1361035"/>
                </a:lnTo>
                <a:lnTo>
                  <a:pt x="8521367" y="1377345"/>
                </a:lnTo>
                <a:lnTo>
                  <a:pt x="8570843" y="1397547"/>
                </a:lnTo>
                <a:lnTo>
                  <a:pt x="8615010" y="1322882"/>
                </a:lnTo>
                <a:lnTo>
                  <a:pt x="8562901" y="1303553"/>
                </a:lnTo>
                <a:close/>
                <a:moveTo>
                  <a:pt x="8128139" y="1287664"/>
                </a:moveTo>
                <a:lnTo>
                  <a:pt x="7951993" y="1492992"/>
                </a:lnTo>
                <a:cubicBezTo>
                  <a:pt x="7885636" y="1564666"/>
                  <a:pt x="7815311" y="1632541"/>
                  <a:pt x="7738102" y="1691765"/>
                </a:cubicBezTo>
                <a:cubicBezTo>
                  <a:pt x="7588967" y="1806234"/>
                  <a:pt x="7408686" y="1884448"/>
                  <a:pt x="7207777" y="1925001"/>
                </a:cubicBezTo>
                <a:lnTo>
                  <a:pt x="7125938" y="1936030"/>
                </a:lnTo>
                <a:lnTo>
                  <a:pt x="7170810" y="1953270"/>
                </a:lnTo>
                <a:lnTo>
                  <a:pt x="7370457" y="1921115"/>
                </a:lnTo>
                <a:cubicBezTo>
                  <a:pt x="7572177" y="1874758"/>
                  <a:pt x="7751757" y="1790368"/>
                  <a:pt x="7895497" y="1670184"/>
                </a:cubicBezTo>
                <a:cubicBezTo>
                  <a:pt x="7968861" y="1608852"/>
                  <a:pt x="8035185" y="1539023"/>
                  <a:pt x="8097509" y="1465582"/>
                </a:cubicBezTo>
                <a:lnTo>
                  <a:pt x="8223062" y="1305990"/>
                </a:lnTo>
                <a:close/>
                <a:moveTo>
                  <a:pt x="9077977" y="1280331"/>
                </a:moveTo>
                <a:lnTo>
                  <a:pt x="9045546" y="1356901"/>
                </a:lnTo>
                <a:lnTo>
                  <a:pt x="9040676" y="1366254"/>
                </a:lnTo>
                <a:lnTo>
                  <a:pt x="9043255" y="1367323"/>
                </a:lnTo>
                <a:lnTo>
                  <a:pt x="9147722" y="1422761"/>
                </a:lnTo>
                <a:lnTo>
                  <a:pt x="9191001" y="1330405"/>
                </a:lnTo>
                <a:lnTo>
                  <a:pt x="9191427" y="1329262"/>
                </a:lnTo>
                <a:lnTo>
                  <a:pt x="9164366" y="1315079"/>
                </a:lnTo>
                <a:close/>
                <a:moveTo>
                  <a:pt x="8794850" y="1278798"/>
                </a:moveTo>
                <a:lnTo>
                  <a:pt x="8751196" y="1360603"/>
                </a:lnTo>
                <a:lnTo>
                  <a:pt x="8819877" y="1386078"/>
                </a:lnTo>
                <a:lnTo>
                  <a:pt x="8857822" y="1404699"/>
                </a:lnTo>
                <a:lnTo>
                  <a:pt x="8877935" y="1369784"/>
                </a:lnTo>
                <a:lnTo>
                  <a:pt x="8900919" y="1321582"/>
                </a:lnTo>
                <a:lnTo>
                  <a:pt x="8807401" y="1282803"/>
                </a:lnTo>
                <a:close/>
                <a:moveTo>
                  <a:pt x="7297395" y="1277932"/>
                </a:moveTo>
                <a:lnTo>
                  <a:pt x="7246990" y="1286215"/>
                </a:lnTo>
                <a:lnTo>
                  <a:pt x="7182822" y="1315459"/>
                </a:lnTo>
                <a:cubicBezTo>
                  <a:pt x="7072684" y="1371521"/>
                  <a:pt x="6964777" y="1437008"/>
                  <a:pt x="6860344" y="1500264"/>
                </a:cubicBezTo>
                <a:cubicBezTo>
                  <a:pt x="6805578" y="1533473"/>
                  <a:pt x="6750292" y="1567006"/>
                  <a:pt x="6694175" y="1599477"/>
                </a:cubicBezTo>
                <a:lnTo>
                  <a:pt x="6567277" y="1668318"/>
                </a:lnTo>
                <a:lnTo>
                  <a:pt x="6612639" y="1692488"/>
                </a:lnTo>
                <a:lnTo>
                  <a:pt x="6674128" y="1661467"/>
                </a:lnTo>
                <a:cubicBezTo>
                  <a:pt x="6785136" y="1601239"/>
                  <a:pt x="6891647" y="1531890"/>
                  <a:pt x="6996158" y="1463798"/>
                </a:cubicBezTo>
                <a:cubicBezTo>
                  <a:pt x="7046885" y="1430806"/>
                  <a:pt x="7098482" y="1397256"/>
                  <a:pt x="7150839" y="1364559"/>
                </a:cubicBezTo>
                <a:close/>
                <a:moveTo>
                  <a:pt x="7253032" y="1269881"/>
                </a:moveTo>
                <a:lnTo>
                  <a:pt x="7230293" y="1276569"/>
                </a:lnTo>
                <a:lnTo>
                  <a:pt x="7242691" y="1274601"/>
                </a:lnTo>
                <a:close/>
                <a:moveTo>
                  <a:pt x="8024203" y="1267599"/>
                </a:moveTo>
                <a:lnTo>
                  <a:pt x="7998192" y="1296110"/>
                </a:lnTo>
                <a:cubicBezTo>
                  <a:pt x="7867714" y="1440977"/>
                  <a:pt x="7732894" y="1590804"/>
                  <a:pt x="7571654" y="1704044"/>
                </a:cubicBezTo>
                <a:cubicBezTo>
                  <a:pt x="7460988" y="1781825"/>
                  <a:pt x="7334191" y="1840620"/>
                  <a:pt x="7195417" y="1879967"/>
                </a:cubicBezTo>
                <a:lnTo>
                  <a:pt x="7064848" y="1910039"/>
                </a:lnTo>
                <a:lnTo>
                  <a:pt x="7102572" y="1926408"/>
                </a:lnTo>
                <a:lnTo>
                  <a:pt x="7204223" y="1912756"/>
                </a:lnTo>
                <a:cubicBezTo>
                  <a:pt x="7403598" y="1872611"/>
                  <a:pt x="7582436" y="1795119"/>
                  <a:pt x="7730290" y="1681719"/>
                </a:cubicBezTo>
                <a:cubicBezTo>
                  <a:pt x="7806878" y="1622867"/>
                  <a:pt x="7876768" y="1555209"/>
                  <a:pt x="7942798" y="1483783"/>
                </a:cubicBezTo>
                <a:lnTo>
                  <a:pt x="8113590" y="1284855"/>
                </a:lnTo>
                <a:close/>
                <a:moveTo>
                  <a:pt x="7400295" y="1261829"/>
                </a:moveTo>
                <a:lnTo>
                  <a:pt x="7389711" y="1262762"/>
                </a:lnTo>
                <a:lnTo>
                  <a:pt x="7334272" y="1271872"/>
                </a:lnTo>
                <a:lnTo>
                  <a:pt x="7315658" y="1281102"/>
                </a:lnTo>
                <a:cubicBezTo>
                  <a:pt x="7208497" y="1340017"/>
                  <a:pt x="7103815" y="1408109"/>
                  <a:pt x="7002607" y="1473968"/>
                </a:cubicBezTo>
                <a:cubicBezTo>
                  <a:pt x="6897957" y="1542270"/>
                  <a:pt x="6791031" y="1611867"/>
                  <a:pt x="6679400" y="1672361"/>
                </a:cubicBezTo>
                <a:lnTo>
                  <a:pt x="6625672" y="1699431"/>
                </a:lnTo>
                <a:lnTo>
                  <a:pt x="6654302" y="1714685"/>
                </a:lnTo>
                <a:lnTo>
                  <a:pt x="6671096" y="1722920"/>
                </a:lnTo>
                <a:lnTo>
                  <a:pt x="6720475" y="1700928"/>
                </a:lnTo>
                <a:cubicBezTo>
                  <a:pt x="6866857" y="1626348"/>
                  <a:pt x="7003507" y="1530838"/>
                  <a:pt x="7136806" y="1437629"/>
                </a:cubicBezTo>
                <a:cubicBezTo>
                  <a:pt x="7185922" y="1403273"/>
                  <a:pt x="7235907" y="1368327"/>
                  <a:pt x="7286682" y="1334203"/>
                </a:cubicBezTo>
                <a:close/>
                <a:moveTo>
                  <a:pt x="8402498" y="1261013"/>
                </a:moveTo>
                <a:lnTo>
                  <a:pt x="8355683" y="1326198"/>
                </a:lnTo>
                <a:lnTo>
                  <a:pt x="8455517" y="1357017"/>
                </a:lnTo>
                <a:lnTo>
                  <a:pt x="8501168" y="1287181"/>
                </a:lnTo>
                <a:close/>
                <a:moveTo>
                  <a:pt x="7920518" y="1256050"/>
                </a:moveTo>
                <a:lnTo>
                  <a:pt x="7855063" y="1322157"/>
                </a:lnTo>
                <a:cubicBezTo>
                  <a:pt x="7716893" y="1463427"/>
                  <a:pt x="7574012" y="1609658"/>
                  <a:pt x="7405704" y="1717563"/>
                </a:cubicBezTo>
                <a:cubicBezTo>
                  <a:pt x="7294174" y="1789144"/>
                  <a:pt x="7167134" y="1842260"/>
                  <a:pt x="7028711" y="1876571"/>
                </a:cubicBezTo>
                <a:lnTo>
                  <a:pt x="7000531" y="1882131"/>
                </a:lnTo>
                <a:lnTo>
                  <a:pt x="7042686" y="1900423"/>
                </a:lnTo>
                <a:lnTo>
                  <a:pt x="7145525" y="1880766"/>
                </a:lnTo>
                <a:cubicBezTo>
                  <a:pt x="7301364" y="1842170"/>
                  <a:pt x="7443040" y="1779796"/>
                  <a:pt x="7564957" y="1694245"/>
                </a:cubicBezTo>
                <a:cubicBezTo>
                  <a:pt x="7724956" y="1581750"/>
                  <a:pt x="7859279" y="1432543"/>
                  <a:pt x="7989262" y="1288172"/>
                </a:cubicBezTo>
                <a:lnTo>
                  <a:pt x="8009814" y="1265646"/>
                </a:lnTo>
                <a:close/>
                <a:moveTo>
                  <a:pt x="7498235" y="1253189"/>
                </a:moveTo>
                <a:lnTo>
                  <a:pt x="7427825" y="1259400"/>
                </a:lnTo>
                <a:lnTo>
                  <a:pt x="7293719" y="1344870"/>
                </a:lnTo>
                <a:cubicBezTo>
                  <a:pt x="7243070" y="1378901"/>
                  <a:pt x="7193179" y="1413753"/>
                  <a:pt x="7144124" y="1448047"/>
                </a:cubicBezTo>
                <a:cubicBezTo>
                  <a:pt x="7010452" y="1541535"/>
                  <a:pt x="6873359" y="1637603"/>
                  <a:pt x="6726048" y="1712550"/>
                </a:cubicBezTo>
                <a:lnTo>
                  <a:pt x="6686112" y="1730281"/>
                </a:lnTo>
                <a:lnTo>
                  <a:pt x="6737072" y="1755266"/>
                </a:lnTo>
                <a:lnTo>
                  <a:pt x="6880200" y="1684523"/>
                </a:lnTo>
                <a:cubicBezTo>
                  <a:pt x="7020506" y="1606076"/>
                  <a:pt x="7150854" y="1508077"/>
                  <a:pt x="7278200" y="1412450"/>
                </a:cubicBezTo>
                <a:cubicBezTo>
                  <a:pt x="7325767" y="1376668"/>
                  <a:pt x="7374138" y="1340296"/>
                  <a:pt x="7423315" y="1304699"/>
                </a:cubicBezTo>
                <a:close/>
                <a:moveTo>
                  <a:pt x="7817370" y="1248670"/>
                </a:moveTo>
                <a:lnTo>
                  <a:pt x="7713174" y="1345847"/>
                </a:lnTo>
                <a:cubicBezTo>
                  <a:pt x="7567066" y="1483768"/>
                  <a:pt x="7415503" y="1626402"/>
                  <a:pt x="7240497" y="1728850"/>
                </a:cubicBezTo>
                <a:cubicBezTo>
                  <a:pt x="7193077" y="1756517"/>
                  <a:pt x="7143379" y="1781000"/>
                  <a:pt x="7091608" y="1802288"/>
                </a:cubicBezTo>
                <a:lnTo>
                  <a:pt x="6938219" y="1853885"/>
                </a:lnTo>
                <a:lnTo>
                  <a:pt x="6959662" y="1864398"/>
                </a:lnTo>
                <a:lnTo>
                  <a:pt x="6980772" y="1873558"/>
                </a:lnTo>
                <a:lnTo>
                  <a:pt x="7092995" y="1844823"/>
                </a:lnTo>
                <a:cubicBezTo>
                  <a:pt x="7204221" y="1811328"/>
                  <a:pt x="7307098" y="1764882"/>
                  <a:pt x="7399254" y="1705657"/>
                </a:cubicBezTo>
                <a:cubicBezTo>
                  <a:pt x="7566322" y="1598495"/>
                  <a:pt x="7708707" y="1452760"/>
                  <a:pt x="7846505" y="1311986"/>
                </a:cubicBezTo>
                <a:lnTo>
                  <a:pt x="7903658" y="1254238"/>
                </a:lnTo>
                <a:lnTo>
                  <a:pt x="7878257" y="1251508"/>
                </a:lnTo>
                <a:close/>
                <a:moveTo>
                  <a:pt x="7598077" y="1246784"/>
                </a:moveTo>
                <a:lnTo>
                  <a:pt x="7563710" y="1247413"/>
                </a:lnTo>
                <a:lnTo>
                  <a:pt x="7523070" y="1250999"/>
                </a:lnTo>
                <a:lnTo>
                  <a:pt x="7430432" y="1314668"/>
                </a:lnTo>
                <a:cubicBezTo>
                  <a:pt x="7381362" y="1350249"/>
                  <a:pt x="7333084" y="1386714"/>
                  <a:pt x="7285643" y="1422745"/>
                </a:cubicBezTo>
                <a:cubicBezTo>
                  <a:pt x="7158016" y="1518651"/>
                  <a:pt x="7027111" y="1617208"/>
                  <a:pt x="6885967" y="1696021"/>
                </a:cubicBezTo>
                <a:lnTo>
                  <a:pt x="6751482" y="1762331"/>
                </a:lnTo>
                <a:lnTo>
                  <a:pt x="6796823" y="1784561"/>
                </a:lnTo>
                <a:lnTo>
                  <a:pt x="6901151" y="1743857"/>
                </a:lnTo>
                <a:cubicBezTo>
                  <a:pt x="7090545" y="1653688"/>
                  <a:pt x="7257488" y="1518495"/>
                  <a:pt x="7418974" y="1387768"/>
                </a:cubicBezTo>
                <a:cubicBezTo>
                  <a:pt x="7464927" y="1350559"/>
                  <a:pt x="7511655" y="1312730"/>
                  <a:pt x="7559190" y="1275645"/>
                </a:cubicBezTo>
                <a:close/>
                <a:moveTo>
                  <a:pt x="7360660" y="1245333"/>
                </a:moveTo>
                <a:lnTo>
                  <a:pt x="7316496" y="1254538"/>
                </a:lnTo>
                <a:lnTo>
                  <a:pt x="7288386" y="1267349"/>
                </a:lnTo>
                <a:lnTo>
                  <a:pt x="7329420" y="1260837"/>
                </a:lnTo>
                <a:close/>
                <a:moveTo>
                  <a:pt x="7697677" y="1244960"/>
                </a:moveTo>
                <a:lnTo>
                  <a:pt x="7620016" y="1246382"/>
                </a:lnTo>
                <a:lnTo>
                  <a:pt x="7567842" y="1285025"/>
                </a:lnTo>
                <a:cubicBezTo>
                  <a:pt x="7520337" y="1322032"/>
                  <a:pt x="7473609" y="1359799"/>
                  <a:pt x="7427532" y="1396946"/>
                </a:cubicBezTo>
                <a:cubicBezTo>
                  <a:pt x="7265426" y="1528046"/>
                  <a:pt x="7097861" y="1663734"/>
                  <a:pt x="6907229" y="1754524"/>
                </a:cubicBezTo>
                <a:lnTo>
                  <a:pt x="6810721" y="1791375"/>
                </a:lnTo>
                <a:lnTo>
                  <a:pt x="6858121" y="1814614"/>
                </a:lnTo>
                <a:lnTo>
                  <a:pt x="6909942" y="1800048"/>
                </a:lnTo>
                <a:cubicBezTo>
                  <a:pt x="6964962" y="1780471"/>
                  <a:pt x="7017721" y="1757398"/>
                  <a:pt x="7067970" y="1730834"/>
                </a:cubicBezTo>
                <a:cubicBezTo>
                  <a:pt x="7249674" y="1634711"/>
                  <a:pt x="7408431" y="1496046"/>
                  <a:pt x="7561980" y="1361970"/>
                </a:cubicBezTo>
                <a:cubicBezTo>
                  <a:pt x="7606259" y="1323335"/>
                  <a:pt x="7651282" y="1283986"/>
                  <a:pt x="7697188" y="1245351"/>
                </a:cubicBezTo>
                <a:close/>
                <a:moveTo>
                  <a:pt x="7726471" y="1244433"/>
                </a:moveTo>
                <a:lnTo>
                  <a:pt x="7719299" y="1244564"/>
                </a:lnTo>
                <a:lnTo>
                  <a:pt x="7705266" y="1255801"/>
                </a:lnTo>
                <a:cubicBezTo>
                  <a:pt x="7659530" y="1294343"/>
                  <a:pt x="7614570" y="1333629"/>
                  <a:pt x="7570043" y="1372264"/>
                </a:cubicBezTo>
                <a:cubicBezTo>
                  <a:pt x="7415997" y="1506836"/>
                  <a:pt x="7256743" y="1645874"/>
                  <a:pt x="7073923" y="1742617"/>
                </a:cubicBezTo>
                <a:cubicBezTo>
                  <a:pt x="7026505" y="1767733"/>
                  <a:pt x="6976849" y="1789758"/>
                  <a:pt x="6925168" y="1808686"/>
                </a:cubicBezTo>
                <a:lnTo>
                  <a:pt x="6875769" y="1823267"/>
                </a:lnTo>
                <a:lnTo>
                  <a:pt x="6921889" y="1845879"/>
                </a:lnTo>
                <a:lnTo>
                  <a:pt x="6926580" y="1844828"/>
                </a:lnTo>
                <a:cubicBezTo>
                  <a:pt x="7037154" y="1815265"/>
                  <a:pt x="7140274" y="1772943"/>
                  <a:pt x="7234295" y="1717936"/>
                </a:cubicBezTo>
                <a:cubicBezTo>
                  <a:pt x="7407937" y="1616231"/>
                  <a:pt x="7559004" y="1474094"/>
                  <a:pt x="7704616" y="1336669"/>
                </a:cubicBezTo>
                <a:lnTo>
                  <a:pt x="7799973" y="1247859"/>
                </a:lnTo>
                <a:close/>
                <a:moveTo>
                  <a:pt x="8678196" y="1241578"/>
                </a:moveTo>
                <a:lnTo>
                  <a:pt x="8633563" y="1316972"/>
                </a:lnTo>
                <a:lnTo>
                  <a:pt x="8738647" y="1355949"/>
                </a:lnTo>
                <a:lnTo>
                  <a:pt x="8781991" y="1274695"/>
                </a:lnTo>
                <a:close/>
                <a:moveTo>
                  <a:pt x="8292280" y="1237928"/>
                </a:moveTo>
                <a:lnTo>
                  <a:pt x="8286190" y="1245879"/>
                </a:lnTo>
                <a:lnTo>
                  <a:pt x="8245140" y="1298060"/>
                </a:lnTo>
                <a:lnTo>
                  <a:pt x="8300785" y="1309252"/>
                </a:lnTo>
                <a:lnTo>
                  <a:pt x="8342702" y="1322191"/>
                </a:lnTo>
                <a:lnTo>
                  <a:pt x="8389171" y="1257478"/>
                </a:lnTo>
                <a:lnTo>
                  <a:pt x="8359052" y="1249490"/>
                </a:lnTo>
                <a:close/>
                <a:moveTo>
                  <a:pt x="3772967" y="1234460"/>
                </a:moveTo>
                <a:lnTo>
                  <a:pt x="3759919" y="1242380"/>
                </a:lnTo>
                <a:lnTo>
                  <a:pt x="3785813" y="1251572"/>
                </a:lnTo>
                <a:cubicBezTo>
                  <a:pt x="3955330" y="1317036"/>
                  <a:pt x="4120844" y="1395323"/>
                  <a:pt x="4283630" y="1472357"/>
                </a:cubicBezTo>
                <a:cubicBezTo>
                  <a:pt x="4340065" y="1499023"/>
                  <a:pt x="4396498" y="1525690"/>
                  <a:pt x="4452931" y="1551860"/>
                </a:cubicBezTo>
                <a:cubicBezTo>
                  <a:pt x="4743532" y="1686370"/>
                  <a:pt x="5072645" y="1817462"/>
                  <a:pt x="5407410" y="1843154"/>
                </a:cubicBezTo>
                <a:lnTo>
                  <a:pt x="5443339" y="1843923"/>
                </a:lnTo>
                <a:lnTo>
                  <a:pt x="5358510" y="1833264"/>
                </a:lnTo>
                <a:cubicBezTo>
                  <a:pt x="5084792" y="1788602"/>
                  <a:pt x="4823845" y="1687114"/>
                  <a:pt x="4604126" y="1589813"/>
                </a:cubicBezTo>
                <a:cubicBezTo>
                  <a:pt x="4568901" y="1574347"/>
                  <a:pt x="4533711" y="1558520"/>
                  <a:pt x="4498576" y="1542310"/>
                </a:cubicBezTo>
                <a:cubicBezTo>
                  <a:pt x="4459382" y="1524450"/>
                  <a:pt x="4420152" y="1506428"/>
                  <a:pt x="4380870" y="1488233"/>
                </a:cubicBezTo>
                <a:cubicBezTo>
                  <a:pt x="4192502" y="1401443"/>
                  <a:pt x="4000836" y="1313005"/>
                  <a:pt x="3803930" y="1244067"/>
                </a:cubicBezTo>
                <a:close/>
                <a:moveTo>
                  <a:pt x="9241159" y="1232114"/>
                </a:moveTo>
                <a:lnTo>
                  <a:pt x="9206975" y="1323795"/>
                </a:lnTo>
                <a:lnTo>
                  <a:pt x="9317857" y="1381979"/>
                </a:lnTo>
                <a:lnTo>
                  <a:pt x="9347884" y="1310420"/>
                </a:lnTo>
                <a:lnTo>
                  <a:pt x="9356399" y="1284177"/>
                </a:lnTo>
                <a:close/>
                <a:moveTo>
                  <a:pt x="8956987" y="1231666"/>
                </a:moveTo>
                <a:lnTo>
                  <a:pt x="8917198" y="1315042"/>
                </a:lnTo>
                <a:lnTo>
                  <a:pt x="9028120" y="1361046"/>
                </a:lnTo>
                <a:lnTo>
                  <a:pt x="9033918" y="1349893"/>
                </a:lnTo>
                <a:lnTo>
                  <a:pt x="9065537" y="1275328"/>
                </a:lnTo>
                <a:close/>
                <a:moveTo>
                  <a:pt x="7458984" y="1226244"/>
                </a:moveTo>
                <a:lnTo>
                  <a:pt x="7437614" y="1229293"/>
                </a:lnTo>
                <a:lnTo>
                  <a:pt x="7407480" y="1235574"/>
                </a:lnTo>
                <a:lnTo>
                  <a:pt x="7369293" y="1254508"/>
                </a:lnTo>
                <a:lnTo>
                  <a:pt x="7415268" y="1247212"/>
                </a:lnTo>
                <a:lnTo>
                  <a:pt x="7424346" y="1246508"/>
                </a:lnTo>
                <a:lnTo>
                  <a:pt x="7441300" y="1235708"/>
                </a:lnTo>
                <a:close/>
                <a:moveTo>
                  <a:pt x="3795571" y="1220742"/>
                </a:moveTo>
                <a:lnTo>
                  <a:pt x="3786696" y="1226128"/>
                </a:lnTo>
                <a:lnTo>
                  <a:pt x="3807567" y="1232590"/>
                </a:lnTo>
                <a:cubicBezTo>
                  <a:pt x="4005213" y="1301672"/>
                  <a:pt x="4197434" y="1390319"/>
                  <a:pt x="4386080" y="1477318"/>
                </a:cubicBezTo>
                <a:lnTo>
                  <a:pt x="4503784" y="1531519"/>
                </a:lnTo>
                <a:cubicBezTo>
                  <a:pt x="4538922" y="1547482"/>
                  <a:pt x="4574022" y="1563271"/>
                  <a:pt x="4609085" y="1578899"/>
                </a:cubicBezTo>
                <a:cubicBezTo>
                  <a:pt x="4847735" y="1684712"/>
                  <a:pt x="5134882" y="1795278"/>
                  <a:pt x="5433938" y="1832044"/>
                </a:cubicBezTo>
                <a:lnTo>
                  <a:pt x="5517492" y="1839186"/>
                </a:lnTo>
                <a:lnTo>
                  <a:pt x="5483263" y="1835438"/>
                </a:lnTo>
                <a:cubicBezTo>
                  <a:pt x="5266474" y="1802431"/>
                  <a:pt x="5028244" y="1729966"/>
                  <a:pt x="4760775" y="1616851"/>
                </a:cubicBezTo>
                <a:cubicBezTo>
                  <a:pt x="4726790" y="1602464"/>
                  <a:pt x="4691687" y="1587332"/>
                  <a:pt x="4653487" y="1570464"/>
                </a:cubicBezTo>
                <a:cubicBezTo>
                  <a:pt x="4596559" y="1545658"/>
                  <a:pt x="4539753" y="1519612"/>
                  <a:pt x="4482947" y="1493938"/>
                </a:cubicBezTo>
                <a:cubicBezTo>
                  <a:pt x="4271321" y="1398544"/>
                  <a:pt x="4055156" y="1301013"/>
                  <a:pt x="3832558" y="1230650"/>
                </a:cubicBezTo>
                <a:close/>
                <a:moveTo>
                  <a:pt x="8185621" y="1219460"/>
                </a:moveTo>
                <a:lnTo>
                  <a:pt x="8142067" y="1271429"/>
                </a:lnTo>
                <a:lnTo>
                  <a:pt x="8137751" y="1276461"/>
                </a:lnTo>
                <a:lnTo>
                  <a:pt x="8231464" y="1295309"/>
                </a:lnTo>
                <a:lnTo>
                  <a:pt x="8275523" y="1239305"/>
                </a:lnTo>
                <a:lnTo>
                  <a:pt x="8278420" y="1235528"/>
                </a:lnTo>
                <a:close/>
                <a:moveTo>
                  <a:pt x="7420516" y="1215628"/>
                </a:moveTo>
                <a:lnTo>
                  <a:pt x="7408799" y="1218400"/>
                </a:lnTo>
                <a:lnTo>
                  <a:pt x="7377311" y="1229585"/>
                </a:lnTo>
                <a:lnTo>
                  <a:pt x="7403313" y="1224165"/>
                </a:lnTo>
                <a:close/>
                <a:moveTo>
                  <a:pt x="3709932" y="1214903"/>
                </a:moveTo>
                <a:lnTo>
                  <a:pt x="3699088" y="1220785"/>
                </a:lnTo>
                <a:lnTo>
                  <a:pt x="3744466" y="1236894"/>
                </a:lnTo>
                <a:lnTo>
                  <a:pt x="3756760" y="1229432"/>
                </a:lnTo>
                <a:close/>
                <a:moveTo>
                  <a:pt x="8564761" y="1213746"/>
                </a:moveTo>
                <a:lnTo>
                  <a:pt x="8521382" y="1280143"/>
                </a:lnTo>
                <a:lnTo>
                  <a:pt x="8566621" y="1292142"/>
                </a:lnTo>
                <a:lnTo>
                  <a:pt x="8621215" y="1312392"/>
                </a:lnTo>
                <a:lnTo>
                  <a:pt x="8665288" y="1237886"/>
                </a:lnTo>
                <a:close/>
                <a:moveTo>
                  <a:pt x="7557965" y="1212121"/>
                </a:moveTo>
                <a:lnTo>
                  <a:pt x="7495491" y="1221035"/>
                </a:lnTo>
                <a:lnTo>
                  <a:pt x="7452090" y="1244357"/>
                </a:lnTo>
                <a:lnTo>
                  <a:pt x="7518577" y="1239202"/>
                </a:lnTo>
                <a:close/>
                <a:moveTo>
                  <a:pt x="3815214" y="1208820"/>
                </a:moveTo>
                <a:lnTo>
                  <a:pt x="3809329" y="1212392"/>
                </a:lnTo>
                <a:lnTo>
                  <a:pt x="3931612" y="1250885"/>
                </a:lnTo>
                <a:cubicBezTo>
                  <a:pt x="4121506" y="1317502"/>
                  <a:pt x="4306662" y="1401047"/>
                  <a:pt x="4488405" y="1483023"/>
                </a:cubicBezTo>
                <a:cubicBezTo>
                  <a:pt x="4545210" y="1508697"/>
                  <a:pt x="4602016" y="1534372"/>
                  <a:pt x="4658821" y="1559425"/>
                </a:cubicBezTo>
                <a:cubicBezTo>
                  <a:pt x="4697021" y="1576293"/>
                  <a:pt x="4731999" y="1591425"/>
                  <a:pt x="4765983" y="1605813"/>
                </a:cubicBezTo>
                <a:cubicBezTo>
                  <a:pt x="5032026" y="1718370"/>
                  <a:pt x="5268986" y="1790524"/>
                  <a:pt x="5484517" y="1823438"/>
                </a:cubicBezTo>
                <a:lnTo>
                  <a:pt x="5589940" y="1835030"/>
                </a:lnTo>
                <a:lnTo>
                  <a:pt x="5472291" y="1815844"/>
                </a:lnTo>
                <a:cubicBezTo>
                  <a:pt x="5299525" y="1780832"/>
                  <a:pt x="5114798" y="1723362"/>
                  <a:pt x="4916801" y="1643270"/>
                </a:cubicBezTo>
                <a:cubicBezTo>
                  <a:pt x="4881824" y="1629130"/>
                  <a:pt x="4846106" y="1614247"/>
                  <a:pt x="4807778" y="1597875"/>
                </a:cubicBezTo>
                <a:cubicBezTo>
                  <a:pt x="4733362" y="1565875"/>
                  <a:pt x="4657208" y="1532263"/>
                  <a:pt x="4583782" y="1499767"/>
                </a:cubicBezTo>
                <a:cubicBezTo>
                  <a:pt x="4380296" y="1409745"/>
                  <a:pt x="4172591" y="1317640"/>
                  <a:pt x="3959369" y="1248971"/>
                </a:cubicBezTo>
                <a:close/>
                <a:moveTo>
                  <a:pt x="4059743" y="1208044"/>
                </a:moveTo>
                <a:lnTo>
                  <a:pt x="4266319" y="1265566"/>
                </a:lnTo>
                <a:cubicBezTo>
                  <a:pt x="4479015" y="1333327"/>
                  <a:pt x="4687316" y="1422838"/>
                  <a:pt x="4890382" y="1510185"/>
                </a:cubicBezTo>
                <a:cubicBezTo>
                  <a:pt x="5016769" y="1564510"/>
                  <a:pt x="5147621" y="1620696"/>
                  <a:pt x="5277481" y="1670804"/>
                </a:cubicBezTo>
                <a:cubicBezTo>
                  <a:pt x="5315929" y="1685563"/>
                  <a:pt x="5354253" y="1699703"/>
                  <a:pt x="5391463" y="1712850"/>
                </a:cubicBezTo>
                <a:cubicBezTo>
                  <a:pt x="5481911" y="1744509"/>
                  <a:pt x="5582686" y="1775159"/>
                  <a:pt x="5690095" y="1800291"/>
                </a:cubicBezTo>
                <a:lnTo>
                  <a:pt x="5786652" y="1819525"/>
                </a:lnTo>
                <a:lnTo>
                  <a:pt x="5788085" y="1819185"/>
                </a:lnTo>
                <a:lnTo>
                  <a:pt x="5736550" y="1808007"/>
                </a:lnTo>
                <a:cubicBezTo>
                  <a:pt x="5672907" y="1791675"/>
                  <a:pt x="5608547" y="1772648"/>
                  <a:pt x="5543648" y="1750927"/>
                </a:cubicBezTo>
                <a:cubicBezTo>
                  <a:pt x="5505695" y="1738524"/>
                  <a:pt x="5466625" y="1724384"/>
                  <a:pt x="5427556" y="1709749"/>
                </a:cubicBezTo>
                <a:cubicBezTo>
                  <a:pt x="5278721" y="1654184"/>
                  <a:pt x="5129017" y="1590060"/>
                  <a:pt x="4984522" y="1528170"/>
                </a:cubicBezTo>
                <a:cubicBezTo>
                  <a:pt x="4727782" y="1418279"/>
                  <a:pt x="4462482" y="1304916"/>
                  <a:pt x="4191973" y="1235336"/>
                </a:cubicBezTo>
                <a:close/>
                <a:moveTo>
                  <a:pt x="8079921" y="1206521"/>
                </a:moveTo>
                <a:lnTo>
                  <a:pt x="8034499" y="1256313"/>
                </a:lnTo>
                <a:lnTo>
                  <a:pt x="8041782" y="1257159"/>
                </a:lnTo>
                <a:lnTo>
                  <a:pt x="8123293" y="1273553"/>
                </a:lnTo>
                <a:lnTo>
                  <a:pt x="8132145" y="1263243"/>
                </a:lnTo>
                <a:lnTo>
                  <a:pt x="8171014" y="1216930"/>
                </a:lnTo>
                <a:lnTo>
                  <a:pt x="8152084" y="1213653"/>
                </a:lnTo>
                <a:close/>
                <a:moveTo>
                  <a:pt x="7654950" y="1204574"/>
                </a:moveTo>
                <a:lnTo>
                  <a:pt x="7585347" y="1208767"/>
                </a:lnTo>
                <a:lnTo>
                  <a:pt x="7579965" y="1211894"/>
                </a:lnTo>
                <a:lnTo>
                  <a:pt x="7542986" y="1237310"/>
                </a:lnTo>
                <a:lnTo>
                  <a:pt x="7588482" y="1233783"/>
                </a:lnTo>
                <a:lnTo>
                  <a:pt x="7615905" y="1233552"/>
                </a:lnTo>
                <a:close/>
                <a:moveTo>
                  <a:pt x="3731036" y="1203455"/>
                </a:moveTo>
                <a:lnTo>
                  <a:pt x="3724651" y="1206919"/>
                </a:lnTo>
                <a:lnTo>
                  <a:pt x="3770477" y="1221107"/>
                </a:lnTo>
                <a:lnTo>
                  <a:pt x="3778577" y="1216190"/>
                </a:lnTo>
                <a:close/>
                <a:moveTo>
                  <a:pt x="2805513" y="1202423"/>
                </a:moveTo>
                <a:lnTo>
                  <a:pt x="2778391" y="1206545"/>
                </a:lnTo>
                <a:lnTo>
                  <a:pt x="2736862" y="1216144"/>
                </a:lnTo>
                <a:close/>
                <a:moveTo>
                  <a:pt x="3962690" y="1201668"/>
                </a:moveTo>
                <a:lnTo>
                  <a:pt x="4134276" y="1246606"/>
                </a:lnTo>
                <a:cubicBezTo>
                  <a:pt x="4358320" y="1315390"/>
                  <a:pt x="4576991" y="1409970"/>
                  <a:pt x="4790290" y="1502248"/>
                </a:cubicBezTo>
                <a:cubicBezTo>
                  <a:pt x="4898817" y="1549255"/>
                  <a:pt x="5011189" y="1597751"/>
                  <a:pt x="5122319" y="1642154"/>
                </a:cubicBezTo>
                <a:cubicBezTo>
                  <a:pt x="5160520" y="1657409"/>
                  <a:pt x="5198223" y="1671921"/>
                  <a:pt x="5234564" y="1685316"/>
                </a:cubicBezTo>
                <a:cubicBezTo>
                  <a:pt x="5365168" y="1733409"/>
                  <a:pt x="5491215" y="1771214"/>
                  <a:pt x="5612507" y="1798718"/>
                </a:cubicBezTo>
                <a:lnTo>
                  <a:pt x="5700915" y="1815337"/>
                </a:lnTo>
                <a:lnTo>
                  <a:pt x="5687361" y="1812632"/>
                </a:lnTo>
                <a:cubicBezTo>
                  <a:pt x="5579300" y="1787283"/>
                  <a:pt x="5477943" y="1756354"/>
                  <a:pt x="5386998" y="1724385"/>
                </a:cubicBezTo>
                <a:cubicBezTo>
                  <a:pt x="5349789" y="1711238"/>
                  <a:pt x="5311216" y="1697098"/>
                  <a:pt x="5272642" y="1682215"/>
                </a:cubicBezTo>
                <a:cubicBezTo>
                  <a:pt x="5142535" y="1632603"/>
                  <a:pt x="5012181" y="1575797"/>
                  <a:pt x="4885173" y="1520976"/>
                </a:cubicBezTo>
                <a:cubicBezTo>
                  <a:pt x="4614788" y="1404884"/>
                  <a:pt x="4335227" y="1285320"/>
                  <a:pt x="4048967" y="1217599"/>
                </a:cubicBezTo>
                <a:close/>
                <a:moveTo>
                  <a:pt x="3831660" y="1198839"/>
                </a:moveTo>
                <a:lnTo>
                  <a:pt x="3831436" y="1198975"/>
                </a:lnTo>
                <a:lnTo>
                  <a:pt x="3871419" y="1209331"/>
                </a:lnTo>
                <a:cubicBezTo>
                  <a:pt x="4117905" y="1279755"/>
                  <a:pt x="4356715" y="1385567"/>
                  <a:pt x="4589735" y="1488729"/>
                </a:cubicBezTo>
                <a:cubicBezTo>
                  <a:pt x="4663036" y="1521224"/>
                  <a:pt x="4738573" y="1554837"/>
                  <a:pt x="4812988" y="1586712"/>
                </a:cubicBezTo>
                <a:cubicBezTo>
                  <a:pt x="4851315" y="1603084"/>
                  <a:pt x="4887406" y="1617844"/>
                  <a:pt x="4921761" y="1631983"/>
                </a:cubicBezTo>
                <a:cubicBezTo>
                  <a:pt x="5118784" y="1711610"/>
                  <a:pt x="5302531" y="1768755"/>
                  <a:pt x="5474309" y="1803587"/>
                </a:cubicBezTo>
                <a:lnTo>
                  <a:pt x="5625594" y="1828287"/>
                </a:lnTo>
                <a:lnTo>
                  <a:pt x="5452069" y="1791389"/>
                </a:lnTo>
                <a:cubicBezTo>
                  <a:pt x="5330843" y="1761089"/>
                  <a:pt x="5204860" y="1720725"/>
                  <a:pt x="5074319" y="1670307"/>
                </a:cubicBezTo>
                <a:cubicBezTo>
                  <a:pt x="5038599" y="1656540"/>
                  <a:pt x="5001392" y="1641657"/>
                  <a:pt x="4963560" y="1626029"/>
                </a:cubicBezTo>
                <a:cubicBezTo>
                  <a:pt x="4870539" y="1587580"/>
                  <a:pt x="4776525" y="1546526"/>
                  <a:pt x="4685610" y="1506836"/>
                </a:cubicBezTo>
                <a:cubicBezTo>
                  <a:pt x="4462729" y="1409535"/>
                  <a:pt x="4234685" y="1309792"/>
                  <a:pt x="4000067" y="1240258"/>
                </a:cubicBezTo>
                <a:close/>
                <a:moveTo>
                  <a:pt x="7977190" y="1198813"/>
                </a:moveTo>
                <a:lnTo>
                  <a:pt x="7932043" y="1244410"/>
                </a:lnTo>
                <a:lnTo>
                  <a:pt x="8019876" y="1254614"/>
                </a:lnTo>
                <a:lnTo>
                  <a:pt x="8065087" y="1205055"/>
                </a:lnTo>
                <a:lnTo>
                  <a:pt x="8012969" y="1199905"/>
                </a:lnTo>
                <a:close/>
                <a:moveTo>
                  <a:pt x="7755789" y="1198498"/>
                </a:moveTo>
                <a:lnTo>
                  <a:pt x="7678372" y="1203162"/>
                </a:lnTo>
                <a:lnTo>
                  <a:pt x="7637587" y="1233369"/>
                </a:lnTo>
                <a:lnTo>
                  <a:pt x="7712969" y="1232734"/>
                </a:lnTo>
                <a:close/>
                <a:moveTo>
                  <a:pt x="3654639" y="1197748"/>
                </a:moveTo>
                <a:lnTo>
                  <a:pt x="3646459" y="1202102"/>
                </a:lnTo>
                <a:lnTo>
                  <a:pt x="3683456" y="1215236"/>
                </a:lnTo>
                <a:lnTo>
                  <a:pt x="3686553" y="1213279"/>
                </a:lnTo>
                <a:lnTo>
                  <a:pt x="3693153" y="1209697"/>
                </a:lnTo>
                <a:close/>
                <a:moveTo>
                  <a:pt x="7876606" y="1195742"/>
                </a:moveTo>
                <a:lnTo>
                  <a:pt x="7842987" y="1224779"/>
                </a:lnTo>
                <a:lnTo>
                  <a:pt x="7830027" y="1236864"/>
                </a:lnTo>
                <a:lnTo>
                  <a:pt x="7901394" y="1240850"/>
                </a:lnTo>
                <a:lnTo>
                  <a:pt x="7915307" y="1242466"/>
                </a:lnTo>
                <a:lnTo>
                  <a:pt x="7959057" y="1198259"/>
                </a:lnTo>
                <a:close/>
                <a:moveTo>
                  <a:pt x="7826782" y="1194222"/>
                </a:moveTo>
                <a:lnTo>
                  <a:pt x="7778542" y="1197128"/>
                </a:lnTo>
                <a:lnTo>
                  <a:pt x="7734298" y="1232555"/>
                </a:lnTo>
                <a:lnTo>
                  <a:pt x="7750428" y="1232419"/>
                </a:lnTo>
                <a:lnTo>
                  <a:pt x="7812812" y="1235903"/>
                </a:lnTo>
                <a:lnTo>
                  <a:pt x="7834894" y="1215337"/>
                </a:lnTo>
                <a:lnTo>
                  <a:pt x="7858207" y="1195181"/>
                </a:lnTo>
                <a:close/>
                <a:moveTo>
                  <a:pt x="8840572" y="1193117"/>
                </a:moveTo>
                <a:lnTo>
                  <a:pt x="8800702" y="1267832"/>
                </a:lnTo>
                <a:lnTo>
                  <a:pt x="8812268" y="1271524"/>
                </a:lnTo>
                <a:lnTo>
                  <a:pt x="8906210" y="1310485"/>
                </a:lnTo>
                <a:lnTo>
                  <a:pt x="8945917" y="1227213"/>
                </a:lnTo>
                <a:lnTo>
                  <a:pt x="8922123" y="1217642"/>
                </a:lnTo>
                <a:close/>
                <a:moveTo>
                  <a:pt x="3753059" y="1191509"/>
                </a:moveTo>
                <a:lnTo>
                  <a:pt x="3749361" y="1193515"/>
                </a:lnTo>
                <a:lnTo>
                  <a:pt x="3793200" y="1207315"/>
                </a:lnTo>
                <a:lnTo>
                  <a:pt x="3798424" y="1204144"/>
                </a:lnTo>
                <a:close/>
                <a:moveTo>
                  <a:pt x="3850612" y="1190976"/>
                </a:moveTo>
                <a:lnTo>
                  <a:pt x="4003178" y="1228485"/>
                </a:lnTo>
                <a:cubicBezTo>
                  <a:pt x="4238474" y="1298188"/>
                  <a:pt x="4467287" y="1398187"/>
                  <a:pt x="4690449" y="1495674"/>
                </a:cubicBezTo>
                <a:cubicBezTo>
                  <a:pt x="4781362" y="1535363"/>
                  <a:pt x="4875252" y="1576417"/>
                  <a:pt x="4968149" y="1614742"/>
                </a:cubicBezTo>
                <a:cubicBezTo>
                  <a:pt x="5005358" y="1630370"/>
                  <a:pt x="5042568" y="1645253"/>
                  <a:pt x="5078660" y="1659021"/>
                </a:cubicBezTo>
                <a:cubicBezTo>
                  <a:pt x="5273496" y="1734230"/>
                  <a:pt x="5458057" y="1786973"/>
                  <a:pt x="5631691" y="1817206"/>
                </a:cubicBezTo>
                <a:lnTo>
                  <a:pt x="5664500" y="1821593"/>
                </a:lnTo>
                <a:lnTo>
                  <a:pt x="5610430" y="1811445"/>
                </a:lnTo>
                <a:cubicBezTo>
                  <a:pt x="5488422" y="1783788"/>
                  <a:pt x="5361665" y="1745719"/>
                  <a:pt x="5230347" y="1697223"/>
                </a:cubicBezTo>
                <a:cubicBezTo>
                  <a:pt x="5193885" y="1683704"/>
                  <a:pt x="5155930" y="1669192"/>
                  <a:pt x="5117729" y="1653936"/>
                </a:cubicBezTo>
                <a:cubicBezTo>
                  <a:pt x="5006102" y="1609534"/>
                  <a:pt x="4894477" y="1560914"/>
                  <a:pt x="4785329" y="1513907"/>
                </a:cubicBezTo>
                <a:cubicBezTo>
                  <a:pt x="4501549" y="1391118"/>
                  <a:pt x="4208220" y="1264235"/>
                  <a:pt x="3905961" y="1199864"/>
                </a:cubicBezTo>
                <a:close/>
                <a:moveTo>
                  <a:pt x="7525024" y="1190903"/>
                </a:moveTo>
                <a:lnTo>
                  <a:pt x="7472526" y="1203323"/>
                </a:lnTo>
                <a:lnTo>
                  <a:pt x="7447455" y="1215753"/>
                </a:lnTo>
                <a:lnTo>
                  <a:pt x="7489903" y="1209698"/>
                </a:lnTo>
                <a:close/>
                <a:moveTo>
                  <a:pt x="8454297" y="1187996"/>
                </a:moveTo>
                <a:lnTo>
                  <a:pt x="8430559" y="1221941"/>
                </a:lnTo>
                <a:lnTo>
                  <a:pt x="8409981" y="1250594"/>
                </a:lnTo>
                <a:lnTo>
                  <a:pt x="8508076" y="1276613"/>
                </a:lnTo>
                <a:lnTo>
                  <a:pt x="8551286" y="1210510"/>
                </a:lnTo>
                <a:lnTo>
                  <a:pt x="8463100" y="1189334"/>
                </a:lnTo>
                <a:close/>
                <a:moveTo>
                  <a:pt x="3673081" y="1187931"/>
                </a:moveTo>
                <a:lnTo>
                  <a:pt x="3669492" y="1189841"/>
                </a:lnTo>
                <a:lnTo>
                  <a:pt x="3707857" y="1201719"/>
                </a:lnTo>
                <a:lnTo>
                  <a:pt x="3713376" y="1198725"/>
                </a:lnTo>
                <a:close/>
                <a:moveTo>
                  <a:pt x="3997792" y="1182693"/>
                </a:moveTo>
                <a:lnTo>
                  <a:pt x="4194826" y="1223801"/>
                </a:lnTo>
                <a:cubicBezTo>
                  <a:pt x="4466202" y="1293257"/>
                  <a:pt x="4731998" y="1407241"/>
                  <a:pt x="4988614" y="1517255"/>
                </a:cubicBezTo>
                <a:cubicBezTo>
                  <a:pt x="5132985" y="1579270"/>
                  <a:pt x="5282193" y="1643145"/>
                  <a:pt x="5431153" y="1698586"/>
                </a:cubicBezTo>
                <a:cubicBezTo>
                  <a:pt x="5470098" y="1713222"/>
                  <a:pt x="5509043" y="1726989"/>
                  <a:pt x="5546748" y="1739640"/>
                </a:cubicBezTo>
                <a:cubicBezTo>
                  <a:pt x="5611276" y="1761237"/>
                  <a:pt x="5675252" y="1780157"/>
                  <a:pt x="5738504" y="1796401"/>
                </a:cubicBezTo>
                <a:lnTo>
                  <a:pt x="5814510" y="1812907"/>
                </a:lnTo>
                <a:lnTo>
                  <a:pt x="5819891" y="1811628"/>
                </a:lnTo>
                <a:lnTo>
                  <a:pt x="5700794" y="1778461"/>
                </a:lnTo>
                <a:cubicBezTo>
                  <a:pt x="5661973" y="1766058"/>
                  <a:pt x="5622407" y="1752539"/>
                  <a:pt x="5582964" y="1738276"/>
                </a:cubicBezTo>
                <a:cubicBezTo>
                  <a:pt x="5414532" y="1677625"/>
                  <a:pt x="5246472" y="1605564"/>
                  <a:pt x="5083993" y="1535859"/>
                </a:cubicBezTo>
                <a:cubicBezTo>
                  <a:pt x="4841143" y="1431922"/>
                  <a:pt x="4590232" y="1324265"/>
                  <a:pt x="4335597" y="1253692"/>
                </a:cubicBezTo>
                <a:cubicBezTo>
                  <a:pt x="4255600" y="1231615"/>
                  <a:pt x="4174361" y="1212762"/>
                  <a:pt x="4093990" y="1197630"/>
                </a:cubicBezTo>
                <a:close/>
                <a:moveTo>
                  <a:pt x="9119705" y="1181816"/>
                </a:moveTo>
                <a:lnTo>
                  <a:pt x="9082719" y="1269137"/>
                </a:lnTo>
                <a:lnTo>
                  <a:pt x="9169221" y="1303984"/>
                </a:lnTo>
                <a:lnTo>
                  <a:pt x="9195678" y="1317867"/>
                </a:lnTo>
                <a:lnTo>
                  <a:pt x="9229617" y="1226900"/>
                </a:lnTo>
                <a:lnTo>
                  <a:pt x="9166856" y="1198546"/>
                </a:lnTo>
                <a:close/>
                <a:moveTo>
                  <a:pt x="3602441" y="1181763"/>
                </a:moveTo>
                <a:lnTo>
                  <a:pt x="3594905" y="1185099"/>
                </a:lnTo>
                <a:lnTo>
                  <a:pt x="3614914" y="1190904"/>
                </a:lnTo>
                <a:lnTo>
                  <a:pt x="3628839" y="1195848"/>
                </a:lnTo>
                <a:lnTo>
                  <a:pt x="3636090" y="1191993"/>
                </a:lnTo>
                <a:lnTo>
                  <a:pt x="3605206" y="1182411"/>
                </a:lnTo>
                <a:close/>
                <a:moveTo>
                  <a:pt x="3920484" y="1181666"/>
                </a:moveTo>
                <a:lnTo>
                  <a:pt x="4027561" y="1201402"/>
                </a:lnTo>
                <a:lnTo>
                  <a:pt x="3951604" y="1185724"/>
                </a:lnTo>
                <a:close/>
                <a:moveTo>
                  <a:pt x="3692769" y="1178718"/>
                </a:moveTo>
                <a:lnTo>
                  <a:pt x="3692435" y="1178868"/>
                </a:lnTo>
                <a:lnTo>
                  <a:pt x="3732018" y="1188610"/>
                </a:lnTo>
                <a:lnTo>
                  <a:pt x="3734722" y="1187143"/>
                </a:lnTo>
                <a:close/>
                <a:moveTo>
                  <a:pt x="3620389" y="1173816"/>
                </a:moveTo>
                <a:lnTo>
                  <a:pt x="3619297" y="1174300"/>
                </a:lnTo>
                <a:lnTo>
                  <a:pt x="3650944" y="1184098"/>
                </a:lnTo>
                <a:lnTo>
                  <a:pt x="3653567" y="1182703"/>
                </a:lnTo>
                <a:close/>
                <a:moveTo>
                  <a:pt x="7622262" y="1173080"/>
                </a:moveTo>
                <a:lnTo>
                  <a:pt x="7568201" y="1181965"/>
                </a:lnTo>
                <a:lnTo>
                  <a:pt x="7526236" y="1204515"/>
                </a:lnTo>
                <a:lnTo>
                  <a:pt x="7577238" y="1197238"/>
                </a:lnTo>
                <a:lnTo>
                  <a:pt x="7581168" y="1197002"/>
                </a:lnTo>
                <a:close/>
                <a:moveTo>
                  <a:pt x="8343434" y="1171145"/>
                </a:moveTo>
                <a:lnTo>
                  <a:pt x="8300505" y="1227190"/>
                </a:lnTo>
                <a:lnTo>
                  <a:pt x="8361711" y="1237790"/>
                </a:lnTo>
                <a:lnTo>
                  <a:pt x="8396653" y="1247059"/>
                </a:lnTo>
                <a:lnTo>
                  <a:pt x="8420389" y="1214003"/>
                </a:lnTo>
                <a:lnTo>
                  <a:pt x="8440128" y="1185842"/>
                </a:lnTo>
                <a:close/>
                <a:moveTo>
                  <a:pt x="3553224" y="1170225"/>
                </a:moveTo>
                <a:lnTo>
                  <a:pt x="3548880" y="1171747"/>
                </a:lnTo>
                <a:lnTo>
                  <a:pt x="3576539" y="1179771"/>
                </a:lnTo>
                <a:lnTo>
                  <a:pt x="3582574" y="1177106"/>
                </a:lnTo>
                <a:close/>
                <a:moveTo>
                  <a:pt x="7575250" y="1164023"/>
                </a:moveTo>
                <a:lnTo>
                  <a:pt x="7565066" y="1166719"/>
                </a:lnTo>
                <a:lnTo>
                  <a:pt x="7548674" y="1173116"/>
                </a:lnTo>
                <a:lnTo>
                  <a:pt x="7562508" y="1170842"/>
                </a:lnTo>
                <a:close/>
                <a:moveTo>
                  <a:pt x="8724871" y="1162515"/>
                </a:moveTo>
                <a:lnTo>
                  <a:pt x="8720293" y="1170468"/>
                </a:lnTo>
                <a:lnTo>
                  <a:pt x="8684590" y="1230778"/>
                </a:lnTo>
                <a:lnTo>
                  <a:pt x="8787841" y="1263728"/>
                </a:lnTo>
                <a:lnTo>
                  <a:pt x="8827590" y="1189213"/>
                </a:lnTo>
                <a:lnTo>
                  <a:pt x="8778463" y="1174438"/>
                </a:lnTo>
                <a:close/>
                <a:moveTo>
                  <a:pt x="3512900" y="1160773"/>
                </a:moveTo>
                <a:lnTo>
                  <a:pt x="3512064" y="1161066"/>
                </a:lnTo>
                <a:lnTo>
                  <a:pt x="3528407" y="1165808"/>
                </a:lnTo>
                <a:lnTo>
                  <a:pt x="3530387" y="1164872"/>
                </a:lnTo>
                <a:close/>
                <a:moveTo>
                  <a:pt x="7716528" y="1160251"/>
                </a:moveTo>
                <a:lnTo>
                  <a:pt x="7685738" y="1162648"/>
                </a:lnTo>
                <a:lnTo>
                  <a:pt x="7656406" y="1167469"/>
                </a:lnTo>
                <a:lnTo>
                  <a:pt x="7608413" y="1195361"/>
                </a:lnTo>
                <a:lnTo>
                  <a:pt x="7672567" y="1191498"/>
                </a:lnTo>
                <a:lnTo>
                  <a:pt x="7704244" y="1167987"/>
                </a:lnTo>
                <a:close/>
                <a:moveTo>
                  <a:pt x="3905769" y="1157566"/>
                </a:moveTo>
                <a:lnTo>
                  <a:pt x="3904718" y="1158072"/>
                </a:lnTo>
                <a:lnTo>
                  <a:pt x="4096221" y="1184607"/>
                </a:lnTo>
                <a:cubicBezTo>
                  <a:pt x="4176841" y="1199739"/>
                  <a:pt x="4258453" y="1218715"/>
                  <a:pt x="4338698" y="1240917"/>
                </a:cubicBezTo>
                <a:cubicBezTo>
                  <a:pt x="4594200" y="1311738"/>
                  <a:pt x="4845608" y="1419395"/>
                  <a:pt x="5088708" y="1523704"/>
                </a:cubicBezTo>
                <a:cubicBezTo>
                  <a:pt x="5251063" y="1593161"/>
                  <a:pt x="5418872" y="1665222"/>
                  <a:pt x="5587058" y="1725749"/>
                </a:cubicBezTo>
                <a:cubicBezTo>
                  <a:pt x="5626252" y="1739888"/>
                  <a:pt x="5665818" y="1753407"/>
                  <a:pt x="5704391" y="1765686"/>
                </a:cubicBezTo>
                <a:lnTo>
                  <a:pt x="5846495" y="1805307"/>
                </a:lnTo>
                <a:lnTo>
                  <a:pt x="5855413" y="1803188"/>
                </a:lnTo>
                <a:lnTo>
                  <a:pt x="5738250" y="1764943"/>
                </a:lnTo>
                <a:cubicBezTo>
                  <a:pt x="5550222" y="1699455"/>
                  <a:pt x="5363557" y="1619084"/>
                  <a:pt x="5182970" y="1541690"/>
                </a:cubicBezTo>
                <a:cubicBezTo>
                  <a:pt x="4954259" y="1443334"/>
                  <a:pt x="4717859" y="1341630"/>
                  <a:pt x="4479101" y="1270437"/>
                </a:cubicBezTo>
                <a:cubicBezTo>
                  <a:pt x="4398357" y="1246499"/>
                  <a:pt x="4316621" y="1225538"/>
                  <a:pt x="4236375" y="1208422"/>
                </a:cubicBezTo>
                <a:cubicBezTo>
                  <a:pt x="4171920" y="1194523"/>
                  <a:pt x="4107150" y="1182776"/>
                  <a:pt x="4042170" y="1173175"/>
                </a:cubicBezTo>
                <a:close/>
                <a:moveTo>
                  <a:pt x="8238574" y="1156276"/>
                </a:moveTo>
                <a:lnTo>
                  <a:pt x="8194525" y="1208836"/>
                </a:lnTo>
                <a:lnTo>
                  <a:pt x="8286656" y="1224792"/>
                </a:lnTo>
                <a:lnTo>
                  <a:pt x="8329440" y="1169017"/>
                </a:lnTo>
                <a:lnTo>
                  <a:pt x="8253503" y="1157475"/>
                </a:lnTo>
                <a:close/>
                <a:moveTo>
                  <a:pt x="3878790" y="1154479"/>
                </a:moveTo>
                <a:lnTo>
                  <a:pt x="3881836" y="1154901"/>
                </a:lnTo>
                <a:lnTo>
                  <a:pt x="3881960" y="1154841"/>
                </a:lnTo>
                <a:close/>
                <a:moveTo>
                  <a:pt x="7813027" y="1152737"/>
                </a:moveTo>
                <a:lnTo>
                  <a:pt x="7743816" y="1158126"/>
                </a:lnTo>
                <a:lnTo>
                  <a:pt x="7712802" y="1177662"/>
                </a:lnTo>
                <a:lnTo>
                  <a:pt x="7696029" y="1190085"/>
                </a:lnTo>
                <a:lnTo>
                  <a:pt x="7772038" y="1185508"/>
                </a:lnTo>
                <a:close/>
                <a:moveTo>
                  <a:pt x="8134705" y="1147934"/>
                </a:moveTo>
                <a:lnTo>
                  <a:pt x="8117168" y="1165693"/>
                </a:lnTo>
                <a:lnTo>
                  <a:pt x="8090006" y="1195467"/>
                </a:lnTo>
                <a:lnTo>
                  <a:pt x="8153664" y="1201759"/>
                </a:lnTo>
                <a:lnTo>
                  <a:pt x="8179929" y="1206308"/>
                </a:lnTo>
                <a:lnTo>
                  <a:pt x="8222971" y="1155023"/>
                </a:lnTo>
                <a:close/>
                <a:moveTo>
                  <a:pt x="3927242" y="1147745"/>
                </a:moveTo>
                <a:lnTo>
                  <a:pt x="4043970" y="1161107"/>
                </a:lnTo>
                <a:cubicBezTo>
                  <a:pt x="4109221" y="1170752"/>
                  <a:pt x="4174259" y="1182553"/>
                  <a:pt x="4238980" y="1196515"/>
                </a:cubicBezTo>
                <a:cubicBezTo>
                  <a:pt x="4319598" y="1213755"/>
                  <a:pt x="4401582" y="1234716"/>
                  <a:pt x="4482697" y="1258530"/>
                </a:cubicBezTo>
                <a:cubicBezTo>
                  <a:pt x="4722199" y="1329971"/>
                  <a:pt x="4958849" y="1432171"/>
                  <a:pt x="5187807" y="1530279"/>
                </a:cubicBezTo>
                <a:cubicBezTo>
                  <a:pt x="5368146" y="1607921"/>
                  <a:pt x="5554686" y="1688169"/>
                  <a:pt x="5742343" y="1753532"/>
                </a:cubicBezTo>
                <a:cubicBezTo>
                  <a:pt x="5782032" y="1767300"/>
                  <a:pt x="5822096" y="1780447"/>
                  <a:pt x="5861534" y="1792354"/>
                </a:cubicBezTo>
                <a:lnTo>
                  <a:pt x="5880308" y="1797273"/>
                </a:lnTo>
                <a:lnTo>
                  <a:pt x="5892902" y="1794281"/>
                </a:lnTo>
                <a:lnTo>
                  <a:pt x="5892295" y="1794090"/>
                </a:lnTo>
                <a:cubicBezTo>
                  <a:pt x="5684421" y="1724137"/>
                  <a:pt x="5478904" y="1635208"/>
                  <a:pt x="5280209" y="1549131"/>
                </a:cubicBezTo>
                <a:cubicBezTo>
                  <a:pt x="5065885" y="1456357"/>
                  <a:pt x="4844367" y="1360358"/>
                  <a:pt x="4621362" y="1288669"/>
                </a:cubicBezTo>
                <a:cubicBezTo>
                  <a:pt x="4539750" y="1262747"/>
                  <a:pt x="4457644" y="1239925"/>
                  <a:pt x="4377272" y="1220701"/>
                </a:cubicBezTo>
                <a:cubicBezTo>
                  <a:pt x="4243940" y="1188577"/>
                  <a:pt x="4109982" y="1165454"/>
                  <a:pt x="3976336" y="1151303"/>
                </a:cubicBezTo>
                <a:close/>
                <a:moveTo>
                  <a:pt x="8034356" y="1145178"/>
                </a:moveTo>
                <a:lnTo>
                  <a:pt x="7989429" y="1187191"/>
                </a:lnTo>
                <a:lnTo>
                  <a:pt x="8013825" y="1187936"/>
                </a:lnTo>
                <a:lnTo>
                  <a:pt x="8075172" y="1194001"/>
                </a:lnTo>
                <a:lnTo>
                  <a:pt x="8108564" y="1157398"/>
                </a:lnTo>
                <a:lnTo>
                  <a:pt x="8119156" y="1146685"/>
                </a:lnTo>
                <a:lnTo>
                  <a:pt x="8113689" y="1146246"/>
                </a:lnTo>
                <a:close/>
                <a:moveTo>
                  <a:pt x="7916635" y="1144669"/>
                </a:moveTo>
                <a:lnTo>
                  <a:pt x="7836241" y="1150929"/>
                </a:lnTo>
                <a:lnTo>
                  <a:pt x="7794763" y="1184139"/>
                </a:lnTo>
                <a:lnTo>
                  <a:pt x="7826667" y="1182218"/>
                </a:lnTo>
                <a:lnTo>
                  <a:pt x="7871613" y="1183591"/>
                </a:lnTo>
                <a:close/>
                <a:moveTo>
                  <a:pt x="7936673" y="1143863"/>
                </a:moveTo>
                <a:lnTo>
                  <a:pt x="7890022" y="1184154"/>
                </a:lnTo>
                <a:lnTo>
                  <a:pt x="7970581" y="1186615"/>
                </a:lnTo>
                <a:lnTo>
                  <a:pt x="7971279" y="1185911"/>
                </a:lnTo>
                <a:lnTo>
                  <a:pt x="8015083" y="1144919"/>
                </a:lnTo>
                <a:close/>
                <a:moveTo>
                  <a:pt x="8999784" y="1141989"/>
                </a:moveTo>
                <a:lnTo>
                  <a:pt x="8962263" y="1220612"/>
                </a:lnTo>
                <a:lnTo>
                  <a:pt x="9070286" y="1264129"/>
                </a:lnTo>
                <a:lnTo>
                  <a:pt x="9107089" y="1177340"/>
                </a:lnTo>
                <a:lnTo>
                  <a:pt x="9037718" y="1152727"/>
                </a:lnTo>
                <a:close/>
                <a:moveTo>
                  <a:pt x="8613448" y="1137724"/>
                </a:moveTo>
                <a:lnTo>
                  <a:pt x="8576667" y="1195523"/>
                </a:lnTo>
                <a:lnTo>
                  <a:pt x="8571823" y="1202938"/>
                </a:lnTo>
                <a:lnTo>
                  <a:pt x="8671772" y="1226925"/>
                </a:lnTo>
                <a:lnTo>
                  <a:pt x="8709130" y="1163771"/>
                </a:lnTo>
                <a:lnTo>
                  <a:pt x="8711559" y="1159553"/>
                </a:lnTo>
                <a:close/>
                <a:moveTo>
                  <a:pt x="7686054" y="1135945"/>
                </a:moveTo>
                <a:lnTo>
                  <a:pt x="7669374" y="1139109"/>
                </a:lnTo>
                <a:lnTo>
                  <a:pt x="7643175" y="1146044"/>
                </a:lnTo>
                <a:lnTo>
                  <a:pt x="7604135" y="1162655"/>
                </a:lnTo>
                <a:lnTo>
                  <a:pt x="7600529" y="1164593"/>
                </a:lnTo>
                <a:lnTo>
                  <a:pt x="7651131" y="1156275"/>
                </a:lnTo>
                <a:close/>
                <a:moveTo>
                  <a:pt x="3953193" y="1134760"/>
                </a:moveTo>
                <a:lnTo>
                  <a:pt x="3949528" y="1136523"/>
                </a:lnTo>
                <a:lnTo>
                  <a:pt x="3977552" y="1138550"/>
                </a:lnTo>
                <a:cubicBezTo>
                  <a:pt x="4111780" y="1152732"/>
                  <a:pt x="4246361" y="1175895"/>
                  <a:pt x="4380373" y="1208049"/>
                </a:cubicBezTo>
                <a:cubicBezTo>
                  <a:pt x="4460992" y="1227274"/>
                  <a:pt x="4543473" y="1250220"/>
                  <a:pt x="4625332" y="1276266"/>
                </a:cubicBezTo>
                <a:cubicBezTo>
                  <a:pt x="4848585" y="1347583"/>
                  <a:pt x="5070847" y="1443706"/>
                  <a:pt x="5285417" y="1536728"/>
                </a:cubicBezTo>
                <a:cubicBezTo>
                  <a:pt x="5483866" y="1622681"/>
                  <a:pt x="5689135" y="1711610"/>
                  <a:pt x="5896511" y="1781439"/>
                </a:cubicBezTo>
                <a:lnTo>
                  <a:pt x="5918477" y="1788204"/>
                </a:lnTo>
                <a:lnTo>
                  <a:pt x="5922055" y="1787354"/>
                </a:lnTo>
                <a:lnTo>
                  <a:pt x="5937040" y="1782172"/>
                </a:lnTo>
                <a:lnTo>
                  <a:pt x="5876669" y="1760981"/>
                </a:lnTo>
                <a:cubicBezTo>
                  <a:pt x="5707211" y="1697656"/>
                  <a:pt x="5540422" y="1624913"/>
                  <a:pt x="5377821" y="1553844"/>
                </a:cubicBezTo>
                <a:cubicBezTo>
                  <a:pt x="5178009" y="1466403"/>
                  <a:pt x="4971374" y="1376109"/>
                  <a:pt x="4764121" y="1305784"/>
                </a:cubicBezTo>
                <a:cubicBezTo>
                  <a:pt x="4681641" y="1277878"/>
                  <a:pt x="4599161" y="1253072"/>
                  <a:pt x="4518913" y="1231367"/>
                </a:cubicBezTo>
                <a:cubicBezTo>
                  <a:pt x="4364137" y="1190275"/>
                  <a:pt x="4209507" y="1161083"/>
                  <a:pt x="4056340" y="1143778"/>
                </a:cubicBezTo>
                <a:close/>
                <a:moveTo>
                  <a:pt x="9278969" y="1130709"/>
                </a:moveTo>
                <a:lnTo>
                  <a:pt x="9245577" y="1220267"/>
                </a:lnTo>
                <a:lnTo>
                  <a:pt x="9360322" y="1272086"/>
                </a:lnTo>
                <a:lnTo>
                  <a:pt x="9390536" y="1178976"/>
                </a:lnTo>
                <a:lnTo>
                  <a:pt x="9288673" y="1134014"/>
                </a:lnTo>
                <a:close/>
                <a:moveTo>
                  <a:pt x="3879781" y="1129785"/>
                </a:moveTo>
                <a:lnTo>
                  <a:pt x="3876569" y="1131244"/>
                </a:lnTo>
                <a:lnTo>
                  <a:pt x="3923900" y="1134669"/>
                </a:lnTo>
                <a:lnTo>
                  <a:pt x="3928244" y="1132579"/>
                </a:lnTo>
                <a:lnTo>
                  <a:pt x="3903710" y="1130434"/>
                </a:lnTo>
                <a:close/>
                <a:moveTo>
                  <a:pt x="3842350" y="1128769"/>
                </a:moveTo>
                <a:lnTo>
                  <a:pt x="3850310" y="1129345"/>
                </a:lnTo>
                <a:lnTo>
                  <a:pt x="3851057" y="1129005"/>
                </a:lnTo>
                <a:close/>
                <a:moveTo>
                  <a:pt x="3108141" y="1128134"/>
                </a:moveTo>
                <a:lnTo>
                  <a:pt x="3060666" y="1128731"/>
                </a:lnTo>
                <a:cubicBezTo>
                  <a:pt x="2635064" y="1151156"/>
                  <a:pt x="2207920" y="1287832"/>
                  <a:pt x="1803660" y="1427830"/>
                </a:cubicBezTo>
                <a:cubicBezTo>
                  <a:pt x="1766451" y="1440233"/>
                  <a:pt x="1730358" y="1453380"/>
                  <a:pt x="1694017" y="1466031"/>
                </a:cubicBezTo>
                <a:lnTo>
                  <a:pt x="1674421" y="1472853"/>
                </a:lnTo>
                <a:cubicBezTo>
                  <a:pt x="1426362" y="1559673"/>
                  <a:pt x="1134644" y="1655176"/>
                  <a:pt x="850865" y="1705284"/>
                </a:cubicBezTo>
                <a:cubicBezTo>
                  <a:pt x="608797" y="1747366"/>
                  <a:pt x="396375" y="1752056"/>
                  <a:pt x="208762" y="1718900"/>
                </a:cubicBezTo>
                <a:lnTo>
                  <a:pt x="80078" y="1686079"/>
                </a:lnTo>
                <a:lnTo>
                  <a:pt x="170699" y="1713965"/>
                </a:lnTo>
                <a:cubicBezTo>
                  <a:pt x="392020" y="1771183"/>
                  <a:pt x="655671" y="1765051"/>
                  <a:pt x="972783" y="1695486"/>
                </a:cubicBezTo>
                <a:cubicBezTo>
                  <a:pt x="1233246" y="1637440"/>
                  <a:pt x="1498794" y="1546651"/>
                  <a:pt x="1794356" y="1441473"/>
                </a:cubicBezTo>
                <a:cubicBezTo>
                  <a:pt x="1837766" y="1426094"/>
                  <a:pt x="1881342" y="1410875"/>
                  <a:pt x="1925084" y="1395831"/>
                </a:cubicBezTo>
                <a:cubicBezTo>
                  <a:pt x="2252243" y="1283367"/>
                  <a:pt x="2623634" y="1171322"/>
                  <a:pt x="3003729" y="1134572"/>
                </a:cubicBezTo>
                <a:close/>
                <a:moveTo>
                  <a:pt x="3977217" y="1123207"/>
                </a:moveTo>
                <a:lnTo>
                  <a:pt x="3971051" y="1126172"/>
                </a:lnTo>
                <a:lnTo>
                  <a:pt x="4006870" y="1128080"/>
                </a:lnTo>
                <a:cubicBezTo>
                  <a:pt x="4177390" y="1144491"/>
                  <a:pt x="4349876" y="1175685"/>
                  <a:pt x="4522509" y="1221692"/>
                </a:cubicBezTo>
                <a:cubicBezTo>
                  <a:pt x="4603005" y="1242901"/>
                  <a:pt x="4685858" y="1267955"/>
                  <a:pt x="4768586" y="1296110"/>
                </a:cubicBezTo>
                <a:cubicBezTo>
                  <a:pt x="4976336" y="1366559"/>
                  <a:pt x="5183216" y="1457349"/>
                  <a:pt x="5383276" y="1544169"/>
                </a:cubicBezTo>
                <a:cubicBezTo>
                  <a:pt x="5545693" y="1615238"/>
                  <a:pt x="5712296" y="1688051"/>
                  <a:pt x="5881409" y="1751202"/>
                </a:cubicBezTo>
                <a:lnTo>
                  <a:pt x="5953540" y="1776466"/>
                </a:lnTo>
                <a:lnTo>
                  <a:pt x="5974870" y="1769090"/>
                </a:lnTo>
                <a:lnTo>
                  <a:pt x="5834265" y="1714059"/>
                </a:lnTo>
                <a:cubicBezTo>
                  <a:pt x="5713041" y="1664354"/>
                  <a:pt x="5593447" y="1611456"/>
                  <a:pt x="5475928" y="1559673"/>
                </a:cubicBezTo>
                <a:cubicBezTo>
                  <a:pt x="5290751" y="1477690"/>
                  <a:pt x="5099250" y="1392854"/>
                  <a:pt x="4907749" y="1324017"/>
                </a:cubicBezTo>
                <a:cubicBezTo>
                  <a:pt x="4824278" y="1294126"/>
                  <a:pt x="4741301" y="1267212"/>
                  <a:pt x="4661178" y="1244142"/>
                </a:cubicBezTo>
                <a:cubicBezTo>
                  <a:pt x="4449085" y="1182562"/>
                  <a:pt x="4238601" y="1143132"/>
                  <a:pt x="4032884" y="1125892"/>
                </a:cubicBezTo>
                <a:close/>
                <a:moveTo>
                  <a:pt x="3902221" y="1119589"/>
                </a:moveTo>
                <a:lnTo>
                  <a:pt x="3896474" y="1122200"/>
                </a:lnTo>
                <a:lnTo>
                  <a:pt x="3944505" y="1124758"/>
                </a:lnTo>
                <a:lnTo>
                  <a:pt x="3950418" y="1121914"/>
                </a:lnTo>
                <a:close/>
                <a:moveTo>
                  <a:pt x="8502795" y="1118644"/>
                </a:moveTo>
                <a:lnTo>
                  <a:pt x="8462029" y="1176940"/>
                </a:lnTo>
                <a:lnTo>
                  <a:pt x="8466026" y="1177547"/>
                </a:lnTo>
                <a:lnTo>
                  <a:pt x="8558350" y="1199704"/>
                </a:lnTo>
                <a:lnTo>
                  <a:pt x="8565380" y="1188949"/>
                </a:lnTo>
                <a:lnTo>
                  <a:pt x="8599893" y="1134708"/>
                </a:lnTo>
                <a:lnTo>
                  <a:pt x="8567372" y="1127473"/>
                </a:lnTo>
                <a:close/>
                <a:moveTo>
                  <a:pt x="7784884" y="1117200"/>
                </a:moveTo>
                <a:lnTo>
                  <a:pt x="7722563" y="1129021"/>
                </a:lnTo>
                <a:lnTo>
                  <a:pt x="7685208" y="1150730"/>
                </a:lnTo>
                <a:lnTo>
                  <a:pt x="7738206" y="1146598"/>
                </a:lnTo>
                <a:close/>
                <a:moveTo>
                  <a:pt x="3843523" y="1116757"/>
                </a:moveTo>
                <a:lnTo>
                  <a:pt x="3837038" y="1119034"/>
                </a:lnTo>
                <a:lnTo>
                  <a:pt x="3869218" y="1120748"/>
                </a:lnTo>
                <a:lnTo>
                  <a:pt x="3874690" y="1118261"/>
                </a:lnTo>
                <a:close/>
                <a:moveTo>
                  <a:pt x="3802574" y="1116703"/>
                </a:moveTo>
                <a:lnTo>
                  <a:pt x="3796217" y="1116860"/>
                </a:lnTo>
                <a:lnTo>
                  <a:pt x="3801346" y="1117133"/>
                </a:lnTo>
                <a:close/>
                <a:moveTo>
                  <a:pt x="3098035" y="1114283"/>
                </a:moveTo>
                <a:cubicBezTo>
                  <a:pt x="2628209" y="1114283"/>
                  <a:pt x="2161611" y="1278127"/>
                  <a:pt x="1710390" y="1436760"/>
                </a:cubicBezTo>
                <a:lnTo>
                  <a:pt x="1678142" y="1448047"/>
                </a:lnTo>
                <a:cubicBezTo>
                  <a:pt x="1635476" y="1463055"/>
                  <a:pt x="1592809" y="1478062"/>
                  <a:pt x="1550391" y="1492698"/>
                </a:cubicBezTo>
                <a:cubicBezTo>
                  <a:pt x="1225434" y="1605069"/>
                  <a:pt x="963607" y="1671921"/>
                  <a:pt x="726214" y="1703548"/>
                </a:cubicBezTo>
                <a:cubicBezTo>
                  <a:pt x="586169" y="1721688"/>
                  <a:pt x="455734" y="1727095"/>
                  <a:pt x="333975" y="1719632"/>
                </a:cubicBezTo>
                <a:lnTo>
                  <a:pt x="201649" y="1703968"/>
                </a:lnTo>
                <a:lnTo>
                  <a:pt x="238153" y="1711196"/>
                </a:lnTo>
                <a:cubicBezTo>
                  <a:pt x="417599" y="1739040"/>
                  <a:pt x="619719" y="1732897"/>
                  <a:pt x="848632" y="1693129"/>
                </a:cubicBezTo>
                <a:cubicBezTo>
                  <a:pt x="1131668" y="1643517"/>
                  <a:pt x="1422888" y="1547891"/>
                  <a:pt x="1670328" y="1461194"/>
                </a:cubicBezTo>
                <a:lnTo>
                  <a:pt x="1689925" y="1454372"/>
                </a:lnTo>
                <a:lnTo>
                  <a:pt x="1799939" y="1416667"/>
                </a:lnTo>
                <a:cubicBezTo>
                  <a:pt x="2205175" y="1275584"/>
                  <a:pt x="2633392" y="1139058"/>
                  <a:pt x="3060658" y="1116770"/>
                </a:cubicBezTo>
                <a:lnTo>
                  <a:pt x="3128239" y="1115943"/>
                </a:lnTo>
                <a:lnTo>
                  <a:pt x="3101135" y="1114283"/>
                </a:lnTo>
                <a:close/>
                <a:moveTo>
                  <a:pt x="7731393" y="1110281"/>
                </a:moveTo>
                <a:lnTo>
                  <a:pt x="7718099" y="1114165"/>
                </a:lnTo>
                <a:lnTo>
                  <a:pt x="7704678" y="1119875"/>
                </a:lnTo>
                <a:lnTo>
                  <a:pt x="7717838" y="1117443"/>
                </a:lnTo>
                <a:lnTo>
                  <a:pt x="7725297" y="1113102"/>
                </a:lnTo>
                <a:close/>
                <a:moveTo>
                  <a:pt x="8884622" y="1109512"/>
                </a:moveTo>
                <a:lnTo>
                  <a:pt x="8867020" y="1143554"/>
                </a:lnTo>
                <a:lnTo>
                  <a:pt x="8846487" y="1182032"/>
                </a:lnTo>
                <a:lnTo>
                  <a:pt x="8925713" y="1205888"/>
                </a:lnTo>
                <a:lnTo>
                  <a:pt x="8951192" y="1216152"/>
                </a:lnTo>
                <a:lnTo>
                  <a:pt x="8988128" y="1138690"/>
                </a:lnTo>
                <a:lnTo>
                  <a:pt x="8886121" y="1109817"/>
                </a:lnTo>
                <a:close/>
                <a:moveTo>
                  <a:pt x="4009891" y="1107494"/>
                </a:moveTo>
                <a:lnTo>
                  <a:pt x="3999660" y="1112414"/>
                </a:lnTo>
                <a:lnTo>
                  <a:pt x="4072519" y="1117059"/>
                </a:lnTo>
                <a:cubicBezTo>
                  <a:pt x="4266774" y="1135881"/>
                  <a:pt x="4465029" y="1174285"/>
                  <a:pt x="4664649" y="1232235"/>
                </a:cubicBezTo>
                <a:cubicBezTo>
                  <a:pt x="4745020" y="1255429"/>
                  <a:pt x="4828121" y="1281847"/>
                  <a:pt x="4911965" y="1312358"/>
                </a:cubicBezTo>
                <a:cubicBezTo>
                  <a:pt x="5103840" y="1381443"/>
                  <a:pt x="5295586" y="1466403"/>
                  <a:pt x="5481013" y="1548015"/>
                </a:cubicBezTo>
                <a:cubicBezTo>
                  <a:pt x="5598282" y="1599984"/>
                  <a:pt x="5717569" y="1652696"/>
                  <a:pt x="5838512" y="1702199"/>
                </a:cubicBezTo>
                <a:lnTo>
                  <a:pt x="5993349" y="1762699"/>
                </a:lnTo>
                <a:lnTo>
                  <a:pt x="6016173" y="1754807"/>
                </a:lnTo>
                <a:lnTo>
                  <a:pt x="5959177" y="1732618"/>
                </a:lnTo>
                <a:cubicBezTo>
                  <a:pt x="5828483" y="1678897"/>
                  <a:pt x="5699801" y="1621069"/>
                  <a:pt x="5573291" y="1563891"/>
                </a:cubicBezTo>
                <a:cubicBezTo>
                  <a:pt x="5402874" y="1487364"/>
                  <a:pt x="5226006" y="1408109"/>
                  <a:pt x="5050754" y="1341381"/>
                </a:cubicBezTo>
                <a:cubicBezTo>
                  <a:pt x="4966413" y="1309382"/>
                  <a:pt x="4883066" y="1280359"/>
                  <a:pt x="4802693" y="1255429"/>
                </a:cubicBezTo>
                <a:cubicBezTo>
                  <a:pt x="4582046" y="1185988"/>
                  <a:pt x="4367535" y="1140163"/>
                  <a:pt x="4159977" y="1117967"/>
                </a:cubicBezTo>
                <a:close/>
                <a:moveTo>
                  <a:pt x="7876283" y="1106672"/>
                </a:moveTo>
                <a:lnTo>
                  <a:pt x="7815999" y="1112656"/>
                </a:lnTo>
                <a:lnTo>
                  <a:pt x="7765492" y="1144471"/>
                </a:lnTo>
                <a:lnTo>
                  <a:pt x="7829616" y="1139473"/>
                </a:lnTo>
                <a:lnTo>
                  <a:pt x="7837699" y="1133011"/>
                </a:lnTo>
                <a:close/>
                <a:moveTo>
                  <a:pt x="3837398" y="1104489"/>
                </a:moveTo>
                <a:lnTo>
                  <a:pt x="3821601" y="1104602"/>
                </a:lnTo>
                <a:lnTo>
                  <a:pt x="3836952" y="1104646"/>
                </a:lnTo>
                <a:close/>
                <a:moveTo>
                  <a:pt x="3906882" y="1103991"/>
                </a:moveTo>
                <a:lnTo>
                  <a:pt x="3879318" y="1104189"/>
                </a:lnTo>
                <a:lnTo>
                  <a:pt x="3877689" y="1104761"/>
                </a:lnTo>
                <a:lnTo>
                  <a:pt x="3879694" y="1104766"/>
                </a:lnTo>
                <a:lnTo>
                  <a:pt x="3901337" y="1106146"/>
                </a:lnTo>
                <a:lnTo>
                  <a:pt x="3903353" y="1105229"/>
                </a:lnTo>
                <a:close/>
                <a:moveTo>
                  <a:pt x="8395065" y="1103915"/>
                </a:moveTo>
                <a:lnTo>
                  <a:pt x="8393460" y="1105834"/>
                </a:lnTo>
                <a:lnTo>
                  <a:pt x="8351821" y="1160196"/>
                </a:lnTo>
                <a:lnTo>
                  <a:pt x="8447875" y="1174789"/>
                </a:lnTo>
                <a:lnTo>
                  <a:pt x="8488591" y="1116702"/>
                </a:lnTo>
                <a:close/>
                <a:moveTo>
                  <a:pt x="3954766" y="1103648"/>
                </a:moveTo>
                <a:lnTo>
                  <a:pt x="3945027" y="1103718"/>
                </a:lnTo>
                <a:lnTo>
                  <a:pt x="3932624" y="1108140"/>
                </a:lnTo>
                <a:lnTo>
                  <a:pt x="3973621" y="1110754"/>
                </a:lnTo>
                <a:lnTo>
                  <a:pt x="3984134" y="1105697"/>
                </a:lnTo>
                <a:close/>
                <a:moveTo>
                  <a:pt x="3002072" y="1102199"/>
                </a:moveTo>
                <a:cubicBezTo>
                  <a:pt x="2562823" y="1104239"/>
                  <a:pt x="2131703" y="1259770"/>
                  <a:pt x="1713118" y="1410838"/>
                </a:cubicBezTo>
                <a:cubicBezTo>
                  <a:pt x="1618979" y="1444822"/>
                  <a:pt x="1521616" y="1479923"/>
                  <a:pt x="1426237" y="1512543"/>
                </a:cubicBezTo>
                <a:cubicBezTo>
                  <a:pt x="1138891" y="1610728"/>
                  <a:pt x="877725" y="1672076"/>
                  <a:pt x="640980" y="1696607"/>
                </a:cubicBezTo>
                <a:lnTo>
                  <a:pt x="433236" y="1707744"/>
                </a:lnTo>
                <a:lnTo>
                  <a:pt x="386636" y="1707384"/>
                </a:lnTo>
                <a:lnTo>
                  <a:pt x="272217" y="1700780"/>
                </a:lnTo>
                <a:lnTo>
                  <a:pt x="335296" y="1706988"/>
                </a:lnTo>
                <a:lnTo>
                  <a:pt x="386636" y="1707384"/>
                </a:lnTo>
                <a:lnTo>
                  <a:pt x="412310" y="1708866"/>
                </a:lnTo>
                <a:lnTo>
                  <a:pt x="433236" y="1707744"/>
                </a:lnTo>
                <a:lnTo>
                  <a:pt x="523123" y="1708439"/>
                </a:lnTo>
                <a:cubicBezTo>
                  <a:pt x="587969" y="1705734"/>
                  <a:pt x="655091" y="1699843"/>
                  <a:pt x="724602" y="1690773"/>
                </a:cubicBezTo>
                <a:cubicBezTo>
                  <a:pt x="961127" y="1659766"/>
                  <a:pt x="1222209" y="1593038"/>
                  <a:pt x="1546298" y="1480915"/>
                </a:cubicBezTo>
                <a:cubicBezTo>
                  <a:pt x="1588882" y="1466280"/>
                  <a:pt x="1631466" y="1451433"/>
                  <a:pt x="1674049" y="1436388"/>
                </a:cubicBezTo>
                <a:lnTo>
                  <a:pt x="1706173" y="1425102"/>
                </a:lnTo>
                <a:cubicBezTo>
                  <a:pt x="2101860" y="1286189"/>
                  <a:pt x="2509415" y="1143477"/>
                  <a:pt x="2921280" y="1109970"/>
                </a:cubicBezTo>
                <a:lnTo>
                  <a:pt x="3051576" y="1104556"/>
                </a:lnTo>
                <a:close/>
                <a:moveTo>
                  <a:pt x="7971766" y="1097194"/>
                </a:moveTo>
                <a:lnTo>
                  <a:pt x="7903222" y="1103998"/>
                </a:lnTo>
                <a:lnTo>
                  <a:pt x="7854261" y="1137552"/>
                </a:lnTo>
                <a:lnTo>
                  <a:pt x="7928530" y="1131762"/>
                </a:lnTo>
                <a:lnTo>
                  <a:pt x="7931517" y="1131802"/>
                </a:lnTo>
                <a:lnTo>
                  <a:pt x="7970287" y="1098284"/>
                </a:lnTo>
                <a:close/>
                <a:moveTo>
                  <a:pt x="8293197" y="1094651"/>
                </a:moveTo>
                <a:lnTo>
                  <a:pt x="8255368" y="1136236"/>
                </a:lnTo>
                <a:lnTo>
                  <a:pt x="8248065" y="1144951"/>
                </a:lnTo>
                <a:lnTo>
                  <a:pt x="8255314" y="1145533"/>
                </a:lnTo>
                <a:lnTo>
                  <a:pt x="8337837" y="1158071"/>
                </a:lnTo>
                <a:lnTo>
                  <a:pt x="8380868" y="1101974"/>
                </a:lnTo>
                <a:lnTo>
                  <a:pt x="8357819" y="1098823"/>
                </a:lnTo>
                <a:close/>
                <a:moveTo>
                  <a:pt x="4041838" y="1094061"/>
                </a:moveTo>
                <a:lnTo>
                  <a:pt x="4035406" y="1096333"/>
                </a:lnTo>
                <a:lnTo>
                  <a:pt x="4200111" y="1110491"/>
                </a:lnTo>
                <a:cubicBezTo>
                  <a:pt x="4396366" y="1134141"/>
                  <a:pt x="4598686" y="1178656"/>
                  <a:pt x="4806414" y="1244018"/>
                </a:cubicBezTo>
                <a:cubicBezTo>
                  <a:pt x="4886538" y="1268824"/>
                  <a:pt x="4970133" y="1298095"/>
                  <a:pt x="5054474" y="1330219"/>
                </a:cubicBezTo>
                <a:cubicBezTo>
                  <a:pt x="5230596" y="1397195"/>
                  <a:pt x="5406966" y="1476450"/>
                  <a:pt x="5577630" y="1553472"/>
                </a:cubicBezTo>
                <a:cubicBezTo>
                  <a:pt x="5703956" y="1610216"/>
                  <a:pt x="5832451" y="1667951"/>
                  <a:pt x="5962913" y="1721672"/>
                </a:cubicBezTo>
                <a:lnTo>
                  <a:pt x="6032950" y="1749006"/>
                </a:lnTo>
                <a:lnTo>
                  <a:pt x="6052846" y="1742125"/>
                </a:lnTo>
                <a:lnTo>
                  <a:pt x="6057323" y="1740203"/>
                </a:lnTo>
                <a:lnTo>
                  <a:pt x="5670777" y="1569099"/>
                </a:lnTo>
                <a:cubicBezTo>
                  <a:pt x="5515118" y="1498030"/>
                  <a:pt x="5354253" y="1424481"/>
                  <a:pt x="5194132" y="1360482"/>
                </a:cubicBezTo>
                <a:cubicBezTo>
                  <a:pt x="5108551" y="1326249"/>
                  <a:pt x="5024831" y="1295366"/>
                  <a:pt x="4945203" y="1268452"/>
                </a:cubicBezTo>
                <a:cubicBezTo>
                  <a:pt x="4643997" y="1166438"/>
                  <a:pt x="4355845" y="1108423"/>
                  <a:pt x="4082671" y="1094500"/>
                </a:cubicBezTo>
                <a:close/>
                <a:moveTo>
                  <a:pt x="3994939" y="1093557"/>
                </a:moveTo>
                <a:lnTo>
                  <a:pt x="4005901" y="1093797"/>
                </a:lnTo>
                <a:lnTo>
                  <a:pt x="4008425" y="1094014"/>
                </a:lnTo>
                <a:lnTo>
                  <a:pt x="4009059" y="1093709"/>
                </a:lnTo>
                <a:close/>
                <a:moveTo>
                  <a:pt x="8073235" y="1090502"/>
                </a:moveTo>
                <a:lnTo>
                  <a:pt x="8037702" y="1090649"/>
                </a:lnTo>
                <a:lnTo>
                  <a:pt x="7996141" y="1094775"/>
                </a:lnTo>
                <a:lnTo>
                  <a:pt x="7978100" y="1108082"/>
                </a:lnTo>
                <a:lnTo>
                  <a:pt x="7950345" y="1132054"/>
                </a:lnTo>
                <a:lnTo>
                  <a:pt x="8027725" y="1133090"/>
                </a:lnTo>
                <a:close/>
                <a:moveTo>
                  <a:pt x="8175124" y="1090080"/>
                </a:moveTo>
                <a:lnTo>
                  <a:pt x="8092912" y="1090421"/>
                </a:lnTo>
                <a:lnTo>
                  <a:pt x="8047007" y="1133348"/>
                </a:lnTo>
                <a:lnTo>
                  <a:pt x="8114774" y="1134255"/>
                </a:lnTo>
                <a:lnTo>
                  <a:pt x="8130221" y="1135495"/>
                </a:lnTo>
                <a:close/>
                <a:moveTo>
                  <a:pt x="8219557" y="1089896"/>
                </a:moveTo>
                <a:lnTo>
                  <a:pt x="8191903" y="1090011"/>
                </a:lnTo>
                <a:lnTo>
                  <a:pt x="8145757" y="1136741"/>
                </a:lnTo>
                <a:lnTo>
                  <a:pt x="8232473" y="1143700"/>
                </a:lnTo>
                <a:lnTo>
                  <a:pt x="8245803" y="1127818"/>
                </a:lnTo>
                <a:lnTo>
                  <a:pt x="8276879" y="1093597"/>
                </a:lnTo>
                <a:close/>
                <a:moveTo>
                  <a:pt x="9158678" y="1089737"/>
                </a:moveTo>
                <a:lnTo>
                  <a:pt x="9157870" y="1091710"/>
                </a:lnTo>
                <a:lnTo>
                  <a:pt x="9124613" y="1170227"/>
                </a:lnTo>
                <a:lnTo>
                  <a:pt x="9171958" y="1187020"/>
                </a:lnTo>
                <a:lnTo>
                  <a:pt x="9234036" y="1215055"/>
                </a:lnTo>
                <a:lnTo>
                  <a:pt x="9267022" y="1126640"/>
                </a:lnTo>
                <a:close/>
                <a:moveTo>
                  <a:pt x="8768942" y="1085949"/>
                </a:moveTo>
                <a:lnTo>
                  <a:pt x="8731151" y="1151604"/>
                </a:lnTo>
                <a:lnTo>
                  <a:pt x="8781315" y="1162407"/>
                </a:lnTo>
                <a:lnTo>
                  <a:pt x="8833506" y="1178123"/>
                </a:lnTo>
                <a:lnTo>
                  <a:pt x="8854990" y="1137848"/>
                </a:lnTo>
                <a:lnTo>
                  <a:pt x="8871060" y="1106749"/>
                </a:lnTo>
                <a:close/>
                <a:moveTo>
                  <a:pt x="7839364" y="1082888"/>
                </a:moveTo>
                <a:lnTo>
                  <a:pt x="7803823" y="1090466"/>
                </a:lnTo>
                <a:lnTo>
                  <a:pt x="7763780" y="1108955"/>
                </a:lnTo>
                <a:lnTo>
                  <a:pt x="7812173" y="1100014"/>
                </a:lnTo>
                <a:close/>
                <a:moveTo>
                  <a:pt x="4081019" y="1080221"/>
                </a:moveTo>
                <a:lnTo>
                  <a:pt x="4076105" y="1081957"/>
                </a:lnTo>
                <a:lnTo>
                  <a:pt x="4134230" y="1084334"/>
                </a:lnTo>
                <a:cubicBezTo>
                  <a:pt x="4393285" y="1102607"/>
                  <a:pt x="4665382" y="1159822"/>
                  <a:pt x="4948925" y="1255925"/>
                </a:cubicBezTo>
                <a:cubicBezTo>
                  <a:pt x="5028676" y="1282839"/>
                  <a:pt x="5112643" y="1313847"/>
                  <a:pt x="5198473" y="1348079"/>
                </a:cubicBezTo>
                <a:cubicBezTo>
                  <a:pt x="5358842" y="1412202"/>
                  <a:pt x="5519955" y="1485752"/>
                  <a:pt x="5675614" y="1556945"/>
                </a:cubicBezTo>
                <a:lnTo>
                  <a:pt x="6073604" y="1733210"/>
                </a:lnTo>
                <a:lnTo>
                  <a:pt x="6100407" y="1721696"/>
                </a:lnTo>
                <a:lnTo>
                  <a:pt x="5987972" y="1672466"/>
                </a:lnTo>
                <a:cubicBezTo>
                  <a:pt x="5914425" y="1639092"/>
                  <a:pt x="5841536" y="1605131"/>
                  <a:pt x="5769257" y="1571457"/>
                </a:cubicBezTo>
                <a:cubicBezTo>
                  <a:pt x="5628609" y="1505969"/>
                  <a:pt x="5483121" y="1438125"/>
                  <a:pt x="5338750" y="1377598"/>
                </a:cubicBezTo>
                <a:cubicBezTo>
                  <a:pt x="5250814" y="1340390"/>
                  <a:pt x="5168953" y="1308762"/>
                  <a:pt x="5088582" y="1279615"/>
                </a:cubicBezTo>
                <a:cubicBezTo>
                  <a:pt x="4799982" y="1174965"/>
                  <a:pt x="4524570" y="1110840"/>
                  <a:pt x="4263920" y="1087341"/>
                </a:cubicBezTo>
                <a:close/>
                <a:moveTo>
                  <a:pt x="4017820" y="1077761"/>
                </a:moveTo>
                <a:lnTo>
                  <a:pt x="4013260" y="1079387"/>
                </a:lnTo>
                <a:lnTo>
                  <a:pt x="4041579" y="1080545"/>
                </a:lnTo>
                <a:lnTo>
                  <a:pt x="4046319" y="1078871"/>
                </a:lnTo>
                <a:close/>
                <a:moveTo>
                  <a:pt x="4085839" y="1064905"/>
                </a:moveTo>
                <a:lnTo>
                  <a:pt x="4069852" y="1065614"/>
                </a:lnTo>
                <a:lnTo>
                  <a:pt x="4083978" y="1065563"/>
                </a:lnTo>
                <a:close/>
                <a:moveTo>
                  <a:pt x="8659798" y="1064886"/>
                </a:moveTo>
                <a:lnTo>
                  <a:pt x="8619866" y="1127637"/>
                </a:lnTo>
                <a:lnTo>
                  <a:pt x="8717794" y="1148727"/>
                </a:lnTo>
                <a:lnTo>
                  <a:pt x="8755523" y="1083216"/>
                </a:lnTo>
                <a:lnTo>
                  <a:pt x="8673611" y="1066532"/>
                </a:lnTo>
                <a:close/>
                <a:moveTo>
                  <a:pt x="7938917" y="1063917"/>
                </a:moveTo>
                <a:lnTo>
                  <a:pt x="7914910" y="1066783"/>
                </a:lnTo>
                <a:lnTo>
                  <a:pt x="7882911" y="1073605"/>
                </a:lnTo>
                <a:lnTo>
                  <a:pt x="7858551" y="1085851"/>
                </a:lnTo>
                <a:lnTo>
                  <a:pt x="7841882" y="1096350"/>
                </a:lnTo>
                <a:lnTo>
                  <a:pt x="7900867" y="1089890"/>
                </a:lnTo>
                <a:close/>
                <a:moveTo>
                  <a:pt x="4133125" y="1062807"/>
                </a:moveTo>
                <a:lnTo>
                  <a:pt x="4129916" y="1062950"/>
                </a:lnTo>
                <a:lnTo>
                  <a:pt x="4120195" y="1066384"/>
                </a:lnTo>
                <a:lnTo>
                  <a:pt x="4342460" y="1083010"/>
                </a:lnTo>
                <a:cubicBezTo>
                  <a:pt x="4580844" y="1111563"/>
                  <a:pt x="4830980" y="1173157"/>
                  <a:pt x="5091558" y="1267708"/>
                </a:cubicBezTo>
                <a:cubicBezTo>
                  <a:pt x="5172056" y="1296855"/>
                  <a:pt x="5254162" y="1328979"/>
                  <a:pt x="5342223" y="1365816"/>
                </a:cubicBezTo>
                <a:cubicBezTo>
                  <a:pt x="5486842" y="1426590"/>
                  <a:pt x="5632453" y="1494434"/>
                  <a:pt x="5773351" y="1560046"/>
                </a:cubicBezTo>
                <a:cubicBezTo>
                  <a:pt x="5845505" y="1593658"/>
                  <a:pt x="5918271" y="1627557"/>
                  <a:pt x="5991685" y="1660867"/>
                </a:cubicBezTo>
                <a:lnTo>
                  <a:pt x="6115662" y="1715143"/>
                </a:lnTo>
                <a:lnTo>
                  <a:pt x="6142641" y="1703556"/>
                </a:lnTo>
                <a:lnTo>
                  <a:pt x="6096525" y="1683052"/>
                </a:lnTo>
                <a:cubicBezTo>
                  <a:pt x="6018401" y="1646929"/>
                  <a:pt x="5941007" y="1610092"/>
                  <a:pt x="5864264" y="1573565"/>
                </a:cubicBezTo>
                <a:cubicBezTo>
                  <a:pt x="5738497" y="1513783"/>
                  <a:pt x="5608516" y="1451892"/>
                  <a:pt x="5479771" y="1395334"/>
                </a:cubicBezTo>
                <a:cubicBezTo>
                  <a:pt x="5390469" y="1356141"/>
                  <a:pt x="5308239" y="1322157"/>
                  <a:pt x="5228364" y="1291397"/>
                </a:cubicBezTo>
                <a:cubicBezTo>
                  <a:pt x="4835809" y="1139616"/>
                  <a:pt x="4469418" y="1063318"/>
                  <a:pt x="4133125" y="1062807"/>
                </a:cubicBezTo>
                <a:close/>
                <a:moveTo>
                  <a:pt x="9039197" y="1057467"/>
                </a:moveTo>
                <a:lnTo>
                  <a:pt x="9011763" y="1116887"/>
                </a:lnTo>
                <a:lnTo>
                  <a:pt x="9005254" y="1130527"/>
                </a:lnTo>
                <a:lnTo>
                  <a:pt x="9042067" y="1140947"/>
                </a:lnTo>
                <a:lnTo>
                  <a:pt x="9112002" y="1165754"/>
                </a:lnTo>
                <a:lnTo>
                  <a:pt x="9145715" y="1086252"/>
                </a:lnTo>
                <a:lnTo>
                  <a:pt x="9145855" y="1085908"/>
                </a:lnTo>
                <a:close/>
                <a:moveTo>
                  <a:pt x="7894932" y="1053454"/>
                </a:moveTo>
                <a:lnTo>
                  <a:pt x="7861254" y="1063947"/>
                </a:lnTo>
                <a:lnTo>
                  <a:pt x="7852910" y="1067800"/>
                </a:lnTo>
                <a:lnTo>
                  <a:pt x="7875979" y="1062989"/>
                </a:lnTo>
                <a:close/>
                <a:moveTo>
                  <a:pt x="8032002" y="1052803"/>
                </a:moveTo>
                <a:lnTo>
                  <a:pt x="7966517" y="1060621"/>
                </a:lnTo>
                <a:lnTo>
                  <a:pt x="7928171" y="1086900"/>
                </a:lnTo>
                <a:lnTo>
                  <a:pt x="7972658" y="1082028"/>
                </a:lnTo>
                <a:lnTo>
                  <a:pt x="7993408" y="1081245"/>
                </a:lnTo>
                <a:close/>
                <a:moveTo>
                  <a:pt x="8551109" y="1051935"/>
                </a:moveTo>
                <a:lnTo>
                  <a:pt x="8531768" y="1077213"/>
                </a:lnTo>
                <a:lnTo>
                  <a:pt x="8511211" y="1106609"/>
                </a:lnTo>
                <a:lnTo>
                  <a:pt x="8535027" y="1109366"/>
                </a:lnTo>
                <a:lnTo>
                  <a:pt x="8606258" y="1124707"/>
                </a:lnTo>
                <a:lnTo>
                  <a:pt x="8645412" y="1063172"/>
                </a:lnTo>
                <a:close/>
                <a:moveTo>
                  <a:pt x="4125984" y="1050719"/>
                </a:moveTo>
                <a:lnTo>
                  <a:pt x="4111971" y="1051179"/>
                </a:lnTo>
                <a:lnTo>
                  <a:pt x="4124249" y="1051332"/>
                </a:lnTo>
                <a:close/>
                <a:moveTo>
                  <a:pt x="4261423" y="1046275"/>
                </a:moveTo>
                <a:lnTo>
                  <a:pt x="4168491" y="1049324"/>
                </a:lnTo>
                <a:lnTo>
                  <a:pt x="4161488" y="1051798"/>
                </a:lnTo>
                <a:lnTo>
                  <a:pt x="4234766" y="1052714"/>
                </a:lnTo>
                <a:cubicBezTo>
                  <a:pt x="4544462" y="1066809"/>
                  <a:pt x="4878173" y="1142523"/>
                  <a:pt x="5233077" y="1279615"/>
                </a:cubicBezTo>
                <a:cubicBezTo>
                  <a:pt x="5313201" y="1310374"/>
                  <a:pt x="5395555" y="1344482"/>
                  <a:pt x="5484981" y="1383675"/>
                </a:cubicBezTo>
                <a:cubicBezTo>
                  <a:pt x="5613971" y="1440357"/>
                  <a:pt x="5744079" y="1502248"/>
                  <a:pt x="5869471" y="1562154"/>
                </a:cubicBezTo>
                <a:cubicBezTo>
                  <a:pt x="5946091" y="1598619"/>
                  <a:pt x="6023363" y="1635386"/>
                  <a:pt x="6101352" y="1671436"/>
                </a:cubicBezTo>
                <a:lnTo>
                  <a:pt x="6158394" y="1696789"/>
                </a:lnTo>
                <a:lnTo>
                  <a:pt x="6189444" y="1683452"/>
                </a:lnTo>
                <a:lnTo>
                  <a:pt x="5962371" y="1574061"/>
                </a:lnTo>
                <a:cubicBezTo>
                  <a:pt x="5851737" y="1520232"/>
                  <a:pt x="5737257" y="1464542"/>
                  <a:pt x="5624018" y="1412822"/>
                </a:cubicBezTo>
                <a:cubicBezTo>
                  <a:pt x="5533228" y="1371148"/>
                  <a:pt x="5450377" y="1335304"/>
                  <a:pt x="5371370" y="1302932"/>
                </a:cubicBezTo>
                <a:cubicBezTo>
                  <a:pt x="4965482" y="1136732"/>
                  <a:pt x="4598064" y="1051442"/>
                  <a:pt x="4261423" y="1046275"/>
                </a:cubicBezTo>
                <a:close/>
                <a:moveTo>
                  <a:pt x="8130475" y="1041046"/>
                </a:moveTo>
                <a:lnTo>
                  <a:pt x="8057096" y="1049807"/>
                </a:lnTo>
                <a:lnTo>
                  <a:pt x="8015616" y="1080407"/>
                </a:lnTo>
                <a:lnTo>
                  <a:pt x="8086896" y="1077718"/>
                </a:lnTo>
                <a:lnTo>
                  <a:pt x="8101633" y="1063927"/>
                </a:lnTo>
                <a:close/>
                <a:moveTo>
                  <a:pt x="8447863" y="1040803"/>
                </a:moveTo>
                <a:lnTo>
                  <a:pt x="8403266" y="1094111"/>
                </a:lnTo>
                <a:lnTo>
                  <a:pt x="8496832" y="1104944"/>
                </a:lnTo>
                <a:lnTo>
                  <a:pt x="8521768" y="1069369"/>
                </a:lnTo>
                <a:lnTo>
                  <a:pt x="8536491" y="1050193"/>
                </a:lnTo>
                <a:lnTo>
                  <a:pt x="8464118" y="1041570"/>
                </a:lnTo>
                <a:close/>
                <a:moveTo>
                  <a:pt x="8227316" y="1037293"/>
                </a:moveTo>
                <a:lnTo>
                  <a:pt x="8154602" y="1038905"/>
                </a:lnTo>
                <a:lnTo>
                  <a:pt x="8109571" y="1074842"/>
                </a:lnTo>
                <a:lnTo>
                  <a:pt x="8107320" y="1076947"/>
                </a:lnTo>
                <a:lnTo>
                  <a:pt x="8130656" y="1076066"/>
                </a:lnTo>
                <a:lnTo>
                  <a:pt x="8187217" y="1077849"/>
                </a:lnTo>
                <a:close/>
                <a:moveTo>
                  <a:pt x="9314215" y="1037174"/>
                </a:moveTo>
                <a:lnTo>
                  <a:pt x="9304101" y="1063307"/>
                </a:lnTo>
                <a:lnTo>
                  <a:pt x="9283272" y="1119169"/>
                </a:lnTo>
                <a:lnTo>
                  <a:pt x="9293102" y="1122514"/>
                </a:lnTo>
                <a:lnTo>
                  <a:pt x="9394346" y="1167233"/>
                </a:lnTo>
                <a:lnTo>
                  <a:pt x="9424385" y="1074658"/>
                </a:lnTo>
                <a:lnTo>
                  <a:pt x="9410224" y="1068536"/>
                </a:lnTo>
                <a:close/>
                <a:moveTo>
                  <a:pt x="8346526" y="1036024"/>
                </a:moveTo>
                <a:lnTo>
                  <a:pt x="8304128" y="1082633"/>
                </a:lnTo>
                <a:lnTo>
                  <a:pt x="8388655" y="1092420"/>
                </a:lnTo>
                <a:lnTo>
                  <a:pt x="8432390" y="1040074"/>
                </a:lnTo>
                <a:close/>
                <a:moveTo>
                  <a:pt x="8326711" y="1035090"/>
                </a:moveTo>
                <a:lnTo>
                  <a:pt x="8244764" y="1036906"/>
                </a:lnTo>
                <a:lnTo>
                  <a:pt x="8241911" y="1039369"/>
                </a:lnTo>
                <a:lnTo>
                  <a:pt x="8203409" y="1078359"/>
                </a:lnTo>
                <a:lnTo>
                  <a:pt x="8288288" y="1081034"/>
                </a:lnTo>
                <a:lnTo>
                  <a:pt x="8329875" y="1035239"/>
                </a:lnTo>
                <a:close/>
                <a:moveTo>
                  <a:pt x="8924590" y="1032215"/>
                </a:moveTo>
                <a:lnTo>
                  <a:pt x="8890546" y="1098056"/>
                </a:lnTo>
                <a:lnTo>
                  <a:pt x="8993594" y="1127226"/>
                </a:lnTo>
                <a:lnTo>
                  <a:pt x="9000476" y="1112794"/>
                </a:lnTo>
                <a:lnTo>
                  <a:pt x="9027536" y="1054358"/>
                </a:lnTo>
                <a:lnTo>
                  <a:pt x="8993654" y="1045323"/>
                </a:lnTo>
                <a:close/>
                <a:moveTo>
                  <a:pt x="4387732" y="1031428"/>
                </a:moveTo>
                <a:lnTo>
                  <a:pt x="4231457" y="1034427"/>
                </a:lnTo>
                <a:lnTo>
                  <a:pt x="4388397" y="1039578"/>
                </a:lnTo>
                <a:cubicBezTo>
                  <a:pt x="4691282" y="1061693"/>
                  <a:pt x="5018504" y="1145497"/>
                  <a:pt x="5375216" y="1291397"/>
                </a:cubicBezTo>
                <a:cubicBezTo>
                  <a:pt x="5454470" y="1323893"/>
                  <a:pt x="5537321" y="1359861"/>
                  <a:pt x="5628359" y="1401535"/>
                </a:cubicBezTo>
                <a:cubicBezTo>
                  <a:pt x="5741599" y="1453504"/>
                  <a:pt x="5856202" y="1509317"/>
                  <a:pt x="5966960" y="1562774"/>
                </a:cubicBezTo>
                <a:lnTo>
                  <a:pt x="6204249" y="1677093"/>
                </a:lnTo>
                <a:lnTo>
                  <a:pt x="6238312" y="1662461"/>
                </a:lnTo>
                <a:lnTo>
                  <a:pt x="6058494" y="1573813"/>
                </a:lnTo>
                <a:cubicBezTo>
                  <a:pt x="5962868" y="1526061"/>
                  <a:pt x="5863890" y="1476697"/>
                  <a:pt x="5766280" y="1430062"/>
                </a:cubicBezTo>
                <a:cubicBezTo>
                  <a:pt x="5673629" y="1385908"/>
                  <a:pt x="5590529" y="1347955"/>
                  <a:pt x="5512390" y="1314219"/>
                </a:cubicBezTo>
                <a:cubicBezTo>
                  <a:pt x="5099063" y="1135771"/>
                  <a:pt x="4726770" y="1041770"/>
                  <a:pt x="4387732" y="1031428"/>
                </a:cubicBezTo>
                <a:close/>
                <a:moveTo>
                  <a:pt x="7994535" y="1028087"/>
                </a:moveTo>
                <a:lnTo>
                  <a:pt x="7957996" y="1035861"/>
                </a:lnTo>
                <a:lnTo>
                  <a:pt x="7923920" y="1052991"/>
                </a:lnTo>
                <a:lnTo>
                  <a:pt x="7931837" y="1051339"/>
                </a:lnTo>
                <a:lnTo>
                  <a:pt x="7963355" y="1047234"/>
                </a:lnTo>
                <a:lnTo>
                  <a:pt x="7979121" y="1036471"/>
                </a:lnTo>
                <a:close/>
                <a:moveTo>
                  <a:pt x="4326245" y="1018780"/>
                </a:moveTo>
                <a:lnTo>
                  <a:pt x="4314800" y="1018844"/>
                </a:lnTo>
                <a:lnTo>
                  <a:pt x="4309832" y="1019413"/>
                </a:lnTo>
                <a:close/>
                <a:moveTo>
                  <a:pt x="4515505" y="1017718"/>
                </a:moveTo>
                <a:lnTo>
                  <a:pt x="4342848" y="1018687"/>
                </a:lnTo>
                <a:lnTo>
                  <a:pt x="4516797" y="1027110"/>
                </a:lnTo>
                <a:cubicBezTo>
                  <a:pt x="4822362" y="1054543"/>
                  <a:pt x="5154130" y="1146461"/>
                  <a:pt x="5517352" y="1303552"/>
                </a:cubicBezTo>
                <a:cubicBezTo>
                  <a:pt x="5595615" y="1337412"/>
                  <a:pt x="5678590" y="1375365"/>
                  <a:pt x="5771614" y="1419644"/>
                </a:cubicBezTo>
                <a:cubicBezTo>
                  <a:pt x="5869348" y="1466279"/>
                  <a:pt x="5968324" y="1515643"/>
                  <a:pt x="6064074" y="1563394"/>
                </a:cubicBezTo>
                <a:lnTo>
                  <a:pt x="6252032" y="1656127"/>
                </a:lnTo>
                <a:lnTo>
                  <a:pt x="6285760" y="1639757"/>
                </a:lnTo>
                <a:lnTo>
                  <a:pt x="6155856" y="1574185"/>
                </a:lnTo>
                <a:cubicBezTo>
                  <a:pt x="6075239" y="1532883"/>
                  <a:pt x="5991890" y="1490341"/>
                  <a:pt x="5909535" y="1449411"/>
                </a:cubicBezTo>
                <a:cubicBezTo>
                  <a:pt x="5815149" y="1402528"/>
                  <a:pt x="5731676" y="1362590"/>
                  <a:pt x="5654529" y="1327614"/>
                </a:cubicBezTo>
                <a:cubicBezTo>
                  <a:pt x="5234069" y="1136221"/>
                  <a:pt x="4857019" y="1033296"/>
                  <a:pt x="4515505" y="1017718"/>
                </a:cubicBezTo>
                <a:close/>
                <a:moveTo>
                  <a:pt x="8812500" y="1010942"/>
                </a:moveTo>
                <a:lnTo>
                  <a:pt x="8808525" y="1017183"/>
                </a:lnTo>
                <a:lnTo>
                  <a:pt x="8775115" y="1075226"/>
                </a:lnTo>
                <a:lnTo>
                  <a:pt x="8876976" y="1095300"/>
                </a:lnTo>
                <a:lnTo>
                  <a:pt x="8910915" y="1029620"/>
                </a:lnTo>
                <a:close/>
                <a:moveTo>
                  <a:pt x="8093189" y="1007711"/>
                </a:moveTo>
                <a:lnTo>
                  <a:pt x="8085143" y="1008810"/>
                </a:lnTo>
                <a:lnTo>
                  <a:pt x="8038193" y="1018799"/>
                </a:lnTo>
                <a:lnTo>
                  <a:pt x="7993322" y="1043331"/>
                </a:lnTo>
                <a:lnTo>
                  <a:pt x="8055920" y="1035177"/>
                </a:lnTo>
                <a:close/>
                <a:moveTo>
                  <a:pt x="9193922" y="1003645"/>
                </a:moveTo>
                <a:lnTo>
                  <a:pt x="9163336" y="1078358"/>
                </a:lnTo>
                <a:lnTo>
                  <a:pt x="9271326" y="1115104"/>
                </a:lnTo>
                <a:lnTo>
                  <a:pt x="9291946" y="1059834"/>
                </a:lnTo>
                <a:lnTo>
                  <a:pt x="9301555" y="1033039"/>
                </a:lnTo>
                <a:lnTo>
                  <a:pt x="9268533" y="1022252"/>
                </a:lnTo>
                <a:close/>
                <a:moveTo>
                  <a:pt x="8705151" y="998405"/>
                </a:moveTo>
                <a:lnTo>
                  <a:pt x="8671379" y="1046687"/>
                </a:lnTo>
                <a:lnTo>
                  <a:pt x="8666802" y="1053880"/>
                </a:lnTo>
                <a:lnTo>
                  <a:pt x="8761652" y="1072573"/>
                </a:lnTo>
                <a:lnTo>
                  <a:pt x="8797579" y="1010191"/>
                </a:lnTo>
                <a:lnTo>
                  <a:pt x="8798555" y="1008659"/>
                </a:lnTo>
                <a:close/>
                <a:moveTo>
                  <a:pt x="4592244" y="998309"/>
                </a:moveTo>
                <a:cubicBezTo>
                  <a:pt x="4541196" y="996571"/>
                  <a:pt x="4490987" y="996881"/>
                  <a:pt x="4441588" y="999234"/>
                </a:cubicBezTo>
                <a:lnTo>
                  <a:pt x="4393021" y="1004334"/>
                </a:lnTo>
                <a:lnTo>
                  <a:pt x="4463354" y="1002515"/>
                </a:lnTo>
                <a:cubicBezTo>
                  <a:pt x="4820128" y="1009565"/>
                  <a:pt x="5215596" y="1113353"/>
                  <a:pt x="5658870" y="1315211"/>
                </a:cubicBezTo>
                <a:cubicBezTo>
                  <a:pt x="5736264" y="1350311"/>
                  <a:pt x="5820110" y="1390249"/>
                  <a:pt x="5914373" y="1437132"/>
                </a:cubicBezTo>
                <a:cubicBezTo>
                  <a:pt x="5996726" y="1478062"/>
                  <a:pt x="6080075" y="1520728"/>
                  <a:pt x="6160818" y="1562030"/>
                </a:cubicBezTo>
                <a:lnTo>
                  <a:pt x="6300520" y="1632595"/>
                </a:lnTo>
                <a:lnTo>
                  <a:pt x="6338712" y="1614059"/>
                </a:lnTo>
                <a:lnTo>
                  <a:pt x="6253220" y="1569720"/>
                </a:lnTo>
                <a:cubicBezTo>
                  <a:pt x="6187608" y="1535240"/>
                  <a:pt x="6119764" y="1499643"/>
                  <a:pt x="6052913" y="1465163"/>
                </a:cubicBezTo>
                <a:cubicBezTo>
                  <a:pt x="5954681" y="1414559"/>
                  <a:pt x="5873317" y="1373877"/>
                  <a:pt x="5796668" y="1337289"/>
                </a:cubicBezTo>
                <a:cubicBezTo>
                  <a:pt x="5348021" y="1122977"/>
                  <a:pt x="4949584" y="1010474"/>
                  <a:pt x="4592244" y="998309"/>
                </a:cubicBezTo>
                <a:close/>
                <a:moveTo>
                  <a:pt x="8188975" y="994635"/>
                </a:moveTo>
                <a:lnTo>
                  <a:pt x="8120782" y="1003945"/>
                </a:lnTo>
                <a:lnTo>
                  <a:pt x="8113277" y="1008362"/>
                </a:lnTo>
                <a:lnTo>
                  <a:pt x="8081433" y="1031853"/>
                </a:lnTo>
                <a:lnTo>
                  <a:pt x="8083721" y="1031555"/>
                </a:lnTo>
                <a:lnTo>
                  <a:pt x="8146936" y="1027986"/>
                </a:lnTo>
                <a:close/>
                <a:moveTo>
                  <a:pt x="8057955" y="993592"/>
                </a:moveTo>
                <a:lnTo>
                  <a:pt x="8054695" y="994367"/>
                </a:lnTo>
                <a:lnTo>
                  <a:pt x="8010458" y="1009490"/>
                </a:lnTo>
                <a:lnTo>
                  <a:pt x="7999389" y="1015054"/>
                </a:lnTo>
                <a:lnTo>
                  <a:pt x="8030227" y="1008673"/>
                </a:lnTo>
                <a:close/>
                <a:moveTo>
                  <a:pt x="8283550" y="987750"/>
                </a:moveTo>
                <a:lnTo>
                  <a:pt x="8214271" y="991285"/>
                </a:lnTo>
                <a:lnTo>
                  <a:pt x="8169909" y="1026689"/>
                </a:lnTo>
                <a:lnTo>
                  <a:pt x="8239431" y="1022764"/>
                </a:lnTo>
                <a:lnTo>
                  <a:pt x="8242979" y="1022813"/>
                </a:lnTo>
                <a:close/>
                <a:moveTo>
                  <a:pt x="8600830" y="986951"/>
                </a:moveTo>
                <a:lnTo>
                  <a:pt x="8559584" y="1040858"/>
                </a:lnTo>
                <a:lnTo>
                  <a:pt x="8641854" y="1048964"/>
                </a:lnTo>
                <a:lnTo>
                  <a:pt x="8653049" y="1051170"/>
                </a:lnTo>
                <a:lnTo>
                  <a:pt x="8660449" y="1039540"/>
                </a:lnTo>
                <a:lnTo>
                  <a:pt x="8690374" y="996782"/>
                </a:lnTo>
                <a:close/>
                <a:moveTo>
                  <a:pt x="8379576" y="982849"/>
                </a:moveTo>
                <a:lnTo>
                  <a:pt x="8302846" y="986765"/>
                </a:lnTo>
                <a:lnTo>
                  <a:pt x="8260801" y="1023062"/>
                </a:lnTo>
                <a:lnTo>
                  <a:pt x="8339933" y="1024164"/>
                </a:lnTo>
                <a:lnTo>
                  <a:pt x="8365321" y="996207"/>
                </a:lnTo>
                <a:close/>
                <a:moveTo>
                  <a:pt x="4567843" y="982534"/>
                </a:moveTo>
                <a:lnTo>
                  <a:pt x="4513292" y="987757"/>
                </a:lnTo>
                <a:lnTo>
                  <a:pt x="4591450" y="986716"/>
                </a:lnTo>
                <a:cubicBezTo>
                  <a:pt x="4950732" y="998817"/>
                  <a:pt x="5350987" y="1111787"/>
                  <a:pt x="5801504" y="1326994"/>
                </a:cubicBezTo>
                <a:cubicBezTo>
                  <a:pt x="5878277" y="1364203"/>
                  <a:pt x="5959766" y="1404388"/>
                  <a:pt x="6058122" y="1454993"/>
                </a:cubicBezTo>
                <a:cubicBezTo>
                  <a:pt x="6124974" y="1489473"/>
                  <a:pt x="6192817" y="1525193"/>
                  <a:pt x="6258429" y="1559674"/>
                </a:cubicBezTo>
                <a:lnTo>
                  <a:pt x="6351354" y="1607923"/>
                </a:lnTo>
                <a:lnTo>
                  <a:pt x="6390792" y="1588784"/>
                </a:lnTo>
                <a:lnTo>
                  <a:pt x="6350086" y="1567115"/>
                </a:lnTo>
                <a:cubicBezTo>
                  <a:pt x="6215515" y="1494557"/>
                  <a:pt x="6076353" y="1419396"/>
                  <a:pt x="5938060" y="1350187"/>
                </a:cubicBezTo>
                <a:cubicBezTo>
                  <a:pt x="5417136" y="1089725"/>
                  <a:pt x="4965141" y="968028"/>
                  <a:pt x="4567843" y="982534"/>
                </a:cubicBezTo>
                <a:close/>
                <a:moveTo>
                  <a:pt x="8496712" y="982413"/>
                </a:moveTo>
                <a:lnTo>
                  <a:pt x="8456329" y="1030684"/>
                </a:lnTo>
                <a:lnTo>
                  <a:pt x="8544779" y="1039399"/>
                </a:lnTo>
                <a:lnTo>
                  <a:pt x="8586269" y="985364"/>
                </a:lnTo>
                <a:close/>
                <a:moveTo>
                  <a:pt x="8430719" y="980238"/>
                </a:moveTo>
                <a:lnTo>
                  <a:pt x="8399533" y="981830"/>
                </a:lnTo>
                <a:lnTo>
                  <a:pt x="8374623" y="1005137"/>
                </a:lnTo>
                <a:lnTo>
                  <a:pt x="8357098" y="1024403"/>
                </a:lnTo>
                <a:lnTo>
                  <a:pt x="8398419" y="1024978"/>
                </a:lnTo>
                <a:lnTo>
                  <a:pt x="8441459" y="1029219"/>
                </a:lnTo>
                <a:lnTo>
                  <a:pt x="8480998" y="981895"/>
                </a:lnTo>
                <a:close/>
                <a:moveTo>
                  <a:pt x="9076672" y="976302"/>
                </a:moveTo>
                <a:lnTo>
                  <a:pt x="9044372" y="1046260"/>
                </a:lnTo>
                <a:lnTo>
                  <a:pt x="9150531" y="1074472"/>
                </a:lnTo>
                <a:lnTo>
                  <a:pt x="9180822" y="1000377"/>
                </a:lnTo>
                <a:lnTo>
                  <a:pt x="9101436" y="980579"/>
                </a:lnTo>
                <a:close/>
                <a:moveTo>
                  <a:pt x="8151807" y="971291"/>
                </a:moveTo>
                <a:lnTo>
                  <a:pt x="8104552" y="982520"/>
                </a:lnTo>
                <a:lnTo>
                  <a:pt x="8072839" y="999858"/>
                </a:lnTo>
                <a:lnTo>
                  <a:pt x="8104104" y="993389"/>
                </a:lnTo>
                <a:lnTo>
                  <a:pt x="8116672" y="991931"/>
                </a:lnTo>
                <a:close/>
                <a:moveTo>
                  <a:pt x="8965210" y="957052"/>
                </a:moveTo>
                <a:lnTo>
                  <a:pt x="8948492" y="985990"/>
                </a:lnTo>
                <a:lnTo>
                  <a:pt x="8930409" y="1020962"/>
                </a:lnTo>
                <a:lnTo>
                  <a:pt x="8996506" y="1033540"/>
                </a:lnTo>
                <a:lnTo>
                  <a:pt x="9032719" y="1043164"/>
                </a:lnTo>
                <a:lnTo>
                  <a:pt x="9064643" y="974224"/>
                </a:lnTo>
                <a:close/>
                <a:moveTo>
                  <a:pt x="8243786" y="952980"/>
                </a:moveTo>
                <a:lnTo>
                  <a:pt x="8199161" y="960039"/>
                </a:lnTo>
                <a:lnTo>
                  <a:pt x="8192807" y="961549"/>
                </a:lnTo>
                <a:lnTo>
                  <a:pt x="8147210" y="988388"/>
                </a:lnTo>
                <a:lnTo>
                  <a:pt x="8205352" y="981643"/>
                </a:lnTo>
                <a:lnTo>
                  <a:pt x="8232416" y="960172"/>
                </a:lnTo>
                <a:close/>
                <a:moveTo>
                  <a:pt x="9348324" y="949045"/>
                </a:moveTo>
                <a:lnTo>
                  <a:pt x="9318612" y="1025813"/>
                </a:lnTo>
                <a:lnTo>
                  <a:pt x="9414243" y="1057069"/>
                </a:lnTo>
                <a:lnTo>
                  <a:pt x="9428142" y="1063082"/>
                </a:lnTo>
                <a:lnTo>
                  <a:pt x="9437929" y="1032919"/>
                </a:lnTo>
                <a:lnTo>
                  <a:pt x="9455555" y="980241"/>
                </a:lnTo>
                <a:lnTo>
                  <a:pt x="9382030" y="956972"/>
                </a:lnTo>
                <a:close/>
                <a:moveTo>
                  <a:pt x="8856071" y="942538"/>
                </a:moveTo>
                <a:lnTo>
                  <a:pt x="8819555" y="999866"/>
                </a:lnTo>
                <a:lnTo>
                  <a:pt x="8916734" y="1018359"/>
                </a:lnTo>
                <a:lnTo>
                  <a:pt x="8936617" y="979881"/>
                </a:lnTo>
                <a:lnTo>
                  <a:pt x="8951203" y="954633"/>
                </a:lnTo>
                <a:lnTo>
                  <a:pt x="8910375" y="947581"/>
                </a:lnTo>
                <a:close/>
                <a:moveTo>
                  <a:pt x="8204380" y="940407"/>
                </a:moveTo>
                <a:lnTo>
                  <a:pt x="8185584" y="945355"/>
                </a:lnTo>
                <a:lnTo>
                  <a:pt x="8151161" y="959330"/>
                </a:lnTo>
                <a:lnTo>
                  <a:pt x="8185833" y="951302"/>
                </a:lnTo>
                <a:close/>
                <a:moveTo>
                  <a:pt x="8339815" y="939121"/>
                </a:moveTo>
                <a:lnTo>
                  <a:pt x="8324717" y="940179"/>
                </a:lnTo>
                <a:lnTo>
                  <a:pt x="8276081" y="947872"/>
                </a:lnTo>
                <a:lnTo>
                  <a:pt x="8239434" y="971204"/>
                </a:lnTo>
                <a:lnTo>
                  <a:pt x="8229926" y="978792"/>
                </a:lnTo>
                <a:lnTo>
                  <a:pt x="8271289" y="973993"/>
                </a:lnTo>
                <a:lnTo>
                  <a:pt x="8300705" y="972923"/>
                </a:lnTo>
                <a:close/>
                <a:moveTo>
                  <a:pt x="8751050" y="932784"/>
                </a:moveTo>
                <a:lnTo>
                  <a:pt x="8713107" y="987031"/>
                </a:lnTo>
                <a:lnTo>
                  <a:pt x="8805814" y="997268"/>
                </a:lnTo>
                <a:lnTo>
                  <a:pt x="8841548" y="941189"/>
                </a:lnTo>
                <a:close/>
                <a:moveTo>
                  <a:pt x="8433227" y="932572"/>
                </a:moveTo>
                <a:lnTo>
                  <a:pt x="8359645" y="937731"/>
                </a:lnTo>
                <a:lnTo>
                  <a:pt x="8319679" y="972233"/>
                </a:lnTo>
                <a:lnTo>
                  <a:pt x="8393782" y="969536"/>
                </a:lnTo>
                <a:close/>
                <a:moveTo>
                  <a:pt x="8648291" y="926794"/>
                </a:moveTo>
                <a:lnTo>
                  <a:pt x="8639301" y="936672"/>
                </a:lnTo>
                <a:lnTo>
                  <a:pt x="8609521" y="975592"/>
                </a:lnTo>
                <a:lnTo>
                  <a:pt x="8698340" y="985400"/>
                </a:lnTo>
                <a:lnTo>
                  <a:pt x="8736133" y="931399"/>
                </a:lnTo>
                <a:lnTo>
                  <a:pt x="8694174" y="927502"/>
                </a:lnTo>
                <a:close/>
                <a:moveTo>
                  <a:pt x="8533752" y="925525"/>
                </a:moveTo>
                <a:lnTo>
                  <a:pt x="8453712" y="931136"/>
                </a:lnTo>
                <a:lnTo>
                  <a:pt x="8413437" y="968821"/>
                </a:lnTo>
                <a:lnTo>
                  <a:pt x="8433707" y="968083"/>
                </a:lnTo>
                <a:lnTo>
                  <a:pt x="8490915" y="970026"/>
                </a:lnTo>
                <a:lnTo>
                  <a:pt x="8496916" y="962843"/>
                </a:lnTo>
                <a:close/>
                <a:moveTo>
                  <a:pt x="8551179" y="925294"/>
                </a:moveTo>
                <a:lnTo>
                  <a:pt x="8506962" y="970161"/>
                </a:lnTo>
                <a:lnTo>
                  <a:pt x="8506628" y="970560"/>
                </a:lnTo>
                <a:lnTo>
                  <a:pt x="8589398" y="973370"/>
                </a:lnTo>
                <a:lnTo>
                  <a:pt x="8595003" y="973989"/>
                </a:lnTo>
                <a:lnTo>
                  <a:pt x="8629751" y="928734"/>
                </a:lnTo>
                <a:lnTo>
                  <a:pt x="8631750" y="926538"/>
                </a:lnTo>
                <a:close/>
                <a:moveTo>
                  <a:pt x="9228151" y="920783"/>
                </a:moveTo>
                <a:lnTo>
                  <a:pt x="9225636" y="926177"/>
                </a:lnTo>
                <a:lnTo>
                  <a:pt x="9198592" y="992237"/>
                </a:lnTo>
                <a:lnTo>
                  <a:pt x="9271730" y="1010490"/>
                </a:lnTo>
                <a:lnTo>
                  <a:pt x="9305663" y="1021581"/>
                </a:lnTo>
                <a:lnTo>
                  <a:pt x="9332969" y="945434"/>
                </a:lnTo>
                <a:close/>
                <a:moveTo>
                  <a:pt x="8305936" y="913673"/>
                </a:moveTo>
                <a:lnTo>
                  <a:pt x="8248419" y="928814"/>
                </a:lnTo>
                <a:lnTo>
                  <a:pt x="8224096" y="943131"/>
                </a:lnTo>
                <a:lnTo>
                  <a:pt x="8269115" y="936961"/>
                </a:lnTo>
                <a:close/>
                <a:moveTo>
                  <a:pt x="9114412" y="901532"/>
                </a:moveTo>
                <a:lnTo>
                  <a:pt x="9086351" y="955339"/>
                </a:lnTo>
                <a:lnTo>
                  <a:pt x="9081985" y="964795"/>
                </a:lnTo>
                <a:lnTo>
                  <a:pt x="9103668" y="968548"/>
                </a:lnTo>
                <a:lnTo>
                  <a:pt x="9185487" y="988967"/>
                </a:lnTo>
                <a:lnTo>
                  <a:pt x="9213559" y="920301"/>
                </a:lnTo>
                <a:lnTo>
                  <a:pt x="9214801" y="917644"/>
                </a:lnTo>
                <a:lnTo>
                  <a:pt x="9209218" y="916331"/>
                </a:lnTo>
                <a:close/>
                <a:moveTo>
                  <a:pt x="8396542" y="896698"/>
                </a:moveTo>
                <a:lnTo>
                  <a:pt x="8340603" y="906794"/>
                </a:lnTo>
                <a:lnTo>
                  <a:pt x="8299833" y="932750"/>
                </a:lnTo>
                <a:lnTo>
                  <a:pt x="8356112" y="925036"/>
                </a:lnTo>
                <a:lnTo>
                  <a:pt x="8359224" y="922347"/>
                </a:lnTo>
                <a:close/>
                <a:moveTo>
                  <a:pt x="9006491" y="885594"/>
                </a:moveTo>
                <a:lnTo>
                  <a:pt x="8971759" y="945715"/>
                </a:lnTo>
                <a:lnTo>
                  <a:pt x="9069972" y="962715"/>
                </a:lnTo>
                <a:lnTo>
                  <a:pt x="9075499" y="950781"/>
                </a:lnTo>
                <a:lnTo>
                  <a:pt x="9102095" y="899610"/>
                </a:lnTo>
                <a:lnTo>
                  <a:pt x="9017814" y="886454"/>
                </a:lnTo>
                <a:close/>
                <a:moveTo>
                  <a:pt x="8350768" y="885318"/>
                </a:moveTo>
                <a:lnTo>
                  <a:pt x="8330510" y="891194"/>
                </a:lnTo>
                <a:lnTo>
                  <a:pt x="8296381" y="906244"/>
                </a:lnTo>
                <a:lnTo>
                  <a:pt x="8328904" y="899146"/>
                </a:lnTo>
                <a:close/>
                <a:moveTo>
                  <a:pt x="8483749" y="885229"/>
                </a:moveTo>
                <a:lnTo>
                  <a:pt x="8436737" y="889444"/>
                </a:lnTo>
                <a:lnTo>
                  <a:pt x="8425189" y="891528"/>
                </a:lnTo>
                <a:lnTo>
                  <a:pt x="8381379" y="921590"/>
                </a:lnTo>
                <a:lnTo>
                  <a:pt x="8448929" y="917859"/>
                </a:lnTo>
                <a:close/>
                <a:moveTo>
                  <a:pt x="8897614" y="877319"/>
                </a:moveTo>
                <a:lnTo>
                  <a:pt x="8863496" y="930882"/>
                </a:lnTo>
                <a:lnTo>
                  <a:pt x="8912537" y="935463"/>
                </a:lnTo>
                <a:lnTo>
                  <a:pt x="8957756" y="943291"/>
                </a:lnTo>
                <a:lnTo>
                  <a:pt x="8991735" y="884472"/>
                </a:lnTo>
                <a:close/>
                <a:moveTo>
                  <a:pt x="8582244" y="876400"/>
                </a:moveTo>
                <a:lnTo>
                  <a:pt x="8508057" y="883050"/>
                </a:lnTo>
                <a:lnTo>
                  <a:pt x="8493772" y="893654"/>
                </a:lnTo>
                <a:lnTo>
                  <a:pt x="8469093" y="916745"/>
                </a:lnTo>
                <a:lnTo>
                  <a:pt x="8541706" y="912735"/>
                </a:lnTo>
                <a:lnTo>
                  <a:pt x="8546304" y="912810"/>
                </a:lnTo>
                <a:close/>
                <a:moveTo>
                  <a:pt x="8682902" y="870348"/>
                </a:moveTo>
                <a:lnTo>
                  <a:pt x="8648868" y="870427"/>
                </a:lnTo>
                <a:lnTo>
                  <a:pt x="8601024" y="874716"/>
                </a:lnTo>
                <a:lnTo>
                  <a:pt x="8563209" y="913086"/>
                </a:lnTo>
                <a:lnTo>
                  <a:pt x="8642810" y="914388"/>
                </a:lnTo>
                <a:close/>
                <a:moveTo>
                  <a:pt x="8782399" y="870117"/>
                </a:moveTo>
                <a:lnTo>
                  <a:pt x="8699700" y="870309"/>
                </a:lnTo>
                <a:lnTo>
                  <a:pt x="8659336" y="914659"/>
                </a:lnTo>
                <a:lnTo>
                  <a:pt x="8696312" y="915264"/>
                </a:lnTo>
                <a:lnTo>
                  <a:pt x="8744289" y="919746"/>
                </a:lnTo>
                <a:lnTo>
                  <a:pt x="8762216" y="894131"/>
                </a:lnTo>
                <a:close/>
                <a:moveTo>
                  <a:pt x="8802260" y="870071"/>
                </a:moveTo>
                <a:lnTo>
                  <a:pt x="8799270" y="870078"/>
                </a:lnTo>
                <a:lnTo>
                  <a:pt x="8772882" y="901573"/>
                </a:lnTo>
                <a:lnTo>
                  <a:pt x="8759197" y="921138"/>
                </a:lnTo>
                <a:lnTo>
                  <a:pt x="8848981" y="929526"/>
                </a:lnTo>
                <a:lnTo>
                  <a:pt x="8882958" y="876205"/>
                </a:lnTo>
                <a:close/>
                <a:moveTo>
                  <a:pt x="9380613" y="865618"/>
                </a:moveTo>
                <a:lnTo>
                  <a:pt x="9352567" y="938084"/>
                </a:lnTo>
                <a:lnTo>
                  <a:pt x="9383915" y="945462"/>
                </a:lnTo>
                <a:lnTo>
                  <a:pt x="9459213" y="969307"/>
                </a:lnTo>
                <a:lnTo>
                  <a:pt x="9486135" y="888845"/>
                </a:lnTo>
                <a:close/>
                <a:moveTo>
                  <a:pt x="8453169" y="857779"/>
                </a:moveTo>
                <a:lnTo>
                  <a:pt x="8428156" y="862872"/>
                </a:lnTo>
                <a:lnTo>
                  <a:pt x="8406334" y="869201"/>
                </a:lnTo>
                <a:lnTo>
                  <a:pt x="8379584" y="881976"/>
                </a:lnTo>
                <a:lnTo>
                  <a:pt x="8364982" y="891273"/>
                </a:lnTo>
                <a:lnTo>
                  <a:pt x="8410376" y="881366"/>
                </a:lnTo>
                <a:lnTo>
                  <a:pt x="8420378" y="880316"/>
                </a:lnTo>
                <a:close/>
                <a:moveTo>
                  <a:pt x="9263862" y="844190"/>
                </a:moveTo>
                <a:lnTo>
                  <a:pt x="9233185" y="909986"/>
                </a:lnTo>
                <a:lnTo>
                  <a:pt x="9336925" y="934403"/>
                </a:lnTo>
                <a:lnTo>
                  <a:pt x="9352751" y="890270"/>
                </a:lnTo>
                <a:lnTo>
                  <a:pt x="9364458" y="862062"/>
                </a:lnTo>
                <a:lnTo>
                  <a:pt x="9316875" y="851588"/>
                </a:lnTo>
                <a:close/>
                <a:moveTo>
                  <a:pt x="8545559" y="838967"/>
                </a:moveTo>
                <a:lnTo>
                  <a:pt x="8483319" y="851640"/>
                </a:lnTo>
                <a:lnTo>
                  <a:pt x="8445347" y="877695"/>
                </a:lnTo>
                <a:lnTo>
                  <a:pt x="8501340" y="871819"/>
                </a:lnTo>
                <a:close/>
                <a:moveTo>
                  <a:pt x="8492859" y="830500"/>
                </a:moveTo>
                <a:lnTo>
                  <a:pt x="8477121" y="835396"/>
                </a:lnTo>
                <a:lnTo>
                  <a:pt x="8461438" y="842886"/>
                </a:lnTo>
                <a:lnTo>
                  <a:pt x="8480052" y="839302"/>
                </a:lnTo>
                <a:close/>
                <a:moveTo>
                  <a:pt x="8633662" y="828960"/>
                </a:moveTo>
                <a:lnTo>
                  <a:pt x="8571779" y="835747"/>
                </a:lnTo>
                <a:lnTo>
                  <a:pt x="8526784" y="869149"/>
                </a:lnTo>
                <a:lnTo>
                  <a:pt x="8596638" y="861817"/>
                </a:lnTo>
                <a:lnTo>
                  <a:pt x="8611769" y="846489"/>
                </a:lnTo>
                <a:close/>
                <a:moveTo>
                  <a:pt x="9152426" y="828639"/>
                </a:moveTo>
                <a:lnTo>
                  <a:pt x="9120147" y="890535"/>
                </a:lnTo>
                <a:lnTo>
                  <a:pt x="9210087" y="904549"/>
                </a:lnTo>
                <a:lnTo>
                  <a:pt x="9219850" y="906847"/>
                </a:lnTo>
                <a:lnTo>
                  <a:pt x="9250048" y="842262"/>
                </a:lnTo>
                <a:close/>
                <a:moveTo>
                  <a:pt x="9045845" y="820164"/>
                </a:moveTo>
                <a:lnTo>
                  <a:pt x="9037314" y="832239"/>
                </a:lnTo>
                <a:lnTo>
                  <a:pt x="9013021" y="874290"/>
                </a:lnTo>
                <a:lnTo>
                  <a:pt x="9018613" y="874715"/>
                </a:lnTo>
                <a:lnTo>
                  <a:pt x="9107811" y="888613"/>
                </a:lnTo>
                <a:lnTo>
                  <a:pt x="9139891" y="826890"/>
                </a:lnTo>
                <a:lnTo>
                  <a:pt x="9125400" y="824868"/>
                </a:lnTo>
                <a:close/>
                <a:moveTo>
                  <a:pt x="8730220" y="818369"/>
                </a:moveTo>
                <a:lnTo>
                  <a:pt x="8656027" y="826507"/>
                </a:lnTo>
                <a:lnTo>
                  <a:pt x="8620330" y="855126"/>
                </a:lnTo>
                <a:lnTo>
                  <a:pt x="8615202" y="860329"/>
                </a:lnTo>
                <a:lnTo>
                  <a:pt x="8692775" y="859503"/>
                </a:lnTo>
                <a:close/>
                <a:moveTo>
                  <a:pt x="8944966" y="814199"/>
                </a:moveTo>
                <a:lnTo>
                  <a:pt x="8904991" y="866079"/>
                </a:lnTo>
                <a:lnTo>
                  <a:pt x="8998265" y="873168"/>
                </a:lnTo>
                <a:lnTo>
                  <a:pt x="9025779" y="825542"/>
                </a:lnTo>
                <a:lnTo>
                  <a:pt x="9030255" y="819242"/>
                </a:lnTo>
                <a:close/>
                <a:moveTo>
                  <a:pt x="8829719" y="813816"/>
                </a:moveTo>
                <a:lnTo>
                  <a:pt x="8758587" y="815258"/>
                </a:lnTo>
                <a:lnTo>
                  <a:pt x="8749160" y="816292"/>
                </a:lnTo>
                <a:lnTo>
                  <a:pt x="8747772" y="817491"/>
                </a:lnTo>
                <a:lnTo>
                  <a:pt x="8709699" y="859322"/>
                </a:lnTo>
                <a:lnTo>
                  <a:pt x="8792210" y="858443"/>
                </a:lnTo>
                <a:close/>
                <a:moveTo>
                  <a:pt x="8910710" y="812173"/>
                </a:moveTo>
                <a:lnTo>
                  <a:pt x="8846698" y="813471"/>
                </a:lnTo>
                <a:lnTo>
                  <a:pt x="8808750" y="858764"/>
                </a:lnTo>
                <a:lnTo>
                  <a:pt x="8890130" y="864949"/>
                </a:lnTo>
                <a:lnTo>
                  <a:pt x="8893191" y="860146"/>
                </a:lnTo>
                <a:lnTo>
                  <a:pt x="8929293" y="813272"/>
                </a:lnTo>
                <a:close/>
                <a:moveTo>
                  <a:pt x="8595924" y="801549"/>
                </a:moveTo>
                <a:lnTo>
                  <a:pt x="8563221" y="808610"/>
                </a:lnTo>
                <a:lnTo>
                  <a:pt x="8556206" y="810793"/>
                </a:lnTo>
                <a:lnTo>
                  <a:pt x="8513381" y="832886"/>
                </a:lnTo>
                <a:lnTo>
                  <a:pt x="8564095" y="823123"/>
                </a:lnTo>
                <a:lnTo>
                  <a:pt x="8567368" y="822765"/>
                </a:lnTo>
                <a:close/>
                <a:moveTo>
                  <a:pt x="9411795" y="785053"/>
                </a:moveTo>
                <a:lnTo>
                  <a:pt x="9385160" y="853872"/>
                </a:lnTo>
                <a:lnTo>
                  <a:pt x="9490109" y="876968"/>
                </a:lnTo>
                <a:lnTo>
                  <a:pt x="9514175" y="805044"/>
                </a:lnTo>
                <a:lnTo>
                  <a:pt x="9425154" y="786721"/>
                </a:lnTo>
                <a:close/>
                <a:moveTo>
                  <a:pt x="8692430" y="781906"/>
                </a:moveTo>
                <a:lnTo>
                  <a:pt x="8679700" y="783461"/>
                </a:lnTo>
                <a:lnTo>
                  <a:pt x="8627840" y="794658"/>
                </a:lnTo>
                <a:lnTo>
                  <a:pt x="8624791" y="796395"/>
                </a:lnTo>
                <a:lnTo>
                  <a:pt x="8593054" y="819954"/>
                </a:lnTo>
                <a:lnTo>
                  <a:pt x="8653117" y="813383"/>
                </a:lnTo>
                <a:close/>
                <a:moveTo>
                  <a:pt x="8637431" y="774115"/>
                </a:moveTo>
                <a:lnTo>
                  <a:pt x="8607710" y="784222"/>
                </a:lnTo>
                <a:lnTo>
                  <a:pt x="8598879" y="788778"/>
                </a:lnTo>
                <a:lnTo>
                  <a:pt x="8618887" y="784691"/>
                </a:lnTo>
                <a:close/>
                <a:moveTo>
                  <a:pt x="8782873" y="770859"/>
                </a:moveTo>
                <a:lnTo>
                  <a:pt x="8715114" y="779135"/>
                </a:lnTo>
                <a:lnTo>
                  <a:pt x="8675443" y="810940"/>
                </a:lnTo>
                <a:lnTo>
                  <a:pt x="8741056" y="803761"/>
                </a:lnTo>
                <a:lnTo>
                  <a:pt x="8744811" y="803672"/>
                </a:lnTo>
                <a:close/>
                <a:moveTo>
                  <a:pt x="9298055" y="770853"/>
                </a:moveTo>
                <a:lnTo>
                  <a:pt x="9269373" y="832370"/>
                </a:lnTo>
                <a:lnTo>
                  <a:pt x="9318984" y="839309"/>
                </a:lnTo>
                <a:lnTo>
                  <a:pt x="9369305" y="850383"/>
                </a:lnTo>
                <a:lnTo>
                  <a:pt x="9397177" y="783228"/>
                </a:lnTo>
                <a:close/>
                <a:moveTo>
                  <a:pt x="9192071" y="761267"/>
                </a:moveTo>
                <a:lnTo>
                  <a:pt x="9168660" y="797511"/>
                </a:lnTo>
                <a:lnTo>
                  <a:pt x="9158563" y="816872"/>
                </a:lnTo>
                <a:lnTo>
                  <a:pt x="9255576" y="830440"/>
                </a:lnTo>
                <a:lnTo>
                  <a:pt x="9284244" y="769129"/>
                </a:lnTo>
                <a:lnTo>
                  <a:pt x="9237958" y="763350"/>
                </a:lnTo>
                <a:close/>
                <a:moveTo>
                  <a:pt x="8878166" y="759219"/>
                </a:moveTo>
                <a:lnTo>
                  <a:pt x="8804899" y="768168"/>
                </a:lnTo>
                <a:lnTo>
                  <a:pt x="8764314" y="803209"/>
                </a:lnTo>
                <a:lnTo>
                  <a:pt x="8840148" y="801407"/>
                </a:lnTo>
                <a:lnTo>
                  <a:pt x="8866559" y="769983"/>
                </a:lnTo>
                <a:close/>
                <a:moveTo>
                  <a:pt x="9090709" y="756665"/>
                </a:moveTo>
                <a:lnTo>
                  <a:pt x="9054334" y="808149"/>
                </a:lnTo>
                <a:lnTo>
                  <a:pt x="9127426" y="812517"/>
                </a:lnTo>
                <a:lnTo>
                  <a:pt x="9146011" y="815116"/>
                </a:lnTo>
                <a:lnTo>
                  <a:pt x="9157869" y="792302"/>
                </a:lnTo>
                <a:lnTo>
                  <a:pt x="9178334" y="760643"/>
                </a:lnTo>
                <a:close/>
                <a:moveTo>
                  <a:pt x="8973619" y="755720"/>
                </a:moveTo>
                <a:lnTo>
                  <a:pt x="8897786" y="758243"/>
                </a:lnTo>
                <a:lnTo>
                  <a:pt x="8875935" y="778577"/>
                </a:lnTo>
                <a:lnTo>
                  <a:pt x="8857145" y="801003"/>
                </a:lnTo>
                <a:lnTo>
                  <a:pt x="8912659" y="799684"/>
                </a:lnTo>
                <a:lnTo>
                  <a:pt x="8938566" y="801232"/>
                </a:lnTo>
                <a:close/>
                <a:moveTo>
                  <a:pt x="9029169" y="753871"/>
                </a:moveTo>
                <a:lnTo>
                  <a:pt x="8990457" y="755159"/>
                </a:lnTo>
                <a:lnTo>
                  <a:pt x="8954235" y="802168"/>
                </a:lnTo>
                <a:lnTo>
                  <a:pt x="9038797" y="807221"/>
                </a:lnTo>
                <a:lnTo>
                  <a:pt x="9075218" y="755961"/>
                </a:lnTo>
                <a:close/>
                <a:moveTo>
                  <a:pt x="8737019" y="746204"/>
                </a:moveTo>
                <a:lnTo>
                  <a:pt x="8695294" y="756234"/>
                </a:lnTo>
                <a:lnTo>
                  <a:pt x="8660124" y="776268"/>
                </a:lnTo>
                <a:lnTo>
                  <a:pt x="8712948" y="765478"/>
                </a:lnTo>
                <a:close/>
                <a:moveTo>
                  <a:pt x="8833692" y="727048"/>
                </a:moveTo>
                <a:lnTo>
                  <a:pt x="8791768" y="733045"/>
                </a:lnTo>
                <a:lnTo>
                  <a:pt x="8773489" y="737438"/>
                </a:lnTo>
                <a:lnTo>
                  <a:pt x="8746339" y="754101"/>
                </a:lnTo>
                <a:lnTo>
                  <a:pt x="8735748" y="762592"/>
                </a:lnTo>
                <a:lnTo>
                  <a:pt x="8801124" y="755125"/>
                </a:lnTo>
                <a:close/>
                <a:moveTo>
                  <a:pt x="8927296" y="713660"/>
                </a:moveTo>
                <a:lnTo>
                  <a:pt x="8856266" y="723819"/>
                </a:lnTo>
                <a:lnTo>
                  <a:pt x="8822886" y="752639"/>
                </a:lnTo>
                <a:lnTo>
                  <a:pt x="8870897" y="747155"/>
                </a:lnTo>
                <a:lnTo>
                  <a:pt x="8892030" y="746363"/>
                </a:lnTo>
                <a:close/>
                <a:moveTo>
                  <a:pt x="9441727" y="713481"/>
                </a:moveTo>
                <a:lnTo>
                  <a:pt x="9433711" y="728427"/>
                </a:lnTo>
                <a:lnTo>
                  <a:pt x="9416416" y="773112"/>
                </a:lnTo>
                <a:lnTo>
                  <a:pt x="9427138" y="774442"/>
                </a:lnTo>
                <a:lnTo>
                  <a:pt x="9518145" y="793178"/>
                </a:lnTo>
                <a:lnTo>
                  <a:pt x="9540942" y="725043"/>
                </a:lnTo>
                <a:lnTo>
                  <a:pt x="9532067" y="723342"/>
                </a:lnTo>
                <a:close/>
                <a:moveTo>
                  <a:pt x="8796387" y="709322"/>
                </a:moveTo>
                <a:lnTo>
                  <a:pt x="8792866" y="710211"/>
                </a:lnTo>
                <a:lnTo>
                  <a:pt x="8764096" y="720864"/>
                </a:lnTo>
                <a:lnTo>
                  <a:pt x="8735635" y="733254"/>
                </a:lnTo>
                <a:lnTo>
                  <a:pt x="8732483" y="735049"/>
                </a:lnTo>
                <a:lnTo>
                  <a:pt x="8767488" y="727059"/>
                </a:lnTo>
                <a:close/>
                <a:moveTo>
                  <a:pt x="9020843" y="702982"/>
                </a:moveTo>
                <a:lnTo>
                  <a:pt x="8991284" y="704507"/>
                </a:lnTo>
                <a:lnTo>
                  <a:pt x="8949040" y="710550"/>
                </a:lnTo>
                <a:lnTo>
                  <a:pt x="8911331" y="745639"/>
                </a:lnTo>
                <a:lnTo>
                  <a:pt x="8983467" y="742933"/>
                </a:lnTo>
                <a:lnTo>
                  <a:pt x="8991802" y="732112"/>
                </a:lnTo>
                <a:close/>
                <a:moveTo>
                  <a:pt x="9337451" y="702715"/>
                </a:moveTo>
                <a:lnTo>
                  <a:pt x="9304126" y="759183"/>
                </a:lnTo>
                <a:lnTo>
                  <a:pt x="9402112" y="771338"/>
                </a:lnTo>
                <a:lnTo>
                  <a:pt x="9421929" y="723590"/>
                </a:lnTo>
                <a:lnTo>
                  <a:pt x="9428167" y="712001"/>
                </a:lnTo>
                <a:lnTo>
                  <a:pt x="9345114" y="702935"/>
                </a:lnTo>
                <a:close/>
                <a:moveTo>
                  <a:pt x="9231850" y="699683"/>
                </a:moveTo>
                <a:lnTo>
                  <a:pt x="9199897" y="749152"/>
                </a:lnTo>
                <a:lnTo>
                  <a:pt x="9235642" y="750689"/>
                </a:lnTo>
                <a:lnTo>
                  <a:pt x="9289764" y="757402"/>
                </a:lnTo>
                <a:lnTo>
                  <a:pt x="9322267" y="702279"/>
                </a:lnTo>
                <a:close/>
                <a:moveTo>
                  <a:pt x="9116363" y="698055"/>
                </a:moveTo>
                <a:lnTo>
                  <a:pt x="9040255" y="701981"/>
                </a:lnTo>
                <a:lnTo>
                  <a:pt x="9001479" y="740854"/>
                </a:lnTo>
                <a:lnTo>
                  <a:pt x="9000365" y="742300"/>
                </a:lnTo>
                <a:lnTo>
                  <a:pt x="9021825" y="741495"/>
                </a:lnTo>
                <a:lnTo>
                  <a:pt x="9083610" y="744151"/>
                </a:lnTo>
                <a:close/>
                <a:moveTo>
                  <a:pt x="9137372" y="696971"/>
                </a:moveTo>
                <a:lnTo>
                  <a:pt x="9133724" y="697159"/>
                </a:lnTo>
                <a:lnTo>
                  <a:pt x="9129590" y="701633"/>
                </a:lnTo>
                <a:lnTo>
                  <a:pt x="9099080" y="744817"/>
                </a:lnTo>
                <a:lnTo>
                  <a:pt x="9186144" y="748560"/>
                </a:lnTo>
                <a:lnTo>
                  <a:pt x="9217996" y="699285"/>
                </a:lnTo>
                <a:close/>
                <a:moveTo>
                  <a:pt x="8886125" y="686649"/>
                </a:moveTo>
                <a:lnTo>
                  <a:pt x="8835336" y="699481"/>
                </a:lnTo>
                <a:lnTo>
                  <a:pt x="8803968" y="718732"/>
                </a:lnTo>
                <a:lnTo>
                  <a:pt x="8827284" y="713410"/>
                </a:lnTo>
                <a:lnTo>
                  <a:pt x="8853634" y="709856"/>
                </a:lnTo>
                <a:lnTo>
                  <a:pt x="8862306" y="702380"/>
                </a:lnTo>
                <a:close/>
                <a:moveTo>
                  <a:pt x="8978250" y="666410"/>
                </a:moveTo>
                <a:lnTo>
                  <a:pt x="8942985" y="672282"/>
                </a:lnTo>
                <a:lnTo>
                  <a:pt x="8922506" y="677457"/>
                </a:lnTo>
                <a:lnTo>
                  <a:pt x="8878341" y="706524"/>
                </a:lnTo>
                <a:lnTo>
                  <a:pt x="8944633" y="697583"/>
                </a:lnTo>
                <a:close/>
                <a:moveTo>
                  <a:pt x="8932251" y="656185"/>
                </a:moveTo>
                <a:lnTo>
                  <a:pt x="8898572" y="667051"/>
                </a:lnTo>
                <a:lnTo>
                  <a:pt x="8877573" y="676929"/>
                </a:lnTo>
                <a:lnTo>
                  <a:pt x="8912041" y="669532"/>
                </a:lnTo>
                <a:close/>
                <a:moveTo>
                  <a:pt x="9587420" y="652142"/>
                </a:moveTo>
                <a:lnTo>
                  <a:pt x="9560036" y="709884"/>
                </a:lnTo>
                <a:lnTo>
                  <a:pt x="9558022" y="715459"/>
                </a:lnTo>
                <a:lnTo>
                  <a:pt x="9729591" y="748362"/>
                </a:lnTo>
                <a:cubicBezTo>
                  <a:pt x="10179737" y="855984"/>
                  <a:pt x="10579126" y="1101524"/>
                  <a:pt x="10845665" y="1439365"/>
                </a:cubicBezTo>
                <a:cubicBezTo>
                  <a:pt x="10873572" y="1474713"/>
                  <a:pt x="10900983" y="1511922"/>
                  <a:pt x="10927401" y="1547891"/>
                </a:cubicBezTo>
                <a:cubicBezTo>
                  <a:pt x="11001818" y="1648479"/>
                  <a:pt x="11077849" y="1752416"/>
                  <a:pt x="11175460" y="1829314"/>
                </a:cubicBezTo>
                <a:cubicBezTo>
                  <a:pt x="11270715" y="1903732"/>
                  <a:pt x="11402806" y="1933988"/>
                  <a:pt x="11482154" y="1920029"/>
                </a:cubicBezTo>
                <a:lnTo>
                  <a:pt x="11535952" y="1893613"/>
                </a:lnTo>
                <a:lnTo>
                  <a:pt x="11496262" y="1887949"/>
                </a:lnTo>
                <a:cubicBezTo>
                  <a:pt x="11440201" y="1874616"/>
                  <a:pt x="11380791" y="1849407"/>
                  <a:pt x="11328017" y="1809345"/>
                </a:cubicBezTo>
                <a:cubicBezTo>
                  <a:pt x="11222467" y="1729222"/>
                  <a:pt x="11143832" y="1618835"/>
                  <a:pt x="11066934" y="1511674"/>
                </a:cubicBezTo>
                <a:cubicBezTo>
                  <a:pt x="11041012" y="1475581"/>
                  <a:pt x="11014098" y="1438124"/>
                  <a:pt x="10986687" y="1402651"/>
                </a:cubicBezTo>
                <a:cubicBezTo>
                  <a:pt x="10676613" y="1000423"/>
                  <a:pt x="10185331" y="728922"/>
                  <a:pt x="9639972" y="657729"/>
                </a:cubicBezTo>
                <a:close/>
                <a:moveTo>
                  <a:pt x="9071561" y="652111"/>
                </a:moveTo>
                <a:lnTo>
                  <a:pt x="9055607" y="653527"/>
                </a:lnTo>
                <a:lnTo>
                  <a:pt x="9003347" y="662230"/>
                </a:lnTo>
                <a:lnTo>
                  <a:pt x="8993406" y="669265"/>
                </a:lnTo>
                <a:lnTo>
                  <a:pt x="8966084" y="694689"/>
                </a:lnTo>
                <a:lnTo>
                  <a:pt x="8980213" y="692784"/>
                </a:lnTo>
                <a:lnTo>
                  <a:pt x="9034010" y="689776"/>
                </a:lnTo>
                <a:close/>
                <a:moveTo>
                  <a:pt x="9165850" y="643744"/>
                </a:moveTo>
                <a:lnTo>
                  <a:pt x="9091791" y="650316"/>
                </a:lnTo>
                <a:lnTo>
                  <a:pt x="9053518" y="688685"/>
                </a:lnTo>
                <a:lnTo>
                  <a:pt x="9128001" y="684521"/>
                </a:lnTo>
                <a:close/>
                <a:moveTo>
                  <a:pt x="9479750" y="642588"/>
                </a:moveTo>
                <a:lnTo>
                  <a:pt x="9448149" y="701507"/>
                </a:lnTo>
                <a:lnTo>
                  <a:pt x="9533803" y="710815"/>
                </a:lnTo>
                <a:lnTo>
                  <a:pt x="9544986" y="712959"/>
                </a:lnTo>
                <a:lnTo>
                  <a:pt x="9547680" y="704907"/>
                </a:lnTo>
                <a:lnTo>
                  <a:pt x="9573431" y="650655"/>
                </a:lnTo>
                <a:lnTo>
                  <a:pt x="9516249" y="644576"/>
                </a:lnTo>
                <a:close/>
                <a:moveTo>
                  <a:pt x="9261151" y="638396"/>
                </a:moveTo>
                <a:lnTo>
                  <a:pt x="9222007" y="638761"/>
                </a:lnTo>
                <a:lnTo>
                  <a:pt x="9184619" y="642078"/>
                </a:lnTo>
                <a:lnTo>
                  <a:pt x="9145123" y="684823"/>
                </a:lnTo>
                <a:lnTo>
                  <a:pt x="9225966" y="686956"/>
                </a:lnTo>
                <a:lnTo>
                  <a:pt x="9245633" y="656531"/>
                </a:lnTo>
                <a:close/>
                <a:moveTo>
                  <a:pt x="9360480" y="637472"/>
                </a:moveTo>
                <a:lnTo>
                  <a:pt x="9276745" y="638251"/>
                </a:lnTo>
                <a:lnTo>
                  <a:pt x="9255487" y="663089"/>
                </a:lnTo>
                <a:lnTo>
                  <a:pt x="9239834" y="687322"/>
                </a:lnTo>
                <a:lnTo>
                  <a:pt x="9329688" y="689693"/>
                </a:lnTo>
                <a:close/>
                <a:moveTo>
                  <a:pt x="9382131" y="637270"/>
                </a:moveTo>
                <a:lnTo>
                  <a:pt x="9376040" y="637327"/>
                </a:lnTo>
                <a:lnTo>
                  <a:pt x="9344792" y="690275"/>
                </a:lnTo>
                <a:lnTo>
                  <a:pt x="9434606" y="700035"/>
                </a:lnTo>
                <a:lnTo>
                  <a:pt x="9465931" y="641835"/>
                </a:lnTo>
                <a:close/>
                <a:moveTo>
                  <a:pt x="9026672" y="630490"/>
                </a:moveTo>
                <a:lnTo>
                  <a:pt x="8986899" y="638552"/>
                </a:lnTo>
                <a:lnTo>
                  <a:pt x="8978224" y="641352"/>
                </a:lnTo>
                <a:lnTo>
                  <a:pt x="8974497" y="643238"/>
                </a:lnTo>
                <a:lnTo>
                  <a:pt x="8945435" y="662365"/>
                </a:lnTo>
                <a:lnTo>
                  <a:pt x="8997479" y="651196"/>
                </a:lnTo>
                <a:close/>
                <a:moveTo>
                  <a:pt x="9111695" y="613255"/>
                </a:moveTo>
                <a:lnTo>
                  <a:pt x="9056839" y="624375"/>
                </a:lnTo>
                <a:lnTo>
                  <a:pt x="9025953" y="646232"/>
                </a:lnTo>
                <a:lnTo>
                  <a:pt x="9083354" y="640283"/>
                </a:lnTo>
                <a:lnTo>
                  <a:pt x="9105901" y="617668"/>
                </a:lnTo>
                <a:close/>
                <a:moveTo>
                  <a:pt x="9074798" y="596354"/>
                </a:moveTo>
                <a:lnTo>
                  <a:pt x="9049650" y="605192"/>
                </a:lnTo>
                <a:lnTo>
                  <a:pt x="9030301" y="614987"/>
                </a:lnTo>
                <a:lnTo>
                  <a:pt x="9051570" y="608925"/>
                </a:lnTo>
                <a:lnTo>
                  <a:pt x="9058815" y="607691"/>
                </a:lnTo>
                <a:close/>
                <a:moveTo>
                  <a:pt x="9211351" y="594723"/>
                </a:moveTo>
                <a:lnTo>
                  <a:pt x="9197855" y="595789"/>
                </a:lnTo>
                <a:lnTo>
                  <a:pt x="9141084" y="607298"/>
                </a:lnTo>
                <a:lnTo>
                  <a:pt x="9114583" y="627467"/>
                </a:lnTo>
                <a:lnTo>
                  <a:pt x="9103926" y="638151"/>
                </a:lnTo>
                <a:lnTo>
                  <a:pt x="9178185" y="630454"/>
                </a:lnTo>
                <a:close/>
                <a:moveTo>
                  <a:pt x="9304840" y="587336"/>
                </a:moveTo>
                <a:lnTo>
                  <a:pt x="9229717" y="593272"/>
                </a:lnTo>
                <a:lnTo>
                  <a:pt x="9197179" y="628486"/>
                </a:lnTo>
                <a:lnTo>
                  <a:pt x="9202522" y="627932"/>
                </a:lnTo>
                <a:lnTo>
                  <a:pt x="9270910" y="626991"/>
                </a:lnTo>
                <a:close/>
                <a:moveTo>
                  <a:pt x="9620227" y="582962"/>
                </a:moveTo>
                <a:lnTo>
                  <a:pt x="9592846" y="640699"/>
                </a:lnTo>
                <a:lnTo>
                  <a:pt x="9641585" y="645823"/>
                </a:lnTo>
                <a:cubicBezTo>
                  <a:pt x="10190168" y="717512"/>
                  <a:pt x="10683434" y="990749"/>
                  <a:pt x="10996485" y="1395458"/>
                </a:cubicBezTo>
                <a:cubicBezTo>
                  <a:pt x="11024020" y="1431054"/>
                  <a:pt x="11050934" y="1468511"/>
                  <a:pt x="11076980" y="1504852"/>
                </a:cubicBezTo>
                <a:cubicBezTo>
                  <a:pt x="11153383" y="1610773"/>
                  <a:pt x="11232265" y="1720416"/>
                  <a:pt x="11335582" y="1799546"/>
                </a:cubicBezTo>
                <a:cubicBezTo>
                  <a:pt x="11438899" y="1878677"/>
                  <a:pt x="11566030" y="1897406"/>
                  <a:pt x="11642060" y="1883142"/>
                </a:cubicBezTo>
                <a:cubicBezTo>
                  <a:pt x="11660665" y="1879670"/>
                  <a:pt x="11676509" y="1874243"/>
                  <a:pt x="11689284" y="1867081"/>
                </a:cubicBezTo>
                <a:lnTo>
                  <a:pt x="11697242" y="1859765"/>
                </a:lnTo>
                <a:lnTo>
                  <a:pt x="11649502" y="1853407"/>
                </a:lnTo>
                <a:cubicBezTo>
                  <a:pt x="11591673" y="1839733"/>
                  <a:pt x="11534526" y="1814369"/>
                  <a:pt x="11487643" y="1779578"/>
                </a:cubicBezTo>
                <a:cubicBezTo>
                  <a:pt x="11377257" y="1697222"/>
                  <a:pt x="11295397" y="1581131"/>
                  <a:pt x="11216390" y="1469504"/>
                </a:cubicBezTo>
                <a:cubicBezTo>
                  <a:pt x="11190592" y="1432295"/>
                  <a:pt x="11163925" y="1395086"/>
                  <a:pt x="11136763" y="1359242"/>
                </a:cubicBezTo>
                <a:cubicBezTo>
                  <a:pt x="10822968" y="944362"/>
                  <a:pt x="10303532" y="658102"/>
                  <a:pt x="9747631" y="593483"/>
                </a:cubicBezTo>
                <a:close/>
                <a:moveTo>
                  <a:pt x="9402405" y="579628"/>
                </a:moveTo>
                <a:lnTo>
                  <a:pt x="9321446" y="586024"/>
                </a:lnTo>
                <a:lnTo>
                  <a:pt x="9286567" y="626775"/>
                </a:lnTo>
                <a:lnTo>
                  <a:pt x="9367444" y="625662"/>
                </a:lnTo>
                <a:lnTo>
                  <a:pt x="9371885" y="618130"/>
                </a:lnTo>
                <a:close/>
                <a:moveTo>
                  <a:pt x="9515316" y="579046"/>
                </a:moveTo>
                <a:lnTo>
                  <a:pt x="9509771" y="586614"/>
                </a:lnTo>
                <a:lnTo>
                  <a:pt x="9485935" y="631056"/>
                </a:lnTo>
                <a:lnTo>
                  <a:pt x="9517073" y="632734"/>
                </a:lnTo>
                <a:lnTo>
                  <a:pt x="9578855" y="639229"/>
                </a:lnTo>
                <a:lnTo>
                  <a:pt x="9606116" y="581797"/>
                </a:lnTo>
                <a:lnTo>
                  <a:pt x="9583758" y="579950"/>
                </a:lnTo>
                <a:close/>
                <a:moveTo>
                  <a:pt x="9424892" y="577851"/>
                </a:moveTo>
                <a:lnTo>
                  <a:pt x="9420633" y="578188"/>
                </a:lnTo>
                <a:lnTo>
                  <a:pt x="9383139" y="625518"/>
                </a:lnTo>
                <a:lnTo>
                  <a:pt x="9472132" y="630313"/>
                </a:lnTo>
                <a:lnTo>
                  <a:pt x="9499108" y="580191"/>
                </a:lnTo>
                <a:lnTo>
                  <a:pt x="9500098" y="578845"/>
                </a:lnTo>
                <a:close/>
                <a:moveTo>
                  <a:pt x="9167698" y="570603"/>
                </a:moveTo>
                <a:lnTo>
                  <a:pt x="9124019" y="581495"/>
                </a:lnTo>
                <a:lnTo>
                  <a:pt x="9095385" y="597097"/>
                </a:lnTo>
                <a:lnTo>
                  <a:pt x="9087263" y="602844"/>
                </a:lnTo>
                <a:lnTo>
                  <a:pt x="9136343" y="594482"/>
                </a:lnTo>
                <a:close/>
                <a:moveTo>
                  <a:pt x="9261632" y="549937"/>
                </a:moveTo>
                <a:lnTo>
                  <a:pt x="9236784" y="553374"/>
                </a:lnTo>
                <a:lnTo>
                  <a:pt x="9199825" y="562591"/>
                </a:lnTo>
                <a:lnTo>
                  <a:pt x="9164146" y="589746"/>
                </a:lnTo>
                <a:lnTo>
                  <a:pt x="9225706" y="579258"/>
                </a:lnTo>
                <a:lnTo>
                  <a:pt x="9229311" y="575374"/>
                </a:lnTo>
                <a:close/>
                <a:moveTo>
                  <a:pt x="9210536" y="538814"/>
                </a:moveTo>
                <a:lnTo>
                  <a:pt x="9183303" y="549195"/>
                </a:lnTo>
                <a:lnTo>
                  <a:pt x="9165937" y="558657"/>
                </a:lnTo>
                <a:lnTo>
                  <a:pt x="9190247" y="553428"/>
                </a:lnTo>
                <a:lnTo>
                  <a:pt x="9205746" y="541625"/>
                </a:lnTo>
                <a:close/>
                <a:moveTo>
                  <a:pt x="9346941" y="538134"/>
                </a:moveTo>
                <a:lnTo>
                  <a:pt x="9285886" y="546581"/>
                </a:lnTo>
                <a:lnTo>
                  <a:pt x="9247108" y="577104"/>
                </a:lnTo>
                <a:lnTo>
                  <a:pt x="9317811" y="572178"/>
                </a:lnTo>
                <a:close/>
                <a:moveTo>
                  <a:pt x="9446180" y="524404"/>
                </a:moveTo>
                <a:lnTo>
                  <a:pt x="9366810" y="535385"/>
                </a:lnTo>
                <a:lnTo>
                  <a:pt x="9359542" y="541514"/>
                </a:lnTo>
                <a:lnTo>
                  <a:pt x="9334279" y="571030"/>
                </a:lnTo>
                <a:lnTo>
                  <a:pt x="9413601" y="565503"/>
                </a:lnTo>
                <a:close/>
                <a:moveTo>
                  <a:pt x="9542504" y="521166"/>
                </a:moveTo>
                <a:lnTo>
                  <a:pt x="9464495" y="522820"/>
                </a:lnTo>
                <a:lnTo>
                  <a:pt x="9431172" y="564884"/>
                </a:lnTo>
                <a:lnTo>
                  <a:pt x="9509612" y="565904"/>
                </a:lnTo>
                <a:close/>
                <a:moveTo>
                  <a:pt x="9641841" y="519060"/>
                </a:moveTo>
                <a:lnTo>
                  <a:pt x="9557960" y="520838"/>
                </a:lnTo>
                <a:lnTo>
                  <a:pt x="9524799" y="566102"/>
                </a:lnTo>
                <a:lnTo>
                  <a:pt x="9583800" y="566869"/>
                </a:lnTo>
                <a:lnTo>
                  <a:pt x="9612095" y="569201"/>
                </a:lnTo>
                <a:lnTo>
                  <a:pt x="9621468" y="549453"/>
                </a:lnTo>
                <a:close/>
                <a:moveTo>
                  <a:pt x="9690987" y="518018"/>
                </a:moveTo>
                <a:lnTo>
                  <a:pt x="9657874" y="518720"/>
                </a:lnTo>
                <a:lnTo>
                  <a:pt x="9633233" y="555537"/>
                </a:lnTo>
                <a:lnTo>
                  <a:pt x="9626202" y="570363"/>
                </a:lnTo>
                <a:lnTo>
                  <a:pt x="9748747" y="580459"/>
                </a:lnTo>
                <a:cubicBezTo>
                  <a:pt x="10308245" y="645327"/>
                  <a:pt x="10830906" y="933448"/>
                  <a:pt x="11146686" y="1351056"/>
                </a:cubicBezTo>
                <a:cubicBezTo>
                  <a:pt x="11173972" y="1387148"/>
                  <a:pt x="11200638" y="1425474"/>
                  <a:pt x="11226437" y="1461566"/>
                </a:cubicBezTo>
                <a:cubicBezTo>
                  <a:pt x="11305071" y="1573193"/>
                  <a:pt x="11386310" y="1688168"/>
                  <a:pt x="11495085" y="1769160"/>
                </a:cubicBezTo>
                <a:cubicBezTo>
                  <a:pt x="11548169" y="1808601"/>
                  <a:pt x="11607921" y="1832198"/>
                  <a:pt x="11664199" y="1843577"/>
                </a:cubicBezTo>
                <a:lnTo>
                  <a:pt x="11709712" y="1848301"/>
                </a:lnTo>
                <a:lnTo>
                  <a:pt x="11718089" y="1840600"/>
                </a:lnTo>
                <a:lnTo>
                  <a:pt x="11728756" y="1847050"/>
                </a:lnTo>
                <a:lnTo>
                  <a:pt x="11725637" y="1849955"/>
                </a:lnTo>
                <a:lnTo>
                  <a:pt x="11744745" y="1851938"/>
                </a:lnTo>
                <a:cubicBezTo>
                  <a:pt x="11769880" y="1851973"/>
                  <a:pt x="11792880" y="1849407"/>
                  <a:pt x="11812477" y="1844694"/>
                </a:cubicBezTo>
                <a:lnTo>
                  <a:pt x="11855191" y="1826994"/>
                </a:lnTo>
                <a:lnTo>
                  <a:pt x="11814151" y="1822834"/>
                </a:lnTo>
                <a:cubicBezTo>
                  <a:pt x="11754462" y="1810462"/>
                  <a:pt x="11695454" y="1785718"/>
                  <a:pt x="11647021" y="1750803"/>
                </a:cubicBezTo>
                <a:cubicBezTo>
                  <a:pt x="11531053" y="1666587"/>
                  <a:pt x="11446961" y="1545038"/>
                  <a:pt x="11365722" y="1427458"/>
                </a:cubicBezTo>
                <a:cubicBezTo>
                  <a:pt x="11340047" y="1390249"/>
                  <a:pt x="11313629" y="1352172"/>
                  <a:pt x="11286715" y="1315831"/>
                </a:cubicBezTo>
                <a:cubicBezTo>
                  <a:pt x="10964238" y="881727"/>
                  <a:pt x="10429298" y="587653"/>
                  <a:pt x="9854297" y="529111"/>
                </a:cubicBezTo>
                <a:cubicBezTo>
                  <a:pt x="9799057" y="523468"/>
                  <a:pt x="9744573" y="519780"/>
                  <a:pt x="9690987" y="518018"/>
                </a:cubicBezTo>
                <a:close/>
                <a:moveTo>
                  <a:pt x="9311764" y="510481"/>
                </a:moveTo>
                <a:lnTo>
                  <a:pt x="9260773" y="524484"/>
                </a:lnTo>
                <a:lnTo>
                  <a:pt x="9223635" y="546248"/>
                </a:lnTo>
                <a:lnTo>
                  <a:pt x="9282367" y="533618"/>
                </a:lnTo>
                <a:close/>
                <a:moveTo>
                  <a:pt x="9400236" y="491956"/>
                </a:moveTo>
                <a:lnTo>
                  <a:pt x="9350177" y="499933"/>
                </a:lnTo>
                <a:lnTo>
                  <a:pt x="9342459" y="502052"/>
                </a:lnTo>
                <a:lnTo>
                  <a:pt x="9309235" y="528203"/>
                </a:lnTo>
                <a:lnTo>
                  <a:pt x="9364318" y="522246"/>
                </a:lnTo>
                <a:close/>
                <a:moveTo>
                  <a:pt x="9352374" y="478520"/>
                </a:moveTo>
                <a:lnTo>
                  <a:pt x="9331644" y="484737"/>
                </a:lnTo>
                <a:lnTo>
                  <a:pt x="9321383" y="488965"/>
                </a:lnTo>
                <a:lnTo>
                  <a:pt x="9300269" y="501338"/>
                </a:lnTo>
                <a:lnTo>
                  <a:pt x="9333425" y="493434"/>
                </a:lnTo>
                <a:close/>
                <a:moveTo>
                  <a:pt x="9486377" y="478229"/>
                </a:moveTo>
                <a:lnTo>
                  <a:pt x="9422524" y="488404"/>
                </a:lnTo>
                <a:lnTo>
                  <a:pt x="9385051" y="520003"/>
                </a:lnTo>
                <a:lnTo>
                  <a:pt x="9455727" y="512359"/>
                </a:lnTo>
                <a:lnTo>
                  <a:pt x="9472533" y="491158"/>
                </a:lnTo>
                <a:close/>
                <a:moveTo>
                  <a:pt x="9584033" y="464681"/>
                </a:moveTo>
                <a:lnTo>
                  <a:pt x="9567377" y="465322"/>
                </a:lnTo>
                <a:lnTo>
                  <a:pt x="9510052" y="474456"/>
                </a:lnTo>
                <a:lnTo>
                  <a:pt x="9482208" y="500460"/>
                </a:lnTo>
                <a:lnTo>
                  <a:pt x="9474380" y="510342"/>
                </a:lnTo>
                <a:lnTo>
                  <a:pt x="9493542" y="508269"/>
                </a:lnTo>
                <a:lnTo>
                  <a:pt x="9552512" y="507554"/>
                </a:lnTo>
                <a:close/>
                <a:moveTo>
                  <a:pt x="9680786" y="460959"/>
                </a:moveTo>
                <a:lnTo>
                  <a:pt x="9599538" y="464085"/>
                </a:lnTo>
                <a:lnTo>
                  <a:pt x="9567828" y="507368"/>
                </a:lnTo>
                <a:lnTo>
                  <a:pt x="9650349" y="506366"/>
                </a:lnTo>
                <a:close/>
                <a:moveTo>
                  <a:pt x="9800369" y="456359"/>
                </a:moveTo>
                <a:lnTo>
                  <a:pt x="9696947" y="460338"/>
                </a:lnTo>
                <a:lnTo>
                  <a:pt x="9666271" y="506173"/>
                </a:lnTo>
                <a:lnTo>
                  <a:pt x="9691318" y="505869"/>
                </a:lnTo>
                <a:cubicBezTo>
                  <a:pt x="9745251" y="507648"/>
                  <a:pt x="9800080" y="511375"/>
                  <a:pt x="9855661" y="517080"/>
                </a:cubicBezTo>
                <a:cubicBezTo>
                  <a:pt x="10434011" y="576118"/>
                  <a:pt x="10972672" y="872053"/>
                  <a:pt x="11296637" y="1308762"/>
                </a:cubicBezTo>
                <a:cubicBezTo>
                  <a:pt x="11323675" y="1345226"/>
                  <a:pt x="11350218" y="1383179"/>
                  <a:pt x="11375892" y="1420388"/>
                </a:cubicBezTo>
                <a:cubicBezTo>
                  <a:pt x="11456636" y="1537100"/>
                  <a:pt x="11540107" y="1657781"/>
                  <a:pt x="11654339" y="1740757"/>
                </a:cubicBezTo>
                <a:cubicBezTo>
                  <a:pt x="11701346" y="1774803"/>
                  <a:pt x="11758524" y="1798834"/>
                  <a:pt x="11816322" y="1810834"/>
                </a:cubicBezTo>
                <a:lnTo>
                  <a:pt x="11870690" y="1816351"/>
                </a:lnTo>
                <a:lnTo>
                  <a:pt x="11895205" y="1789625"/>
                </a:lnTo>
                <a:lnTo>
                  <a:pt x="11906243" y="1795082"/>
                </a:lnTo>
                <a:lnTo>
                  <a:pt x="11885760" y="1817881"/>
                </a:lnTo>
                <a:lnTo>
                  <a:pt x="11902290" y="1819558"/>
                </a:lnTo>
                <a:cubicBezTo>
                  <a:pt x="11930305" y="1819291"/>
                  <a:pt x="11957281" y="1815764"/>
                  <a:pt x="11982025" y="1808725"/>
                </a:cubicBezTo>
                <a:lnTo>
                  <a:pt x="12011774" y="1794612"/>
                </a:lnTo>
                <a:lnTo>
                  <a:pt x="11980412" y="1792338"/>
                </a:lnTo>
                <a:cubicBezTo>
                  <a:pt x="11919017" y="1781252"/>
                  <a:pt x="11858243" y="1757129"/>
                  <a:pt x="11808011" y="1721780"/>
                </a:cubicBezTo>
                <a:cubicBezTo>
                  <a:pt x="11686586" y="1635703"/>
                  <a:pt x="11600261" y="1508697"/>
                  <a:pt x="11516913" y="1385908"/>
                </a:cubicBezTo>
                <a:cubicBezTo>
                  <a:pt x="11491363" y="1348699"/>
                  <a:pt x="11465069" y="1309505"/>
                  <a:pt x="11438155" y="1272669"/>
                </a:cubicBezTo>
                <a:cubicBezTo>
                  <a:pt x="11107864" y="819216"/>
                  <a:pt x="10556428" y="517328"/>
                  <a:pt x="9963070" y="464988"/>
                </a:cubicBezTo>
                <a:cubicBezTo>
                  <a:pt x="9907970" y="460135"/>
                  <a:pt x="9853689" y="457271"/>
                  <a:pt x="9800369" y="456359"/>
                </a:cubicBezTo>
                <a:close/>
                <a:moveTo>
                  <a:pt x="9451376" y="448829"/>
                </a:moveTo>
                <a:lnTo>
                  <a:pt x="9400717" y="464022"/>
                </a:lnTo>
                <a:lnTo>
                  <a:pt x="9365728" y="483737"/>
                </a:lnTo>
                <a:lnTo>
                  <a:pt x="9362092" y="486599"/>
                </a:lnTo>
                <a:lnTo>
                  <a:pt x="9417774" y="473324"/>
                </a:lnTo>
                <a:lnTo>
                  <a:pt x="9423141" y="472640"/>
                </a:lnTo>
                <a:close/>
                <a:moveTo>
                  <a:pt x="9535753" y="432119"/>
                </a:moveTo>
                <a:lnTo>
                  <a:pt x="9476689" y="442729"/>
                </a:lnTo>
                <a:lnTo>
                  <a:pt x="9444439" y="469924"/>
                </a:lnTo>
                <a:lnTo>
                  <a:pt x="9503308" y="462418"/>
                </a:lnTo>
                <a:close/>
                <a:moveTo>
                  <a:pt x="9492270" y="418244"/>
                </a:moveTo>
                <a:lnTo>
                  <a:pt x="9467728" y="426263"/>
                </a:lnTo>
                <a:lnTo>
                  <a:pt x="9443158" y="440107"/>
                </a:lnTo>
                <a:lnTo>
                  <a:pt x="9470107" y="433033"/>
                </a:lnTo>
                <a:lnTo>
                  <a:pt x="9475964" y="428094"/>
                </a:lnTo>
                <a:close/>
                <a:moveTo>
                  <a:pt x="9629099" y="415350"/>
                </a:moveTo>
                <a:lnTo>
                  <a:pt x="9560063" y="427752"/>
                </a:lnTo>
                <a:lnTo>
                  <a:pt x="9526047" y="459519"/>
                </a:lnTo>
                <a:lnTo>
                  <a:pt x="9594219" y="450826"/>
                </a:lnTo>
                <a:lnTo>
                  <a:pt x="9595571" y="448988"/>
                </a:lnTo>
                <a:close/>
                <a:moveTo>
                  <a:pt x="9719493" y="404157"/>
                </a:moveTo>
                <a:lnTo>
                  <a:pt x="9679080" y="406371"/>
                </a:lnTo>
                <a:lnTo>
                  <a:pt x="9650020" y="411591"/>
                </a:lnTo>
                <a:lnTo>
                  <a:pt x="9612292" y="449373"/>
                </a:lnTo>
                <a:lnTo>
                  <a:pt x="9690050" y="447139"/>
                </a:lnTo>
                <a:lnTo>
                  <a:pt x="9717244" y="406569"/>
                </a:lnTo>
                <a:close/>
                <a:moveTo>
                  <a:pt x="9910416" y="393701"/>
                </a:moveTo>
                <a:lnTo>
                  <a:pt x="9738054" y="403141"/>
                </a:lnTo>
                <a:lnTo>
                  <a:pt x="9728035" y="413887"/>
                </a:lnTo>
                <a:lnTo>
                  <a:pt x="9706089" y="446678"/>
                </a:lnTo>
                <a:lnTo>
                  <a:pt x="9800245" y="443973"/>
                </a:lnTo>
                <a:cubicBezTo>
                  <a:pt x="9853937" y="444908"/>
                  <a:pt x="9908590" y="447810"/>
                  <a:pt x="9964062" y="452709"/>
                </a:cubicBezTo>
                <a:cubicBezTo>
                  <a:pt x="10561017" y="505297"/>
                  <a:pt x="11115801" y="809046"/>
                  <a:pt x="11448201" y="1265351"/>
                </a:cubicBezTo>
                <a:cubicBezTo>
                  <a:pt x="11475240" y="1302560"/>
                  <a:pt x="11501658" y="1341257"/>
                  <a:pt x="11527208" y="1378962"/>
                </a:cubicBezTo>
                <a:cubicBezTo>
                  <a:pt x="11609936" y="1500883"/>
                  <a:pt x="11695516" y="1627021"/>
                  <a:pt x="11815080" y="1711733"/>
                </a:cubicBezTo>
                <a:cubicBezTo>
                  <a:pt x="11863514" y="1746028"/>
                  <a:pt x="11922428" y="1769438"/>
                  <a:pt x="11981993" y="1780198"/>
                </a:cubicBezTo>
                <a:lnTo>
                  <a:pt x="12034175" y="1783985"/>
                </a:lnTo>
                <a:lnTo>
                  <a:pt x="12039280" y="1781563"/>
                </a:lnTo>
                <a:lnTo>
                  <a:pt x="12071610" y="1740842"/>
                </a:lnTo>
                <a:lnTo>
                  <a:pt x="12053729" y="1736060"/>
                </a:lnTo>
                <a:cubicBezTo>
                  <a:pt x="12023769" y="1724502"/>
                  <a:pt x="11995296" y="1709750"/>
                  <a:pt x="11969622" y="1692014"/>
                </a:cubicBezTo>
                <a:cubicBezTo>
                  <a:pt x="11842740" y="1604077"/>
                  <a:pt x="11754431" y="1471613"/>
                  <a:pt x="11668974" y="1343490"/>
                </a:cubicBezTo>
                <a:cubicBezTo>
                  <a:pt x="11644168" y="1305413"/>
                  <a:pt x="11617254" y="1265972"/>
                  <a:pt x="11590463" y="1228515"/>
                </a:cubicBezTo>
                <a:cubicBezTo>
                  <a:pt x="11251614" y="755342"/>
                  <a:pt x="10684179" y="445516"/>
                  <a:pt x="10072464" y="399997"/>
                </a:cubicBezTo>
                <a:cubicBezTo>
                  <a:pt x="10017519" y="395904"/>
                  <a:pt x="9963457" y="393817"/>
                  <a:pt x="9910416" y="393701"/>
                </a:cubicBezTo>
                <a:close/>
                <a:moveTo>
                  <a:pt x="9588346" y="388515"/>
                </a:moveTo>
                <a:lnTo>
                  <a:pt x="9575121" y="391175"/>
                </a:lnTo>
                <a:lnTo>
                  <a:pt x="9540855" y="402370"/>
                </a:lnTo>
                <a:lnTo>
                  <a:pt x="9505404" y="423767"/>
                </a:lnTo>
                <a:lnTo>
                  <a:pt x="9530301" y="417232"/>
                </a:lnTo>
                <a:lnTo>
                  <a:pt x="9555700" y="413491"/>
                </a:lnTo>
                <a:lnTo>
                  <a:pt x="9563182" y="406503"/>
                </a:lnTo>
                <a:close/>
                <a:moveTo>
                  <a:pt x="9672766" y="371539"/>
                </a:moveTo>
                <a:lnTo>
                  <a:pt x="9620352" y="382079"/>
                </a:lnTo>
                <a:lnTo>
                  <a:pt x="9581768" y="409652"/>
                </a:lnTo>
                <a:lnTo>
                  <a:pt x="9643899" y="400501"/>
                </a:lnTo>
                <a:close/>
                <a:moveTo>
                  <a:pt x="9767724" y="352443"/>
                </a:moveTo>
                <a:lnTo>
                  <a:pt x="9695470" y="366973"/>
                </a:lnTo>
                <a:lnTo>
                  <a:pt x="9691684" y="369868"/>
                </a:lnTo>
                <a:lnTo>
                  <a:pt x="9664060" y="397531"/>
                </a:lnTo>
                <a:lnTo>
                  <a:pt x="9714382" y="390120"/>
                </a:lnTo>
                <a:lnTo>
                  <a:pt x="9733390" y="389257"/>
                </a:lnTo>
                <a:close/>
                <a:moveTo>
                  <a:pt x="9640018" y="351579"/>
                </a:moveTo>
                <a:lnTo>
                  <a:pt x="9595502" y="369387"/>
                </a:lnTo>
                <a:lnTo>
                  <a:pt x="9579618" y="378974"/>
                </a:lnTo>
                <a:lnTo>
                  <a:pt x="9616534" y="368365"/>
                </a:lnTo>
                <a:close/>
                <a:moveTo>
                  <a:pt x="9728451" y="326537"/>
                </a:moveTo>
                <a:lnTo>
                  <a:pt x="9681818" y="339378"/>
                </a:lnTo>
                <a:lnTo>
                  <a:pt x="9674543" y="343353"/>
                </a:lnTo>
                <a:lnTo>
                  <a:pt x="9651672" y="359697"/>
                </a:lnTo>
                <a:lnTo>
                  <a:pt x="9694687" y="352502"/>
                </a:lnTo>
                <a:close/>
                <a:moveTo>
                  <a:pt x="9815080" y="304955"/>
                </a:moveTo>
                <a:lnTo>
                  <a:pt x="9789135" y="309826"/>
                </a:lnTo>
                <a:lnTo>
                  <a:pt x="9759560" y="317970"/>
                </a:lnTo>
                <a:lnTo>
                  <a:pt x="9719916" y="348282"/>
                </a:lnTo>
                <a:lnTo>
                  <a:pt x="9781160" y="338038"/>
                </a:lnTo>
                <a:lnTo>
                  <a:pt x="9802224" y="315453"/>
                </a:lnTo>
                <a:close/>
                <a:moveTo>
                  <a:pt x="9775492" y="290361"/>
                </a:moveTo>
                <a:lnTo>
                  <a:pt x="9766676" y="293003"/>
                </a:lnTo>
                <a:lnTo>
                  <a:pt x="9726494" y="314962"/>
                </a:lnTo>
                <a:lnTo>
                  <a:pt x="9751076" y="309137"/>
                </a:lnTo>
                <a:close/>
                <a:moveTo>
                  <a:pt x="9866274" y="263155"/>
                </a:moveTo>
                <a:lnTo>
                  <a:pt x="9819317" y="277227"/>
                </a:lnTo>
                <a:lnTo>
                  <a:pt x="9791760" y="293350"/>
                </a:lnTo>
                <a:lnTo>
                  <a:pt x="9780110" y="302258"/>
                </a:lnTo>
                <a:lnTo>
                  <a:pt x="9834031" y="289482"/>
                </a:lnTo>
                <a:close/>
                <a:moveTo>
                  <a:pt x="9901149" y="234744"/>
                </a:moveTo>
                <a:lnTo>
                  <a:pt x="9870233" y="247436"/>
                </a:lnTo>
                <a:lnTo>
                  <a:pt x="9856962" y="255201"/>
                </a:lnTo>
                <a:lnTo>
                  <a:pt x="9884903" y="247943"/>
                </a:lnTo>
                <a:lnTo>
                  <a:pt x="9900808" y="234957"/>
                </a:lnTo>
                <a:close/>
                <a:moveTo>
                  <a:pt x="10716799" y="0"/>
                </a:moveTo>
                <a:cubicBezTo>
                  <a:pt x="11254970" y="3247"/>
                  <a:pt x="11765743" y="206229"/>
                  <a:pt x="12156080" y="558954"/>
                </a:cubicBezTo>
                <a:lnTo>
                  <a:pt x="12192000" y="595633"/>
                </a:lnTo>
                <a:lnTo>
                  <a:pt x="12192000" y="611495"/>
                </a:lnTo>
                <a:lnTo>
                  <a:pt x="12152265" y="571000"/>
                </a:lnTo>
                <a:cubicBezTo>
                  <a:pt x="11762438" y="220300"/>
                  <a:pt x="11239863" y="10233"/>
                  <a:pt x="10717915" y="11907"/>
                </a:cubicBezTo>
                <a:cubicBezTo>
                  <a:pt x="10505887" y="12713"/>
                  <a:pt x="10309672" y="49736"/>
                  <a:pt x="10140836" y="118293"/>
                </a:cubicBezTo>
                <a:lnTo>
                  <a:pt x="10097669" y="138667"/>
                </a:lnTo>
                <a:lnTo>
                  <a:pt x="10217051" y="104384"/>
                </a:lnTo>
                <a:cubicBezTo>
                  <a:pt x="10334534" y="78147"/>
                  <a:pt x="10460577" y="64496"/>
                  <a:pt x="10592397" y="64496"/>
                </a:cubicBezTo>
                <a:lnTo>
                  <a:pt x="10609761" y="64496"/>
                </a:lnTo>
                <a:cubicBezTo>
                  <a:pt x="10954377" y="69333"/>
                  <a:pt x="11292693" y="157556"/>
                  <a:pt x="11595796" y="321610"/>
                </a:cubicBezTo>
                <a:cubicBezTo>
                  <a:pt x="11747912" y="402490"/>
                  <a:pt x="11888922" y="501440"/>
                  <a:pt x="12015970" y="615889"/>
                </a:cubicBezTo>
                <a:lnTo>
                  <a:pt x="12192000" y="795081"/>
                </a:lnTo>
                <a:lnTo>
                  <a:pt x="12192000" y="813320"/>
                </a:lnTo>
                <a:lnTo>
                  <a:pt x="12186949" y="806685"/>
                </a:lnTo>
                <a:cubicBezTo>
                  <a:pt x="11797017" y="356774"/>
                  <a:pt x="11213568" y="82326"/>
                  <a:pt x="10609513" y="76899"/>
                </a:cubicBezTo>
                <a:cubicBezTo>
                  <a:pt x="10396616" y="74790"/>
                  <a:pt x="10198664" y="108433"/>
                  <a:pt x="10027333" y="173270"/>
                </a:cubicBezTo>
                <a:lnTo>
                  <a:pt x="10013166" y="179520"/>
                </a:lnTo>
                <a:lnTo>
                  <a:pt x="9991020" y="193344"/>
                </a:lnTo>
                <a:lnTo>
                  <a:pt x="10117144" y="160940"/>
                </a:lnTo>
                <a:cubicBezTo>
                  <a:pt x="10238000" y="137321"/>
                  <a:pt x="10367252" y="126457"/>
                  <a:pt x="10501979" y="129364"/>
                </a:cubicBezTo>
                <a:cubicBezTo>
                  <a:pt x="11094205" y="142278"/>
                  <a:pt x="11666775" y="413200"/>
                  <a:pt x="12049352" y="850064"/>
                </a:cubicBezTo>
                <a:lnTo>
                  <a:pt x="12192000" y="1035259"/>
                </a:lnTo>
                <a:lnTo>
                  <a:pt x="12192000" y="1056408"/>
                </a:lnTo>
                <a:lnTo>
                  <a:pt x="12191015" y="1054873"/>
                </a:lnTo>
                <a:cubicBezTo>
                  <a:pt x="11821903" y="506910"/>
                  <a:pt x="11174593" y="157394"/>
                  <a:pt x="10501732" y="142635"/>
                </a:cubicBezTo>
                <a:cubicBezTo>
                  <a:pt x="10341455" y="139147"/>
                  <a:pt x="10189061" y="155298"/>
                  <a:pt x="10049535" y="189335"/>
                </a:cubicBezTo>
                <a:lnTo>
                  <a:pt x="9950562" y="218601"/>
                </a:lnTo>
                <a:lnTo>
                  <a:pt x="9916852" y="239645"/>
                </a:lnTo>
                <a:lnTo>
                  <a:pt x="9966502" y="226748"/>
                </a:lnTo>
                <a:cubicBezTo>
                  <a:pt x="10083321" y="203764"/>
                  <a:pt x="10194796" y="195157"/>
                  <a:pt x="10289439" y="193539"/>
                </a:cubicBezTo>
                <a:cubicBezTo>
                  <a:pt x="10327297" y="192892"/>
                  <a:pt x="10362461" y="193363"/>
                  <a:pt x="10394197" y="194479"/>
                </a:cubicBezTo>
                <a:cubicBezTo>
                  <a:pt x="11053663" y="217424"/>
                  <a:pt x="11688323" y="560986"/>
                  <a:pt x="12050489" y="1091089"/>
                </a:cubicBezTo>
                <a:cubicBezTo>
                  <a:pt x="12077528" y="1130779"/>
                  <a:pt x="12104070" y="1172329"/>
                  <a:pt x="12129620" y="1212638"/>
                </a:cubicBezTo>
                <a:lnTo>
                  <a:pt x="12192000" y="1308897"/>
                </a:lnTo>
                <a:lnTo>
                  <a:pt x="12192000" y="1330330"/>
                </a:lnTo>
                <a:lnTo>
                  <a:pt x="12189013" y="1326201"/>
                </a:lnTo>
                <a:cubicBezTo>
                  <a:pt x="12165062" y="1290552"/>
                  <a:pt x="12142023" y="1254251"/>
                  <a:pt x="12119202" y="1218220"/>
                </a:cubicBezTo>
                <a:cubicBezTo>
                  <a:pt x="12093651" y="1178158"/>
                  <a:pt x="12067233" y="1136608"/>
                  <a:pt x="12040195" y="1097167"/>
                </a:cubicBezTo>
                <a:cubicBezTo>
                  <a:pt x="11680509" y="570165"/>
                  <a:pt x="11049322" y="228959"/>
                  <a:pt x="10393825" y="205889"/>
                </a:cubicBezTo>
                <a:cubicBezTo>
                  <a:pt x="10362321" y="204788"/>
                  <a:pt x="10327423" y="204323"/>
                  <a:pt x="10289858" y="204962"/>
                </a:cubicBezTo>
                <a:cubicBezTo>
                  <a:pt x="10177165" y="206880"/>
                  <a:pt x="10040484" y="218738"/>
                  <a:pt x="9899520" y="253191"/>
                </a:cubicBezTo>
                <a:lnTo>
                  <a:pt x="9897972" y="253655"/>
                </a:lnTo>
                <a:lnTo>
                  <a:pt x="9861392" y="283508"/>
                </a:lnTo>
                <a:lnTo>
                  <a:pt x="10028016" y="262409"/>
                </a:lnTo>
                <a:cubicBezTo>
                  <a:pt x="10082708" y="258056"/>
                  <a:pt x="10134538" y="256272"/>
                  <a:pt x="10182091" y="256131"/>
                </a:cubicBezTo>
                <a:cubicBezTo>
                  <a:pt x="10220134" y="256019"/>
                  <a:pt x="10255439" y="256959"/>
                  <a:pt x="10287284" y="258478"/>
                </a:cubicBezTo>
                <a:cubicBezTo>
                  <a:pt x="10929137" y="289238"/>
                  <a:pt x="11547301" y="624738"/>
                  <a:pt x="11900538" y="1134127"/>
                </a:cubicBezTo>
                <a:cubicBezTo>
                  <a:pt x="11927576" y="1173073"/>
                  <a:pt x="11953870" y="1214003"/>
                  <a:pt x="11979420" y="1253568"/>
                </a:cubicBezTo>
                <a:cubicBezTo>
                  <a:pt x="12023761" y="1322219"/>
                  <a:pt x="12068877" y="1392047"/>
                  <a:pt x="12119838" y="1455969"/>
                </a:cubicBezTo>
                <a:lnTo>
                  <a:pt x="12192000" y="1536200"/>
                </a:lnTo>
                <a:lnTo>
                  <a:pt x="12192000" y="1554047"/>
                </a:lnTo>
                <a:lnTo>
                  <a:pt x="12111032" y="1464140"/>
                </a:lnTo>
                <a:cubicBezTo>
                  <a:pt x="12059544" y="1399613"/>
                  <a:pt x="12014087" y="1329226"/>
                  <a:pt x="11969374" y="1260017"/>
                </a:cubicBezTo>
                <a:cubicBezTo>
                  <a:pt x="11943948" y="1220576"/>
                  <a:pt x="11917654" y="1179770"/>
                  <a:pt x="11890740" y="1140949"/>
                </a:cubicBezTo>
                <a:cubicBezTo>
                  <a:pt x="11539612" y="634660"/>
                  <a:pt x="10925168" y="301144"/>
                  <a:pt x="10287036" y="270633"/>
                </a:cubicBezTo>
                <a:cubicBezTo>
                  <a:pt x="10255439" y="269083"/>
                  <a:pt x="10220409" y="268114"/>
                  <a:pt x="10182665" y="268193"/>
                </a:cubicBezTo>
                <a:cubicBezTo>
                  <a:pt x="10097740" y="268372"/>
                  <a:pt x="9999076" y="273858"/>
                  <a:pt x="9894876" y="289973"/>
                </a:cubicBezTo>
                <a:lnTo>
                  <a:pt x="9841100" y="300070"/>
                </a:lnTo>
                <a:lnTo>
                  <a:pt x="9812039" y="323787"/>
                </a:lnTo>
                <a:lnTo>
                  <a:pt x="9802003" y="334551"/>
                </a:lnTo>
                <a:lnTo>
                  <a:pt x="9821983" y="331209"/>
                </a:lnTo>
                <a:cubicBezTo>
                  <a:pt x="9884769" y="324105"/>
                  <a:pt x="9949515" y="320082"/>
                  <a:pt x="10015951" y="319214"/>
                </a:cubicBezTo>
                <a:cubicBezTo>
                  <a:pt x="10069100" y="318519"/>
                  <a:pt x="10123332" y="319842"/>
                  <a:pt x="10178510" y="323222"/>
                </a:cubicBezTo>
                <a:cubicBezTo>
                  <a:pt x="10487269" y="342968"/>
                  <a:pt x="10788140" y="429069"/>
                  <a:pt x="11060609" y="575622"/>
                </a:cubicBezTo>
                <a:cubicBezTo>
                  <a:pt x="11338559" y="724458"/>
                  <a:pt x="11576572" y="933324"/>
                  <a:pt x="11748725" y="1177910"/>
                </a:cubicBezTo>
                <a:cubicBezTo>
                  <a:pt x="11775639" y="1216111"/>
                  <a:pt x="11802057" y="1256297"/>
                  <a:pt x="11827483" y="1295118"/>
                </a:cubicBezTo>
                <a:cubicBezTo>
                  <a:pt x="11914304" y="1427458"/>
                  <a:pt x="12003978" y="1564139"/>
                  <a:pt x="12134209" y="1652448"/>
                </a:cubicBezTo>
                <a:lnTo>
                  <a:pt x="12192000" y="1681804"/>
                </a:lnTo>
                <a:lnTo>
                  <a:pt x="12192000" y="1695630"/>
                </a:lnTo>
                <a:lnTo>
                  <a:pt x="12127759" y="1663238"/>
                </a:lnTo>
                <a:cubicBezTo>
                  <a:pt x="11995544" y="1573565"/>
                  <a:pt x="11904506" y="1435768"/>
                  <a:pt x="11817685" y="1302436"/>
                </a:cubicBezTo>
                <a:cubicBezTo>
                  <a:pt x="11792259" y="1263615"/>
                  <a:pt x="11765965" y="1223553"/>
                  <a:pt x="11739050" y="1185476"/>
                </a:cubicBezTo>
                <a:cubicBezTo>
                  <a:pt x="11396729" y="699404"/>
                  <a:pt x="10798658" y="373950"/>
                  <a:pt x="10178262" y="335997"/>
                </a:cubicBezTo>
                <a:cubicBezTo>
                  <a:pt x="10123518" y="332648"/>
                  <a:pt x="10069713" y="331336"/>
                  <a:pt x="10016982" y="332023"/>
                </a:cubicBezTo>
                <a:lnTo>
                  <a:pt x="9789127" y="348361"/>
                </a:lnTo>
                <a:lnTo>
                  <a:pt x="9751776" y="388423"/>
                </a:lnTo>
                <a:lnTo>
                  <a:pt x="9909611" y="381263"/>
                </a:lnTo>
                <a:cubicBezTo>
                  <a:pt x="9963013" y="381371"/>
                  <a:pt x="10017427" y="383470"/>
                  <a:pt x="10072713" y="387594"/>
                </a:cubicBezTo>
                <a:cubicBezTo>
                  <a:pt x="10688148" y="433485"/>
                  <a:pt x="11258932" y="745171"/>
                  <a:pt x="11599890" y="1221321"/>
                </a:cubicBezTo>
                <a:cubicBezTo>
                  <a:pt x="11626804" y="1258530"/>
                  <a:pt x="11653222" y="1298467"/>
                  <a:pt x="11678648" y="1336669"/>
                </a:cubicBezTo>
                <a:cubicBezTo>
                  <a:pt x="11763485" y="1463799"/>
                  <a:pt x="11851174" y="1595146"/>
                  <a:pt x="11976319" y="1681843"/>
                </a:cubicBezTo>
                <a:cubicBezTo>
                  <a:pt x="12025931" y="1716262"/>
                  <a:pt x="12086551" y="1739083"/>
                  <a:pt x="12147868" y="1748726"/>
                </a:cubicBezTo>
                <a:lnTo>
                  <a:pt x="12192000" y="1750847"/>
                </a:lnTo>
                <a:lnTo>
                  <a:pt x="12192000" y="1765788"/>
                </a:lnTo>
                <a:lnTo>
                  <a:pt x="12156534" y="1784663"/>
                </a:lnTo>
                <a:cubicBezTo>
                  <a:pt x="12130178" y="1793066"/>
                  <a:pt x="12101496" y="1797756"/>
                  <a:pt x="12071729" y="1798960"/>
                </a:cubicBezTo>
                <a:lnTo>
                  <a:pt x="12036191" y="1796382"/>
                </a:lnTo>
                <a:lnTo>
                  <a:pt x="11985374" y="1820632"/>
                </a:lnTo>
                <a:cubicBezTo>
                  <a:pt x="11959793" y="1827919"/>
                  <a:pt x="11931910" y="1831562"/>
                  <a:pt x="11902960" y="1831837"/>
                </a:cubicBezTo>
                <a:lnTo>
                  <a:pt x="11875704" y="1829074"/>
                </a:lnTo>
                <a:lnTo>
                  <a:pt x="11872243" y="1832927"/>
                </a:lnTo>
                <a:cubicBezTo>
                  <a:pt x="11856972" y="1843330"/>
                  <a:pt x="11837903" y="1851454"/>
                  <a:pt x="11815454" y="1857097"/>
                </a:cubicBezTo>
                <a:cubicBezTo>
                  <a:pt x="11790648" y="1863081"/>
                  <a:pt x="11763617" y="1865577"/>
                  <a:pt x="11735559" y="1864868"/>
                </a:cubicBezTo>
                <a:lnTo>
                  <a:pt x="11712867" y="1861846"/>
                </a:lnTo>
                <a:lnTo>
                  <a:pt x="11696307" y="1877267"/>
                </a:lnTo>
                <a:cubicBezTo>
                  <a:pt x="11682121" y="1885375"/>
                  <a:pt x="11664695" y="1891452"/>
                  <a:pt x="11644416" y="1895297"/>
                </a:cubicBezTo>
                <a:cubicBezTo>
                  <a:pt x="11624726" y="1899018"/>
                  <a:pt x="11601703" y="1900514"/>
                  <a:pt x="11576595" y="1899414"/>
                </a:cubicBezTo>
                <a:lnTo>
                  <a:pt x="11545194" y="1894932"/>
                </a:lnTo>
                <a:lnTo>
                  <a:pt x="11550402" y="1899019"/>
                </a:lnTo>
                <a:cubicBezTo>
                  <a:pt x="11500790" y="1962646"/>
                  <a:pt x="11302343" y="1944662"/>
                  <a:pt x="11167894" y="1839361"/>
                </a:cubicBezTo>
                <a:cubicBezTo>
                  <a:pt x="11068671" y="1761346"/>
                  <a:pt x="10991896" y="1656665"/>
                  <a:pt x="10917354" y="1555581"/>
                </a:cubicBezTo>
                <a:cubicBezTo>
                  <a:pt x="10891060" y="1519612"/>
                  <a:pt x="10863774" y="1482527"/>
                  <a:pt x="10835867" y="1447303"/>
                </a:cubicBezTo>
                <a:cubicBezTo>
                  <a:pt x="10571064" y="1111632"/>
                  <a:pt x="10174076" y="867598"/>
                  <a:pt x="9726664" y="760651"/>
                </a:cubicBezTo>
                <a:lnTo>
                  <a:pt x="9553676" y="727485"/>
                </a:lnTo>
                <a:lnTo>
                  <a:pt x="9529120" y="795438"/>
                </a:lnTo>
                <a:lnTo>
                  <a:pt x="9615689" y="813260"/>
                </a:lnTo>
                <a:cubicBezTo>
                  <a:pt x="10049445" y="922485"/>
                  <a:pt x="10436042" y="1160143"/>
                  <a:pt x="10695962" y="1482031"/>
                </a:cubicBezTo>
                <a:cubicBezTo>
                  <a:pt x="10724364" y="1517256"/>
                  <a:pt x="10752271" y="1554341"/>
                  <a:pt x="10779309" y="1590185"/>
                </a:cubicBezTo>
                <a:cubicBezTo>
                  <a:pt x="10850751" y="1685068"/>
                  <a:pt x="10924548" y="1783175"/>
                  <a:pt x="11016578" y="1857841"/>
                </a:cubicBezTo>
                <a:cubicBezTo>
                  <a:pt x="11142841" y="1960042"/>
                  <a:pt x="11320079" y="1981127"/>
                  <a:pt x="11364482" y="1940197"/>
                </a:cubicBezTo>
                <a:lnTo>
                  <a:pt x="11372916" y="1949375"/>
                </a:lnTo>
                <a:cubicBezTo>
                  <a:pt x="11319335" y="1998987"/>
                  <a:pt x="11133042" y="1968103"/>
                  <a:pt x="11008764" y="1867516"/>
                </a:cubicBezTo>
                <a:cubicBezTo>
                  <a:pt x="10915619" y="1791857"/>
                  <a:pt x="10841201" y="1693130"/>
                  <a:pt x="10769387" y="1597627"/>
                </a:cubicBezTo>
                <a:cubicBezTo>
                  <a:pt x="10742473" y="1561907"/>
                  <a:pt x="10714566" y="1524946"/>
                  <a:pt x="10686287" y="1489845"/>
                </a:cubicBezTo>
                <a:cubicBezTo>
                  <a:pt x="10427996" y="1170020"/>
                  <a:pt x="10043787" y="933853"/>
                  <a:pt x="9612596" y="825302"/>
                </a:cubicBezTo>
                <a:lnTo>
                  <a:pt x="9524854" y="807242"/>
                </a:lnTo>
                <a:lnTo>
                  <a:pt x="9501537" y="871766"/>
                </a:lnTo>
                <a:lnTo>
                  <a:pt x="9499306" y="878992"/>
                </a:lnTo>
                <a:lnTo>
                  <a:pt x="9500253" y="879200"/>
                </a:lnTo>
                <a:cubicBezTo>
                  <a:pt x="9917516" y="989640"/>
                  <a:pt x="10291253" y="1219553"/>
                  <a:pt x="10544769" y="1525813"/>
                </a:cubicBezTo>
                <a:cubicBezTo>
                  <a:pt x="10573916" y="1561161"/>
                  <a:pt x="10602566" y="1598370"/>
                  <a:pt x="10630350" y="1634215"/>
                </a:cubicBezTo>
                <a:cubicBezTo>
                  <a:pt x="10699062" y="1723392"/>
                  <a:pt x="10770007" y="1815422"/>
                  <a:pt x="10856083" y="1887607"/>
                </a:cubicBezTo>
                <a:cubicBezTo>
                  <a:pt x="10971431" y="1983855"/>
                  <a:pt x="11138995" y="2018831"/>
                  <a:pt x="11187367" y="1990428"/>
                </a:cubicBezTo>
                <a:lnTo>
                  <a:pt x="11193568" y="2001094"/>
                </a:lnTo>
                <a:cubicBezTo>
                  <a:pt x="11176378" y="2009318"/>
                  <a:pt x="11157401" y="2013063"/>
                  <a:pt x="11138375" y="2012009"/>
                </a:cubicBezTo>
                <a:cubicBezTo>
                  <a:pt x="11063089" y="2012009"/>
                  <a:pt x="10941664" y="1974800"/>
                  <a:pt x="10848146" y="1897034"/>
                </a:cubicBezTo>
                <a:cubicBezTo>
                  <a:pt x="10761325" y="1824104"/>
                  <a:pt x="10689636" y="1731454"/>
                  <a:pt x="10620551" y="1641781"/>
                </a:cubicBezTo>
                <a:cubicBezTo>
                  <a:pt x="10592893" y="1605936"/>
                  <a:pt x="10564242" y="1568851"/>
                  <a:pt x="10535218" y="1533751"/>
                </a:cubicBezTo>
                <a:cubicBezTo>
                  <a:pt x="10283330" y="1229879"/>
                  <a:pt x="9911981" y="1001119"/>
                  <a:pt x="9497117" y="891262"/>
                </a:cubicBezTo>
                <a:lnTo>
                  <a:pt x="9495620" y="890932"/>
                </a:lnTo>
                <a:lnTo>
                  <a:pt x="9470337" y="972829"/>
                </a:lnTo>
                <a:lnTo>
                  <a:pt x="9532095" y="992386"/>
                </a:lnTo>
                <a:cubicBezTo>
                  <a:pt x="9872854" y="1113581"/>
                  <a:pt x="10176295" y="1315409"/>
                  <a:pt x="10392709" y="1570092"/>
                </a:cubicBezTo>
                <a:cubicBezTo>
                  <a:pt x="10422972" y="1605812"/>
                  <a:pt x="10452740" y="1643393"/>
                  <a:pt x="10481391" y="1679610"/>
                </a:cubicBezTo>
                <a:cubicBezTo>
                  <a:pt x="10547002" y="1762710"/>
                  <a:pt x="10614970" y="1848538"/>
                  <a:pt x="10694845" y="1917747"/>
                </a:cubicBezTo>
                <a:cubicBezTo>
                  <a:pt x="10813417" y="2020319"/>
                  <a:pt x="10965106" y="2053187"/>
                  <a:pt x="11009757" y="2041776"/>
                </a:cubicBezTo>
                <a:lnTo>
                  <a:pt x="11012857" y="2054179"/>
                </a:lnTo>
                <a:cubicBezTo>
                  <a:pt x="11004882" y="2055606"/>
                  <a:pt x="10996759" y="2056065"/>
                  <a:pt x="10988671" y="2055544"/>
                </a:cubicBezTo>
                <a:cubicBezTo>
                  <a:pt x="10919835" y="2055544"/>
                  <a:pt x="10786876" y="2012009"/>
                  <a:pt x="10688148" y="1926677"/>
                </a:cubicBezTo>
                <a:cubicBezTo>
                  <a:pt x="10607404" y="1856600"/>
                  <a:pt x="10539312" y="1770275"/>
                  <a:pt x="10473204" y="1686804"/>
                </a:cubicBezTo>
                <a:cubicBezTo>
                  <a:pt x="10444553" y="1650587"/>
                  <a:pt x="10414911" y="1613130"/>
                  <a:pt x="10384648" y="1577657"/>
                </a:cubicBezTo>
                <a:cubicBezTo>
                  <a:pt x="10169657" y="1324588"/>
                  <a:pt x="9868077" y="1124012"/>
                  <a:pt x="9529336" y="1003592"/>
                </a:cubicBezTo>
                <a:lnTo>
                  <a:pt x="9466936" y="983843"/>
                </a:lnTo>
                <a:lnTo>
                  <a:pt x="9450828" y="1036020"/>
                </a:lnTo>
                <a:lnTo>
                  <a:pt x="9440339" y="1068358"/>
                </a:lnTo>
                <a:lnTo>
                  <a:pt x="9651611" y="1159755"/>
                </a:lnTo>
                <a:cubicBezTo>
                  <a:pt x="9880500" y="1275455"/>
                  <a:pt x="10082385" y="1429327"/>
                  <a:pt x="10243129" y="1613502"/>
                </a:cubicBezTo>
                <a:cubicBezTo>
                  <a:pt x="10275129" y="1649967"/>
                  <a:pt x="10306260" y="1687920"/>
                  <a:pt x="10336523" y="1725129"/>
                </a:cubicBezTo>
                <a:cubicBezTo>
                  <a:pt x="10398538" y="1801655"/>
                  <a:pt x="10462786" y="1880662"/>
                  <a:pt x="10536087" y="1946646"/>
                </a:cubicBezTo>
                <a:cubicBezTo>
                  <a:pt x="10643993" y="2043389"/>
                  <a:pt x="10786255" y="2089156"/>
                  <a:pt x="10834999" y="2091140"/>
                </a:cubicBezTo>
                <a:lnTo>
                  <a:pt x="10834875" y="2103668"/>
                </a:lnTo>
                <a:cubicBezTo>
                  <a:pt x="10783030" y="2101559"/>
                  <a:pt x="10639775" y="2056040"/>
                  <a:pt x="10528149" y="1955948"/>
                </a:cubicBezTo>
                <a:cubicBezTo>
                  <a:pt x="10453731" y="1889344"/>
                  <a:pt x="10389608" y="1809965"/>
                  <a:pt x="10327221" y="1732695"/>
                </a:cubicBezTo>
                <a:cubicBezTo>
                  <a:pt x="10297082" y="1695486"/>
                  <a:pt x="10265951" y="1657285"/>
                  <a:pt x="10234199" y="1621068"/>
                </a:cubicBezTo>
                <a:cubicBezTo>
                  <a:pt x="10074453" y="1438317"/>
                  <a:pt x="9873769" y="1285502"/>
                  <a:pt x="9646214" y="1170560"/>
                </a:cubicBezTo>
                <a:lnTo>
                  <a:pt x="9436585" y="1079932"/>
                </a:lnTo>
                <a:lnTo>
                  <a:pt x="9406523" y="1172612"/>
                </a:lnTo>
                <a:lnTo>
                  <a:pt x="9520676" y="1223032"/>
                </a:lnTo>
                <a:cubicBezTo>
                  <a:pt x="9740549" y="1335435"/>
                  <a:pt x="9935817" y="1482638"/>
                  <a:pt x="10092929" y="1656913"/>
                </a:cubicBezTo>
                <a:cubicBezTo>
                  <a:pt x="10127161" y="1694866"/>
                  <a:pt x="10160649" y="1734928"/>
                  <a:pt x="10193021" y="1773749"/>
                </a:cubicBezTo>
                <a:cubicBezTo>
                  <a:pt x="10250062" y="1844992"/>
                  <a:pt x="10311407" y="1912662"/>
                  <a:pt x="10376709" y="1976414"/>
                </a:cubicBezTo>
                <a:cubicBezTo>
                  <a:pt x="10493049" y="2085064"/>
                  <a:pt x="10642753" y="2137032"/>
                  <a:pt x="10659372" y="2142489"/>
                </a:cubicBezTo>
                <a:lnTo>
                  <a:pt x="10655651" y="2154024"/>
                </a:lnTo>
                <a:cubicBezTo>
                  <a:pt x="10627993" y="2144846"/>
                  <a:pt x="10484242" y="2093373"/>
                  <a:pt x="10368275" y="1985220"/>
                </a:cubicBezTo>
                <a:cubicBezTo>
                  <a:pt x="10302601" y="1921134"/>
                  <a:pt x="10240921" y="1853078"/>
                  <a:pt x="10183594" y="1781439"/>
                </a:cubicBezTo>
                <a:cubicBezTo>
                  <a:pt x="10151347" y="1742742"/>
                  <a:pt x="10117983" y="1702804"/>
                  <a:pt x="10084371" y="1664975"/>
                </a:cubicBezTo>
                <a:cubicBezTo>
                  <a:pt x="9928114" y="1491768"/>
                  <a:pt x="9733824" y="1345633"/>
                  <a:pt x="9515074" y="1233946"/>
                </a:cubicBezTo>
                <a:lnTo>
                  <a:pt x="9402715" y="1184352"/>
                </a:lnTo>
                <a:lnTo>
                  <a:pt x="9372477" y="1277575"/>
                </a:lnTo>
                <a:lnTo>
                  <a:pt x="9389665" y="1285337"/>
                </a:lnTo>
                <a:cubicBezTo>
                  <a:pt x="9600503" y="1394477"/>
                  <a:pt x="9789285" y="1535253"/>
                  <a:pt x="9942977" y="1700199"/>
                </a:cubicBezTo>
                <a:cubicBezTo>
                  <a:pt x="9980186" y="1740880"/>
                  <a:pt x="10017395" y="1783919"/>
                  <a:pt x="10053612" y="1825593"/>
                </a:cubicBezTo>
                <a:cubicBezTo>
                  <a:pt x="10105828" y="1886491"/>
                  <a:pt x="10159782" y="1949622"/>
                  <a:pt x="10217455" y="2005683"/>
                </a:cubicBezTo>
                <a:cubicBezTo>
                  <a:pt x="10297578" y="2083698"/>
                  <a:pt x="10391096" y="2138767"/>
                  <a:pt x="10453111" y="2175232"/>
                </a:cubicBezTo>
                <a:cubicBezTo>
                  <a:pt x="10464770" y="2182054"/>
                  <a:pt x="10475189" y="2187635"/>
                  <a:pt x="10483871" y="2193589"/>
                </a:cubicBezTo>
                <a:lnTo>
                  <a:pt x="10476553" y="2204131"/>
                </a:lnTo>
                <a:cubicBezTo>
                  <a:pt x="10467871" y="2198798"/>
                  <a:pt x="10457577" y="2192720"/>
                  <a:pt x="10445918" y="2185899"/>
                </a:cubicBezTo>
                <a:cubicBezTo>
                  <a:pt x="10383903" y="2148690"/>
                  <a:pt x="10289392" y="2093620"/>
                  <a:pt x="10208153" y="2014490"/>
                </a:cubicBezTo>
                <a:cubicBezTo>
                  <a:pt x="10150107" y="1957808"/>
                  <a:pt x="10096526" y="1894677"/>
                  <a:pt x="10043566" y="1833654"/>
                </a:cubicBezTo>
                <a:cubicBezTo>
                  <a:pt x="10007845" y="1792105"/>
                  <a:pt x="9971008" y="1749190"/>
                  <a:pt x="9933303" y="1708632"/>
                </a:cubicBezTo>
                <a:cubicBezTo>
                  <a:pt x="9780536" y="1544826"/>
                  <a:pt x="9592885" y="1404862"/>
                  <a:pt x="9383288" y="1296325"/>
                </a:cubicBezTo>
                <a:lnTo>
                  <a:pt x="9368555" y="1289669"/>
                </a:lnTo>
                <a:lnTo>
                  <a:pt x="9360426" y="1314730"/>
                </a:lnTo>
                <a:lnTo>
                  <a:pt x="9329588" y="1388135"/>
                </a:lnTo>
                <a:lnTo>
                  <a:pt x="9342064" y="1394682"/>
                </a:lnTo>
                <a:cubicBezTo>
                  <a:pt x="9510029" y="1492313"/>
                  <a:pt x="9662486" y="1610227"/>
                  <a:pt x="9791537" y="1743734"/>
                </a:cubicBezTo>
                <a:cubicBezTo>
                  <a:pt x="9835692" y="1789501"/>
                  <a:pt x="9878358" y="1838244"/>
                  <a:pt x="9920280" y="1885499"/>
                </a:cubicBezTo>
                <a:cubicBezTo>
                  <a:pt x="9964310" y="1935111"/>
                  <a:pt x="10009829" y="1987080"/>
                  <a:pt x="10056713" y="2035203"/>
                </a:cubicBezTo>
                <a:cubicBezTo>
                  <a:pt x="10112278" y="2089801"/>
                  <a:pt x="10171502" y="2140566"/>
                  <a:pt x="10233951" y="2187140"/>
                </a:cubicBezTo>
                <a:cubicBezTo>
                  <a:pt x="10262230" y="2209093"/>
                  <a:pt x="10286787" y="2228070"/>
                  <a:pt x="10305888" y="2244937"/>
                </a:cubicBezTo>
                <a:lnTo>
                  <a:pt x="10298074" y="2254240"/>
                </a:lnTo>
                <a:cubicBezTo>
                  <a:pt x="10279222" y="2237620"/>
                  <a:pt x="10254912" y="2218767"/>
                  <a:pt x="10226757" y="2196938"/>
                </a:cubicBezTo>
                <a:cubicBezTo>
                  <a:pt x="10163725" y="2150018"/>
                  <a:pt x="10103968" y="2098831"/>
                  <a:pt x="10047906" y="2043761"/>
                </a:cubicBezTo>
                <a:cubicBezTo>
                  <a:pt x="10000775" y="1995638"/>
                  <a:pt x="9955132" y="1943793"/>
                  <a:pt x="9911474" y="1893685"/>
                </a:cubicBezTo>
                <a:cubicBezTo>
                  <a:pt x="9869924" y="1846554"/>
                  <a:pt x="9827134" y="1797935"/>
                  <a:pt x="9783103" y="1752292"/>
                </a:cubicBezTo>
                <a:cubicBezTo>
                  <a:pt x="9654907" y="1619395"/>
                  <a:pt x="9503335" y="1502182"/>
                  <a:pt x="9336284" y="1405179"/>
                </a:cubicBezTo>
                <a:lnTo>
                  <a:pt x="9324928" y="1399227"/>
                </a:lnTo>
                <a:lnTo>
                  <a:pt x="9303673" y="1449823"/>
                </a:lnTo>
                <a:lnTo>
                  <a:pt x="9275988" y="1500465"/>
                </a:lnTo>
                <a:lnTo>
                  <a:pt x="9436392" y="1608099"/>
                </a:lnTo>
                <a:cubicBezTo>
                  <a:pt x="9509051" y="1663787"/>
                  <a:pt x="9577834" y="1723821"/>
                  <a:pt x="9642207" y="1787888"/>
                </a:cubicBezTo>
                <a:cubicBezTo>
                  <a:pt x="9699632" y="1845066"/>
                  <a:pt x="9754826" y="1906460"/>
                  <a:pt x="9808158" y="1965871"/>
                </a:cubicBezTo>
                <a:cubicBezTo>
                  <a:pt x="9837553" y="1998738"/>
                  <a:pt x="9868065" y="2032599"/>
                  <a:pt x="9898328" y="2065094"/>
                </a:cubicBezTo>
                <a:cubicBezTo>
                  <a:pt x="9939630" y="2109497"/>
                  <a:pt x="9981800" y="2149683"/>
                  <a:pt x="10022358" y="2189124"/>
                </a:cubicBezTo>
                <a:cubicBezTo>
                  <a:pt x="10062916" y="2228565"/>
                  <a:pt x="10101116" y="2264286"/>
                  <a:pt x="10130015" y="2297278"/>
                </a:cubicBezTo>
                <a:lnTo>
                  <a:pt x="10119845" y="2304348"/>
                </a:lnTo>
                <a:cubicBezTo>
                  <a:pt x="10091318" y="2271852"/>
                  <a:pt x="10053241" y="2235511"/>
                  <a:pt x="10012931" y="2197062"/>
                </a:cubicBezTo>
                <a:cubicBezTo>
                  <a:pt x="9972622" y="2158613"/>
                  <a:pt x="9929707" y="2117683"/>
                  <a:pt x="9888158" y="2073032"/>
                </a:cubicBezTo>
                <a:cubicBezTo>
                  <a:pt x="9857770" y="2040288"/>
                  <a:pt x="9827259" y="2006304"/>
                  <a:pt x="9797740" y="1973809"/>
                </a:cubicBezTo>
                <a:cubicBezTo>
                  <a:pt x="9744531" y="1914523"/>
                  <a:pt x="9689462" y="1853252"/>
                  <a:pt x="9632408" y="1796322"/>
                </a:cubicBezTo>
                <a:cubicBezTo>
                  <a:pt x="9568493" y="1732590"/>
                  <a:pt x="9500161" y="1672877"/>
                  <a:pt x="9427952" y="1617491"/>
                </a:cubicBezTo>
                <a:lnTo>
                  <a:pt x="9269984" y="1511447"/>
                </a:lnTo>
                <a:lnTo>
                  <a:pt x="9233652" y="1577905"/>
                </a:lnTo>
                <a:lnTo>
                  <a:pt x="9210584" y="1607319"/>
                </a:lnTo>
                <a:lnTo>
                  <a:pt x="9317640" y="1682604"/>
                </a:lnTo>
                <a:cubicBezTo>
                  <a:pt x="9377517" y="1729223"/>
                  <a:pt x="9435221" y="1778833"/>
                  <a:pt x="9490518" y="1831299"/>
                </a:cubicBezTo>
                <a:cubicBezTo>
                  <a:pt x="9578951" y="1915763"/>
                  <a:pt x="9660935" y="2007669"/>
                  <a:pt x="9737461" y="2094614"/>
                </a:cubicBezTo>
                <a:cubicBezTo>
                  <a:pt x="9753337" y="2112722"/>
                  <a:pt x="9769337" y="2130707"/>
                  <a:pt x="9785213" y="2148443"/>
                </a:cubicBezTo>
                <a:cubicBezTo>
                  <a:pt x="9847228" y="2218023"/>
                  <a:pt x="9905769" y="2283883"/>
                  <a:pt x="9951909" y="2347882"/>
                </a:cubicBezTo>
                <a:lnTo>
                  <a:pt x="9941738" y="2354704"/>
                </a:lnTo>
                <a:cubicBezTo>
                  <a:pt x="9889820" y="2285830"/>
                  <a:pt x="9834465" y="2219586"/>
                  <a:pt x="9775910" y="2156257"/>
                </a:cubicBezTo>
                <a:cubicBezTo>
                  <a:pt x="9760034" y="2138558"/>
                  <a:pt x="9744122" y="2120623"/>
                  <a:pt x="9728159" y="2102428"/>
                </a:cubicBezTo>
                <a:cubicBezTo>
                  <a:pt x="9651881" y="2015607"/>
                  <a:pt x="9570021" y="1923949"/>
                  <a:pt x="9481836" y="1839857"/>
                </a:cubicBezTo>
                <a:cubicBezTo>
                  <a:pt x="9426838" y="1787668"/>
                  <a:pt x="9369444" y="1738320"/>
                  <a:pt x="9309888" y="1691947"/>
                </a:cubicBezTo>
                <a:lnTo>
                  <a:pt x="9203109" y="1616850"/>
                </a:lnTo>
                <a:lnTo>
                  <a:pt x="9132740" y="1706577"/>
                </a:lnTo>
                <a:lnTo>
                  <a:pt x="9222870" y="1771023"/>
                </a:lnTo>
                <a:cubicBezTo>
                  <a:pt x="9436804" y="1942900"/>
                  <a:pt x="9624612" y="2153296"/>
                  <a:pt x="9775042" y="2398486"/>
                </a:cubicBezTo>
                <a:lnTo>
                  <a:pt x="9763879" y="2404936"/>
                </a:lnTo>
                <a:cubicBezTo>
                  <a:pt x="9612774" y="2158673"/>
                  <a:pt x="9423769" y="1947692"/>
                  <a:pt x="9208381" y="1775807"/>
                </a:cubicBezTo>
                <a:lnTo>
                  <a:pt x="9124890" y="1716586"/>
                </a:lnTo>
                <a:lnTo>
                  <a:pt x="9101375" y="1746570"/>
                </a:lnTo>
                <a:cubicBezTo>
                  <a:pt x="8952097" y="1902034"/>
                  <a:pt x="8753006" y="2017033"/>
                  <a:pt x="8514777" y="2083822"/>
                </a:cubicBezTo>
                <a:cubicBezTo>
                  <a:pt x="8300825" y="2143915"/>
                  <a:pt x="8063991" y="2162217"/>
                  <a:pt x="7829285" y="2138363"/>
                </a:cubicBezTo>
                <a:lnTo>
                  <a:pt x="7601475" y="2101298"/>
                </a:lnTo>
                <a:lnTo>
                  <a:pt x="7580709" y="2099078"/>
                </a:lnTo>
                <a:lnTo>
                  <a:pt x="7497182" y="2082671"/>
                </a:lnTo>
                <a:lnTo>
                  <a:pt x="7423812" y="2074025"/>
                </a:lnTo>
                <a:lnTo>
                  <a:pt x="7326205" y="2053727"/>
                </a:lnTo>
                <a:lnTo>
                  <a:pt x="7267038" y="2045745"/>
                </a:lnTo>
                <a:lnTo>
                  <a:pt x="7206309" y="2032565"/>
                </a:lnTo>
                <a:lnTo>
                  <a:pt x="7111258" y="2019203"/>
                </a:lnTo>
                <a:lnTo>
                  <a:pt x="7088071" y="2013912"/>
                </a:lnTo>
                <a:lnTo>
                  <a:pt x="7012920" y="2002126"/>
                </a:lnTo>
                <a:lnTo>
                  <a:pt x="7012295" y="2002080"/>
                </a:lnTo>
                <a:lnTo>
                  <a:pt x="7007982" y="2001351"/>
                </a:lnTo>
                <a:lnTo>
                  <a:pt x="6953367" y="1992785"/>
                </a:lnTo>
                <a:lnTo>
                  <a:pt x="6943804" y="1990502"/>
                </a:lnTo>
                <a:lnTo>
                  <a:pt x="6897195" y="1982624"/>
                </a:lnTo>
                <a:lnTo>
                  <a:pt x="6876353" y="1981356"/>
                </a:lnTo>
                <a:lnTo>
                  <a:pt x="6742562" y="1957707"/>
                </a:lnTo>
                <a:lnTo>
                  <a:pt x="6689542" y="1952125"/>
                </a:lnTo>
                <a:lnTo>
                  <a:pt x="6639047" y="1942166"/>
                </a:lnTo>
                <a:lnTo>
                  <a:pt x="6531604" y="1928708"/>
                </a:lnTo>
                <a:lnTo>
                  <a:pt x="6495281" y="1920966"/>
                </a:lnTo>
                <a:lnTo>
                  <a:pt x="6439937" y="1913371"/>
                </a:lnTo>
                <a:lnTo>
                  <a:pt x="6406123" y="1910800"/>
                </a:lnTo>
                <a:lnTo>
                  <a:pt x="6314510" y="1896546"/>
                </a:lnTo>
                <a:lnTo>
                  <a:pt x="6247856" y="1889855"/>
                </a:lnTo>
                <a:lnTo>
                  <a:pt x="6223789" y="1885586"/>
                </a:lnTo>
                <a:lnTo>
                  <a:pt x="6121163" y="1874129"/>
                </a:lnTo>
                <a:lnTo>
                  <a:pt x="6108413" y="1873655"/>
                </a:lnTo>
                <a:lnTo>
                  <a:pt x="6074067" y="1869019"/>
                </a:lnTo>
                <a:lnTo>
                  <a:pt x="6027983" y="1867391"/>
                </a:lnTo>
                <a:lnTo>
                  <a:pt x="5998392" y="1863735"/>
                </a:lnTo>
                <a:lnTo>
                  <a:pt x="5962013" y="1863190"/>
                </a:lnTo>
                <a:lnTo>
                  <a:pt x="5900836" y="1856769"/>
                </a:lnTo>
                <a:lnTo>
                  <a:pt x="5879184" y="1855751"/>
                </a:lnTo>
                <a:lnTo>
                  <a:pt x="5802268" y="1855972"/>
                </a:lnTo>
                <a:lnTo>
                  <a:pt x="5794783" y="1855387"/>
                </a:lnTo>
                <a:lnTo>
                  <a:pt x="5793337" y="1855506"/>
                </a:lnTo>
                <a:lnTo>
                  <a:pt x="5697172" y="1853796"/>
                </a:lnTo>
                <a:lnTo>
                  <a:pt x="5635429" y="1856725"/>
                </a:lnTo>
                <a:lnTo>
                  <a:pt x="5608317" y="1855527"/>
                </a:lnTo>
                <a:lnTo>
                  <a:pt x="5575668" y="1858806"/>
                </a:lnTo>
                <a:cubicBezTo>
                  <a:pt x="5181294" y="1873324"/>
                  <a:pt x="4787672" y="1720153"/>
                  <a:pt x="4447228" y="1562899"/>
                </a:cubicBezTo>
                <a:cubicBezTo>
                  <a:pt x="4390756" y="1536766"/>
                  <a:pt x="4334273" y="1510223"/>
                  <a:pt x="4277801" y="1483272"/>
                </a:cubicBezTo>
                <a:cubicBezTo>
                  <a:pt x="4128721" y="1412710"/>
                  <a:pt x="3977455" y="1341091"/>
                  <a:pt x="3822953" y="1279321"/>
                </a:cubicBezTo>
                <a:lnTo>
                  <a:pt x="3746232" y="1250686"/>
                </a:lnTo>
                <a:lnTo>
                  <a:pt x="3737370" y="1256065"/>
                </a:lnTo>
                <a:cubicBezTo>
                  <a:pt x="3515238" y="1404950"/>
                  <a:pt x="3341034" y="1590820"/>
                  <a:pt x="3218089" y="1747330"/>
                </a:cubicBezTo>
                <a:cubicBezTo>
                  <a:pt x="2965813" y="2068443"/>
                  <a:pt x="2782001" y="2440656"/>
                  <a:pt x="2604515" y="2800590"/>
                </a:cubicBezTo>
                <a:lnTo>
                  <a:pt x="2593352" y="2795133"/>
                </a:lnTo>
                <a:cubicBezTo>
                  <a:pt x="2771211" y="2434578"/>
                  <a:pt x="2955023" y="2061621"/>
                  <a:pt x="3208291" y="1739144"/>
                </a:cubicBezTo>
                <a:cubicBezTo>
                  <a:pt x="3332321" y="1581782"/>
                  <a:pt x="3507513" y="1394865"/>
                  <a:pt x="3730991" y="1245073"/>
                </a:cubicBezTo>
                <a:lnTo>
                  <a:pt x="3731068" y="1245026"/>
                </a:lnTo>
                <a:lnTo>
                  <a:pt x="3686303" y="1228318"/>
                </a:lnTo>
                <a:lnTo>
                  <a:pt x="3587324" y="1290869"/>
                </a:lnTo>
                <a:cubicBezTo>
                  <a:pt x="3412663" y="1409214"/>
                  <a:pt x="3245717" y="1562449"/>
                  <a:pt x="3093936" y="1744850"/>
                </a:cubicBezTo>
                <a:cubicBezTo>
                  <a:pt x="2841784" y="2047606"/>
                  <a:pt x="2652762" y="2393401"/>
                  <a:pt x="2470562" y="2727785"/>
                </a:cubicBezTo>
                <a:lnTo>
                  <a:pt x="2464238" y="2739320"/>
                </a:lnTo>
                <a:lnTo>
                  <a:pt x="2453323" y="2733366"/>
                </a:lnTo>
                <a:lnTo>
                  <a:pt x="2459648" y="2721832"/>
                </a:lnTo>
                <a:cubicBezTo>
                  <a:pt x="2642096" y="2386952"/>
                  <a:pt x="2830868" y="2040536"/>
                  <a:pt x="3084014" y="1736912"/>
                </a:cubicBezTo>
                <a:cubicBezTo>
                  <a:pt x="3236647" y="1553581"/>
                  <a:pt x="3404543" y="1399513"/>
                  <a:pt x="3580250" y="1280461"/>
                </a:cubicBezTo>
                <a:lnTo>
                  <a:pt x="3671499" y="1222793"/>
                </a:lnTo>
                <a:lnTo>
                  <a:pt x="3667333" y="1221238"/>
                </a:lnTo>
                <a:lnTo>
                  <a:pt x="3630923" y="1210373"/>
                </a:lnTo>
                <a:lnTo>
                  <a:pt x="3571269" y="1242129"/>
                </a:lnTo>
                <a:cubicBezTo>
                  <a:pt x="3359934" y="1363389"/>
                  <a:pt x="3154773" y="1533783"/>
                  <a:pt x="2969287" y="1743733"/>
                </a:cubicBezTo>
                <a:cubicBezTo>
                  <a:pt x="2719119" y="2024413"/>
                  <a:pt x="2528610" y="2339572"/>
                  <a:pt x="2344427" y="2644561"/>
                </a:cubicBezTo>
                <a:lnTo>
                  <a:pt x="2323961" y="2678173"/>
                </a:lnTo>
                <a:lnTo>
                  <a:pt x="2313294" y="2671723"/>
                </a:lnTo>
                <a:lnTo>
                  <a:pt x="2333264" y="2637863"/>
                </a:lnTo>
                <a:cubicBezTo>
                  <a:pt x="2517819" y="2332750"/>
                  <a:pt x="2708577" y="2017715"/>
                  <a:pt x="2959241" y="1734431"/>
                </a:cubicBezTo>
                <a:cubicBezTo>
                  <a:pt x="3145285" y="1523457"/>
                  <a:pt x="3351492" y="1352110"/>
                  <a:pt x="3564257" y="1230176"/>
                </a:cubicBezTo>
                <a:lnTo>
                  <a:pt x="3612087" y="1204752"/>
                </a:lnTo>
                <a:lnTo>
                  <a:pt x="3575307" y="1193776"/>
                </a:lnTo>
                <a:lnTo>
                  <a:pt x="3553430" y="1203463"/>
                </a:lnTo>
                <a:cubicBezTo>
                  <a:pt x="3306290" y="1322249"/>
                  <a:pt x="3068184" y="1502511"/>
                  <a:pt x="2844513" y="1740508"/>
                </a:cubicBezTo>
                <a:cubicBezTo>
                  <a:pt x="2600298" y="1998986"/>
                  <a:pt x="2410409" y="2281402"/>
                  <a:pt x="2225729" y="2554639"/>
                </a:cubicBezTo>
                <a:lnTo>
                  <a:pt x="2183683" y="2616902"/>
                </a:lnTo>
                <a:lnTo>
                  <a:pt x="2173388" y="2609956"/>
                </a:lnTo>
                <a:lnTo>
                  <a:pt x="2215435" y="2547941"/>
                </a:lnTo>
                <a:cubicBezTo>
                  <a:pt x="2399866" y="2274332"/>
                  <a:pt x="2590624" y="1991544"/>
                  <a:pt x="2835582" y="1732198"/>
                </a:cubicBezTo>
                <a:cubicBezTo>
                  <a:pt x="3060231" y="1493441"/>
                  <a:pt x="3299504" y="1311661"/>
                  <a:pt x="3548083" y="1192340"/>
                </a:cubicBezTo>
                <a:lnTo>
                  <a:pt x="3557119" y="1188349"/>
                </a:lnTo>
                <a:lnTo>
                  <a:pt x="3528583" y="1179833"/>
                </a:lnTo>
                <a:lnTo>
                  <a:pt x="3326940" y="1275008"/>
                </a:lnTo>
                <a:cubicBezTo>
                  <a:pt x="3118797" y="1388163"/>
                  <a:pt x="2915521" y="1543581"/>
                  <a:pt x="2719987" y="1738276"/>
                </a:cubicBezTo>
                <a:cubicBezTo>
                  <a:pt x="2485323" y="1970831"/>
                  <a:pt x="2298286" y="2219015"/>
                  <a:pt x="2116583" y="2459012"/>
                </a:cubicBezTo>
                <a:cubicBezTo>
                  <a:pt x="2091901" y="2491508"/>
                  <a:pt x="2067591" y="2523880"/>
                  <a:pt x="2043281" y="2555755"/>
                </a:cubicBezTo>
                <a:lnTo>
                  <a:pt x="2033359" y="2548190"/>
                </a:lnTo>
                <a:cubicBezTo>
                  <a:pt x="2057669" y="2516277"/>
                  <a:pt x="2082103" y="2484029"/>
                  <a:pt x="2106661" y="2451446"/>
                </a:cubicBezTo>
                <a:cubicBezTo>
                  <a:pt x="2288240" y="2211201"/>
                  <a:pt x="2476021" y="1962397"/>
                  <a:pt x="2711305" y="1729470"/>
                </a:cubicBezTo>
                <a:cubicBezTo>
                  <a:pt x="2907676" y="1533472"/>
                  <a:pt x="3111929" y="1377520"/>
                  <a:pt x="3320822" y="1263917"/>
                </a:cubicBezTo>
                <a:lnTo>
                  <a:pt x="3510284" y="1174373"/>
                </a:lnTo>
                <a:lnTo>
                  <a:pt x="3490779" y="1168552"/>
                </a:lnTo>
                <a:lnTo>
                  <a:pt x="3412320" y="1196143"/>
                </a:lnTo>
                <a:cubicBezTo>
                  <a:pt x="3139455" y="1305165"/>
                  <a:pt x="2864358" y="1486992"/>
                  <a:pt x="2596082" y="1736416"/>
                </a:cubicBezTo>
                <a:cubicBezTo>
                  <a:pt x="2374689" y="1942181"/>
                  <a:pt x="2192613" y="2156008"/>
                  <a:pt x="2016491" y="2362765"/>
                </a:cubicBezTo>
                <a:cubicBezTo>
                  <a:pt x="1977876" y="2407503"/>
                  <a:pt x="1940006" y="2451447"/>
                  <a:pt x="1902879" y="2494609"/>
                </a:cubicBezTo>
                <a:lnTo>
                  <a:pt x="1893577" y="2486423"/>
                </a:lnTo>
                <a:cubicBezTo>
                  <a:pt x="1930373" y="2443013"/>
                  <a:pt x="1967995" y="2399069"/>
                  <a:pt x="2006444" y="2354579"/>
                </a:cubicBezTo>
                <a:cubicBezTo>
                  <a:pt x="2182814" y="2147450"/>
                  <a:pt x="2365139" y="1932879"/>
                  <a:pt x="2587027" y="1727114"/>
                </a:cubicBezTo>
                <a:cubicBezTo>
                  <a:pt x="2856419" y="1476574"/>
                  <a:pt x="3132759" y="1294002"/>
                  <a:pt x="3407112" y="1184360"/>
                </a:cubicBezTo>
                <a:lnTo>
                  <a:pt x="3469929" y="1162330"/>
                </a:lnTo>
                <a:lnTo>
                  <a:pt x="3458090" y="1158797"/>
                </a:lnTo>
                <a:lnTo>
                  <a:pt x="3436879" y="1164143"/>
                </a:lnTo>
                <a:cubicBezTo>
                  <a:pt x="3388012" y="1179151"/>
                  <a:pt x="3337656" y="1196515"/>
                  <a:pt x="3289284" y="1215864"/>
                </a:cubicBezTo>
                <a:cubicBezTo>
                  <a:pt x="3022249" y="1321661"/>
                  <a:pt x="2747523" y="1496047"/>
                  <a:pt x="2472673" y="1734184"/>
                </a:cubicBezTo>
                <a:cubicBezTo>
                  <a:pt x="2271497" y="1908569"/>
                  <a:pt x="2100584" y="2085684"/>
                  <a:pt x="1935873" y="2257093"/>
                </a:cubicBezTo>
                <a:cubicBezTo>
                  <a:pt x="1874353" y="2318611"/>
                  <a:pt x="1818417" y="2377029"/>
                  <a:pt x="1762727" y="2433711"/>
                </a:cubicBezTo>
                <a:lnTo>
                  <a:pt x="1753920" y="2425029"/>
                </a:lnTo>
                <a:cubicBezTo>
                  <a:pt x="1809733" y="2368719"/>
                  <a:pt x="1865548" y="2310301"/>
                  <a:pt x="1925454" y="2248658"/>
                </a:cubicBezTo>
                <a:cubicBezTo>
                  <a:pt x="2090661" y="2077001"/>
                  <a:pt x="2261450" y="1899639"/>
                  <a:pt x="2463000" y="1725005"/>
                </a:cubicBezTo>
                <a:cubicBezTo>
                  <a:pt x="2738965" y="1485876"/>
                  <a:pt x="3014930" y="1310746"/>
                  <a:pt x="3283206" y="1204081"/>
                </a:cubicBezTo>
                <a:lnTo>
                  <a:pt x="3414243" y="1158219"/>
                </a:lnTo>
                <a:lnTo>
                  <a:pt x="3309997" y="1185104"/>
                </a:lnTo>
                <a:cubicBezTo>
                  <a:pt x="3261625" y="1199987"/>
                  <a:pt x="3212385" y="1217227"/>
                  <a:pt x="3163766" y="1236328"/>
                </a:cubicBezTo>
                <a:cubicBezTo>
                  <a:pt x="2900203" y="1339893"/>
                  <a:pt x="2632919" y="1502247"/>
                  <a:pt x="2346533" y="1732447"/>
                </a:cubicBezTo>
                <a:cubicBezTo>
                  <a:pt x="2172025" y="1872476"/>
                  <a:pt x="2018228" y="2013001"/>
                  <a:pt x="1870012" y="2148442"/>
                </a:cubicBezTo>
                <a:cubicBezTo>
                  <a:pt x="1783564" y="2228193"/>
                  <a:pt x="1701828" y="2303107"/>
                  <a:pt x="1621952" y="2371695"/>
                </a:cubicBezTo>
                <a:lnTo>
                  <a:pt x="1613891" y="2362393"/>
                </a:lnTo>
                <a:cubicBezTo>
                  <a:pt x="1693518" y="2293308"/>
                  <a:pt x="1775129" y="2218519"/>
                  <a:pt x="1861950" y="2139140"/>
                </a:cubicBezTo>
                <a:cubicBezTo>
                  <a:pt x="2010786" y="2002707"/>
                  <a:pt x="2163840" y="1862305"/>
                  <a:pt x="2338969" y="1721408"/>
                </a:cubicBezTo>
                <a:cubicBezTo>
                  <a:pt x="2625849" y="1491085"/>
                  <a:pt x="2894124" y="1327986"/>
                  <a:pt x="3158929" y="1223925"/>
                </a:cubicBezTo>
                <a:cubicBezTo>
                  <a:pt x="3208541" y="1204700"/>
                  <a:pt x="3257408" y="1186716"/>
                  <a:pt x="3306028" y="1172329"/>
                </a:cubicBezTo>
                <a:lnTo>
                  <a:pt x="3379650" y="1153345"/>
                </a:lnTo>
                <a:lnTo>
                  <a:pt x="3368734" y="1155236"/>
                </a:lnTo>
                <a:cubicBezTo>
                  <a:pt x="3306207" y="1168849"/>
                  <a:pt x="3244571" y="1185089"/>
                  <a:pt x="3183859" y="1203957"/>
                </a:cubicBezTo>
                <a:cubicBezTo>
                  <a:pt x="3135984" y="1218840"/>
                  <a:pt x="3087364" y="1235956"/>
                  <a:pt x="3038992" y="1254685"/>
                </a:cubicBezTo>
                <a:cubicBezTo>
                  <a:pt x="2784235" y="1354653"/>
                  <a:pt x="2516703" y="1509938"/>
                  <a:pt x="2221637" y="1729594"/>
                </a:cubicBezTo>
                <a:cubicBezTo>
                  <a:pt x="2079251" y="1835764"/>
                  <a:pt x="1949888" y="1940445"/>
                  <a:pt x="1824742" y="2041777"/>
                </a:cubicBezTo>
                <a:cubicBezTo>
                  <a:pt x="1704309" y="2139388"/>
                  <a:pt x="1590326" y="2231666"/>
                  <a:pt x="1481428" y="2311045"/>
                </a:cubicBezTo>
                <a:lnTo>
                  <a:pt x="1474109" y="2301123"/>
                </a:lnTo>
                <a:cubicBezTo>
                  <a:pt x="1582760" y="2221868"/>
                  <a:pt x="1696619" y="2129714"/>
                  <a:pt x="1817052" y="2032102"/>
                </a:cubicBezTo>
                <a:cubicBezTo>
                  <a:pt x="1942322" y="1930770"/>
                  <a:pt x="2071809" y="1825965"/>
                  <a:pt x="2213947" y="1719672"/>
                </a:cubicBezTo>
                <a:cubicBezTo>
                  <a:pt x="2509882" y="1499271"/>
                  <a:pt x="2778282" y="1343614"/>
                  <a:pt x="3034527" y="1243646"/>
                </a:cubicBezTo>
                <a:cubicBezTo>
                  <a:pt x="3083147" y="1224794"/>
                  <a:pt x="3132139" y="1207553"/>
                  <a:pt x="3180138" y="1192670"/>
                </a:cubicBezTo>
                <a:lnTo>
                  <a:pt x="3251868" y="1173755"/>
                </a:lnTo>
                <a:lnTo>
                  <a:pt x="3242966" y="1175374"/>
                </a:lnTo>
                <a:cubicBezTo>
                  <a:pt x="3180511" y="1189375"/>
                  <a:pt x="3119054" y="1205848"/>
                  <a:pt x="3058713" y="1224793"/>
                </a:cubicBezTo>
                <a:cubicBezTo>
                  <a:pt x="3011458" y="1239677"/>
                  <a:pt x="2963212" y="1256545"/>
                  <a:pt x="2915336" y="1275025"/>
                </a:cubicBezTo>
                <a:cubicBezTo>
                  <a:pt x="2588889" y="1401164"/>
                  <a:pt x="2292086" y="1593658"/>
                  <a:pt x="2096739" y="1727486"/>
                </a:cubicBezTo>
                <a:cubicBezTo>
                  <a:pt x="1992182" y="1799175"/>
                  <a:pt x="1893703" y="1869872"/>
                  <a:pt x="1799068" y="1938336"/>
                </a:cubicBezTo>
                <a:cubicBezTo>
                  <a:pt x="1636837" y="2054552"/>
                  <a:pt x="1483537" y="2164442"/>
                  <a:pt x="1341027" y="2249898"/>
                </a:cubicBezTo>
                <a:lnTo>
                  <a:pt x="1334701" y="2239356"/>
                </a:lnTo>
                <a:cubicBezTo>
                  <a:pt x="1476963" y="2154024"/>
                  <a:pt x="1630016" y="2044257"/>
                  <a:pt x="1792122" y="1928042"/>
                </a:cubicBezTo>
                <a:cubicBezTo>
                  <a:pt x="1886757" y="1859701"/>
                  <a:pt x="1985981" y="1788756"/>
                  <a:pt x="2090166" y="1717191"/>
                </a:cubicBezTo>
                <a:cubicBezTo>
                  <a:pt x="2285512" y="1583115"/>
                  <a:pt x="2583184" y="1390125"/>
                  <a:pt x="2910870" y="1263491"/>
                </a:cubicBezTo>
                <a:cubicBezTo>
                  <a:pt x="2958995" y="1244886"/>
                  <a:pt x="3007365" y="1227894"/>
                  <a:pt x="3054993" y="1213011"/>
                </a:cubicBezTo>
                <a:lnTo>
                  <a:pt x="3158873" y="1185146"/>
                </a:lnTo>
                <a:lnTo>
                  <a:pt x="3118233" y="1192981"/>
                </a:lnTo>
                <a:cubicBezTo>
                  <a:pt x="3055512" y="1207568"/>
                  <a:pt x="2993629" y="1224498"/>
                  <a:pt x="2932700" y="1243769"/>
                </a:cubicBezTo>
                <a:cubicBezTo>
                  <a:pt x="2886064" y="1258529"/>
                  <a:pt x="2838312" y="1275273"/>
                  <a:pt x="2790810" y="1293381"/>
                </a:cubicBezTo>
                <a:cubicBezTo>
                  <a:pt x="2485077" y="1410465"/>
                  <a:pt x="2192614" y="1584851"/>
                  <a:pt x="1972213" y="1723764"/>
                </a:cubicBezTo>
                <a:cubicBezTo>
                  <a:pt x="1910364" y="1762871"/>
                  <a:pt x="1850085" y="1801246"/>
                  <a:pt x="1791378" y="1838864"/>
                </a:cubicBezTo>
                <a:cubicBezTo>
                  <a:pt x="1571225" y="1981250"/>
                  <a:pt x="1380840" y="2103047"/>
                  <a:pt x="1200128" y="2188751"/>
                </a:cubicBezTo>
                <a:lnTo>
                  <a:pt x="1194795" y="2177589"/>
                </a:lnTo>
                <a:cubicBezTo>
                  <a:pt x="1374762" y="2092132"/>
                  <a:pt x="1564900" y="1970583"/>
                  <a:pt x="1785052" y="1830306"/>
                </a:cubicBezTo>
                <a:cubicBezTo>
                  <a:pt x="1843718" y="1793097"/>
                  <a:pt x="1903997" y="1754276"/>
                  <a:pt x="1966012" y="1715330"/>
                </a:cubicBezTo>
                <a:cubicBezTo>
                  <a:pt x="2187033" y="1576045"/>
                  <a:pt x="2480116" y="1401287"/>
                  <a:pt x="2786841" y="1283707"/>
                </a:cubicBezTo>
                <a:cubicBezTo>
                  <a:pt x="2834591" y="1265475"/>
                  <a:pt x="2882592" y="1248607"/>
                  <a:pt x="2929474" y="1234095"/>
                </a:cubicBezTo>
                <a:lnTo>
                  <a:pt x="3041297" y="1203425"/>
                </a:lnTo>
                <a:lnTo>
                  <a:pt x="2994594" y="1212985"/>
                </a:lnTo>
                <a:cubicBezTo>
                  <a:pt x="2931500" y="1228257"/>
                  <a:pt x="2869073" y="1245755"/>
                  <a:pt x="2807430" y="1265475"/>
                </a:cubicBezTo>
                <a:cubicBezTo>
                  <a:pt x="2761291" y="1280235"/>
                  <a:pt x="2714035" y="1296855"/>
                  <a:pt x="2666905" y="1315087"/>
                </a:cubicBezTo>
                <a:cubicBezTo>
                  <a:pt x="2373326" y="1426714"/>
                  <a:pt x="2090166" y="1584356"/>
                  <a:pt x="1848308" y="1723641"/>
                </a:cubicBezTo>
                <a:lnTo>
                  <a:pt x="1801178" y="1750679"/>
                </a:lnTo>
                <a:cubicBezTo>
                  <a:pt x="1522234" y="1910429"/>
                  <a:pt x="1281492" y="2049219"/>
                  <a:pt x="1059479" y="2127481"/>
                </a:cubicBezTo>
                <a:lnTo>
                  <a:pt x="1055262" y="2115823"/>
                </a:lnTo>
                <a:cubicBezTo>
                  <a:pt x="1276283" y="2036816"/>
                  <a:pt x="1516529" y="1899267"/>
                  <a:pt x="1794603" y="1739145"/>
                </a:cubicBezTo>
                <a:lnTo>
                  <a:pt x="1841858" y="1711982"/>
                </a:lnTo>
                <a:cubicBezTo>
                  <a:pt x="2084585" y="1572573"/>
                  <a:pt x="2368365" y="1414311"/>
                  <a:pt x="2662811" y="1302684"/>
                </a:cubicBezTo>
                <a:cubicBezTo>
                  <a:pt x="2710067" y="1284700"/>
                  <a:pt x="2757570" y="1268080"/>
                  <a:pt x="2803833" y="1253072"/>
                </a:cubicBezTo>
                <a:lnTo>
                  <a:pt x="2915369" y="1221813"/>
                </a:lnTo>
                <a:lnTo>
                  <a:pt x="2872555" y="1231066"/>
                </a:lnTo>
                <a:cubicBezTo>
                  <a:pt x="2808841" y="1247037"/>
                  <a:pt x="2745548" y="1265124"/>
                  <a:pt x="2682780" y="1285320"/>
                </a:cubicBezTo>
                <a:cubicBezTo>
                  <a:pt x="2637386" y="1299956"/>
                  <a:pt x="2590627" y="1316328"/>
                  <a:pt x="2543743" y="1334064"/>
                </a:cubicBezTo>
                <a:cubicBezTo>
                  <a:pt x="2266288" y="1438373"/>
                  <a:pt x="1993300" y="1580387"/>
                  <a:pt x="1752557" y="1706153"/>
                </a:cubicBezTo>
                <a:lnTo>
                  <a:pt x="1724030" y="1721036"/>
                </a:lnTo>
                <a:cubicBezTo>
                  <a:pt x="1426236" y="1875577"/>
                  <a:pt x="1160565" y="2008165"/>
                  <a:pt x="919326" y="2066211"/>
                </a:cubicBezTo>
                <a:lnTo>
                  <a:pt x="916349" y="2053808"/>
                </a:lnTo>
                <a:cubicBezTo>
                  <a:pt x="1156843" y="1996010"/>
                  <a:pt x="1421895" y="1863671"/>
                  <a:pt x="1718202" y="1709502"/>
                </a:cubicBezTo>
                <a:lnTo>
                  <a:pt x="1746852" y="1694742"/>
                </a:lnTo>
                <a:cubicBezTo>
                  <a:pt x="1987966" y="1569224"/>
                  <a:pt x="2261203" y="1427086"/>
                  <a:pt x="2539278" y="1322653"/>
                </a:cubicBezTo>
                <a:cubicBezTo>
                  <a:pt x="2586410" y="1304917"/>
                  <a:pt x="2633417" y="1288545"/>
                  <a:pt x="2678936" y="1273786"/>
                </a:cubicBezTo>
                <a:lnTo>
                  <a:pt x="2808169" y="1236822"/>
                </a:lnTo>
                <a:lnTo>
                  <a:pt x="2748192" y="1250522"/>
                </a:lnTo>
                <a:cubicBezTo>
                  <a:pt x="2684085" y="1267227"/>
                  <a:pt x="2620238" y="1285940"/>
                  <a:pt x="2556766" y="1306653"/>
                </a:cubicBezTo>
                <a:cubicBezTo>
                  <a:pt x="2512239" y="1321164"/>
                  <a:pt x="2465852" y="1337412"/>
                  <a:pt x="2419094" y="1354776"/>
                </a:cubicBezTo>
                <a:cubicBezTo>
                  <a:pt x="2187157" y="1441597"/>
                  <a:pt x="1962292" y="1547642"/>
                  <a:pt x="1744867" y="1650587"/>
                </a:cubicBezTo>
                <a:cubicBezTo>
                  <a:pt x="1695256" y="1673904"/>
                  <a:pt x="1646760" y="1696974"/>
                  <a:pt x="1598885" y="1719299"/>
                </a:cubicBezTo>
                <a:cubicBezTo>
                  <a:pt x="1322547" y="1848414"/>
                  <a:pt x="1031821" y="1972444"/>
                  <a:pt x="778056" y="2005560"/>
                </a:cubicBezTo>
                <a:lnTo>
                  <a:pt x="776443" y="1993157"/>
                </a:lnTo>
                <a:cubicBezTo>
                  <a:pt x="1028596" y="1960413"/>
                  <a:pt x="1318206" y="1836755"/>
                  <a:pt x="1593552" y="1707888"/>
                </a:cubicBezTo>
                <a:cubicBezTo>
                  <a:pt x="1641427" y="1685402"/>
                  <a:pt x="1690088" y="1662456"/>
                  <a:pt x="1739534" y="1639052"/>
                </a:cubicBezTo>
                <a:cubicBezTo>
                  <a:pt x="1957082" y="1535735"/>
                  <a:pt x="2182196" y="1429070"/>
                  <a:pt x="2414629" y="1342249"/>
                </a:cubicBezTo>
                <a:cubicBezTo>
                  <a:pt x="2461511" y="1324885"/>
                  <a:pt x="2508022" y="1308637"/>
                  <a:pt x="2552797" y="1294002"/>
                </a:cubicBezTo>
                <a:lnTo>
                  <a:pt x="2714284" y="1246633"/>
                </a:lnTo>
                <a:lnTo>
                  <a:pt x="2626927" y="1267790"/>
                </a:lnTo>
                <a:cubicBezTo>
                  <a:pt x="2561751" y="1285480"/>
                  <a:pt x="2496349" y="1305133"/>
                  <a:pt x="2430752" y="1326745"/>
                </a:cubicBezTo>
                <a:cubicBezTo>
                  <a:pt x="2386723" y="1341381"/>
                  <a:pt x="2340830" y="1357381"/>
                  <a:pt x="2294319" y="1374497"/>
                </a:cubicBezTo>
                <a:cubicBezTo>
                  <a:pt x="2107159" y="1443581"/>
                  <a:pt x="1922231" y="1524077"/>
                  <a:pt x="1742140" y="1601967"/>
                </a:cubicBezTo>
                <a:cubicBezTo>
                  <a:pt x="1648869" y="1642525"/>
                  <a:pt x="1560808" y="1680726"/>
                  <a:pt x="1473491" y="1717067"/>
                </a:cubicBezTo>
                <a:cubicBezTo>
                  <a:pt x="1213029" y="1825469"/>
                  <a:pt x="908908" y="1937344"/>
                  <a:pt x="636415" y="1943917"/>
                </a:cubicBezTo>
                <a:lnTo>
                  <a:pt x="636415" y="1931514"/>
                </a:lnTo>
                <a:cubicBezTo>
                  <a:pt x="906800" y="1924941"/>
                  <a:pt x="1209060" y="1813562"/>
                  <a:pt x="1469025" y="1705532"/>
                </a:cubicBezTo>
                <a:cubicBezTo>
                  <a:pt x="1555847" y="1669315"/>
                  <a:pt x="1644280" y="1631114"/>
                  <a:pt x="1737425" y="1590681"/>
                </a:cubicBezTo>
                <a:cubicBezTo>
                  <a:pt x="1917021" y="1512666"/>
                  <a:pt x="2102819" y="1432047"/>
                  <a:pt x="2290227" y="1362838"/>
                </a:cubicBezTo>
                <a:cubicBezTo>
                  <a:pt x="2336738" y="1345722"/>
                  <a:pt x="2382754" y="1329598"/>
                  <a:pt x="2426659" y="1314963"/>
                </a:cubicBezTo>
                <a:lnTo>
                  <a:pt x="2623130" y="1255888"/>
                </a:lnTo>
                <a:lnTo>
                  <a:pt x="2554318" y="1272036"/>
                </a:lnTo>
                <a:cubicBezTo>
                  <a:pt x="2472058" y="1294103"/>
                  <a:pt x="2389013" y="1319121"/>
                  <a:pt x="2305234" y="1347086"/>
                </a:cubicBezTo>
                <a:cubicBezTo>
                  <a:pt x="2262071" y="1361474"/>
                  <a:pt x="2216678" y="1377350"/>
                  <a:pt x="2170414" y="1394218"/>
                </a:cubicBezTo>
                <a:cubicBezTo>
                  <a:pt x="2028400" y="1446186"/>
                  <a:pt x="1885145" y="1503860"/>
                  <a:pt x="1746480" y="1559673"/>
                </a:cubicBezTo>
                <a:cubicBezTo>
                  <a:pt x="1607815" y="1615487"/>
                  <a:pt x="1477833" y="1667827"/>
                  <a:pt x="1349585" y="1714834"/>
                </a:cubicBezTo>
                <a:cubicBezTo>
                  <a:pt x="984566" y="1848166"/>
                  <a:pt x="721375" y="1899887"/>
                  <a:pt x="496385" y="1882522"/>
                </a:cubicBezTo>
                <a:lnTo>
                  <a:pt x="497377" y="1870119"/>
                </a:lnTo>
                <a:cubicBezTo>
                  <a:pt x="720631" y="1887236"/>
                  <a:pt x="982085" y="1835887"/>
                  <a:pt x="1345368" y="1703176"/>
                </a:cubicBezTo>
                <a:cubicBezTo>
                  <a:pt x="1473863" y="1656168"/>
                  <a:pt x="1604218" y="1603952"/>
                  <a:pt x="1742263" y="1548139"/>
                </a:cubicBezTo>
                <a:cubicBezTo>
                  <a:pt x="1880308" y="1492325"/>
                  <a:pt x="2024307" y="1434651"/>
                  <a:pt x="2166570" y="1382559"/>
                </a:cubicBezTo>
                <a:cubicBezTo>
                  <a:pt x="2212956" y="1365691"/>
                  <a:pt x="2258477" y="1349691"/>
                  <a:pt x="2301761" y="1335304"/>
                </a:cubicBezTo>
                <a:cubicBezTo>
                  <a:pt x="2369001" y="1312917"/>
                  <a:pt x="2435777" y="1292415"/>
                  <a:pt x="2502056" y="1273802"/>
                </a:cubicBezTo>
                <a:lnTo>
                  <a:pt x="2648640" y="1236536"/>
                </a:lnTo>
                <a:lnTo>
                  <a:pt x="2485932" y="1274145"/>
                </a:lnTo>
                <a:cubicBezTo>
                  <a:pt x="2386215" y="1300870"/>
                  <a:pt x="2284204" y="1331793"/>
                  <a:pt x="2179717" y="1366932"/>
                </a:cubicBezTo>
                <a:cubicBezTo>
                  <a:pt x="2137049" y="1381319"/>
                  <a:pt x="2092896" y="1396575"/>
                  <a:pt x="2046385" y="1413567"/>
                </a:cubicBezTo>
                <a:cubicBezTo>
                  <a:pt x="1950757" y="1448171"/>
                  <a:pt x="1853269" y="1485008"/>
                  <a:pt x="1759132" y="1520605"/>
                </a:cubicBezTo>
                <a:cubicBezTo>
                  <a:pt x="1581396" y="1587829"/>
                  <a:pt x="1397584" y="1657037"/>
                  <a:pt x="1224439" y="1712106"/>
                </a:cubicBezTo>
                <a:cubicBezTo>
                  <a:pt x="862645" y="1826462"/>
                  <a:pt x="586431" y="1860942"/>
                  <a:pt x="355239" y="1820384"/>
                </a:cubicBezTo>
                <a:lnTo>
                  <a:pt x="357348" y="1807981"/>
                </a:lnTo>
                <a:cubicBezTo>
                  <a:pt x="586431" y="1848043"/>
                  <a:pt x="860784" y="1813811"/>
                  <a:pt x="1220718" y="1699951"/>
                </a:cubicBezTo>
                <a:cubicBezTo>
                  <a:pt x="1393491" y="1645378"/>
                  <a:pt x="1577179" y="1575922"/>
                  <a:pt x="1754666" y="1508822"/>
                </a:cubicBezTo>
                <a:cubicBezTo>
                  <a:pt x="1848928" y="1473101"/>
                  <a:pt x="1946416" y="1436264"/>
                  <a:pt x="2042167" y="1401660"/>
                </a:cubicBezTo>
                <a:cubicBezTo>
                  <a:pt x="2089298" y="1384544"/>
                  <a:pt x="2132957" y="1369288"/>
                  <a:pt x="2175872" y="1354901"/>
                </a:cubicBezTo>
                <a:cubicBezTo>
                  <a:pt x="2315592" y="1307894"/>
                  <a:pt x="2450923" y="1268429"/>
                  <a:pt x="2582297" y="1236449"/>
                </a:cubicBezTo>
                <a:lnTo>
                  <a:pt x="2776058" y="1194169"/>
                </a:lnTo>
                <a:lnTo>
                  <a:pt x="2757980" y="1197144"/>
                </a:lnTo>
                <a:cubicBezTo>
                  <a:pt x="2541417" y="1237735"/>
                  <a:pt x="2308917" y="1300761"/>
                  <a:pt x="2054694" y="1387148"/>
                </a:cubicBezTo>
                <a:cubicBezTo>
                  <a:pt x="2013020" y="1401287"/>
                  <a:pt x="1969858" y="1416667"/>
                  <a:pt x="1922603" y="1433287"/>
                </a:cubicBezTo>
                <a:lnTo>
                  <a:pt x="1783193" y="1482899"/>
                </a:lnTo>
                <a:cubicBezTo>
                  <a:pt x="1556715" y="1565502"/>
                  <a:pt x="1322423" y="1650215"/>
                  <a:pt x="1100162" y="1709873"/>
                </a:cubicBezTo>
                <a:cubicBezTo>
                  <a:pt x="735267" y="1807608"/>
                  <a:pt x="453967" y="1823236"/>
                  <a:pt x="214838" y="1759485"/>
                </a:cubicBezTo>
                <a:lnTo>
                  <a:pt x="218064" y="1747082"/>
                </a:lnTo>
                <a:cubicBezTo>
                  <a:pt x="455084" y="1810833"/>
                  <a:pt x="734274" y="1795329"/>
                  <a:pt x="1096937" y="1697470"/>
                </a:cubicBezTo>
                <a:cubicBezTo>
                  <a:pt x="1318703" y="1638060"/>
                  <a:pt x="1552623" y="1553348"/>
                  <a:pt x="1779101" y="1471488"/>
                </a:cubicBezTo>
                <a:lnTo>
                  <a:pt x="1918510" y="1421876"/>
                </a:lnTo>
                <a:cubicBezTo>
                  <a:pt x="1965889" y="1405008"/>
                  <a:pt x="2009175" y="1389876"/>
                  <a:pt x="2050725" y="1375737"/>
                </a:cubicBezTo>
                <a:cubicBezTo>
                  <a:pt x="2415063" y="1251708"/>
                  <a:pt x="2734972" y="1175788"/>
                  <a:pt x="3027381" y="1145011"/>
                </a:cubicBezTo>
                <a:lnTo>
                  <a:pt x="3044340" y="1143724"/>
                </a:lnTo>
                <a:lnTo>
                  <a:pt x="3027870" y="1144676"/>
                </a:lnTo>
                <a:cubicBezTo>
                  <a:pt x="2641294" y="1178999"/>
                  <a:pt x="2262297" y="1293063"/>
                  <a:pt x="1929176" y="1407489"/>
                </a:cubicBezTo>
                <a:cubicBezTo>
                  <a:pt x="1885435" y="1422460"/>
                  <a:pt x="1841900" y="1437666"/>
                  <a:pt x="1798573" y="1453132"/>
                </a:cubicBezTo>
                <a:cubicBezTo>
                  <a:pt x="1502515" y="1557937"/>
                  <a:pt x="1236223" y="1649347"/>
                  <a:pt x="975513" y="1707517"/>
                </a:cubicBezTo>
                <a:cubicBezTo>
                  <a:pt x="610616" y="1787516"/>
                  <a:pt x="315799" y="1784167"/>
                  <a:pt x="74313" y="1697223"/>
                </a:cubicBezTo>
                <a:lnTo>
                  <a:pt x="78377" y="1685645"/>
                </a:lnTo>
                <a:lnTo>
                  <a:pt x="29239" y="1673112"/>
                </a:lnTo>
                <a:lnTo>
                  <a:pt x="0" y="1661630"/>
                </a:lnTo>
                <a:lnTo>
                  <a:pt x="0" y="1646056"/>
                </a:lnTo>
                <a:lnTo>
                  <a:pt x="6107" y="1648111"/>
                </a:lnTo>
                <a:cubicBezTo>
                  <a:pt x="382853" y="1745447"/>
                  <a:pt x="850243" y="1696448"/>
                  <a:pt x="1422143" y="1501008"/>
                </a:cubicBezTo>
                <a:cubicBezTo>
                  <a:pt x="1517399" y="1468388"/>
                  <a:pt x="1614637" y="1433412"/>
                  <a:pt x="1708777" y="1399428"/>
                </a:cubicBezTo>
                <a:cubicBezTo>
                  <a:pt x="2128556" y="1247491"/>
                  <a:pt x="2560774" y="1091851"/>
                  <a:pt x="3002358" y="1089881"/>
                </a:cubicBezTo>
                <a:cubicBezTo>
                  <a:pt x="3065441" y="1089600"/>
                  <a:pt x="3128715" y="1092455"/>
                  <a:pt x="3192172" y="1098904"/>
                </a:cubicBezTo>
                <a:lnTo>
                  <a:pt x="3304163" y="1114972"/>
                </a:lnTo>
                <a:lnTo>
                  <a:pt x="3335675" y="1116888"/>
                </a:lnTo>
                <a:lnTo>
                  <a:pt x="3399302" y="1127243"/>
                </a:lnTo>
                <a:lnTo>
                  <a:pt x="3423691" y="1129963"/>
                </a:lnTo>
                <a:lnTo>
                  <a:pt x="3431297" y="1128580"/>
                </a:lnTo>
                <a:lnTo>
                  <a:pt x="3491415" y="1121906"/>
                </a:lnTo>
                <a:lnTo>
                  <a:pt x="3557155" y="1110503"/>
                </a:lnTo>
                <a:lnTo>
                  <a:pt x="3609727" y="1105318"/>
                </a:lnTo>
                <a:lnTo>
                  <a:pt x="3682363" y="1093508"/>
                </a:lnTo>
                <a:lnTo>
                  <a:pt x="3711668" y="1091041"/>
                </a:lnTo>
                <a:lnTo>
                  <a:pt x="3739048" y="1086884"/>
                </a:lnTo>
                <a:lnTo>
                  <a:pt x="3741333" y="1086321"/>
                </a:lnTo>
                <a:lnTo>
                  <a:pt x="3762451" y="1083332"/>
                </a:lnTo>
                <a:lnTo>
                  <a:pt x="3808183" y="1076391"/>
                </a:lnTo>
                <a:lnTo>
                  <a:pt x="3814739" y="1075932"/>
                </a:lnTo>
                <a:lnTo>
                  <a:pt x="3848341" y="1071176"/>
                </a:lnTo>
                <a:lnTo>
                  <a:pt x="3868376" y="1066307"/>
                </a:lnTo>
                <a:lnTo>
                  <a:pt x="3979704" y="1050605"/>
                </a:lnTo>
                <a:lnTo>
                  <a:pt x="3993940" y="1047224"/>
                </a:lnTo>
                <a:lnTo>
                  <a:pt x="4088328" y="1034824"/>
                </a:lnTo>
                <a:lnTo>
                  <a:pt x="4119138" y="1027662"/>
                </a:lnTo>
                <a:lnTo>
                  <a:pt x="4206940" y="1016951"/>
                </a:lnTo>
                <a:lnTo>
                  <a:pt x="4245483" y="1008187"/>
                </a:lnTo>
                <a:lnTo>
                  <a:pt x="4320811" y="999699"/>
                </a:lnTo>
                <a:lnTo>
                  <a:pt x="4371386" y="988455"/>
                </a:lnTo>
                <a:cubicBezTo>
                  <a:pt x="4816843" y="918155"/>
                  <a:pt x="5333602" y="1033586"/>
                  <a:pt x="5943517" y="1338652"/>
                </a:cubicBezTo>
                <a:cubicBezTo>
                  <a:pt x="6082059" y="1407861"/>
                  <a:pt x="6221345" y="1483023"/>
                  <a:pt x="6355916" y="1555704"/>
                </a:cubicBezTo>
                <a:lnTo>
                  <a:pt x="6405031" y="1581873"/>
                </a:lnTo>
                <a:lnTo>
                  <a:pt x="6430583" y="1569472"/>
                </a:lnTo>
                <a:cubicBezTo>
                  <a:pt x="6544566" y="1513163"/>
                  <a:pt x="6662395" y="1454993"/>
                  <a:pt x="6781711" y="1407242"/>
                </a:cubicBezTo>
                <a:cubicBezTo>
                  <a:pt x="6850837" y="1379558"/>
                  <a:pt x="6920582" y="1355239"/>
                  <a:pt x="6990750" y="1334222"/>
                </a:cubicBezTo>
                <a:lnTo>
                  <a:pt x="7061521" y="1316422"/>
                </a:lnTo>
                <a:lnTo>
                  <a:pt x="7091673" y="1304779"/>
                </a:lnTo>
                <a:lnTo>
                  <a:pt x="7213646" y="1268922"/>
                </a:lnTo>
                <a:lnTo>
                  <a:pt x="7218882" y="1266720"/>
                </a:lnTo>
                <a:cubicBezTo>
                  <a:pt x="7277477" y="1244955"/>
                  <a:pt x="7336993" y="1225668"/>
                  <a:pt x="7397270" y="1208918"/>
                </a:cubicBezTo>
                <a:lnTo>
                  <a:pt x="7400193" y="1208227"/>
                </a:lnTo>
                <a:lnTo>
                  <a:pt x="7518694" y="1166003"/>
                </a:lnTo>
                <a:lnTo>
                  <a:pt x="7564982" y="1153757"/>
                </a:lnTo>
                <a:lnTo>
                  <a:pt x="7641731" y="1123833"/>
                </a:lnTo>
                <a:lnTo>
                  <a:pt x="7713752" y="1102757"/>
                </a:lnTo>
                <a:lnTo>
                  <a:pt x="7763281" y="1081788"/>
                </a:lnTo>
                <a:lnTo>
                  <a:pt x="7854285" y="1053432"/>
                </a:lnTo>
                <a:lnTo>
                  <a:pt x="7884954" y="1039245"/>
                </a:lnTo>
                <a:lnTo>
                  <a:pt x="8004168" y="998496"/>
                </a:lnTo>
                <a:lnTo>
                  <a:pt x="8006007" y="997571"/>
                </a:lnTo>
                <a:cubicBezTo>
                  <a:pt x="8039234" y="983036"/>
                  <a:pt x="8072698" y="969835"/>
                  <a:pt x="8106309" y="957877"/>
                </a:cubicBezTo>
                <a:lnTo>
                  <a:pt x="8177216" y="935289"/>
                </a:lnTo>
                <a:lnTo>
                  <a:pt x="8285943" y="891121"/>
                </a:lnTo>
                <a:lnTo>
                  <a:pt x="8325829" y="879814"/>
                </a:lnTo>
                <a:lnTo>
                  <a:pt x="8404380" y="845160"/>
                </a:lnTo>
                <a:lnTo>
                  <a:pt x="8470747" y="824491"/>
                </a:lnTo>
                <a:lnTo>
                  <a:pt x="8521438" y="800279"/>
                </a:lnTo>
                <a:lnTo>
                  <a:pt x="8606475" y="771332"/>
                </a:lnTo>
                <a:lnTo>
                  <a:pt x="8639848" y="754106"/>
                </a:lnTo>
                <a:lnTo>
                  <a:pt x="8726315" y="723424"/>
                </a:lnTo>
                <a:lnTo>
                  <a:pt x="8729477" y="721621"/>
                </a:lnTo>
                <a:cubicBezTo>
                  <a:pt x="8778225" y="697259"/>
                  <a:pt x="8829628" y="675653"/>
                  <a:pt x="8883405" y="656854"/>
                </a:cubicBezTo>
                <a:lnTo>
                  <a:pt x="8905479" y="650562"/>
                </a:lnTo>
                <a:lnTo>
                  <a:pt x="8967339" y="621434"/>
                </a:lnTo>
                <a:lnTo>
                  <a:pt x="9035175" y="598470"/>
                </a:lnTo>
                <a:lnTo>
                  <a:pt x="9084548" y="573405"/>
                </a:lnTo>
                <a:lnTo>
                  <a:pt x="9171082" y="541587"/>
                </a:lnTo>
                <a:lnTo>
                  <a:pt x="9202199" y="524598"/>
                </a:lnTo>
                <a:lnTo>
                  <a:pt x="9303409" y="484324"/>
                </a:lnTo>
                <a:lnTo>
                  <a:pt x="9317013" y="476342"/>
                </a:lnTo>
                <a:cubicBezTo>
                  <a:pt x="9365640" y="451414"/>
                  <a:pt x="9417028" y="429346"/>
                  <a:pt x="9470910" y="410213"/>
                </a:cubicBezTo>
                <a:lnTo>
                  <a:pt x="9471586" y="410019"/>
                </a:lnTo>
                <a:lnTo>
                  <a:pt x="9496723" y="395849"/>
                </a:lnTo>
                <a:cubicBezTo>
                  <a:pt x="9526288" y="381813"/>
                  <a:pt x="9556198" y="369112"/>
                  <a:pt x="9586277" y="357630"/>
                </a:cubicBezTo>
                <a:lnTo>
                  <a:pt x="9600843" y="352660"/>
                </a:lnTo>
                <a:lnTo>
                  <a:pt x="9611502" y="346221"/>
                </a:lnTo>
                <a:cubicBezTo>
                  <a:pt x="9640507" y="331439"/>
                  <a:pt x="9669895" y="318018"/>
                  <a:pt x="9699488" y="305841"/>
                </a:cubicBezTo>
                <a:lnTo>
                  <a:pt x="9748339" y="287821"/>
                </a:lnTo>
                <a:lnTo>
                  <a:pt x="9782690" y="269036"/>
                </a:lnTo>
                <a:lnTo>
                  <a:pt x="9864511" y="236667"/>
                </a:lnTo>
                <a:lnTo>
                  <a:pt x="9893062" y="219794"/>
                </a:lnTo>
                <a:lnTo>
                  <a:pt x="9996697" y="175031"/>
                </a:lnTo>
                <a:lnTo>
                  <a:pt x="10011904" y="165528"/>
                </a:lnTo>
                <a:cubicBezTo>
                  <a:pt x="10206882" y="59283"/>
                  <a:pt x="10449438" y="1008"/>
                  <a:pt x="10716799" y="0"/>
                </a:cubicBezTo>
                <a:close/>
              </a:path>
            </a:pathLst>
          </a:custGeom>
          <a:gradFill>
            <a:gsLst>
              <a:gs pos="84000">
                <a:schemeClr val="accent2">
                  <a:alpha val="0"/>
                </a:schemeClr>
              </a:gs>
              <a:gs pos="18000">
                <a:schemeClr val="accent3"/>
              </a:gs>
            </a:gsLst>
            <a:lin ang="6000000" scaled="0"/>
          </a:gradFill>
          <a:ln w="1239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Text2"/>
          <p:cNvSpPr txBox="1"/>
          <p:nvPr>
            <p:custDataLst>
              <p:tags r:id="rId1"/>
            </p:custDataLst>
          </p:nvPr>
        </p:nvSpPr>
        <p:spPr>
          <a:xfrm>
            <a:off x="4077265" y="1194891"/>
            <a:ext cx="7192949" cy="27417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7200" b="1"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lang="en-US" altLang="zh-CN" sz="7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3"/>
          <p:cNvSpPr txBox="1"/>
          <p:nvPr>
            <p:custDataLst>
              <p:tags r:id="rId2"/>
            </p:custDataLst>
          </p:nvPr>
        </p:nvSpPr>
        <p:spPr>
          <a:xfrm>
            <a:off x="4077266" y="4098728"/>
            <a:ext cx="7192948" cy="156438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6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en-US" altLang="zh-CN" sz="16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4"/>
          <p:cNvSpPr txBox="1"/>
          <p:nvPr>
            <p:custDataLst>
              <p:tags r:id="rId3"/>
            </p:custDataLst>
          </p:nvPr>
        </p:nvSpPr>
        <p:spPr>
          <a:xfrm>
            <a:off x="798060" y="5059313"/>
            <a:ext cx="4179816" cy="44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郝光煜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5"/>
          <p:cNvSpPr txBox="1"/>
          <p:nvPr>
            <p:custDataLst>
              <p:tags r:id="rId4"/>
            </p:custDataLst>
          </p:nvPr>
        </p:nvSpPr>
        <p:spPr>
          <a:xfrm>
            <a:off x="798060" y="5502696"/>
            <a:ext cx="4179816" cy="4558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600">
                <a:effectLst>
                  <a:outerShdw blurRad="76200" dist="38100" dir="2700000" algn="ctr" rotWithShape="0">
                    <a:schemeClr val="accent1">
                      <a:alpha val="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2026.06.21</a:t>
            </a:r>
            <a:endParaRPr lang="en-US" altLang="zh-CN" sz="1600">
              <a:effectLst>
                <a:outerShdw blurRad="76200" dist="38100" dir="2700000" algn="ctr" rotWithShape="0">
                  <a:schemeClr val="accent1">
                    <a:alpha val="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555643" y="5463761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任意多边形: 形状 26"/>
          <p:cNvSpPr/>
          <p:nvPr/>
        </p:nvSpPr>
        <p:spPr>
          <a:xfrm flipH="1">
            <a:off x="555643" y="5889644"/>
            <a:ext cx="2016023" cy="129460"/>
          </a:xfrm>
          <a:custGeom>
            <a:avLst/>
            <a:gdLst>
              <a:gd name="connsiteX0" fmla="*/ 1941224 w 2016023"/>
              <a:gd name="connsiteY0" fmla="*/ 129461 h 129460"/>
              <a:gd name="connsiteX1" fmla="*/ 0 w 2016023"/>
              <a:gd name="connsiteY1" fmla="*/ 129461 h 129460"/>
              <a:gd name="connsiteX2" fmla="*/ 74800 w 2016023"/>
              <a:gd name="connsiteY2" fmla="*/ 0 h 129460"/>
              <a:gd name="connsiteX3" fmla="*/ 2016024 w 2016023"/>
              <a:gd name="connsiteY3" fmla="*/ 0 h 129460"/>
              <a:gd name="connsiteX4" fmla="*/ 1941224 w 2016023"/>
              <a:gd name="connsiteY4" fmla="*/ 129461 h 12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023" h="129460">
                <a:moveTo>
                  <a:pt x="1941224" y="129461"/>
                </a:moveTo>
                <a:lnTo>
                  <a:pt x="0" y="129461"/>
                </a:lnTo>
                <a:lnTo>
                  <a:pt x="74800" y="0"/>
                </a:lnTo>
                <a:lnTo>
                  <a:pt x="2016024" y="0"/>
                </a:lnTo>
                <a:lnTo>
                  <a:pt x="1941224" y="129461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18000">
                <a:schemeClr val="accent2">
                  <a:alpha val="9000"/>
                </a:schemeClr>
              </a:gs>
            </a:gsLst>
            <a:lin ang="3256497" scaled="1"/>
          </a:gradFill>
          <a:ln w="1369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YOO_CHATSHAPE_TYPE" val="YOO_CHATSHAPE_TITLE"/>
</p:tagLst>
</file>

<file path=ppt/tags/tag2.xml><?xml version="1.0" encoding="utf-8"?>
<p:tagLst xmlns:p="http://schemas.openxmlformats.org/presentationml/2006/main">
  <p:tag name="TAG_CHATSHAPE_SUBTITLE_TYPE" val="TAG_CHATSHAPE_SUBTITLE_ENGLISH"/>
  <p:tag name="YOO_CHATSHAPE_TYPE" val="YOO_CHATSHAPE_SUBTITLE"/>
</p:tagLst>
</file>

<file path=ppt/tags/tag3.xml><?xml version="1.0" encoding="utf-8"?>
<p:tagLst xmlns:p="http://schemas.openxmlformats.org/presentationml/2006/main">
  <p:tag name="YOO_CHATSHAPE_AUTHOR" val="百度文心助手"/>
  <p:tag name="YOO_CHATSHAPE_TYPE" val="YOO_CHATSHAPE_AUTHOR"/>
</p:tagLst>
</file>

<file path=ppt/tags/tag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  <p:tag name="KSO_WM_UNIT_TEXT_SHADOW_SCHEMECOLOR_INDEX" val="6"/>
  <p:tag name="KSO_WM_UNIT_TEXT_SHADOW_SCHEMECOLOR_INDEX_BRIGHTNESS" val="-0.25"/>
  <p:tag name="YOO_CHATSHAPE_TYPE" val="YOO_CHATSHAPE_DATE"/>
</p:tagLst>
</file>

<file path=ppt/tags/tag5.xml><?xml version="1.0" encoding="utf-8"?>
<p:tagLst xmlns:p="http://schemas.openxmlformats.org/presentationml/2006/main">
  <p:tag name="YOO_CHATSHAPE_AUTHOR" val="百度文心助手"/>
  <p:tag name="YOO_CHATSHAPE_TYPE" val="YOO_CHATSHAPE_AUTHOR"/>
</p:tagLst>
</file>

<file path=ppt/tags/tag6.xml><?xml version="1.0" encoding="utf-8"?>
<p:tagLst xmlns:p="http://schemas.openxmlformats.org/presentationml/2006/main">
  <p:tag name="TAG_AIGCCREATORID" val="AIGC生成内容仅供参考-2026/6/20 9:38:42"/>
  <p:tag name="YOO_CHATPAGE_TYPE" val="TAG_CHATPAGE_COVER"/>
  <p:tag name="YOO_CHATSHAPE_TITLE" val="亮蓝绿色调科技感技术报告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YOO_CHATSHAPE_ITEM" val="1"/>
  <p:tag name="YOO_CHATSHAPE_TYPE" val="YOO_CHATSHAPE_ITEM"/>
</p:tagLst>
</file>

<file path=ppt/tags/tag10.xml><?xml version="1.0" encoding="utf-8"?>
<p:tagLst xmlns:p="http://schemas.openxmlformats.org/presentationml/2006/main">
  <p:tag name="KSO_WM_BEAUTIFY_FLAG" val=""/>
  <p:tag name="YOO_CHAT_DIAGRAM_SHAPETYPE" val="YOO_CHATSHAPE_DIAGRAM_TITLE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YOO_CHATSHAPE_ITEM" val="2"/>
  <p:tag name="YOO_CHATSHAPE_TYPE" val="YOO_CHATSHAPE_ITEM"/>
</p:tagLst>
</file>

<file path=ppt/tags/tag13.xml><?xml version="1.0" encoding="utf-8"?>
<p:tagLst xmlns:p="http://schemas.openxmlformats.org/presentationml/2006/main">
  <p:tag name="KSO_WM_BEAUTIFY_FLAG" val=""/>
  <p:tag name="YOO_CHAT_DIAGRAM_SHAPETYPE" val="YOO_CHATSHAPE_DIAGRAM_TITLE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YOO_CHATSHAPE_ITEM" val="4"/>
  <p:tag name="YOO_CHATSHAPE_TYPE" val="YOO_CHATSHAPE_ITEM"/>
</p:tagLst>
</file>

<file path=ppt/tags/tag16.xml><?xml version="1.0" encoding="utf-8"?>
<p:tagLst xmlns:p="http://schemas.openxmlformats.org/presentationml/2006/main">
  <p:tag name="KSO_WM_BEAUTIFY_FLAG" val=""/>
  <p:tag name="YOO_CHAT_DIAGRAM_SHAPETYPE" val="YOO_CHATSHAPE_DIAGRAM_TITLE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YOO_CHATSHAPE_ITEM" val="3"/>
  <p:tag name="YOO_CHATSHAPE_TYPE" val="YOO_CHATSHAPE_ITEM"/>
</p:tagLst>
</file>

<file path=ppt/tags/tag19.xml><?xml version="1.0" encoding="utf-8"?>
<p:tagLst xmlns:p="http://schemas.openxmlformats.org/presentationml/2006/main">
  <p:tag name="KSO_WM_BEAUTIFY_FLAG" val=""/>
  <p:tag name="YOO_CHAT_DIAGRAM_SHAPETYPE" val="YOO_CHATSHAPE_DIAGRAM_TITLE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TAG_AIGCCREATORID" val="AIGC生成内容仅供参考-2026/6/20 9:38:42"/>
  <p:tag name="YOO_CHATPAGE_TYPE" val="TAG_CHATPAGE_CATALOG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2.xml><?xml version="1.0" encoding="utf-8"?>
<p:tagLst xmlns:p="http://schemas.openxmlformats.org/presentationml/2006/main">
  <p:tag name="KSO_WM_BEAUTIFY_FLAG" val=""/>
  <p:tag name="YOO_CHATSHAPE_TYPE" val="YOO_CHATSHAPE_TITLE"/>
</p:tagLst>
</file>

<file path=ppt/tags/tag23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24.xml><?xml version="1.0" encoding="utf-8"?>
<p:tagLst xmlns:p="http://schemas.openxmlformats.org/presentationml/2006/main">
  <p:tag name="TAG_CHATPAGE_CHAPTER" val="0"/>
  <p:tag name="YOO_CHATSHAPE_TYPE" val="YOO_CHATSHAPE_NUM"/>
</p:tagLst>
</file>

<file path=ppt/tags/tag25.xml><?xml version="1.0" encoding="utf-8"?>
<p:tagLst xmlns:p="http://schemas.openxmlformats.org/presentationml/2006/main">
  <p:tag name="TAG_AIGCCREATORID" val="AIGC生成内容仅供参考-2026/6/20 9:38:42"/>
  <p:tag name="TAG_CHAPTER_ID" val="0"/>
  <p:tag name="YOO_CHATPAGE_TYPE" val="TAG_CHATPAGE_CHAPTER"/>
  <p:tag name="YOO_CHATSHAPE_TITLE" val="封面与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6.xml><?xml version="1.0" encoding="utf-8"?>
<p:tagLst xmlns:p="http://schemas.openxmlformats.org/presentationml/2006/main">
  <p:tag name="TAG_CONTENT_SUBINDEX" val="1"/>
  <p:tag name="YOO_CHATSHAPE_TYPE" val="YOO_CHATSHAPE_IMAGE"/>
</p:tagLst>
</file>

<file path=ppt/tags/tag27.xml><?xml version="1.0" encoding="utf-8"?>
<p:tagLst xmlns:p="http://schemas.openxmlformats.org/presentationml/2006/main">
  <p:tag name="TAG_CONTENT_SUBINDEX" val="2"/>
  <p:tag name="YOO_CHATSHAPE_TYPE" val="YOO_CHATSHAPE_IMAGE"/>
</p:tagLst>
</file>

<file path=ppt/tags/tag28.xml><?xml version="1.0" encoding="utf-8"?>
<p:tagLst xmlns:p="http://schemas.openxmlformats.org/presentationml/2006/main">
  <p:tag name="YOO_CHATSHAPE_TYPE" val="YOO_CHATSHAPE_TITLE"/>
</p:tagLst>
</file>

<file path=ppt/tags/tag29.xml><?xml version="1.0" encoding="utf-8"?>
<p:tagLst xmlns:p="http://schemas.openxmlformats.org/presentationml/2006/main">
  <p:tag name="YOO_CHATSHAPE_TYPE" val="YOO_CHATSHAPE_CONTENT"/>
</p:tagLst>
</file>

<file path=ppt/tags/tag30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0"/>
  <p:tag name="YOO_CHATPAGE_TYPE" val="TAG_CHATPAGE_CONTENT"/>
  <p:tag name="YOO_CHATSHAPE_TITLE" val="封面页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1.xml><?xml version="1.0" encoding="utf-8"?>
<p:tagLst xmlns:p="http://schemas.openxmlformats.org/presentationml/2006/main">
  <p:tag name="KSO_WM_BEAUTIFY_FLAG" val=""/>
  <p:tag name="YOO_CHATSHAPE_TYPE" val="YOO_CHATSHAPE_TITLE"/>
</p:tagLst>
</file>

<file path=ppt/tags/tag32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33.xml><?xml version="1.0" encoding="utf-8"?>
<p:tagLst xmlns:p="http://schemas.openxmlformats.org/presentationml/2006/main">
  <p:tag name="TAG_CHATPAGE_CHAPTER" val="1"/>
  <p:tag name="YOO_CHATSHAPE_TYPE" val="YOO_CHATSHAPE_NUM"/>
</p:tagLst>
</file>

<file path=ppt/tags/tag34.xml><?xml version="1.0" encoding="utf-8"?>
<p:tagLst xmlns:p="http://schemas.openxmlformats.org/presentationml/2006/main">
  <p:tag name="TAG_AIGCCREATORID" val="AIGC生成内容仅供参考-2026/6/20 9:38:42"/>
  <p:tag name="TAG_CHAPTER_ID" val="1"/>
  <p:tag name="YOO_CHATPAGE_TYPE" val="TAG_CHATPAGE_CHAPTER"/>
  <p:tag name="YOO_CHATSHAPE_TITLE" val="项目概述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5.xml><?xml version="1.0" encoding="utf-8"?>
<p:tagLst xmlns:p="http://schemas.openxmlformats.org/presentationml/2006/main">
  <p:tag name="TAG_CONTENT_DIAGRAM_INDEX" val="67adc2f84a5f448fae0bcdde2fb3ec5f"/>
  <p:tag name="TAG_CONTENT_GROUPCOUNT" val="1"/>
  <p:tag name="TAG_CONTENT_GROUPINDEX" val="0"/>
  <p:tag name="TAG_CONTENT_SUBINDEX" val="1"/>
  <p:tag name="YOO_CHATSHAPE_TYPE" val="YOO_CHATSHAPE_CHILDIMAGE"/>
</p:tagLst>
</file>

<file path=ppt/tags/tag36.xml><?xml version="1.0" encoding="utf-8"?>
<p:tagLst xmlns:p="http://schemas.openxmlformats.org/presentationml/2006/main">
  <p:tag name="TAG_CONTENT_DIAGRAM_INDEX" val="e31dea8d9b6e4d66b36af3c4e1c976f7"/>
  <p:tag name="TAG_CONTENT_GROUPCOUNT" val="5"/>
  <p:tag name="YOO_CHATSHAPE_TYPE" val="YOO_CHATSHAPE_DECORATION"/>
</p:tagLst>
</file>

<file path=ppt/tags/tag37.xml><?xml version="1.0" encoding="utf-8"?>
<p:tagLst xmlns:p="http://schemas.openxmlformats.org/presentationml/2006/main">
  <p:tag name="TAG_CHATSHAPE_LINK" val="sp:子标题1"/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CHILDDECORATE"/>
</p:tagLst>
</file>

<file path=ppt/tags/tag38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NUM"/>
</p:tagLst>
</file>

<file path=ppt/tags/tag39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CHILDCONTENT"/>
</p:tagLst>
</file>

<file path=ppt/tags/tag40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CHILDTITLE"/>
</p:tagLst>
</file>

<file path=ppt/tags/tag41.xml><?xml version="1.0" encoding="utf-8"?>
<p:tagLst xmlns:p="http://schemas.openxmlformats.org/presentationml/2006/main">
  <p:tag name="YOO_CHATSHAPE_TYPE" val="YOO_CHATSHAPE_TITLE"/>
</p:tagLst>
</file>

<file path=ppt/tags/tag42.xml><?xml version="1.0" encoding="utf-8"?>
<p:tagLst xmlns:p="http://schemas.openxmlformats.org/presentationml/2006/main">
  <p:tag name="TAG_CHATSHAPE_LINK" val="sp:子标题2"/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CHILDDECORATE"/>
</p:tagLst>
</file>

<file path=ppt/tags/tag43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NUM"/>
</p:tagLst>
</file>

<file path=ppt/tags/tag44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CHILDCONTENT"/>
</p:tagLst>
</file>

<file path=ppt/tags/tag45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CHILDTITLE"/>
</p:tagLst>
</file>

<file path=ppt/tags/tag46.xml><?xml version="1.0" encoding="utf-8"?>
<p:tagLst xmlns:p="http://schemas.openxmlformats.org/presentationml/2006/main">
  <p:tag name="TAG_CHATSHAPE_LINK" val="sp:子标题3"/>
  <p:tag name="TAG_CONTENT_DIAGRAM_INDEX" val="e31dea8d9b6e4d66b36af3c4e1c976f7"/>
  <p:tag name="TAG_CONTENT_GROUPCOUNT" val="5"/>
  <p:tag name="TAG_CONTENT_GROUPINDEX" val="3"/>
  <p:tag name="TAG_CONTENT_SUBINDEX" val="3"/>
  <p:tag name="YOO_CHATSHAPE_TYPE" val="YOO_CHATSHAPE_CHILDDECORATE"/>
</p:tagLst>
</file>

<file path=ppt/tags/tag47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3"/>
  <p:tag name="TAG_CONTENT_SUBINDEX" val="3"/>
  <p:tag name="YOO_CHATSHAPE_TYPE" val="YOO_CHATSHAPE_NUM"/>
</p:tagLst>
</file>

<file path=ppt/tags/tag48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3"/>
  <p:tag name="TAG_CONTENT_SUBINDEX" val="3"/>
  <p:tag name="YOO_CHATSHAPE_TYPE" val="YOO_CHATSHAPE_CHILDCONTENT"/>
</p:tagLst>
</file>

<file path=ppt/tags/tag49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3"/>
  <p:tag name="TAG_CONTENT_SUBINDEX" val="3"/>
  <p:tag name="YOO_CHATSHAPE_TYPE" val="YOO_CHATSHAPE_CHILDTITLE"/>
</p:tagLst>
</file>

<file path=ppt/tags/tag50.xml><?xml version="1.0" encoding="utf-8"?>
<p:tagLst xmlns:p="http://schemas.openxmlformats.org/presentationml/2006/main">
  <p:tag name="TAG_CHATSHAPE_LINK" val="sp:子标题4"/>
  <p:tag name="TAG_CONTENT_DIAGRAM_INDEX" val="e31dea8d9b6e4d66b36af3c4e1c976f7"/>
  <p:tag name="TAG_CONTENT_GROUPCOUNT" val="5"/>
  <p:tag name="TAG_CONTENT_GROUPINDEX" val="4"/>
  <p:tag name="TAG_CONTENT_SUBINDEX" val="4"/>
  <p:tag name="YOO_CHATSHAPE_TYPE" val="YOO_CHATSHAPE_CHILDDECORATE"/>
</p:tagLst>
</file>

<file path=ppt/tags/tag51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4"/>
  <p:tag name="TAG_CONTENT_SUBINDEX" val="4"/>
  <p:tag name="YOO_CHATSHAPE_TYPE" val="YOO_CHATSHAPE_NUM"/>
</p:tagLst>
</file>

<file path=ppt/tags/tag52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4"/>
  <p:tag name="TAG_CONTENT_SUBINDEX" val="4"/>
  <p:tag name="YOO_CHATSHAPE_TYPE" val="YOO_CHATSHAPE_CHILDCONTENT"/>
</p:tagLst>
</file>

<file path=ppt/tags/tag53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4"/>
  <p:tag name="TAG_CONTENT_SUBINDEX" val="4"/>
  <p:tag name="YOO_CHATSHAPE_TYPE" val="YOO_CHATSHAPE_CHILDTITLE"/>
</p:tagLst>
</file>

<file path=ppt/tags/tag54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二级大纲5"/>
  <p:tag name="TAG_SECTION_ID" val="1"/>
  <p:tag name="YOO_CHATPAGE_TYPE" val="TAG_CHATPAGE_MULTCONTENT"/>
  <p:tag name="YOO_CHATSHAPE_TITLE" val="配色规范说明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55.xml><?xml version="1.0" encoding="utf-8"?>
<p:tagLst xmlns:p="http://schemas.openxmlformats.org/presentationml/2006/main">
  <p:tag name="TAG_CHATSHAPE_LINK" val="sp:子标题2"/>
  <p:tag name="TAG_CONTENT_DIAGRAM_INDEX" val="4afe5ff0d9324c0ca7bdbecb8a2ad908"/>
  <p:tag name="TAG_CONTENT_GROUPCOUNT" val="3"/>
  <p:tag name="TAG_CONTENT_GROUPINDEX" val="2"/>
  <p:tag name="TAG_CONTENT_SUBINDEX" val="2"/>
  <p:tag name="YOO_CHATSHAPE_TYPE" val="YOO_CHATSHAPE_CHILDDECORATE"/>
</p:tagLst>
</file>

<file path=ppt/tags/tag56.xml><?xml version="1.0" encoding="utf-8"?>
<p:tagLst xmlns:p="http://schemas.openxmlformats.org/presentationml/2006/main">
  <p:tag name="TAG_CONTENT_DIAGRAM_INDEX" val="4afe5ff0d9324c0ca7bdbecb8a2ad908"/>
  <p:tag name="TAG_CONTENT_GROUPCOUNT" val="3"/>
  <p:tag name="TAG_CONTENT_GROUPINDEX" val="1"/>
  <p:tag name="TAG_CONTENT_SUBINDEX" val="1"/>
  <p:tag name="YOO_CHATSHAPE_TYPE" val="YOO_CHATSHAPE_CHILDTITLE"/>
</p:tagLst>
</file>

<file path=ppt/tags/tag57.xml><?xml version="1.0" encoding="utf-8"?>
<p:tagLst xmlns:p="http://schemas.openxmlformats.org/presentationml/2006/main">
  <p:tag name="TAG_CONTENT_DIAGRAM_INDEX" val="4afe5ff0d9324c0ca7bdbecb8a2ad908"/>
  <p:tag name="TAG_CONTENT_GROUPCOUNT" val="3"/>
  <p:tag name="TAG_CONTENT_GROUPINDEX" val="1"/>
  <p:tag name="TAG_CONTENT_SUBINDEX" val="1"/>
  <p:tag name="YOO_CHATSHAPE_TYPE" val="YOO_CHATSHAPE_CHILDCONTENT"/>
</p:tagLst>
</file>

<file path=ppt/tags/tag58.xml><?xml version="1.0" encoding="utf-8"?>
<p:tagLst xmlns:p="http://schemas.openxmlformats.org/presentationml/2006/main">
  <p:tag name="TAG_CONTENT_DIAGRAM_INDEX" val="4afe5ff0d9324c0ca7bdbecb8a2ad908"/>
  <p:tag name="TAG_CONTENT_GROUPCOUNT" val="3"/>
  <p:tag name="TAG_CONTENT_GROUPINDEX" val="2"/>
  <p:tag name="TAG_CONTENT_SUBINDEX" val="2"/>
  <p:tag name="YOO_CHATSHAPE_TYPE" val="YOO_CHATSHAPE_CHILDTITLE"/>
</p:tagLst>
</file>

<file path=ppt/tags/tag59.xml><?xml version="1.0" encoding="utf-8"?>
<p:tagLst xmlns:p="http://schemas.openxmlformats.org/presentationml/2006/main">
  <p:tag name="TAG_CONTENT_DIAGRAM_INDEX" val="4afe5ff0d9324c0ca7bdbecb8a2ad908"/>
  <p:tag name="TAG_CONTENT_GROUPCOUNT" val="3"/>
  <p:tag name="TAG_CONTENT_GROUPINDEX" val="2"/>
  <p:tag name="TAG_CONTENT_SUBINDEX" val="2"/>
  <p:tag name="YOO_CHATSHAPE_TYPE" val="YOO_CHATSHAPE_CHILDCONTENT"/>
</p:tagLst>
</file>

<file path=ppt/tags/tag60.xml><?xml version="1.0" encoding="utf-8"?>
<p:tagLst xmlns:p="http://schemas.openxmlformats.org/presentationml/2006/main">
  <p:tag name="TAG_CONTENT_DIAGRAM_INDEX" val="4afe5ff0d9324c0ca7bdbecb8a2ad908"/>
  <p:tag name="TAG_CONTENT_GROUPCOUNT" val="3"/>
  <p:tag name="TAG_CONTENT_GROUPINDEX" val="3"/>
  <p:tag name="TAG_CONTENT_SUBINDEX" val="3"/>
  <p:tag name="YOO_CHATSHAPE_TYPE" val="YOO_CHATSHAPE_CHILDTITLE"/>
</p:tagLst>
</file>

<file path=ppt/tags/tag61.xml><?xml version="1.0" encoding="utf-8"?>
<p:tagLst xmlns:p="http://schemas.openxmlformats.org/presentationml/2006/main">
  <p:tag name="TAG_CONTENT_DIAGRAM_INDEX" val="4afe5ff0d9324c0ca7bdbecb8a2ad908"/>
  <p:tag name="TAG_CONTENT_GROUPCOUNT" val="3"/>
  <p:tag name="TAG_CONTENT_GROUPINDEX" val="3"/>
  <p:tag name="TAG_CONTENT_SUBINDEX" val="3"/>
  <p:tag name="YOO_CHATSHAPE_TYPE" val="YOO_CHATSHAPE_CHILDCONTENT"/>
</p:tagLst>
</file>

<file path=ppt/tags/tag62.xml><?xml version="1.0" encoding="utf-8"?>
<p:tagLst xmlns:p="http://schemas.openxmlformats.org/presentationml/2006/main">
  <p:tag name="TAG_CHATSHAPE_LINK" val="sp:标题"/>
  <p:tag name="TAG_CONTENT_DIAGRAM_INDEX" val="4da619e0401b4e54876c94e8ed2daad2"/>
  <p:tag name="TAG_CONTENT_GROUPCOUNT" val="3"/>
  <p:tag name="TAG_CONTENT_GROUPINDEX" val="1"/>
  <p:tag name="TAG_CONTENT_SUBINDEX" val="1"/>
  <p:tag name="YOO_CHATSHAPE_TYPE" val="YOO_CHATSHAPE_PAGEDECORATE"/>
</p:tagLst>
</file>

<file path=ppt/tags/tag63.xml><?xml version="1.0" encoding="utf-8"?>
<p:tagLst xmlns:p="http://schemas.openxmlformats.org/presentationml/2006/main">
  <p:tag name="YOO_CHATSHAPE_TYPE" val="YOO_CHATSHAPE_TITLE"/>
</p:tagLst>
</file>

<file path=ppt/tags/tag64.xml><?xml version="1.0" encoding="utf-8"?>
<p:tagLst xmlns:p="http://schemas.openxmlformats.org/presentationml/2006/main">
  <p:tag name="TAG_AIGCCREATORID" val="AIGC生成内容仅供参考-2026/6/20 9:38:42"/>
  <p:tag name="TAG_CHAPTER_ID" val="1"/>
  <p:tag name="TAG_CONTENT_TYPE" val="二级大纲3"/>
  <p:tag name="TAG_SECTION_ID" val="3"/>
  <p:tag name="YOO_CHATPAGE_TYPE" val="TAG_CHATPAGE_MULTCONTENT"/>
  <p:tag name="YOO_CHATSHAPE_TITLE" val="开发进度安排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65.xml><?xml version="1.0" encoding="utf-8"?>
<p:tagLst xmlns:p="http://schemas.openxmlformats.org/presentationml/2006/main">
  <p:tag name="KSO_WM_BEAUTIFY_FLAG" val=""/>
  <p:tag name="YOO_CHATSHAPE_TYPE" val="YOO_CHATSHAPE_TITLE"/>
</p:tagLst>
</file>

<file path=ppt/tags/tag66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67.xml><?xml version="1.0" encoding="utf-8"?>
<p:tagLst xmlns:p="http://schemas.openxmlformats.org/presentationml/2006/main">
  <p:tag name="TAG_CHATPAGE_CHAPTER" val="1"/>
  <p:tag name="YOO_CHATSHAPE_TYPE" val="YOO_CHATSHAPE_NUM"/>
</p:tagLst>
</file>

<file path=ppt/tags/tag68.xml><?xml version="1.0" encoding="utf-8"?>
<p:tagLst xmlns:p="http://schemas.openxmlformats.org/presentationml/2006/main">
  <p:tag name="TAG_AIGCCREATORID" val="AIGC生成内容仅供参考-2026/6/20 9:38:42"/>
  <p:tag name="TAG_CHAPTER_ID" val="1"/>
  <p:tag name="YOO_CHATPAGE_TYPE" val="TAG_CHATPAGE_CHAPTER"/>
  <p:tag name="YOO_CHATSHAPE_TITLE" val="项目概述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69.xml><?xml version="1.0" encoding="utf-8"?>
<p:tagLst xmlns:p="http://schemas.openxmlformats.org/presentationml/2006/main">
  <p:tag name="TAG_CONTENT_DIAGRAM_INDEX" val="67adc2f84a5f448fae0bcdde2fb3ec5f"/>
  <p:tag name="TAG_CONTENT_GROUPCOUNT" val="1"/>
  <p:tag name="TAG_CONTENT_GROUPINDEX" val="0"/>
  <p:tag name="TAG_CONTENT_SUBINDEX" val="1"/>
  <p:tag name="YOO_CHATSHAPE_TYPE" val="YOO_CHATSHAPE_CHILDIMAGE"/>
</p:tagLst>
</file>

<file path=ppt/tags/tag70.xml><?xml version="1.0" encoding="utf-8"?>
<p:tagLst xmlns:p="http://schemas.openxmlformats.org/presentationml/2006/main">
  <p:tag name="TAG_CONTENT_DIAGRAM_INDEX" val="e31dea8d9b6e4d66b36af3c4e1c976f7"/>
  <p:tag name="TAG_CONTENT_GROUPCOUNT" val="5"/>
  <p:tag name="YOO_CHATSHAPE_TYPE" val="YOO_CHATSHAPE_DECORATION"/>
</p:tagLst>
</file>

<file path=ppt/tags/tag71.xml><?xml version="1.0" encoding="utf-8"?>
<p:tagLst xmlns:p="http://schemas.openxmlformats.org/presentationml/2006/main">
  <p:tag name="TAG_CHATSHAPE_LINK" val="sp:子标题1"/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CHILDDECORATE"/>
</p:tagLst>
</file>

<file path=ppt/tags/tag72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NUM"/>
</p:tagLst>
</file>

<file path=ppt/tags/tag73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CHILDCONTENT"/>
</p:tagLst>
</file>

<file path=ppt/tags/tag74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1"/>
  <p:tag name="TAG_CONTENT_SUBINDEX" val="1"/>
  <p:tag name="YOO_CHATSHAPE_TYPE" val="YOO_CHATSHAPE_CHILDTITLE"/>
</p:tagLst>
</file>

<file path=ppt/tags/tag75.xml><?xml version="1.0" encoding="utf-8"?>
<p:tagLst xmlns:p="http://schemas.openxmlformats.org/presentationml/2006/main">
  <p:tag name="YOO_CHATSHAPE_TYPE" val="YOO_CHATSHAPE_TITLE"/>
</p:tagLst>
</file>

<file path=ppt/tags/tag76.xml><?xml version="1.0" encoding="utf-8"?>
<p:tagLst xmlns:p="http://schemas.openxmlformats.org/presentationml/2006/main">
  <p:tag name="TAG_CHATSHAPE_LINK" val="sp:子标题2"/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CHILDDECORATE"/>
</p:tagLst>
</file>

<file path=ppt/tags/tag77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NUM"/>
</p:tagLst>
</file>

<file path=ppt/tags/tag78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CHILDCONTENT"/>
</p:tagLst>
</file>

<file path=ppt/tags/tag79.xml><?xml version="1.0" encoding="utf-8"?>
<p:tagLst xmlns:p="http://schemas.openxmlformats.org/presentationml/2006/main">
  <p:tag name="TAG_CONTENT_DIAGRAM_INDEX" val="e31dea8d9b6e4d66b36af3c4e1c976f7"/>
  <p:tag name="TAG_CONTENT_GROUPCOUNT" val="5"/>
  <p:tag name="TAG_CONTENT_GROUPINDEX" val="2"/>
  <p:tag name="TAG_CONTENT_SUBINDEX" val="2"/>
  <p:tag name="YOO_CHATSHAPE_TYPE" val="YOO_CHATSHAPE_CHILDTITLE"/>
</p:tagLst>
</file>

<file path=ppt/tags/tag80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二级大纲5"/>
  <p:tag name="TAG_SECTION_ID" val="1"/>
  <p:tag name="YOO_CHATPAGE_TYPE" val="TAG_CHATPAGE_MULTCONTENT"/>
  <p:tag name="YOO_CHATSHAPE_TITLE" val="配色规范说明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81.xml><?xml version="1.0" encoding="utf-8"?>
<p:tagLst xmlns:p="http://schemas.openxmlformats.org/presentationml/2006/main">
  <p:tag name="TAG_CONTENT_SUBINDEX" val="2"/>
  <p:tag name="YOO_CHATSHAPE_TYPE" val="YOO_CHATSHAPE_IMAGE"/>
</p:tagLst>
</file>

<file path=ppt/tags/tag82.xml><?xml version="1.0" encoding="utf-8"?>
<p:tagLst xmlns:p="http://schemas.openxmlformats.org/presentationml/2006/main">
  <p:tag name="TAG_CONTENT_SUBINDEX" val="1"/>
  <p:tag name="YOO_CHATSHAPE_TYPE" val="YOO_CHATSHAPE_IMAGE"/>
</p:tagLst>
</file>

<file path=ppt/tags/tag83.xml><?xml version="1.0" encoding="utf-8"?>
<p:tagLst xmlns:p="http://schemas.openxmlformats.org/presentationml/2006/main">
  <p:tag name="YOO_CHATSHAPE_TYPE" val="YOO_CHATSHAPE_DECORATION"/>
</p:tagLst>
</file>

<file path=ppt/tags/tag84.xml><?xml version="1.0" encoding="utf-8"?>
<p:tagLst xmlns:p="http://schemas.openxmlformats.org/presentationml/2006/main">
  <p:tag name="YOO_CHATSHAPE_TYPE" val="YOO_CHATSHAPE_CONTENT"/>
</p:tagLst>
</file>

<file path=ppt/tags/tag85.xml><?xml version="1.0" encoding="utf-8"?>
<p:tagLst xmlns:p="http://schemas.openxmlformats.org/presentationml/2006/main">
  <p:tag name="YOO_CHATSHAPE_TYPE" val="YOO_CHATSHAPE_TITLE"/>
</p:tagLst>
</file>

<file path=ppt/tags/tag86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87.xml><?xml version="1.0" encoding="utf-8"?>
<p:tagLst xmlns:p="http://schemas.openxmlformats.org/presentationml/2006/main">
  <p:tag name="YOO_CHATSHAPE_TYPE" val="YOO_CHATSHAPE_TITLE"/>
</p:tagLst>
</file>

<file path=ppt/tags/tag88.xml><?xml version="1.0" encoding="utf-8"?>
<p:tagLst xmlns:p="http://schemas.openxmlformats.org/presentationml/2006/main">
  <p:tag name="TAG_AIGCCREATORID" val="AIGC生成内容仅供参考-2026/6/20 9:38:42"/>
  <p:tag name="TAG_CHAPTER_ID" val="1"/>
  <p:tag name="TAG_CONTENT_TYPE" val="1标题1内容3图"/>
  <p:tag name="TAG_SECTION_ID" val="2"/>
  <p:tag name="YOO_CHATPAGE_TYPE" val="TAG_CHATPAGE_CONTENT"/>
  <p:tag name="YOO_CHATSHAPE_TITLE" val="核心功能模块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89.xml><?xml version="1.0" encoding="utf-8"?>
<p:tagLst xmlns:p="http://schemas.openxmlformats.org/presentationml/2006/main">
  <p:tag name="YOO_CHATSHAPE_TYPE" val="YOO_CHATSHAPE_DECORATION"/>
</p:tagLst>
</file>

<file path=ppt/tags/tag90.xml><?xml version="1.0" encoding="utf-8"?>
<p:tagLst xmlns:p="http://schemas.openxmlformats.org/presentationml/2006/main">
  <p:tag name="YOO_CHATSHAPE_TYPE" val="YOO_CHATSHAPE_TITLE"/>
</p:tagLst>
</file>

<file path=ppt/tags/tag91.xml><?xml version="1.0" encoding="utf-8"?>
<p:tagLst xmlns:p="http://schemas.openxmlformats.org/presentationml/2006/main">
  <p:tag name="YOO_CHATSHAPE_TYPE" val="YOO_CHATSHAPE_CONTENT"/>
</p:tagLst>
</file>

<file path=ppt/tags/tag92.xml><?xml version="1.0" encoding="utf-8"?>
<p:tagLst xmlns:p="http://schemas.openxmlformats.org/presentationml/2006/main">
  <p:tag name="TAG_AIGCCREATORID" val="AIGC生成内容仅供参考-2026/6/20 9:38:42"/>
  <p:tag name="TAG_CHAPTER_ID" val="3"/>
  <p:tag name="TAG_CONTENT_TYPE" val="1标题1内容3图"/>
  <p:tag name="TAG_SECTION_ID" val="0"/>
  <p:tag name="YOO_CHATPAGE_TYPE" val="TAG_CHATPAGE_CONTENT"/>
  <p:tag name="YOO_CHATSHAPE_TITLE" val="测试环境与方案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93.xml><?xml version="1.0" encoding="utf-8"?>
<p:tagLst xmlns:p="http://schemas.openxmlformats.org/presentationml/2006/main">
  <p:tag name="YOO_CHATSHAPE_TYPE" val="YOO_CHATSHAPE_DECORATION"/>
</p:tagLst>
</file>

<file path=ppt/tags/tag94.xml><?xml version="1.0" encoding="utf-8"?>
<p:tagLst xmlns:p="http://schemas.openxmlformats.org/presentationml/2006/main">
  <p:tag name="YOO_CHATSHAPE_TYPE" val="YOO_CHATSHAPE_TITLE"/>
</p:tagLst>
</file>

<file path=ppt/tags/tag95.xml><?xml version="1.0" encoding="utf-8"?>
<p:tagLst xmlns:p="http://schemas.openxmlformats.org/presentationml/2006/main">
  <p:tag name="YOO_CHATSHAPE_TYPE" val="YOO_CHATSHAPE_CONTENT"/>
</p:tagLst>
</file>

<file path=ppt/tags/tag96.xml><?xml version="1.0" encoding="utf-8"?>
<p:tagLst xmlns:p="http://schemas.openxmlformats.org/presentationml/2006/main">
  <p:tag name="TAG_AIGCCREATORID" val="AIGC生成内容仅供参考-2026/6/20 9:38:42"/>
  <p:tag name="TAG_CHAPTER_ID" val="3"/>
  <p:tag name="TAG_CONTENT_TYPE" val="1标题1内容3图"/>
  <p:tag name="TAG_SECTION_ID" val="0"/>
  <p:tag name="YOO_CHATPAGE_TYPE" val="TAG_CHATPAGE_CONTENT"/>
  <p:tag name="YOO_CHATSHAPE_TITLE" val="测试环境与方案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97.xml><?xml version="1.0" encoding="utf-8"?>
<p:tagLst xmlns:p="http://schemas.openxmlformats.org/presentationml/2006/main">
  <p:tag name="TAG_CONTENT_SUBINDEX" val="2"/>
  <p:tag name="YOO_CHATSHAPE_TYPE" val="YOO_CHATSHAPE_IMAGE"/>
</p:tagLst>
</file>

<file path=ppt/tags/tag98.xml><?xml version="1.0" encoding="utf-8"?>
<p:tagLst xmlns:p="http://schemas.openxmlformats.org/presentationml/2006/main">
  <p:tag name="TAG_CONTENT_SUBINDEX" val="1"/>
  <p:tag name="YOO_CHATSHAPE_TYPE" val="YOO_CHATSHAPE_IMAGE"/>
</p:tagLst>
</file>

<file path=ppt/tags/tag99.xml><?xml version="1.0" encoding="utf-8"?>
<p:tagLst xmlns:p="http://schemas.openxmlformats.org/presentationml/2006/main">
  <p:tag name="YOO_CHATSHAPE_TYPE" val="YOO_CHATSHAPE_TITLE"/>
</p:tagLst>
</file>

<file path=ppt/tags/tag100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01.xml><?xml version="1.0" encoding="utf-8"?>
<p:tagLst xmlns:p="http://schemas.openxmlformats.org/presentationml/2006/main">
  <p:tag name="TAG_CONTENT_SUBINDEX" val="2"/>
  <p:tag name="YOO_CHATSHAPE_TYPE" val="YOO_CHATSHAPE_IMAGE"/>
</p:tagLst>
</file>

<file path=ppt/tags/tag102.xml><?xml version="1.0" encoding="utf-8"?>
<p:tagLst xmlns:p="http://schemas.openxmlformats.org/presentationml/2006/main">
  <p:tag name="TAG_CONTENT_SUBINDEX" val="1"/>
  <p:tag name="YOO_CHATSHAPE_TYPE" val="YOO_CHATSHAPE_IMAGE"/>
</p:tagLst>
</file>

<file path=ppt/tags/tag103.xml><?xml version="1.0" encoding="utf-8"?>
<p:tagLst xmlns:p="http://schemas.openxmlformats.org/presentationml/2006/main">
  <p:tag name="YOO_CHATSHAPE_TYPE" val="YOO_CHATSHAPE_TITLE"/>
</p:tagLst>
</file>

<file path=ppt/tags/tag104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05.xml><?xml version="1.0" encoding="utf-8"?>
<p:tagLst xmlns:p="http://schemas.openxmlformats.org/presentationml/2006/main">
  <p:tag name="TAG_CONTENT_SUBINDEX" val="2"/>
  <p:tag name="YOO_CHATSHAPE_TYPE" val="YOO_CHATSHAPE_IMAGE"/>
</p:tagLst>
</file>

<file path=ppt/tags/tag106.xml><?xml version="1.0" encoding="utf-8"?>
<p:tagLst xmlns:p="http://schemas.openxmlformats.org/presentationml/2006/main">
  <p:tag name="TAG_CONTENT_SUBINDEX" val="1"/>
  <p:tag name="YOO_CHATSHAPE_TYPE" val="YOO_CHATSHAPE_IMAGE"/>
</p:tagLst>
</file>

<file path=ppt/tags/tag107.xml><?xml version="1.0" encoding="utf-8"?>
<p:tagLst xmlns:p="http://schemas.openxmlformats.org/presentationml/2006/main">
  <p:tag name="YOO_CHATSHAPE_TYPE" val="YOO_CHATSHAPE_TITLE"/>
</p:tagLst>
</file>

<file path=ppt/tags/tag108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09.xml><?xml version="1.0" encoding="utf-8"?>
<p:tagLst xmlns:p="http://schemas.openxmlformats.org/presentationml/2006/main">
  <p:tag name="TAG_CONTENT_SUBINDEX" val="2"/>
  <p:tag name="YOO_CHATSHAPE_TYPE" val="YOO_CHATSHAPE_IMAGE"/>
</p:tagLst>
</file>

<file path=ppt/tags/tag110.xml><?xml version="1.0" encoding="utf-8"?>
<p:tagLst xmlns:p="http://schemas.openxmlformats.org/presentationml/2006/main">
  <p:tag name="TAG_CONTENT_SUBINDEX" val="1"/>
  <p:tag name="YOO_CHATSHAPE_TYPE" val="YOO_CHATSHAPE_IMAGE"/>
</p:tagLst>
</file>

<file path=ppt/tags/tag111.xml><?xml version="1.0" encoding="utf-8"?>
<p:tagLst xmlns:p="http://schemas.openxmlformats.org/presentationml/2006/main">
  <p:tag name="YOO_CHATSHAPE_TYPE" val="YOO_CHATSHAPE_TITLE"/>
</p:tagLst>
</file>

<file path=ppt/tags/tag112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13.xml><?xml version="1.0" encoding="utf-8"?>
<p:tagLst xmlns:p="http://schemas.openxmlformats.org/presentationml/2006/main">
  <p:tag name="TAG_CONTENT_SUBINDEX" val="2"/>
  <p:tag name="YOO_CHATSHAPE_TYPE" val="YOO_CHATSHAPE_IMAGE"/>
</p:tagLst>
</file>

<file path=ppt/tags/tag114.xml><?xml version="1.0" encoding="utf-8"?>
<p:tagLst xmlns:p="http://schemas.openxmlformats.org/presentationml/2006/main">
  <p:tag name="TAG_CONTENT_SUBINDEX" val="1"/>
  <p:tag name="YOO_CHATSHAPE_TYPE" val="YOO_CHATSHAPE_IMAGE"/>
</p:tagLst>
</file>

<file path=ppt/tags/tag115.xml><?xml version="1.0" encoding="utf-8"?>
<p:tagLst xmlns:p="http://schemas.openxmlformats.org/presentationml/2006/main">
  <p:tag name="YOO_CHATSHAPE_TYPE" val="YOO_CHATSHAPE_TITLE"/>
</p:tagLst>
</file>

<file path=ppt/tags/tag116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17.xml><?xml version="1.0" encoding="utf-8"?>
<p:tagLst xmlns:p="http://schemas.openxmlformats.org/presentationml/2006/main">
  <p:tag name="TAG_CONTENT_SUBINDEX" val="2"/>
  <p:tag name="YOO_CHATSHAPE_TYPE" val="YOO_CHATSHAPE_IMAGE"/>
</p:tagLst>
</file>

<file path=ppt/tags/tag118.xml><?xml version="1.0" encoding="utf-8"?>
<p:tagLst xmlns:p="http://schemas.openxmlformats.org/presentationml/2006/main">
  <p:tag name="TAG_CONTENT_SUBINDEX" val="1"/>
  <p:tag name="YOO_CHATSHAPE_TYPE" val="YOO_CHATSHAPE_IMAGE"/>
</p:tagLst>
</file>

<file path=ppt/tags/tag119.xml><?xml version="1.0" encoding="utf-8"?>
<p:tagLst xmlns:p="http://schemas.openxmlformats.org/presentationml/2006/main">
  <p:tag name="YOO_CHATSHAPE_TYPE" val="YOO_CHATSHAPE_TITLE"/>
</p:tagLst>
</file>

<file path=ppt/tags/tag120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21.xml><?xml version="1.0" encoding="utf-8"?>
<p:tagLst xmlns:p="http://schemas.openxmlformats.org/presentationml/2006/main">
  <p:tag name="TAG_CONTENT_SUBINDEX" val="2"/>
  <p:tag name="YOO_CHATSHAPE_TYPE" val="YOO_CHATSHAPE_IMAGE"/>
</p:tagLst>
</file>

<file path=ppt/tags/tag122.xml><?xml version="1.0" encoding="utf-8"?>
<p:tagLst xmlns:p="http://schemas.openxmlformats.org/presentationml/2006/main">
  <p:tag name="TAG_CONTENT_SUBINDEX" val="1"/>
  <p:tag name="YOO_CHATSHAPE_TYPE" val="YOO_CHATSHAPE_IMAGE"/>
</p:tagLst>
</file>

<file path=ppt/tags/tag123.xml><?xml version="1.0" encoding="utf-8"?>
<p:tagLst xmlns:p="http://schemas.openxmlformats.org/presentationml/2006/main">
  <p:tag name="YOO_CHATSHAPE_TYPE" val="YOO_CHATSHAPE_TITLE"/>
</p:tagLst>
</file>

<file path=ppt/tags/tag124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25.xml><?xml version="1.0" encoding="utf-8"?>
<p:tagLst xmlns:p="http://schemas.openxmlformats.org/presentationml/2006/main">
  <p:tag name="TAG_CONTENT_SUBINDEX" val="2"/>
  <p:tag name="YOO_CHATSHAPE_TYPE" val="YOO_CHATSHAPE_IMAGE"/>
</p:tagLst>
</file>

<file path=ppt/tags/tag126.xml><?xml version="1.0" encoding="utf-8"?>
<p:tagLst xmlns:p="http://schemas.openxmlformats.org/presentationml/2006/main">
  <p:tag name="TAG_CONTENT_SUBINDEX" val="1"/>
  <p:tag name="YOO_CHATSHAPE_TYPE" val="YOO_CHATSHAPE_IMAGE"/>
</p:tagLst>
</file>

<file path=ppt/tags/tag127.xml><?xml version="1.0" encoding="utf-8"?>
<p:tagLst xmlns:p="http://schemas.openxmlformats.org/presentationml/2006/main">
  <p:tag name="YOO_CHATSHAPE_TYPE" val="YOO_CHATSHAPE_TITLE"/>
</p:tagLst>
</file>

<file path=ppt/tags/tag128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29.xml><?xml version="1.0" encoding="utf-8"?>
<p:tagLst xmlns:p="http://schemas.openxmlformats.org/presentationml/2006/main">
  <p:tag name="TAG_CONTENT_SUBINDEX" val="2"/>
  <p:tag name="YOO_CHATSHAPE_TYPE" val="YOO_CHATSHAPE_IMAGE"/>
</p:tagLst>
</file>

<file path=ppt/tags/tag130.xml><?xml version="1.0" encoding="utf-8"?>
<p:tagLst xmlns:p="http://schemas.openxmlformats.org/presentationml/2006/main">
  <p:tag name="TAG_CONTENT_SUBINDEX" val="1"/>
  <p:tag name="YOO_CHATSHAPE_TYPE" val="YOO_CHATSHAPE_IMAGE"/>
</p:tagLst>
</file>

<file path=ppt/tags/tag131.xml><?xml version="1.0" encoding="utf-8"?>
<p:tagLst xmlns:p="http://schemas.openxmlformats.org/presentationml/2006/main">
  <p:tag name="YOO_CHATSHAPE_TYPE" val="YOO_CHATSHAPE_TITLE"/>
</p:tagLst>
</file>

<file path=ppt/tags/tag132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33.xml><?xml version="1.0" encoding="utf-8"?>
<p:tagLst xmlns:p="http://schemas.openxmlformats.org/presentationml/2006/main">
  <p:tag name="TAG_CONTENT_SUBINDEX" val="2"/>
  <p:tag name="YOO_CHATSHAPE_TYPE" val="YOO_CHATSHAPE_IMAGE"/>
</p:tagLst>
</file>

<file path=ppt/tags/tag134.xml><?xml version="1.0" encoding="utf-8"?>
<p:tagLst xmlns:p="http://schemas.openxmlformats.org/presentationml/2006/main">
  <p:tag name="TAG_CONTENT_SUBINDEX" val="1"/>
  <p:tag name="YOO_CHATSHAPE_TYPE" val="YOO_CHATSHAPE_IMAGE"/>
</p:tagLst>
</file>

<file path=ppt/tags/tag135.xml><?xml version="1.0" encoding="utf-8"?>
<p:tagLst xmlns:p="http://schemas.openxmlformats.org/presentationml/2006/main">
  <p:tag name="YOO_CHATSHAPE_TYPE" val="YOO_CHATSHAPE_TITLE"/>
</p:tagLst>
</file>

<file path=ppt/tags/tag136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37.xml><?xml version="1.0" encoding="utf-8"?>
<p:tagLst xmlns:p="http://schemas.openxmlformats.org/presentationml/2006/main">
  <p:tag name="TAG_CONTENT_SUBINDEX" val="2"/>
  <p:tag name="YOO_CHATSHAPE_TYPE" val="YOO_CHATSHAPE_IMAGE"/>
</p:tagLst>
</file>

<file path=ppt/tags/tag138.xml><?xml version="1.0" encoding="utf-8"?>
<p:tagLst xmlns:p="http://schemas.openxmlformats.org/presentationml/2006/main">
  <p:tag name="TAG_CONTENT_SUBINDEX" val="1"/>
  <p:tag name="YOO_CHATSHAPE_TYPE" val="YOO_CHATSHAPE_IMAGE"/>
</p:tagLst>
</file>

<file path=ppt/tags/tag139.xml><?xml version="1.0" encoding="utf-8"?>
<p:tagLst xmlns:p="http://schemas.openxmlformats.org/presentationml/2006/main">
  <p:tag name="YOO_CHATSHAPE_TYPE" val="YOO_CHATSHAPE_TITLE"/>
</p:tagLst>
</file>

<file path=ppt/tags/tag140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41.xml><?xml version="1.0" encoding="utf-8"?>
<p:tagLst xmlns:p="http://schemas.openxmlformats.org/presentationml/2006/main">
  <p:tag name="TAG_CONTENT_SUBINDEX" val="2"/>
  <p:tag name="YOO_CHATSHAPE_TYPE" val="YOO_CHATSHAPE_IMAGE"/>
</p:tagLst>
</file>

<file path=ppt/tags/tag142.xml><?xml version="1.0" encoding="utf-8"?>
<p:tagLst xmlns:p="http://schemas.openxmlformats.org/presentationml/2006/main">
  <p:tag name="TAG_CONTENT_SUBINDEX" val="1"/>
  <p:tag name="YOO_CHATSHAPE_TYPE" val="YOO_CHATSHAPE_IMAGE"/>
</p:tagLst>
</file>

<file path=ppt/tags/tag143.xml><?xml version="1.0" encoding="utf-8"?>
<p:tagLst xmlns:p="http://schemas.openxmlformats.org/presentationml/2006/main">
  <p:tag name="YOO_CHATSHAPE_TYPE" val="YOO_CHATSHAPE_TITLE"/>
</p:tagLst>
</file>

<file path=ppt/tags/tag144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45.xml><?xml version="1.0" encoding="utf-8"?>
<p:tagLst xmlns:p="http://schemas.openxmlformats.org/presentationml/2006/main">
  <p:tag name="YOO_CHATSHAPE_TYPE" val="YOO_CHATSHAPE_CONTENT"/>
</p:tagLst>
</file>

<file path=ppt/tags/tag146.xml><?xml version="1.0" encoding="utf-8"?>
<p:tagLst xmlns:p="http://schemas.openxmlformats.org/presentationml/2006/main">
  <p:tag name="YOO_CHATSHAPE_TYPE" val="YOO_CHATSHAPE_IMAGE"/>
</p:tagLst>
</file>

<file path=ppt/tags/tag147.xml><?xml version="1.0" encoding="utf-8"?>
<p:tagLst xmlns:p="http://schemas.openxmlformats.org/presentationml/2006/main">
  <p:tag name="YOO_CHATSHAPE_TYPE" val="YOO_CHATSHAPE_TITLE"/>
</p:tagLst>
</file>

<file path=ppt/tags/tag148.xml><?xml version="1.0" encoding="utf-8"?>
<p:tagLst xmlns:p="http://schemas.openxmlformats.org/presentationml/2006/main">
  <p:tag name="TAG_AIGCCREATORID" val="AIGC生成内容仅供参考-2026/6/20 9:38:42"/>
  <p:tag name="TAG_CHAPTER_ID" val="2"/>
  <p:tag name="TAG_CONTENT_TYPE" val="1标题1内容1图"/>
  <p:tag name="TAG_SECTION_ID" val="2"/>
  <p:tag name="YOO_CHATPAGE_TYPE" val="TAG_CHATPAGE_CONTENT"/>
  <p:tag name="YOO_CHATSHAPE_TITLE" val="解决方案与实现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49.xml><?xml version="1.0" encoding="utf-8"?>
<p:tagLst xmlns:p="http://schemas.openxmlformats.org/presentationml/2006/main">
  <p:tag name="TAG_CONTENT_SUBINDEX" val="2"/>
  <p:tag name="YOO_CHATSHAPE_TYPE" val="YOO_CHATSHAPE_IMAGE"/>
</p:tagLst>
</file>

<file path=ppt/tags/tag150.xml><?xml version="1.0" encoding="utf-8"?>
<p:tagLst xmlns:p="http://schemas.openxmlformats.org/presentationml/2006/main">
  <p:tag name="TAG_CONTENT_SUBINDEX" val="1"/>
  <p:tag name="YOO_CHATSHAPE_TYPE" val="YOO_CHATSHAPE_IMAGE"/>
</p:tagLst>
</file>

<file path=ppt/tags/tag151.xml><?xml version="1.0" encoding="utf-8"?>
<p:tagLst xmlns:p="http://schemas.openxmlformats.org/presentationml/2006/main">
  <p:tag name="YOO_CHATSHAPE_TYPE" val="YOO_CHATSHAPE_TITLE"/>
</p:tagLst>
</file>

<file path=ppt/tags/tag152.xml><?xml version="1.0" encoding="utf-8"?>
<p:tagLst xmlns:p="http://schemas.openxmlformats.org/presentationml/2006/main">
  <p:tag name="TAG_AIGCCREATORID" val="AIGC生成内容仅供参考-2026/6/20 9:38:42"/>
  <p:tag name="TAG_CHAPTER_ID" val="0"/>
  <p:tag name="TAG_CONTENT_TYPE" val="1标题1内容2图"/>
  <p:tag name="TAG_SECTION_ID" val="2"/>
  <p:tag name="YOO_CHATPAGE_TYPE" val="TAG_CHATPAGE_CONTENT"/>
  <p:tag name="YOO_CHATSHAPE_TITLE" val="报告目录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53.xml><?xml version="1.0" encoding="utf-8"?>
<p:tagLst xmlns:p="http://schemas.openxmlformats.org/presentationml/2006/main">
  <p:tag name="YOO_CHATSHAPE_TYPE" val="YOO_CHATSHAPE_CONTENT"/>
</p:tagLst>
</file>

<file path=ppt/tags/tag154.xml><?xml version="1.0" encoding="utf-8"?>
<p:tagLst xmlns:p="http://schemas.openxmlformats.org/presentationml/2006/main">
  <p:tag name="YOO_CHATSHAPE_TYPE" val="YOO_CHATSHAPE_TITLE"/>
</p:tagLst>
</file>

<file path=ppt/tags/tag155.xml><?xml version="1.0" encoding="utf-8"?>
<p:tagLst xmlns:p="http://schemas.openxmlformats.org/presentationml/2006/main">
  <p:tag name="TAG_AIGCCREATORID" val="AIGC生成内容仅供参考-2026/6/20 9:38:42"/>
  <p:tag name="TAG_CHAPTER_ID" val="2"/>
  <p:tag name="TAG_CONTENT_TYPE" val="1标题1内容1图"/>
  <p:tag name="TAG_SECTION_ID" val="2"/>
  <p:tag name="YOO_CHATPAGE_TYPE" val="TAG_CHATPAGE_CONTENT"/>
  <p:tag name="YOO_CHATSHAPE_TITLE" val="解决方案与实现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56.xml><?xml version="1.0" encoding="utf-8"?>
<p:tagLst xmlns:p="http://schemas.openxmlformats.org/presentationml/2006/main">
  <p:tag name="YOO_CHATSHAPE_TYPE" val="YOO_CHATSHAPE_CONTENT"/>
</p:tagLst>
</file>

<file path=ppt/tags/tag157.xml><?xml version="1.0" encoding="utf-8"?>
<p:tagLst xmlns:p="http://schemas.openxmlformats.org/presentationml/2006/main">
  <p:tag name="YOO_CHATSHAPE_TYPE" val="YOO_CHATSHAPE_TITLE"/>
</p:tagLst>
</file>

<file path=ppt/tags/tag158.xml><?xml version="1.0" encoding="utf-8"?>
<p:tagLst xmlns:p="http://schemas.openxmlformats.org/presentationml/2006/main">
  <p:tag name="TAG_AIGCCREATORID" val="AIGC生成内容仅供参考-2026/6/20 9:38:42"/>
  <p:tag name="TAG_CHAPTER_ID" val="2"/>
  <p:tag name="TAG_CONTENT_TYPE" val="1标题1内容1图"/>
  <p:tag name="TAG_SECTION_ID" val="2"/>
  <p:tag name="YOO_CHATPAGE_TYPE" val="TAG_CHATPAGE_CONTENT"/>
  <p:tag name="YOO_CHATSHAPE_TITLE" val="解决方案与实现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59.xml><?xml version="1.0" encoding="utf-8"?>
<p:tagLst xmlns:p="http://schemas.openxmlformats.org/presentationml/2006/main">
  <p:tag name="KSO_WM_BEAUTIFY_FLAG" val=""/>
  <p:tag name="YOO_CHATSHAPE_TYPE" val="YOO_CHATSHAPE_TITLE"/>
</p:tagLst>
</file>

<file path=ppt/tags/tag160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161.xml><?xml version="1.0" encoding="utf-8"?>
<p:tagLst xmlns:p="http://schemas.openxmlformats.org/presentationml/2006/main">
  <p:tag name="TAG_CHATPAGE_CHAPTER" val="1"/>
  <p:tag name="YOO_CHATSHAPE_TYPE" val="YOO_CHATSHAPE_NUM"/>
</p:tagLst>
</file>

<file path=ppt/tags/tag162.xml><?xml version="1.0" encoding="utf-8"?>
<p:tagLst xmlns:p="http://schemas.openxmlformats.org/presentationml/2006/main">
  <p:tag name="TAG_AIGCCREATORID" val="AIGC生成内容仅供参考-2026/6/20 9:38:42"/>
  <p:tag name="TAG_CHAPTER_ID" val="1"/>
  <p:tag name="YOO_CHATPAGE_TYPE" val="TAG_CHATPAGE_CHAPTER"/>
  <p:tag name="YOO_CHATSHAPE_TITLE" val="项目概述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63.xml><?xml version="1.0" encoding="utf-8"?>
<p:tagLst xmlns:p="http://schemas.openxmlformats.org/presentationml/2006/main">
  <p:tag name="PA" val="v5.2.12"/>
  <p:tag name="TAG_CONTENT_SUBINDEX" val="2"/>
  <p:tag name="YOO_CHATSHAPE_TYPE" val="YOO_CHATSHAPE_IMAGE"/>
</p:tagLst>
</file>

<file path=ppt/tags/tag164.xml><?xml version="1.0" encoding="utf-8"?>
<p:tagLst xmlns:p="http://schemas.openxmlformats.org/presentationml/2006/main">
  <p:tag name="PA" val="v5.2.12"/>
  <p:tag name="TAG_CONTENT_SUBINDEX" val="3"/>
  <p:tag name="YOO_CHATSHAPE_TYPE" val="YOO_CHATSHAPE_IMAGE"/>
</p:tagLst>
</file>

<file path=ppt/tags/tag165.xml><?xml version="1.0" encoding="utf-8"?>
<p:tagLst xmlns:p="http://schemas.openxmlformats.org/presentationml/2006/main">
  <p:tag name="YOO_CHATSHAPE_TYPE" val="YOO_CHATSHAPE_TITLE"/>
</p:tagLst>
</file>

<file path=ppt/tags/tag166.xml><?xml version="1.0" encoding="utf-8"?>
<p:tagLst xmlns:p="http://schemas.openxmlformats.org/presentationml/2006/main">
  <p:tag name="YOO_CHATSHAPE_TYPE" val="YOO_CHATSHAPE_CONTENT"/>
</p:tagLst>
</file>

<file path=ppt/tags/tag167.xml><?xml version="1.0" encoding="utf-8"?>
<p:tagLst xmlns:p="http://schemas.openxmlformats.org/presentationml/2006/main">
  <p:tag name="TAG_AIGCCREATORID" val="AIGC生成内容仅供参考-2026/6/20 9:38:42"/>
  <p:tag name="TAG_CHAPTER_ID" val="1"/>
  <p:tag name="TAG_CONTENT_TYPE" val="1标题1内容3图"/>
  <p:tag name="TAG_SECTION_ID" val="2"/>
  <p:tag name="YOO_CHATPAGE_TYPE" val="TAG_CHATPAGE_CONTENT"/>
  <p:tag name="YOO_CHATSHAPE_TITLE" val="核心功能模块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68.xml><?xml version="1.0" encoding="utf-8"?>
<p:tagLst xmlns:p="http://schemas.openxmlformats.org/presentationml/2006/main">
  <p:tag name="YOO_CHATSHAPE_TYPE" val="YOO_CHATSHAPE_TITLE"/>
</p:tagLst>
</file>

<file path=ppt/tags/tag169.xml><?xml version="1.0" encoding="utf-8"?>
<p:tagLst xmlns:p="http://schemas.openxmlformats.org/presentationml/2006/main">
  <p:tag name="TAG_CHATSHAPE_LINK" val="sp:子标题1"/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DECORATE"/>
</p:tagLst>
</file>

<file path=ppt/tags/tag170.xml><?xml version="1.0" encoding="utf-8"?>
<p:tagLst xmlns:p="http://schemas.openxmlformats.org/presentationml/2006/main">
  <p:tag name="TAG_CHATSHAPE_LINK" val="sp:子标题2"/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CHILDDECORATE"/>
</p:tagLst>
</file>

<file path=ppt/tags/tag171.xml><?xml version="1.0" encoding="utf-8"?>
<p:tagLst xmlns:p="http://schemas.openxmlformats.org/presentationml/2006/main">
  <p:tag name="TAG_CHATSHAPE_LINK" val="sp:子标题3"/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CHILDDECORATE"/>
</p:tagLst>
</file>

<file path=ppt/tags/tag172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DECORATE"/>
</p:tagLst>
</file>

<file path=ppt/tags/tag173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1"/>
  <p:tag name="YOO_CHATSHAPE_TYPE" val="YOO_CHATSHAPE_CHILDDECORATE"/>
</p:tagLst>
</file>

<file path=ppt/tags/tag174.xml><?xml version="1.0" encoding="utf-8"?>
<p:tagLst xmlns:p="http://schemas.openxmlformats.org/presentationml/2006/main">
  <p:tag name="TAG_CHATSHAPE_LINK" val="sp:子标题1"/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DECORATE"/>
</p:tagLst>
</file>

<file path=ppt/tags/tag175.xml><?xml version="1.0" encoding="utf-8"?>
<p:tagLst xmlns:p="http://schemas.openxmlformats.org/presentationml/2006/main">
  <p:tag name="TAG_CHATSHAPE_LINK" val="sp:子标题2"/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CHILDDECORATE"/>
</p:tagLst>
</file>

<file path=ppt/tags/tag176.xml><?xml version="1.0" encoding="utf-8"?>
<p:tagLst xmlns:p="http://schemas.openxmlformats.org/presentationml/2006/main">
  <p:tag name="TAG_CHATSHAPE_LINK" val="sp:子标题3"/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CHILDDECORATE"/>
</p:tagLst>
</file>

<file path=ppt/tags/tag177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ICON"/>
</p:tagLst>
</file>

<file path=ppt/tags/tag178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ICON"/>
</p:tagLst>
</file>

<file path=ppt/tags/tag179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DECORATION"/>
</p:tagLst>
</file>

<file path=ppt/tags/tag180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DECORATION"/>
</p:tagLst>
</file>

<file path=ppt/tags/tag181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ICON"/>
</p:tagLst>
</file>

<file path=ppt/tags/tag182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DECORATION"/>
</p:tagLst>
</file>

<file path=ppt/tags/tag183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DECORATION"/>
</p:tagLst>
</file>

<file path=ppt/tags/tag184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DECORATION"/>
</p:tagLst>
</file>

<file path=ppt/tags/tag185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NUM"/>
</p:tagLst>
</file>

<file path=ppt/tags/tag186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NUM"/>
</p:tagLst>
</file>

<file path=ppt/tags/tag187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NUM"/>
</p:tagLst>
</file>

<file path=ppt/tags/tag188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TITLE"/>
</p:tagLst>
</file>

<file path=ppt/tags/tag189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CHILDTITLE"/>
</p:tagLst>
</file>

<file path=ppt/tags/tag190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CHILDTITLE"/>
</p:tagLst>
</file>

<file path=ppt/tags/tag191.xml><?xml version="1.0" encoding="utf-8"?>
<p:tagLst xmlns:p="http://schemas.openxmlformats.org/presentationml/2006/main">
  <p:tag name="TAG_CHATSHAPE_LINK" val="sp:子标题4"/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CHILDDECORATE"/>
</p:tagLst>
</file>

<file path=ppt/tags/tag192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1"/>
  <p:tag name="YOO_CHATSHAPE_TYPE" val="YOO_CHATSHAPE_CHILDDECORATE"/>
</p:tagLst>
</file>

<file path=ppt/tags/tag193.xml><?xml version="1.0" encoding="utf-8"?>
<p:tagLst xmlns:p="http://schemas.openxmlformats.org/presentationml/2006/main">
  <p:tag name="TAG_CHATSHAPE_LINK" val="sp:子标题4"/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CHILDDECORATE"/>
</p:tagLst>
</file>

<file path=ppt/tags/tag194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NUM"/>
</p:tagLst>
</file>

<file path=ppt/tags/tag195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CHILDTITLE"/>
</p:tagLst>
</file>

<file path=ppt/tags/tag196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ICON"/>
</p:tagLst>
</file>

<file path=ppt/tags/tag197.xml><?xml version="1.0" encoding="utf-8"?>
<p:tagLst xmlns:p="http://schemas.openxmlformats.org/presentationml/2006/main">
  <p:tag name="TAG_CHATSHAPE_LINK" val="sp:子标题5"/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CHILDDECORATE"/>
</p:tagLst>
</file>

<file path=ppt/tags/tag198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1"/>
  <p:tag name="YOO_CHATSHAPE_TYPE" val="YOO_CHATSHAPE_CHILDDECORATE"/>
</p:tagLst>
</file>

<file path=ppt/tags/tag199.xml><?xml version="1.0" encoding="utf-8"?>
<p:tagLst xmlns:p="http://schemas.openxmlformats.org/presentationml/2006/main">
  <p:tag name="TAG_CHATSHAPE_LINK" val="sp:子标题5"/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CHILDDECORATE"/>
</p:tagLst>
</file>

<file path=ppt/tags/tag200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NUM"/>
</p:tagLst>
</file>

<file path=ppt/tags/tag201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CHILDTITLE"/>
</p:tagLst>
</file>

<file path=ppt/tags/tag202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ICON"/>
</p:tagLst>
</file>

<file path=ppt/tags/tag203.xml><?xml version="1.0" encoding="utf-8"?>
<p:tagLst xmlns:p="http://schemas.openxmlformats.org/presentationml/2006/main">
  <p:tag name="TAG_AIGCCREATORID" val="AIGC生成内容仅供参考-2026/6/20 9:38:42"/>
  <p:tag name="TAG_CHAPTER_ID" val="3"/>
  <p:tag name="TAG_CONTENT_TYPE" val="二级大纲5"/>
  <p:tag name="TAG_SECTION_ID" val="2"/>
  <p:tag name="YOO_CHATPAGE_TYPE" val="TAG_CHATPAGE_MULTCONTENT"/>
  <p:tag name="YOO_CHATSHAPE_TITLE" val="性能测试结果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04.xml><?xml version="1.0" encoding="utf-8"?>
<p:tagLst xmlns:p="http://schemas.openxmlformats.org/presentationml/2006/main">
  <p:tag name="YOO_CHATSHAPE_TYPE" val="YOO_CHATSHAPE_TITLE"/>
</p:tagLst>
</file>

<file path=ppt/tags/tag205.xml><?xml version="1.0" encoding="utf-8"?>
<p:tagLst xmlns:p="http://schemas.openxmlformats.org/presentationml/2006/main">
  <p:tag name="TAG_CHATSHAPE_LINK" val="sp:子标题1"/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DECORATE"/>
</p:tagLst>
</file>

<file path=ppt/tags/tag206.xml><?xml version="1.0" encoding="utf-8"?>
<p:tagLst xmlns:p="http://schemas.openxmlformats.org/presentationml/2006/main">
  <p:tag name="TAG_CHATSHAPE_LINK" val="sp:子标题2"/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CHILDDECORATE"/>
</p:tagLst>
</file>

<file path=ppt/tags/tag207.xml><?xml version="1.0" encoding="utf-8"?>
<p:tagLst xmlns:p="http://schemas.openxmlformats.org/presentationml/2006/main">
  <p:tag name="TAG_CHATSHAPE_LINK" val="sp:子标题3"/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CHILDDECORATE"/>
</p:tagLst>
</file>

<file path=ppt/tags/tag208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DECORATE"/>
</p:tagLst>
</file>

<file path=ppt/tags/tag209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1"/>
  <p:tag name="YOO_CHATSHAPE_TYPE" val="YOO_CHATSHAPE_CHILDDECORATE"/>
</p:tagLst>
</file>

<file path=ppt/tags/tag210.xml><?xml version="1.0" encoding="utf-8"?>
<p:tagLst xmlns:p="http://schemas.openxmlformats.org/presentationml/2006/main">
  <p:tag name="TAG_CHATSHAPE_LINK" val="sp:子标题1"/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DECORATE"/>
</p:tagLst>
</file>

<file path=ppt/tags/tag211.xml><?xml version="1.0" encoding="utf-8"?>
<p:tagLst xmlns:p="http://schemas.openxmlformats.org/presentationml/2006/main">
  <p:tag name="TAG_CHATSHAPE_LINK" val="sp:子标题2"/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CHILDDECORATE"/>
</p:tagLst>
</file>

<file path=ppt/tags/tag212.xml><?xml version="1.0" encoding="utf-8"?>
<p:tagLst xmlns:p="http://schemas.openxmlformats.org/presentationml/2006/main">
  <p:tag name="TAG_CHATSHAPE_LINK" val="sp:子标题3"/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CHILDDECORATE"/>
</p:tagLst>
</file>

<file path=ppt/tags/tag213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ICON"/>
</p:tagLst>
</file>

<file path=ppt/tags/tag214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ICON"/>
</p:tagLst>
</file>

<file path=ppt/tags/tag215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DECORATION"/>
</p:tagLst>
</file>

<file path=ppt/tags/tag216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DECORATION"/>
</p:tagLst>
</file>

<file path=ppt/tags/tag217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ICON"/>
</p:tagLst>
</file>

<file path=ppt/tags/tag218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DECORATION"/>
</p:tagLst>
</file>

<file path=ppt/tags/tag219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DECORATION"/>
</p:tagLst>
</file>

<file path=ppt/tags/tag220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DECORATION"/>
</p:tagLst>
</file>

<file path=ppt/tags/tag221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NUM"/>
</p:tagLst>
</file>

<file path=ppt/tags/tag222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NUM"/>
</p:tagLst>
</file>

<file path=ppt/tags/tag223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NUM"/>
</p:tagLst>
</file>

<file path=ppt/tags/tag224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1"/>
  <p:tag name="TAG_CONTENT_SUBINDEX" val="1"/>
  <p:tag name="YOO_CHATSHAPE_TYPE" val="YOO_CHATSHAPE_CHILDTITLE"/>
</p:tagLst>
</file>

<file path=ppt/tags/tag225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2"/>
  <p:tag name="TAG_CONTENT_SUBINDEX" val="2"/>
  <p:tag name="YOO_CHATSHAPE_TYPE" val="YOO_CHATSHAPE_CHILDTITLE"/>
</p:tagLst>
</file>

<file path=ppt/tags/tag226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3"/>
  <p:tag name="YOO_CHATSHAPE_TYPE" val="YOO_CHATSHAPE_CHILDTITLE"/>
</p:tagLst>
</file>

<file path=ppt/tags/tag227.xml><?xml version="1.0" encoding="utf-8"?>
<p:tagLst xmlns:p="http://schemas.openxmlformats.org/presentationml/2006/main">
  <p:tag name="TAG_CHATSHAPE_LINK" val="sp:子标题4"/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CHILDDECORATE"/>
</p:tagLst>
</file>

<file path=ppt/tags/tag228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3"/>
  <p:tag name="TAG_CONTENT_SUBINDEX" val="1"/>
  <p:tag name="YOO_CHATSHAPE_TYPE" val="YOO_CHATSHAPE_CHILDDECORATE"/>
</p:tagLst>
</file>

<file path=ppt/tags/tag229.xml><?xml version="1.0" encoding="utf-8"?>
<p:tagLst xmlns:p="http://schemas.openxmlformats.org/presentationml/2006/main">
  <p:tag name="TAG_CHATSHAPE_LINK" val="sp:子标题4"/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CHILDDECORATE"/>
</p:tagLst>
</file>

<file path=ppt/tags/tag230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NUM"/>
</p:tagLst>
</file>

<file path=ppt/tags/tag231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CHILDTITLE"/>
</p:tagLst>
</file>

<file path=ppt/tags/tag232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4"/>
  <p:tag name="YOO_CHATSHAPE_TYPE" val="YOO_CHATSHAPE_ICON"/>
</p:tagLst>
</file>

<file path=ppt/tags/tag233.xml><?xml version="1.0" encoding="utf-8"?>
<p:tagLst xmlns:p="http://schemas.openxmlformats.org/presentationml/2006/main">
  <p:tag name="TAG_CHATSHAPE_LINK" val="sp:子标题5"/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CHILDDECORATE"/>
</p:tagLst>
</file>

<file path=ppt/tags/tag234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4"/>
  <p:tag name="TAG_CONTENT_SUBINDEX" val="1"/>
  <p:tag name="YOO_CHATSHAPE_TYPE" val="YOO_CHATSHAPE_CHILDDECORATE"/>
</p:tagLst>
</file>

<file path=ppt/tags/tag235.xml><?xml version="1.0" encoding="utf-8"?>
<p:tagLst xmlns:p="http://schemas.openxmlformats.org/presentationml/2006/main">
  <p:tag name="TAG_CHATSHAPE_LINK" val="sp:子标题5"/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CHILDDECORATE"/>
</p:tagLst>
</file>

<file path=ppt/tags/tag236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NUM"/>
</p:tagLst>
</file>

<file path=ppt/tags/tag237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CHILDTITLE"/>
</p:tagLst>
</file>

<file path=ppt/tags/tag238.xml><?xml version="1.0" encoding="utf-8"?>
<p:tagLst xmlns:p="http://schemas.openxmlformats.org/presentationml/2006/main">
  <p:tag name="TAG_CONTENT_DIAGRAM_INDEX" val="b513b90fe3c042418787b01afa1a6657"/>
  <p:tag name="TAG_CONTENT_GROUPCOUNT" val="5"/>
  <p:tag name="TAG_CONTENT_GROUPINDEX" val="5"/>
  <p:tag name="TAG_CONTENT_SUBINDEX" val="5"/>
  <p:tag name="YOO_CHATSHAPE_TYPE" val="YOO_CHATSHAPE_ICON"/>
</p:tagLst>
</file>

<file path=ppt/tags/tag239.xml><?xml version="1.0" encoding="utf-8"?>
<p:tagLst xmlns:p="http://schemas.openxmlformats.org/presentationml/2006/main">
  <p:tag name="TAG_AIGCCREATORID" val="AIGC生成内容仅供参考-2026/6/20 9:38:42"/>
  <p:tag name="TAG_CHAPTER_ID" val="3"/>
  <p:tag name="TAG_CONTENT_TYPE" val="二级大纲5"/>
  <p:tag name="TAG_SECTION_ID" val="2"/>
  <p:tag name="YOO_CHATPAGE_TYPE" val="TAG_CHATPAGE_MULTCONTENT"/>
  <p:tag name="YOO_CHATSHAPE_TITLE" val="性能测试结果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40.xml><?xml version="1.0" encoding="utf-8"?>
<p:tagLst xmlns:p="http://schemas.openxmlformats.org/presentationml/2006/main">
  <p:tag name="PA" val="v5.2.12"/>
  <p:tag name="TAG_CONTENT_SUBINDEX" val="2"/>
  <p:tag name="YOO_CHATSHAPE_TYPE" val="YOO_CHATSHAPE_IMAGE"/>
</p:tagLst>
</file>

<file path=ppt/tags/tag241.xml><?xml version="1.0" encoding="utf-8"?>
<p:tagLst xmlns:p="http://schemas.openxmlformats.org/presentationml/2006/main">
  <p:tag name="PA" val="v5.2.12"/>
  <p:tag name="TAG_CONTENT_SUBINDEX" val="3"/>
  <p:tag name="YOO_CHATSHAPE_TYPE" val="YOO_CHATSHAPE_IMAGE"/>
</p:tagLst>
</file>

<file path=ppt/tags/tag242.xml><?xml version="1.0" encoding="utf-8"?>
<p:tagLst xmlns:p="http://schemas.openxmlformats.org/presentationml/2006/main">
  <p:tag name="YOO_CHATSHAPE_TYPE" val="YOO_CHATSHAPE_TITLE"/>
</p:tagLst>
</file>

<file path=ppt/tags/tag243.xml><?xml version="1.0" encoding="utf-8"?>
<p:tagLst xmlns:p="http://schemas.openxmlformats.org/presentationml/2006/main">
  <p:tag name="YOO_CHATSHAPE_TYPE" val="YOO_CHATSHAPE_CONTENT"/>
</p:tagLst>
</file>

<file path=ppt/tags/tag244.xml><?xml version="1.0" encoding="utf-8"?>
<p:tagLst xmlns:p="http://schemas.openxmlformats.org/presentationml/2006/main">
  <p:tag name="TAG_AIGCCREATORID" val="AIGC生成内容仅供参考-2026/6/20 9:38:42"/>
  <p:tag name="TAG_CHAPTER_ID" val="1"/>
  <p:tag name="TAG_CONTENT_TYPE" val="1标题1内容3图"/>
  <p:tag name="TAG_SECTION_ID" val="2"/>
  <p:tag name="YOO_CHATPAGE_TYPE" val="TAG_CHATPAGE_CONTENT"/>
  <p:tag name="YOO_CHATSHAPE_TITLE" val="核心功能模块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45.xml><?xml version="1.0" encoding="utf-8"?>
<p:tagLst xmlns:p="http://schemas.openxmlformats.org/presentationml/2006/main">
  <p:tag name="PA" val="v5.2.12"/>
  <p:tag name="TAG_CONTENT_SUBINDEX" val="2"/>
  <p:tag name="YOO_CHATSHAPE_TYPE" val="YOO_CHATSHAPE_IMAGE"/>
</p:tagLst>
</file>

<file path=ppt/tags/tag246.xml><?xml version="1.0" encoding="utf-8"?>
<p:tagLst xmlns:p="http://schemas.openxmlformats.org/presentationml/2006/main">
  <p:tag name="PA" val="v5.2.12"/>
  <p:tag name="TAG_CONTENT_SUBINDEX" val="3"/>
  <p:tag name="YOO_CHATSHAPE_TYPE" val="YOO_CHATSHAPE_IMAGE"/>
</p:tagLst>
</file>

<file path=ppt/tags/tag247.xml><?xml version="1.0" encoding="utf-8"?>
<p:tagLst xmlns:p="http://schemas.openxmlformats.org/presentationml/2006/main">
  <p:tag name="YOO_CHATSHAPE_TYPE" val="YOO_CHATSHAPE_TITLE"/>
</p:tagLst>
</file>

<file path=ppt/tags/tag248.xml><?xml version="1.0" encoding="utf-8"?>
<p:tagLst xmlns:p="http://schemas.openxmlformats.org/presentationml/2006/main">
  <p:tag name="YOO_CHATSHAPE_TYPE" val="YOO_CHATSHAPE_CONTENT"/>
</p:tagLst>
</file>

<file path=ppt/tags/tag249.xml><?xml version="1.0" encoding="utf-8"?>
<p:tagLst xmlns:p="http://schemas.openxmlformats.org/presentationml/2006/main">
  <p:tag name="TAG_AIGCCREATORID" val="AIGC生成内容仅供参考-2026/6/20 9:38:42"/>
  <p:tag name="TAG_CHAPTER_ID" val="1"/>
  <p:tag name="TAG_CONTENT_TYPE" val="1标题1内容3图"/>
  <p:tag name="TAG_SECTION_ID" val="2"/>
  <p:tag name="YOO_CHATPAGE_TYPE" val="TAG_CHATPAGE_CONTENT"/>
  <p:tag name="YOO_CHATSHAPE_TITLE" val="核心功能模块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50.xml><?xml version="1.0" encoding="utf-8"?>
<p:tagLst xmlns:p="http://schemas.openxmlformats.org/presentationml/2006/main">
  <p:tag name="PA" val="v5.2.12"/>
  <p:tag name="TAG_CONTENT_SUBINDEX" val="2"/>
  <p:tag name="YOO_CHATSHAPE_TYPE" val="YOO_CHATSHAPE_IMAGE"/>
</p:tagLst>
</file>

<file path=ppt/tags/tag251.xml><?xml version="1.0" encoding="utf-8"?>
<p:tagLst xmlns:p="http://schemas.openxmlformats.org/presentationml/2006/main">
  <p:tag name="PA" val="v5.2.12"/>
  <p:tag name="TAG_CONTENT_SUBINDEX" val="3"/>
  <p:tag name="YOO_CHATSHAPE_TYPE" val="YOO_CHATSHAPE_IMAGE"/>
</p:tagLst>
</file>

<file path=ppt/tags/tag252.xml><?xml version="1.0" encoding="utf-8"?>
<p:tagLst xmlns:p="http://schemas.openxmlformats.org/presentationml/2006/main">
  <p:tag name="YOO_CHATSHAPE_TYPE" val="YOO_CHATSHAPE_TITLE"/>
</p:tagLst>
</file>

<file path=ppt/tags/tag253.xml><?xml version="1.0" encoding="utf-8"?>
<p:tagLst xmlns:p="http://schemas.openxmlformats.org/presentationml/2006/main">
  <p:tag name="YOO_CHATSHAPE_TYPE" val="YOO_CHATSHAPE_CONTENT"/>
</p:tagLst>
</file>

<file path=ppt/tags/tag254.xml><?xml version="1.0" encoding="utf-8"?>
<p:tagLst xmlns:p="http://schemas.openxmlformats.org/presentationml/2006/main">
  <p:tag name="TAG_AIGCCREATORID" val="AIGC生成内容仅供参考-2026/6/20 9:38:42"/>
  <p:tag name="TAG_CHAPTER_ID" val="1"/>
  <p:tag name="TAG_CONTENT_TYPE" val="1标题1内容3图"/>
  <p:tag name="TAG_SECTION_ID" val="2"/>
  <p:tag name="YOO_CHATPAGE_TYPE" val="TAG_CHATPAGE_CONTENT"/>
  <p:tag name="YOO_CHATSHAPE_TITLE" val="核心功能模块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55.xml><?xml version="1.0" encoding="utf-8"?>
<p:tagLst xmlns:p="http://schemas.openxmlformats.org/presentationml/2006/main">
  <p:tag name="PA" val="v5.2.12"/>
  <p:tag name="TAG_CONTENT_SUBINDEX" val="2"/>
  <p:tag name="YOO_CHATSHAPE_TYPE" val="YOO_CHATSHAPE_IMAGE"/>
</p:tagLst>
</file>

<file path=ppt/tags/tag256.xml><?xml version="1.0" encoding="utf-8"?>
<p:tagLst xmlns:p="http://schemas.openxmlformats.org/presentationml/2006/main">
  <p:tag name="PA" val="v5.2.12"/>
  <p:tag name="TAG_CONTENT_SUBINDEX" val="3"/>
  <p:tag name="YOO_CHATSHAPE_TYPE" val="YOO_CHATSHAPE_IMAGE"/>
</p:tagLst>
</file>

<file path=ppt/tags/tag257.xml><?xml version="1.0" encoding="utf-8"?>
<p:tagLst xmlns:p="http://schemas.openxmlformats.org/presentationml/2006/main">
  <p:tag name="YOO_CHATSHAPE_TYPE" val="YOO_CHATSHAPE_TITLE"/>
</p:tagLst>
</file>

<file path=ppt/tags/tag258.xml><?xml version="1.0" encoding="utf-8"?>
<p:tagLst xmlns:p="http://schemas.openxmlformats.org/presentationml/2006/main">
  <p:tag name="YOO_CHATSHAPE_TYPE" val="YOO_CHATSHAPE_CONTENT"/>
</p:tagLst>
</file>

<file path=ppt/tags/tag259.xml><?xml version="1.0" encoding="utf-8"?>
<p:tagLst xmlns:p="http://schemas.openxmlformats.org/presentationml/2006/main">
  <p:tag name="TAG_AIGCCREATORID" val="AIGC生成内容仅供参考-2026/6/20 9:38:42"/>
  <p:tag name="TAG_CHAPTER_ID" val="1"/>
  <p:tag name="TAG_CONTENT_TYPE" val="1标题1内容3图"/>
  <p:tag name="TAG_SECTION_ID" val="2"/>
  <p:tag name="YOO_CHATPAGE_TYPE" val="TAG_CHATPAGE_CONTENT"/>
  <p:tag name="YOO_CHATSHAPE_TITLE" val="核心功能模块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60.xml><?xml version="1.0" encoding="utf-8"?>
<p:tagLst xmlns:p="http://schemas.openxmlformats.org/presentationml/2006/main">
  <p:tag name="YOO_CHATSHAPE_TYPE" val="YOO_CHATSHAPE_TITLE"/>
</p:tagLst>
</file>

<file path=ppt/tags/tag261.xml><?xml version="1.0" encoding="utf-8"?>
<p:tagLst xmlns:p="http://schemas.openxmlformats.org/presentationml/2006/main">
  <p:tag name="YOO_CHATSHAPE_TYPE" val="YOO_CHATSHAPE_SUBTITLE"/>
</p:tagLst>
</file>

<file path=ppt/tags/tag262.xml><?xml version="1.0" encoding="utf-8"?>
<p:tagLst xmlns:p="http://schemas.openxmlformats.org/presentationml/2006/main">
  <p:tag name="YOO_CHATSHAPE_AUTHOR" val="百度文心助手"/>
  <p:tag name="YOO_CHATSHAPE_TYPE" val="YOO_CHATSHAPE_AUTHOR"/>
</p:tagLst>
</file>

<file path=ppt/tags/tag26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  <p:tag name="KSO_WM_UNIT_TEXT_SHADOW_SCHEMECOLOR_INDEX" val="6"/>
  <p:tag name="KSO_WM_UNIT_TEXT_SHADOW_SCHEMECOLOR_INDEX_BRIGHTNESS" val="-0.25"/>
  <p:tag name="YOO_CHATSHAPE_TYPE" val="YOO_CHATSHAPE_DATE"/>
</p:tagLst>
</file>

<file path=ppt/tags/tag264.xml><?xml version="1.0" encoding="utf-8"?>
<p:tagLst xmlns:p="http://schemas.openxmlformats.org/presentationml/2006/main">
  <p:tag name="TAG_AIGCCREATORID" val="AIGC生成内容仅供参考-2026/6/20 9:38:42"/>
  <p:tag name="YOO_CHATPAGE_TYPE" val="TAG_CHATPAGE_END"/>
  <p:tag name="YOO_CHATSHAPE_TITLE" val="Thank You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65.xml><?xml version="1.0" encoding="utf-8"?>
<p:tagLst xmlns:p="http://schemas.openxmlformats.org/presentationml/2006/main">
  <p:tag name="TAG_AIGCCREATORID" val="AIGC生成内容仅供参考-2026/6/20 9:38:27"/>
  <p:tag name="TAG_CHATPAGE_CATALOG" val="封面与目录、项目概述、核心技术实现、测试与结果分析、总结与展望"/>
  <p:tag name="TAG_PPT_THEMETITLE" val="亮蓝绿色调科技感技术报告"/>
  <p:tag name="TAG_PPT_THEMEWORD" val="亮蓝绿色调科技感技术报告"/>
  <p:tag name="TAG_PRESENTATION_STYLE" val="科技"/>
  <p:tag name="TAG_PRESENTATION_TEMPLATE" val="{&quot;image&quot;:&quot;&quot;,&quot;sub_images&quot;:[],&quot;title&quot;:&quot;&quot;,&quot;style&quot;:&quot;科技&quot;,&quot;template_type&quot;:&quot;矢量&quot;,&quot;isVector&quot;:true,&quot;color&quot;:&quot;黄色&quot;,&quot;colorList&quot;:[&quot;#000000&quot;,&quot;#FFFFFF&quot;,&quot;#FFFFFF&quot;,&quot;#2E2400&quot;,&quot;#FFCA08&quot;,&quot;#F8931D&quot;,&quot;#CE8D3E&quot;,&quot;#EC7016&quot;,&quot;#E64823&quot;,&quot;#9C6A6A&quot;,&quot;#FFCA08&quot;,&quot;#F8931D&quot;],&quot;scene&quot;:&quot;&quot;,&quot;group&quot;:&quot;group_4&quot;,&quot;cover_id&quot;:&quot;N2NBYEkAuaqz&quot;,&quot;end_id&quot;:&quot;rCR4rAjEvQdp&quot;,&quot;catalog_id&quot;:&quot;5bXAgWbPgsrh&quot;,&quot;chapter_id&quot;:&quot;4GwZyj9HC8jU&quot;,&quot;content_ids&quot;:[],&quot;picture_url&quot;:&quot;&quot;,&quot;isuse&quot;:false,&quot;theme_colors&quot;:[],&quot;company&quot;:&quot;&quot;,&quot;logo_left&quot;:false,&quot;logoLight&quot;:&quot;&quot;,&quot;logoDark&quot;:&quot;&quot;,&quot;school&quot;:&quot;&quot;,&quot;isCollect&quot;:false,&quot;data_id&quot;:&quot;&quot;,&quot;userName&quot;:&quot;&quot;,&quot;authorName&quot;:&quot;&quot;,&quot;json&quot;:&quot;&quot;,&quot;index&quot;:0}"/>
  <p:tag name="YOO_PROTECTION_DATA" val="\u007b\u0022\u0049\u0044\u0022\u003a\u0022\u0033\u0066\u0033\u0064\u0062\u0038\u0062\u0061\u0033\u0032\u0061\u0032\u0034\u0034\u0030\u0030\u0039\u0031\u0032\u0032\u0033\u0061\u0035\u0065\u0064\u0037\u0063\u0062\u0031\u0033\u0030\u0038\u0022\u002c\u0022\u0054\u0069\u006d\u0065\u0022\u003a\u0022\u0032\u0030\u0032\u0036\u002f\u0030\u0036\u002f\u0032\u0030\u0020\u0030\u0039\u003a\u0033\u0038\u003a\u0034\u0033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2E2400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FFCA08"/>
      </a:hlink>
      <a:folHlink>
        <a:srgbClr val="F8931D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3031</Words>
  <Application>WPS 演示</Application>
  <PresentationFormat>宽屏</PresentationFormat>
  <Paragraphs>244</Paragraphs>
  <Slides>38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Times New Roman</vt:lpstr>
      <vt:lpstr>等线</vt:lpstr>
      <vt:lpstr>Avenir LT Pro 65 Medium</vt:lpstr>
      <vt:lpstr>Segoe Print</vt:lpstr>
      <vt:lpstr>Inter Medium</vt:lpstr>
      <vt:lpstr>MV Boli</vt:lpstr>
      <vt:lpstr>字体圈欣意冠黑体</vt:lpstr>
      <vt:lpstr>黑体</vt:lpstr>
      <vt:lpstr>Open Sans</vt:lpstr>
      <vt:lpstr>思源黑体 CN</vt:lpstr>
      <vt:lpstr>Calibri</vt:lpstr>
      <vt:lpstr>Arial Unicode MS</vt:lpstr>
      <vt:lpstr>Roboto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AIGC生成内容仅供参考-2026/6/20 9:38:42</cp:keywords>
  <cp:lastModifiedBy>Think</cp:lastModifiedBy>
  <cp:revision>9</cp:revision>
  <cp:lastPrinted>2026-06-20T09:38:00Z</cp:lastPrinted>
  <dcterms:created xsi:type="dcterms:W3CDTF">2026-06-20T01:38:00Z</dcterms:created>
  <dcterms:modified xsi:type="dcterms:W3CDTF">2026-06-21T01:50:13Z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9468A9020C69469289EE6E7D6690BCB7</vt:lpwstr>
  </property>
  <property fmtid="{D5CDD505-2E9C-101B-9397-08002B2CF9AE}" pid="3" name="KSOProductBuildVer">
    <vt:lpwstr>2052-11.8.0.16981</vt:lpwstr>
  </property>
</Properties>
</file>